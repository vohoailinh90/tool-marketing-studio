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0287000" cy="3810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1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81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</a:t>
            </a:r>
            <a:r>
              <a:rPr lang="en-US" sz="81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nâng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chất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619750"/>
            <a:ext cx="9715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30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cẩu</a:t>
            </a:r>
            <a:r>
              <a:rPr lang="en-US" sz="30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thả,</a:t>
            </a:r>
            <a:r>
              <a:rPr lang="en-US" sz="3000" dirty="0" spc="-2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300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30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30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3000" dirty="0" spc="-3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3000" dirty="0"/>
          </a:p>
        </p:txBody>
      </p:sp>
      <p:sp>
        <p:nvSpPr>
          <p:cNvPr id="5" name="Connector line-1792339237424-103906499"/>
          <p:cNvSpPr/>
          <p:nvPr/>
        </p:nvSpPr>
        <p:spPr>
          <a:xfrm>
            <a:off x="914400" y="7143750"/>
            <a:ext cx="97155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381875"/>
            <a:ext cx="238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8334375"/>
            <a:ext cx="238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86150" y="7381875"/>
            <a:ext cx="238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486150" y="8334375"/>
            <a:ext cx="238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57900" y="7381875"/>
            <a:ext cx="238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057900" y="8334375"/>
            <a:ext cx="238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SOLID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29650" y="7381875"/>
            <a:ext cx="238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629650" y="8334375"/>
            <a:ext cx="238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thử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620500" y="914400"/>
            <a:ext cx="57531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1925300" y="1181100"/>
            <a:ext cx="1619250" cy="457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925300" y="1828800"/>
            <a:ext cx="514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1925300" y="2381250"/>
            <a:ext cx="51435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ước,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thích,</a:t>
            </a:r>
            <a:r>
              <a:rPr lang="en-US" sz="210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vững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vàng,</a:t>
            </a:r>
            <a:r>
              <a:rPr lang="en-US" sz="21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SOLID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1620500" y="3619500"/>
            <a:ext cx="57531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925300" y="3886200"/>
            <a:ext cx="1619250" cy="457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925300" y="4533900"/>
            <a:ext cx="514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1925300" y="5086350"/>
            <a:ext cx="51435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thử,</a:t>
            </a:r>
            <a:r>
              <a:rPr lang="en-US" sz="21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trừu</a:t>
            </a: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tượng,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kế,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620500" y="6324600"/>
            <a:ext cx="57531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11925300" y="6591300"/>
            <a:ext cx="1619250" cy="457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</a:t>
            </a:r>
            <a:r>
              <a:rPr lang="en-US" sz="19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925300" y="7239000"/>
            <a:ext cx="514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2850" dirty="0"/>
          </a:p>
        </p:txBody>
      </p:sp>
      <p:sp>
        <p:nvSpPr>
          <p:cNvPr id="25" name="Text 23"/>
          <p:cNvSpPr/>
          <p:nvPr/>
        </p:nvSpPr>
        <p:spPr>
          <a:xfrm>
            <a:off x="11925300" y="7791450"/>
            <a:ext cx="51435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6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Tái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tục,</a:t>
            </a:r>
            <a:r>
              <a:rPr lang="en-US" sz="21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14400" y="9525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eca5e3c5-ed29-4765-bf37-d166c95caa9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476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75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0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75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phí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muộn,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bản: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cẩu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65913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7300" y="7067550"/>
            <a:ext cx="6953250" cy="1238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86900" y="1285875"/>
            <a:ext cx="171450" cy="1714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9753600" y="1219200"/>
            <a:ext cx="2190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16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16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6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bền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2058650" y="1285875"/>
            <a:ext cx="171450" cy="1714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2325350" y="1219200"/>
            <a:ext cx="304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Dễ</a:t>
            </a:r>
            <a:r>
              <a:rPr lang="en-US" sz="16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6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6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6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dễ</a:t>
            </a:r>
            <a:r>
              <a:rPr lang="en-US" sz="16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535275" y="1285875"/>
            <a:ext cx="171450" cy="1714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5801975" y="1219200"/>
            <a:ext cx="1428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16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lâu</a:t>
            </a:r>
            <a:r>
              <a:rPr lang="en-US" sz="16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486900" y="1638300"/>
            <a:ext cx="7543800" cy="590550"/>
          </a:xfrm>
          <a:prstGeom prst="roundRect">
            <a:avLst>
              <a:gd name="adj" fmla="val 25806"/>
            </a:avLst>
          </a:prstGeom>
          <a:solidFill>
            <a:srgbClr val="DDE3F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17049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248900" y="16383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Theo quy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ước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486900" y="2324100"/>
            <a:ext cx="7543800" cy="590550"/>
          </a:xfrm>
          <a:prstGeom prst="roundRect">
            <a:avLst>
              <a:gd name="adj" fmla="val 25806"/>
            </a:avLst>
          </a:prstGeom>
          <a:solidFill>
            <a:srgbClr val="DDE3FA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0" y="23907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248900" y="2324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486900" y="3009900"/>
            <a:ext cx="7543800" cy="590550"/>
          </a:xfrm>
          <a:prstGeom prst="roundRect">
            <a:avLst>
              <a:gd name="adj" fmla="val 25806"/>
            </a:avLst>
          </a:prstGeom>
          <a:solidFill>
            <a:srgbClr val="DDE3FA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30765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248900" y="30099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Vững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vàng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486900" y="3695700"/>
            <a:ext cx="7543800" cy="590550"/>
          </a:xfrm>
          <a:prstGeom prst="roundRect">
            <a:avLst>
              <a:gd name="adj" fmla="val 25806"/>
            </a:avLst>
          </a:prstGeom>
          <a:solidFill>
            <a:srgbClr val="DDE3FA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0" y="37623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248900" y="36957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Theo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SOLID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486900" y="4381500"/>
            <a:ext cx="7543800" cy="590550"/>
          </a:xfrm>
          <a:prstGeom prst="roundRect">
            <a:avLst>
              <a:gd name="adj" fmla="val 25806"/>
            </a:avLst>
          </a:prstGeom>
          <a:solidFill>
            <a:srgbClr val="CFE8E2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0" y="44481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248900" y="43815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Dễ kiểm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486900" y="5067300"/>
            <a:ext cx="7543800" cy="590550"/>
          </a:xfrm>
          <a:prstGeom prst="roundRect">
            <a:avLst>
              <a:gd name="adj" fmla="val 25806"/>
            </a:avLst>
          </a:prstGeom>
          <a:solidFill>
            <a:srgbClr val="CFE8E2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0" y="51339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248900" y="50673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Trừu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vừa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9486900" y="5753100"/>
            <a:ext cx="7543800" cy="590550"/>
          </a:xfrm>
          <a:prstGeom prst="roundRect">
            <a:avLst>
              <a:gd name="adj" fmla="val 25806"/>
            </a:avLst>
          </a:prstGeom>
          <a:solidFill>
            <a:srgbClr val="CFE8E2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0" y="58197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248900" y="5753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Mẫu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thiết</a:t>
            </a:r>
            <a:r>
              <a:rPr lang="en-US" sz="24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kế,</a:t>
            </a:r>
            <a:r>
              <a:rPr lang="en-US" sz="240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đừng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24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9486900" y="6438900"/>
            <a:ext cx="7543800" cy="590550"/>
          </a:xfrm>
          <a:prstGeom prst="roundRect">
            <a:avLst>
              <a:gd name="adj" fmla="val 25806"/>
            </a:avLst>
          </a:prstGeom>
          <a:solidFill>
            <a:srgbClr val="CFE8E2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0" y="65055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248900" y="64389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Bớt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9486900" y="7124700"/>
            <a:ext cx="7543800" cy="590550"/>
          </a:xfrm>
          <a:prstGeom prst="roundRect">
            <a:avLst>
              <a:gd name="adj" fmla="val 25806"/>
            </a:avLst>
          </a:prstGeom>
          <a:solidFill>
            <a:srgbClr val="F3DFB8"/>
          </a:solidFill>
          <a:ln/>
        </p:spPr>
      </p:sp>
      <p:sp>
        <p:nvSpPr>
          <p:cNvPr id="40" name="Text 38"/>
          <p:cNvSpPr/>
          <p:nvPr/>
        </p:nvSpPr>
        <p:spPr>
          <a:xfrm>
            <a:off x="9601200" y="71913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248900" y="71247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Tái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tục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9486900" y="7810500"/>
            <a:ext cx="7543800" cy="590550"/>
          </a:xfrm>
          <a:prstGeom prst="roundRect">
            <a:avLst>
              <a:gd name="adj" fmla="val 25806"/>
            </a:avLst>
          </a:prstGeom>
          <a:solidFill>
            <a:srgbClr val="F3DFB8"/>
          </a:solidFill>
          <a:ln/>
        </p:spPr>
      </p:sp>
      <p:sp>
        <p:nvSpPr>
          <p:cNvPr id="43" name="Text 41"/>
          <p:cNvSpPr/>
          <p:nvPr/>
        </p:nvSpPr>
        <p:spPr>
          <a:xfrm>
            <a:off x="9601200" y="78771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248900" y="78105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Bảo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ưu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tiên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6387bc1f-92b6-4ebb-8ac3-b152393401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ĐƯỢC</a:t>
            </a:r>
            <a:r>
              <a:rPr lang="en-US" sz="1950" b="1" spc="17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 ·</a:t>
            </a:r>
            <a:r>
              <a:rPr lang="en-US" sz="19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b="1" spc="15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17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476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</a:t>
            </a:r>
            <a:r>
              <a:rPr lang="en-US" sz="7500" dirty="0" spc="-1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ước</a:t>
            </a:r>
            <a:r>
              <a:rPr lang="en-US" sz="7500" dirty="0" spc="-8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chú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1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3300" b="1" dirty="0" spc="-1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rõ,</a:t>
            </a:r>
            <a:r>
              <a:rPr lang="en-US" sz="33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 thích</a:t>
            </a:r>
            <a:r>
              <a:rPr lang="en-US" sz="33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33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3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438650"/>
            <a:ext cx="7810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calc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late_fee;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5000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số;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PEP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495550" y="5524500"/>
            <a:ext cx="320040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22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Style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848350" y="5524500"/>
            <a:ext cx="268605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Why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What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572250"/>
            <a:ext cx="76200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68580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7296150"/>
            <a:ext cx="69532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nhãng;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6900" y="1257300"/>
            <a:ext cx="7543800" cy="3086100"/>
          </a:xfrm>
          <a:prstGeom prst="roundRect">
            <a:avLst>
              <a:gd name="adj" fmla="val 6790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14859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39400" y="1485900"/>
            <a:ext cx="6381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715500" y="2324100"/>
            <a:ext cx="7143750" cy="1809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spcAft>
                <a:spcPts val="1050"/>
              </a:spcAft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calc,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d,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late_fee,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days_late,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member_type</a:t>
            </a:r>
            <a:endParaRPr lang="en-US" sz="2400" dirty="0"/>
          </a:p>
          <a:p>
            <a:pPr algn="l" indent="0" marL="0">
              <a:lnSpc>
                <a:spcPts val="3240"/>
              </a:lnSpc>
              <a:spcAft>
                <a:spcPts val="1050"/>
              </a:spcAft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5000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24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LATE_FEE_PER_DAY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PEP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hoa, nối bằng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gạch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486900" y="4572000"/>
            <a:ext cx="7543800" cy="3924300"/>
          </a:xfrm>
          <a:prstGeom prst="roundRect">
            <a:avLst>
              <a:gd name="adj" fmla="val 5340"/>
            </a:avLst>
          </a:prstGeom>
          <a:solidFill>
            <a:srgbClr val="DDE3FA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0" y="48006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439400" y="4800600"/>
            <a:ext cx="6381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8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715500" y="556260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1800" b="1" spc="18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800" b="1" spc="1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77850" y="556260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HƠN</a:t>
            </a:r>
            <a:r>
              <a:rPr lang="en-US" sz="180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15500" y="7353300"/>
            <a:ext cx="7143750" cy="9906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spcAft>
                <a:spcPts val="1050"/>
              </a:spcAft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nói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5000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không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 03/10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9715500" y="5943600"/>
            <a:ext cx="3409950" cy="1143000"/>
          </a:xfrm>
          <a:prstGeom prst="roundRect">
            <a:avLst>
              <a:gd name="adj" fmla="val 15000"/>
            </a:avLst>
          </a:prstGeom>
          <a:solidFill>
            <a:srgbClr val="1F3FD1"/>
          </a:solidFill>
          <a:ln/>
        </p:spPr>
      </p:sp>
      <p:sp>
        <p:nvSpPr>
          <p:cNvPr id="35" name="Text 33"/>
          <p:cNvSpPr/>
          <p:nvPr/>
        </p:nvSpPr>
        <p:spPr>
          <a:xfrm>
            <a:off x="9810750" y="5943600"/>
            <a:ext cx="32194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Why</a:t>
            </a:r>
            <a:endParaRPr lang="en-US" sz="2250" dirty="0"/>
          </a:p>
          <a:p>
            <a:pPr algn="ctr" indent="0" marL="0">
              <a:buNone/>
            </a:pP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5000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3277850" y="5943600"/>
            <a:ext cx="3409950" cy="1143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373100" y="5943600"/>
            <a:ext cx="32194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What</a:t>
            </a:r>
            <a:endParaRPr lang="en-US" sz="2250" dirty="0"/>
          </a:p>
          <a:p>
            <a:pPr algn="ctr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5000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e2138dce-82f0-4ed5-b474-215247b507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ĐƯỢC</a:t>
            </a:r>
            <a:r>
              <a:rPr lang="en-US" sz="1950" b="1" spc="17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 ·</a:t>
            </a:r>
            <a:r>
              <a:rPr lang="en-US" sz="195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b="1" spc="15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17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476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Vững</a:t>
            </a:r>
            <a:r>
              <a:rPr lang="en-US" sz="75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vàng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7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SOLID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33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3300" b="1" dirty="0" spc="-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33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330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300" b="1" dirty="0" spc="-2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438650"/>
            <a:ext cx="7810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except:</a:t>
            </a:r>
            <a:r>
              <a:rPr lang="en-US" sz="25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r>
              <a:rPr lang="en-US" sz="25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nuốt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lỗi;</a:t>
            </a:r>
            <a:r>
              <a:rPr lang="en-US" sz="25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r>
              <a:rPr lang="en-US" sz="25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SOLID</a:t>
            </a:r>
            <a:r>
              <a:rPr lang="en-US" sz="25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hàm</a:t>
            </a:r>
            <a:r>
              <a:rPr lang="en-US" sz="25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24955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except:</a:t>
            </a: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562350" y="552450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SOLID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143500" y="552450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572250"/>
            <a:ext cx="7620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68580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7296150"/>
            <a:ext cx="69532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except: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 cho</a:t>
            </a:r>
            <a:r>
              <a:rPr lang="en-US" sz="25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sai;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ném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6900" y="1257300"/>
            <a:ext cx="7543800" cy="2286000"/>
          </a:xfrm>
          <a:prstGeom prst="roundRect">
            <a:avLst>
              <a:gd name="adj" fmla="val 9167"/>
            </a:avLst>
          </a:prstGeom>
          <a:solidFill>
            <a:srgbClr val="262C4D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14859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39400" y="1485900"/>
            <a:ext cx="6381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Vững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vàng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(robustness)</a:t>
            </a:r>
            <a:endParaRPr lang="en-US" sz="2700" dirty="0"/>
          </a:p>
        </p:txBody>
      </p:sp>
      <p:sp>
        <p:nvSpPr>
          <p:cNvPr id="16" name="Connector line-1792362743343-85814872"/>
          <p:cNvSpPr/>
          <p:nvPr/>
        </p:nvSpPr>
        <p:spPr>
          <a:xfrm>
            <a:off x="11696700" y="2771775"/>
            <a:ext cx="5334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2306300" y="2247900"/>
            <a:ext cx="1905000" cy="1047750"/>
          </a:xfrm>
          <a:prstGeom prst="roundRect">
            <a:avLst>
              <a:gd name="adj" fmla="val 16364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calc("2",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"vip")</a:t>
            </a:r>
            <a:endParaRPr lang="en-US" sz="2100" dirty="0"/>
          </a:p>
        </p:txBody>
      </p:sp>
      <p:sp>
        <p:nvSpPr>
          <p:cNvPr id="18" name="Connector line-1792362743346-367577624"/>
          <p:cNvSpPr/>
          <p:nvPr/>
        </p:nvSpPr>
        <p:spPr>
          <a:xfrm>
            <a:off x="14287500" y="2771775"/>
            <a:ext cx="5334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4897100" y="2247900"/>
            <a:ext cx="1905000" cy="1047750"/>
          </a:xfrm>
          <a:prstGeom prst="roundRect">
            <a:avLst>
              <a:gd name="adj" fmla="val 16364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nuốt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486900" y="3771900"/>
            <a:ext cx="7543800" cy="4724400"/>
          </a:xfrm>
          <a:prstGeom prst="roundRect">
            <a:avLst>
              <a:gd name="adj" fmla="val 4435"/>
            </a:avLst>
          </a:prstGeom>
          <a:solidFill>
            <a:srgbClr val="262C4D"/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0" y="40005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439400" y="4000500"/>
            <a:ext cx="6381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SOLID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715500" y="4724400"/>
            <a:ext cx="7086600" cy="628650"/>
          </a:xfrm>
          <a:prstGeom prst="roundRect">
            <a:avLst>
              <a:gd name="adj" fmla="val 24242"/>
            </a:avLst>
          </a:prstGeom>
          <a:solidFill>
            <a:srgbClr val="14161C"/>
          </a:solidFill>
          <a:ln/>
        </p:spPr>
      </p:sp>
      <p:sp>
        <p:nvSpPr>
          <p:cNvPr id="24" name="Text 22"/>
          <p:cNvSpPr/>
          <p:nvPr/>
        </p:nvSpPr>
        <p:spPr>
          <a:xfrm>
            <a:off x="9829800" y="48101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</a:t>
            </a:r>
            <a:endParaRPr lang="en-US" sz="2124" dirty="0"/>
          </a:p>
        </p:txBody>
      </p:sp>
      <p:sp>
        <p:nvSpPr>
          <p:cNvPr id="25" name="Text 23"/>
          <p:cNvSpPr/>
          <p:nvPr/>
        </p:nvSpPr>
        <p:spPr>
          <a:xfrm>
            <a:off x="10477500" y="4724400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Trách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3754100" y="4724400"/>
            <a:ext cx="30099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Single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Responsibility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715500" y="5448300"/>
            <a:ext cx="7086600" cy="628650"/>
          </a:xfrm>
          <a:prstGeom prst="roundRect">
            <a:avLst>
              <a:gd name="adj" fmla="val 24242"/>
            </a:avLst>
          </a:prstGeom>
          <a:solidFill>
            <a:srgbClr val="14161C"/>
          </a:solidFill>
          <a:ln/>
        </p:spPr>
      </p:sp>
      <p:sp>
        <p:nvSpPr>
          <p:cNvPr id="28" name="Text 26"/>
          <p:cNvSpPr/>
          <p:nvPr/>
        </p:nvSpPr>
        <p:spPr>
          <a:xfrm>
            <a:off x="9829800" y="55340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</a:t>
            </a:r>
            <a:endParaRPr lang="en-US" sz="2124" dirty="0"/>
          </a:p>
        </p:txBody>
      </p:sp>
      <p:sp>
        <p:nvSpPr>
          <p:cNvPr id="29" name="Text 27"/>
          <p:cNvSpPr/>
          <p:nvPr/>
        </p:nvSpPr>
        <p:spPr>
          <a:xfrm>
            <a:off x="10477500" y="5448300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Mở/đóng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3754100" y="5448300"/>
            <a:ext cx="30099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Open/Closed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715500" y="6172200"/>
            <a:ext cx="7086600" cy="628650"/>
          </a:xfrm>
          <a:prstGeom prst="roundRect">
            <a:avLst>
              <a:gd name="adj" fmla="val 24242"/>
            </a:avLst>
          </a:prstGeom>
          <a:solidFill>
            <a:srgbClr val="14161C"/>
          </a:solidFill>
          <a:ln/>
        </p:spPr>
      </p:sp>
      <p:sp>
        <p:nvSpPr>
          <p:cNvPr id="32" name="Text 30"/>
          <p:cNvSpPr/>
          <p:nvPr/>
        </p:nvSpPr>
        <p:spPr>
          <a:xfrm>
            <a:off x="9829800" y="62579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</a:t>
            </a:r>
            <a:endParaRPr lang="en-US" sz="2124" dirty="0"/>
          </a:p>
        </p:txBody>
      </p:sp>
      <p:sp>
        <p:nvSpPr>
          <p:cNvPr id="33" name="Text 31"/>
          <p:cNvSpPr/>
          <p:nvPr/>
        </p:nvSpPr>
        <p:spPr>
          <a:xfrm>
            <a:off x="10477500" y="6172200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2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Liskov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3754100" y="6172200"/>
            <a:ext cx="30099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Liskov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Substitution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715500" y="6896100"/>
            <a:ext cx="7086600" cy="628650"/>
          </a:xfrm>
          <a:prstGeom prst="roundRect">
            <a:avLst>
              <a:gd name="adj" fmla="val 24242"/>
            </a:avLst>
          </a:prstGeom>
          <a:solidFill>
            <a:srgbClr val="14161C"/>
          </a:solidFill>
          <a:ln/>
        </p:spPr>
      </p:sp>
      <p:sp>
        <p:nvSpPr>
          <p:cNvPr id="36" name="Text 34"/>
          <p:cNvSpPr/>
          <p:nvPr/>
        </p:nvSpPr>
        <p:spPr>
          <a:xfrm>
            <a:off x="9829800" y="69818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</a:t>
            </a:r>
            <a:endParaRPr lang="en-US" sz="2124" dirty="0"/>
          </a:p>
        </p:txBody>
      </p:sp>
      <p:sp>
        <p:nvSpPr>
          <p:cNvPr id="37" name="Text 35"/>
          <p:cNvSpPr/>
          <p:nvPr/>
        </p:nvSpPr>
        <p:spPr>
          <a:xfrm>
            <a:off x="10477500" y="6896100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3754100" y="6896100"/>
            <a:ext cx="30099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Interface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Segregation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715500" y="7620000"/>
            <a:ext cx="7086600" cy="628650"/>
          </a:xfrm>
          <a:prstGeom prst="roundRect">
            <a:avLst>
              <a:gd name="adj" fmla="val 24242"/>
            </a:avLst>
          </a:prstGeom>
          <a:solidFill>
            <a:srgbClr val="14161C"/>
          </a:solidFill>
          <a:ln/>
        </p:spPr>
      </p:sp>
      <p:sp>
        <p:nvSpPr>
          <p:cNvPr id="40" name="Text 38"/>
          <p:cNvSpPr/>
          <p:nvPr/>
        </p:nvSpPr>
        <p:spPr>
          <a:xfrm>
            <a:off x="9829800" y="77057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4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</a:t>
            </a:r>
            <a:endParaRPr lang="en-US" sz="2124" dirty="0"/>
          </a:p>
        </p:txBody>
      </p:sp>
      <p:sp>
        <p:nvSpPr>
          <p:cNvPr id="41" name="Text 39"/>
          <p:cNvSpPr/>
          <p:nvPr/>
        </p:nvSpPr>
        <p:spPr>
          <a:xfrm>
            <a:off x="10477500" y="7620000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Đảo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 thuộc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3754100" y="7620000"/>
            <a:ext cx="30099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Dependency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Inversion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9715500" y="2247900"/>
            <a:ext cx="1905000" cy="1047750"/>
          </a:xfrm>
          <a:prstGeom prst="roundRect">
            <a:avLst>
              <a:gd name="adj" fmla="val 16364"/>
            </a:avLst>
          </a:prstGeom>
          <a:solidFill>
            <a:srgbClr val="14161C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1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bất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ngờ</a:t>
            </a:r>
            <a:endParaRPr lang="en-US" sz="21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a01c4a06-57bc-4691-b2ca-445af344b5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17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b="1" spc="15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17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476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5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trừu</a:t>
            </a:r>
            <a:r>
              <a:rPr lang="en-US" sz="75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33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3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thử,</a:t>
            </a:r>
            <a:r>
              <a:rPr lang="en-US" sz="3300" b="1" dirty="0" spc="3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trừu</a:t>
            </a:r>
            <a:r>
              <a:rPr lang="en-US" sz="3300" b="1" dirty="0" spc="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3300" b="1" dirty="0" spc="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33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438650"/>
            <a:ext cx="7810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họa;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22860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352800" y="5524500"/>
            <a:ext cx="249555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 kiểm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000750" y="5524500"/>
            <a:ext cx="18669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Hàm,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572250"/>
            <a:ext cx="7620000" cy="1905000"/>
          </a:xfrm>
          <a:prstGeom prst="roundRect">
            <a:avLst>
              <a:gd name="adj" fmla="val 14000"/>
            </a:avLst>
          </a:prstGeom>
          <a:solidFill>
            <a:srgbClr val="CFE8E2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68580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7296150"/>
            <a:ext cx="69532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hằng, nên dễ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6900" y="1257300"/>
            <a:ext cx="7543800" cy="3276600"/>
          </a:xfrm>
          <a:prstGeom prst="roundRect">
            <a:avLst>
              <a:gd name="adj" fmla="val 6395"/>
            </a:avLst>
          </a:prstGeom>
          <a:solidFill>
            <a:srgbClr val="CFE8E2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14859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39400" y="1485900"/>
            <a:ext cx="6381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715500" y="2247900"/>
            <a:ext cx="2057400" cy="952500"/>
          </a:xfrm>
          <a:prstGeom prst="roundRect">
            <a:avLst>
              <a:gd name="adj" fmla="val 1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5500" y="2247900"/>
            <a:ext cx="2057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1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100" dirty="0"/>
          </a:p>
        </p:txBody>
      </p:sp>
      <p:sp>
        <p:nvSpPr>
          <p:cNvPr id="18" name="Connector line-1792362861851-78496708"/>
          <p:cNvSpPr/>
          <p:nvPr/>
        </p:nvSpPr>
        <p:spPr>
          <a:xfrm>
            <a:off x="11830050" y="2724150"/>
            <a:ext cx="3429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230100" y="2247900"/>
            <a:ext cx="2057400" cy="952500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12230100" y="2247900"/>
            <a:ext cx="2057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unittest</a:t>
            </a:r>
            <a:endParaRPr lang="en-US" sz="2100" dirty="0"/>
          </a:p>
        </p:txBody>
      </p:sp>
      <p:sp>
        <p:nvSpPr>
          <p:cNvPr id="21" name="Connector line-1792362861857-395601106"/>
          <p:cNvSpPr/>
          <p:nvPr/>
        </p:nvSpPr>
        <p:spPr>
          <a:xfrm>
            <a:off x="14344650" y="2724150"/>
            <a:ext cx="3429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4744700" y="2247900"/>
            <a:ext cx="2057400" cy="952500"/>
          </a:xfrm>
          <a:prstGeom prst="roundRect">
            <a:avLst>
              <a:gd name="adj" fmla="val 18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744700" y="2247900"/>
            <a:ext cx="2057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Đạt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endParaRPr lang="en-US" sz="2100" dirty="0"/>
          </a:p>
        </p:txBody>
      </p:sp>
      <p:sp>
        <p:nvSpPr>
          <p:cNvPr id="24" name="Text richtext-1792362861862-279581244"/>
          <p:cNvSpPr/>
          <p:nvPr/>
        </p:nvSpPr>
        <p:spPr>
          <a:xfrm>
            <a:off x="9715500" y="3429000"/>
            <a:ext cx="7086600" cy="952500"/>
          </a:xfrm>
          <a:prstGeom prst="rect">
            <a:avLst/>
          </a:prstGeom>
          <a:noFill/>
          <a:ln/>
        </p:spPr>
        <p:txBody>
          <a:bodyPr wrap="square" lIns="0" tIns="9077" rIns="0" bIns="-9077" rtlCol="0" anchor="t"/>
          <a:lstStyle/>
          <a:p>
            <a:pPr algn="l" marL="304800" indent="-216604">
              <a:lnSpc>
                <a:spcPts val="322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387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387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cũ:</a:t>
            </a:r>
            <a:r>
              <a:rPr lang="en-US" sz="2387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387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387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387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387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387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387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387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fee</a:t>
            </a:r>
            <a:endParaRPr lang="en-US" sz="2387" dirty="0"/>
          </a:p>
          <a:p>
            <a:pPr algn="l" marL="304800" indent="-216604">
              <a:lnSpc>
                <a:spcPts val="3223"/>
              </a:lnSpc>
              <a:buSzPct val="100000"/>
              <a:buFont typeface="Arial"/>
              <a:buChar char="•"/>
            </a:pPr>
            <a:r>
              <a:rPr lang="en-US" sz="2387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unittest:</a:t>
            </a:r>
            <a:r>
              <a:rPr lang="en-US" sz="2387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387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case</a:t>
            </a:r>
            <a:r>
              <a:rPr lang="en-US" sz="2387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387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387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387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2387" dirty="0"/>
          </a:p>
        </p:txBody>
      </p:sp>
      <p:sp>
        <p:nvSpPr>
          <p:cNvPr id="25" name="Shape 23"/>
          <p:cNvSpPr/>
          <p:nvPr/>
        </p:nvSpPr>
        <p:spPr>
          <a:xfrm>
            <a:off x="9486900" y="4762500"/>
            <a:ext cx="7543800" cy="3733800"/>
          </a:xfrm>
          <a:prstGeom prst="roundRect">
            <a:avLst>
              <a:gd name="adj" fmla="val 5612"/>
            </a:avLst>
          </a:prstGeom>
          <a:solidFill>
            <a:srgbClr val="CFE8E2"/>
          </a:solidFill>
          <a:ln/>
        </p:spPr>
      </p:sp>
      <p:sp>
        <p:nvSpPr>
          <p:cNvPr id="26" name="Text 24"/>
          <p:cNvSpPr/>
          <p:nvPr/>
        </p:nvSpPr>
        <p:spPr>
          <a:xfrm>
            <a:off x="9715500" y="4991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439400" y="4991100"/>
            <a:ext cx="6381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Trừu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2700" dirty="0"/>
          </a:p>
        </p:txBody>
      </p:sp>
      <p:sp>
        <p:nvSpPr>
          <p:cNvPr id="28" name="Text richtext-1792362861888-600894154"/>
          <p:cNvSpPr/>
          <p:nvPr/>
        </p:nvSpPr>
        <p:spPr>
          <a:xfrm>
            <a:off x="9715500" y="5715000"/>
            <a:ext cx="7086600" cy="952500"/>
          </a:xfrm>
          <a:prstGeom prst="rect">
            <a:avLst/>
          </a:prstGeom>
          <a:noFill/>
          <a:ln/>
        </p:spPr>
        <p:txBody>
          <a:bodyPr wrap="square" lIns="0" tIns="9077" rIns="0" bIns="-9077" rtlCol="0" anchor="t"/>
          <a:lstStyle/>
          <a:p>
            <a:pPr algn="l" marL="304800" indent="-216604">
              <a:lnSpc>
                <a:spcPts val="322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387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387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387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387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387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late_fee(số</a:t>
            </a:r>
            <a:r>
              <a:rPr lang="en-US" sz="2387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2387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loại)</a:t>
            </a:r>
            <a:endParaRPr lang="en-US" sz="2387" dirty="0"/>
          </a:p>
          <a:p>
            <a:pPr algn="l" marL="304800" indent="-216604">
              <a:lnSpc>
                <a:spcPts val="3223"/>
              </a:lnSpc>
              <a:buSzPct val="100000"/>
              <a:buFont typeface="Arial"/>
              <a:buChar char="•"/>
            </a:pPr>
            <a:r>
              <a:rPr lang="en-US" sz="2387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387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387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387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387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387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2387" dirty="0"/>
          </a:p>
        </p:txBody>
      </p:sp>
      <p:sp>
        <p:nvSpPr>
          <p:cNvPr id="29" name="Shape 27"/>
          <p:cNvSpPr/>
          <p:nvPr/>
        </p:nvSpPr>
        <p:spPr>
          <a:xfrm>
            <a:off x="9715500" y="6896100"/>
            <a:ext cx="2209800" cy="1333500"/>
          </a:xfrm>
          <a:prstGeom prst="roundRect">
            <a:avLst>
              <a:gd name="adj" fmla="val 128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15500" y="6896100"/>
            <a:ext cx="22098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100" b="1" dirty="0" spc="-3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2100" b="1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2153900" y="6896100"/>
            <a:ext cx="2209800" cy="1333500"/>
          </a:xfrm>
          <a:prstGeom prst="roundRect">
            <a:avLst>
              <a:gd name="adj" fmla="val 1285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4592300" y="6896100"/>
            <a:ext cx="2209800" cy="1333500"/>
          </a:xfrm>
          <a:prstGeom prst="roundRect">
            <a:avLst>
              <a:gd name="adj" fmla="val 128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592300" y="6896100"/>
            <a:ext cx="22098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1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100" b="1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43bcea70-b6de-4b79-b28c-0af41bc20b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17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b="1" spc="15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950" b="1" spc="17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476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75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tay,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bớt</a:t>
            </a:r>
            <a:r>
              <a:rPr lang="en-US" sz="75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33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300" b="1" dirty="0" spc="-3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33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33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438650"/>
            <a:ext cx="7810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 viên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điển.</a:t>
            </a:r>
            <a:r>
              <a:rPr lang="en-US" sz="25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5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304800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 là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114800" y="5524500"/>
            <a:ext cx="161925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Cục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886450" y="5524500"/>
            <a:ext cx="186690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Tham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572250"/>
            <a:ext cx="7620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68580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7296150"/>
            <a:ext cx="69532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lớp chính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 chỉ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6900" y="1257300"/>
            <a:ext cx="7543800" cy="3124200"/>
          </a:xfrm>
          <a:prstGeom prst="roundRect">
            <a:avLst>
              <a:gd name="adj" fmla="val 6707"/>
            </a:avLst>
          </a:prstGeom>
          <a:solidFill>
            <a:srgbClr val="1A3B35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14859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39400" y="1485900"/>
            <a:ext cx="6381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kế,</a:t>
            </a:r>
            <a:r>
              <a:rPr lang="en-US" sz="270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715500" y="2247900"/>
            <a:ext cx="2857500" cy="876300"/>
          </a:xfrm>
          <a:prstGeom prst="roundRect">
            <a:avLst>
              <a:gd name="adj" fmla="val 19565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9715500" y="2247900"/>
            <a:ext cx="28575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hội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2100" dirty="0"/>
          </a:p>
        </p:txBody>
      </p:sp>
      <p:sp>
        <p:nvSpPr>
          <p:cNvPr id="18" name="Connector line-1792362914419-122864370"/>
          <p:cNvSpPr/>
          <p:nvPr/>
        </p:nvSpPr>
        <p:spPr>
          <a:xfrm>
            <a:off x="12630150" y="2686050"/>
            <a:ext cx="4953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182600" y="2247900"/>
            <a:ext cx="3619500" cy="876300"/>
          </a:xfrm>
          <a:prstGeom prst="roundRect">
            <a:avLst>
              <a:gd name="adj" fmla="val 19565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182600" y="2247900"/>
            <a:ext cx="36195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715500" y="3276600"/>
            <a:ext cx="2857500" cy="876300"/>
          </a:xfrm>
          <a:prstGeom prst="roundRect">
            <a:avLst>
              <a:gd name="adj" fmla="val 19565"/>
            </a:avLst>
          </a:prstGeom>
          <a:solidFill>
            <a:srgbClr val="14161C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15500" y="3276600"/>
            <a:ext cx="28575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100" b="1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b="1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100" b="1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b="1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endParaRPr lang="en-US" sz="2100" dirty="0"/>
          </a:p>
        </p:txBody>
      </p:sp>
      <p:sp>
        <p:nvSpPr>
          <p:cNvPr id="23" name="Connector line-1792362914425-924325027"/>
          <p:cNvSpPr/>
          <p:nvPr/>
        </p:nvSpPr>
        <p:spPr>
          <a:xfrm>
            <a:off x="12630150" y="3714750"/>
            <a:ext cx="4953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3182600" y="3276600"/>
            <a:ext cx="3619500" cy="876300"/>
          </a:xfrm>
          <a:prstGeom prst="roundRect">
            <a:avLst>
              <a:gd name="adj" fmla="val 19565"/>
            </a:avLst>
          </a:prstGeom>
          <a:solidFill>
            <a:srgbClr val="14161C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182600" y="3276600"/>
            <a:ext cx="36195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100" b="1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100" b="1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lớp,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100" b="1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100" b="1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b="1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86900" y="4610100"/>
            <a:ext cx="7543800" cy="3886200"/>
          </a:xfrm>
          <a:prstGeom prst="roundRect">
            <a:avLst>
              <a:gd name="adj" fmla="val 5392"/>
            </a:avLst>
          </a:prstGeom>
          <a:solidFill>
            <a:srgbClr val="1A3B35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0" y="48387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439400" y="4838700"/>
            <a:ext cx="6381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Bớt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 thuộc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endParaRPr lang="en-US" sz="2700" dirty="0"/>
          </a:p>
        </p:txBody>
      </p:sp>
      <p:sp>
        <p:nvSpPr>
          <p:cNvPr id="29" name="Shape 27"/>
          <p:cNvSpPr/>
          <p:nvPr/>
        </p:nvSpPr>
        <p:spPr>
          <a:xfrm>
            <a:off x="9715500" y="5600700"/>
            <a:ext cx="3238500" cy="2667000"/>
          </a:xfrm>
          <a:prstGeom prst="roundRect">
            <a:avLst>
              <a:gd name="adj" fmla="val 6429"/>
            </a:avLst>
          </a:prstGeom>
          <a:solidFill>
            <a:srgbClr val="14161C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44100" y="5791200"/>
            <a:ext cx="2819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cũ:</a:t>
            </a:r>
            <a:r>
              <a:rPr lang="en-US" sz="2250" b="1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fee</a:t>
            </a:r>
            <a:endParaRPr lang="en-US" sz="2250" dirty="0"/>
          </a:p>
        </p:txBody>
      </p:sp>
      <p:sp>
        <p:nvSpPr>
          <p:cNvPr id="31" name="Text richtext-1792362914435-33111487"/>
          <p:cNvSpPr/>
          <p:nvPr/>
        </p:nvSpPr>
        <p:spPr>
          <a:xfrm>
            <a:off x="9944100" y="6362700"/>
            <a:ext cx="2819400" cy="1714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100" dirty="0" spc="-2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fee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nơi</a:t>
            </a: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dẫm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nhau</a:t>
            </a:r>
            <a:endParaRPr lang="en-US" sz="2100" dirty="0"/>
          </a:p>
        </p:txBody>
      </p:sp>
      <p:sp>
        <p:nvSpPr>
          <p:cNvPr id="32" name="Connector line-1792362914441-144392394"/>
          <p:cNvSpPr/>
          <p:nvPr/>
        </p:nvSpPr>
        <p:spPr>
          <a:xfrm>
            <a:off x="13011150" y="6934200"/>
            <a:ext cx="4953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3563600" y="5600700"/>
            <a:ext cx="3238500" cy="2667000"/>
          </a:xfrm>
          <a:prstGeom prst="roundRect">
            <a:avLst>
              <a:gd name="adj" fmla="val 6429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92200" y="5791200"/>
            <a:ext cx="2819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250" dirty="0"/>
          </a:p>
        </p:txBody>
      </p:sp>
      <p:sp>
        <p:nvSpPr>
          <p:cNvPr id="35" name="Text richtext-1792362914444-65992676"/>
          <p:cNvSpPr/>
          <p:nvPr/>
        </p:nvSpPr>
        <p:spPr>
          <a:xfrm>
            <a:off x="13792200" y="6362700"/>
            <a:ext cx="2819400" cy="1714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7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1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070da22e-ab28-4218-9bea-4c3259341a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1950" b="1" spc="20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b="1" spc="15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1950" b="1" spc="17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476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Tái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75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75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2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33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sớm,</a:t>
            </a:r>
            <a:r>
              <a:rPr lang="en-US" sz="330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330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</a:t>
            </a:r>
            <a:r>
              <a:rPr lang="en-US" sz="3300" b="1" dirty="0" spc="-1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hổng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438650"/>
            <a:ext cx="7810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22860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352800" y="5524500"/>
            <a:ext cx="17145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219700" y="5524500"/>
            <a:ext cx="18669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572250"/>
            <a:ext cx="7620000" cy="1905000"/>
          </a:xfrm>
          <a:prstGeom prst="roundRect">
            <a:avLst>
              <a:gd name="adj" fmla="val 14000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68580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7296150"/>
            <a:ext cx="69532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r>
              <a:rPr lang="en-US" sz="2550" dirty="0" spc="-8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6900" y="1257300"/>
            <a:ext cx="7543800" cy="3352800"/>
          </a:xfrm>
          <a:prstGeom prst="roundRect">
            <a:avLst>
              <a:gd name="adj" fmla="val 6250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14859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39400" y="1485900"/>
            <a:ext cx="6381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8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715500" y="2247900"/>
            <a:ext cx="2057400" cy="952500"/>
          </a:xfrm>
          <a:prstGeom prst="roundRect">
            <a:avLst>
              <a:gd name="adj" fmla="val 1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5500" y="2247900"/>
            <a:ext cx="2057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endParaRPr lang="en-US" sz="2100" dirty="0"/>
          </a:p>
        </p:txBody>
      </p:sp>
      <p:sp>
        <p:nvSpPr>
          <p:cNvPr id="18" name="Connector line-1792362949169-829487633"/>
          <p:cNvSpPr/>
          <p:nvPr/>
        </p:nvSpPr>
        <p:spPr>
          <a:xfrm>
            <a:off x="11830050" y="2724150"/>
            <a:ext cx="3429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230100" y="2247900"/>
            <a:ext cx="2057400" cy="952500"/>
          </a:xfrm>
          <a:prstGeom prst="roundRect">
            <a:avLst>
              <a:gd name="adj" fmla="val 18000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2230100" y="2247900"/>
            <a:ext cx="2057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1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100" dirty="0"/>
          </a:p>
        </p:txBody>
      </p:sp>
      <p:sp>
        <p:nvSpPr>
          <p:cNvPr id="21" name="Connector line-1792362949172-483506185"/>
          <p:cNvSpPr/>
          <p:nvPr/>
        </p:nvSpPr>
        <p:spPr>
          <a:xfrm>
            <a:off x="14344650" y="2724150"/>
            <a:ext cx="3429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4744700" y="2247900"/>
            <a:ext cx="2057400" cy="952500"/>
          </a:xfrm>
          <a:prstGeom prst="roundRect">
            <a:avLst>
              <a:gd name="adj" fmla="val 18000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744700" y="2247900"/>
            <a:ext cx="2057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100" dirty="0"/>
          </a:p>
        </p:txBody>
      </p:sp>
      <p:sp>
        <p:nvSpPr>
          <p:cNvPr id="24" name="Text richtext-1792362949176-547516753"/>
          <p:cNvSpPr/>
          <p:nvPr/>
        </p:nvSpPr>
        <p:spPr>
          <a:xfrm>
            <a:off x="9715500" y="3429000"/>
            <a:ext cx="7086600" cy="952500"/>
          </a:xfrm>
          <a:prstGeom prst="rect">
            <a:avLst/>
          </a:prstGeom>
          <a:noFill/>
          <a:ln/>
        </p:spPr>
        <p:txBody>
          <a:bodyPr wrap="square" lIns="0" tIns="9077" rIns="0" bIns="-9077" rtlCol="0" anchor="t"/>
          <a:lstStyle/>
          <a:p>
            <a:pPr algn="l" marL="304800" indent="-216604">
              <a:lnSpc>
                <a:spcPts val="322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387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387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 bỏ</a:t>
            </a:r>
            <a:r>
              <a:rPr lang="en-US" sz="2387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fee,</a:t>
            </a:r>
            <a:r>
              <a:rPr lang="en-US" sz="2387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387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except:</a:t>
            </a:r>
            <a:r>
              <a:rPr lang="en-US" sz="2387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387" dirty="0"/>
          </a:p>
          <a:p>
            <a:pPr algn="l" marL="304800" indent="-216604">
              <a:lnSpc>
                <a:spcPts val="3223"/>
              </a:lnSpc>
              <a:buSzPct val="100000"/>
              <a:buFont typeface="Arial"/>
              <a:buChar char="•"/>
            </a:pPr>
            <a:r>
              <a:rPr lang="en-US" sz="2387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387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387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387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387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thử</a:t>
            </a:r>
            <a:r>
              <a:rPr lang="en-US" sz="2387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387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387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387" dirty="0"/>
          </a:p>
        </p:txBody>
      </p:sp>
      <p:sp>
        <p:nvSpPr>
          <p:cNvPr id="25" name="Shape 23"/>
          <p:cNvSpPr/>
          <p:nvPr/>
        </p:nvSpPr>
        <p:spPr>
          <a:xfrm>
            <a:off x="9486900" y="4838700"/>
            <a:ext cx="7543800" cy="3657600"/>
          </a:xfrm>
          <a:prstGeom prst="roundRect">
            <a:avLst>
              <a:gd name="adj" fmla="val 5729"/>
            </a:avLst>
          </a:prstGeom>
          <a:solidFill>
            <a:srgbClr val="F3DFB8"/>
          </a:solidFill>
          <a:ln/>
        </p:spPr>
      </p:sp>
      <p:sp>
        <p:nvSpPr>
          <p:cNvPr id="26" name="Text 24"/>
          <p:cNvSpPr/>
          <p:nvPr/>
        </p:nvSpPr>
        <p:spPr>
          <a:xfrm>
            <a:off x="9715500" y="50673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439400" y="5067300"/>
            <a:ext cx="6381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9715500" y="5829300"/>
            <a:ext cx="2057400" cy="1143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250" dirty="0"/>
          </a:p>
        </p:txBody>
      </p:sp>
      <p:sp>
        <p:nvSpPr>
          <p:cNvPr id="29" name="Connector line-1792362949194-950254982"/>
          <p:cNvSpPr/>
          <p:nvPr/>
        </p:nvSpPr>
        <p:spPr>
          <a:xfrm>
            <a:off x="11830050" y="6400800"/>
            <a:ext cx="3429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2230100" y="5829300"/>
            <a:ext cx="4572000" cy="1143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230100" y="58293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kiểu,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250" dirty="0"/>
          </a:p>
          <a:p>
            <a:pPr algn="ctr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nhỏ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715500" y="7315200"/>
            <a:ext cx="7086600" cy="800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9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endParaRPr lang="en-US" sz="2550" dirty="0"/>
          </a:p>
        </p:txBody>
      </p:sp>
      <p:sp>
        <p:nvSpPr>
          <p:cNvPr id="33" name="Shape 3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bd27ba7d-d612-4490-afad-570b9be916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b="1" spc="21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476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Gặp lại</a:t>
            </a:r>
            <a:r>
              <a:rPr lang="en-US" sz="75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5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800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3300" b="1" dirty="0" spc="-2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33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33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3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3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438650"/>
            <a:ext cx="7810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5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5524500"/>
            <a:ext cx="7620000" cy="2952750"/>
          </a:xfrm>
          <a:prstGeom prst="roundRect">
            <a:avLst>
              <a:gd name="adj" fmla="val 9032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581025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richtext-1792363540689-623633138"/>
          <p:cNvSpPr/>
          <p:nvPr/>
        </p:nvSpPr>
        <p:spPr>
          <a:xfrm>
            <a:off x="1257300" y="6286500"/>
            <a:ext cx="6953250" cy="2000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4,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7,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9: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(nguyên tắc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10): kiểm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 không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86900" y="1257300"/>
            <a:ext cx="7543800" cy="1676400"/>
          </a:xfrm>
          <a:prstGeom prst="roundRect">
            <a:avLst>
              <a:gd name="adj" fmla="val 12500"/>
            </a:avLst>
          </a:prstGeom>
          <a:solidFill>
            <a:srgbClr val="262C4D"/>
          </a:solidFill>
          <a:ln/>
        </p:spPr>
      </p:sp>
      <p:sp>
        <p:nvSpPr>
          <p:cNvPr id="11" name="Text 9"/>
          <p:cNvSpPr/>
          <p:nvPr/>
        </p:nvSpPr>
        <p:spPr>
          <a:xfrm>
            <a:off x="9715500" y="1447800"/>
            <a:ext cx="1333500" cy="457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PEP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716000" y="14478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8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8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1, 2</a:t>
            </a:r>
            <a:r>
              <a:rPr lang="en-US" sz="18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13" name="Text richtext-1792363540715-830643126"/>
          <p:cNvSpPr/>
          <p:nvPr/>
        </p:nvSpPr>
        <p:spPr>
          <a:xfrm>
            <a:off x="9715500" y="2038350"/>
            <a:ext cx="7086600" cy="8001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marL="266700" indent="-190541">
              <a:lnSpc>
                <a:spcPts val="262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2100" dirty="0"/>
          </a:p>
          <a:p>
            <a:pPr algn="l" marL="266700" indent="-190541">
              <a:lnSpc>
                <a:spcPts val="2625"/>
              </a:lnSpc>
              <a:buSzPct val="100000"/>
              <a:buFont typeface="Arial"/>
              <a:buChar char="•"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except: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486900" y="3086100"/>
            <a:ext cx="7543800" cy="1676400"/>
          </a:xfrm>
          <a:prstGeom prst="roundRect">
            <a:avLst>
              <a:gd name="adj" fmla="val 12500"/>
            </a:avLst>
          </a:prstGeom>
          <a:solidFill>
            <a:srgbClr val="262C4D"/>
          </a:solidFill>
          <a:ln/>
        </p:spPr>
      </p:sp>
      <p:sp>
        <p:nvSpPr>
          <p:cNvPr id="15" name="Text 13"/>
          <p:cNvSpPr/>
          <p:nvPr/>
        </p:nvSpPr>
        <p:spPr>
          <a:xfrm>
            <a:off x="9715500" y="3276600"/>
            <a:ext cx="3048000" cy="457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19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Style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716000" y="32766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8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8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17" name="Text richtext-1792363540725-2604066"/>
          <p:cNvSpPr/>
          <p:nvPr/>
        </p:nvSpPr>
        <p:spPr>
          <a:xfrm>
            <a:off x="9715500" y="3867150"/>
            <a:ext cx="7086600" cy="8001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marL="266700" indent="-190541">
              <a:lnSpc>
                <a:spcPts val="262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endParaRPr lang="en-US" sz="2100" dirty="0"/>
          </a:p>
          <a:p>
            <a:pPr algn="l" marL="266700" indent="-190541">
              <a:lnSpc>
                <a:spcPts val="2625"/>
              </a:lnSpc>
              <a:buSzPct val="100000"/>
              <a:buFont typeface="Arial"/>
              <a:buChar char="•"/>
            </a:pPr>
            <a:r>
              <a:rPr lang="en-US" sz="2100" dirty="0" spc="-6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 Style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tuân thủ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486900" y="4914900"/>
            <a:ext cx="7543800" cy="1676400"/>
          </a:xfrm>
          <a:prstGeom prst="roundRect">
            <a:avLst>
              <a:gd name="adj" fmla="val 12500"/>
            </a:avLst>
          </a:prstGeom>
          <a:solidFill>
            <a:srgbClr val="1A3B35"/>
          </a:solidFill>
          <a:ln/>
        </p:spPr>
      </p:sp>
      <p:sp>
        <p:nvSpPr>
          <p:cNvPr id="19" name="Text 17"/>
          <p:cNvSpPr/>
          <p:nvPr/>
        </p:nvSpPr>
        <p:spPr>
          <a:xfrm>
            <a:off x="9715500" y="5105400"/>
            <a:ext cx="1714500" cy="457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unittest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716000" y="51054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8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8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800" dirty="0"/>
          </a:p>
        </p:txBody>
      </p:sp>
      <p:sp>
        <p:nvSpPr>
          <p:cNvPr id="21" name="Text richtext-1792363540736-226271855"/>
          <p:cNvSpPr/>
          <p:nvPr/>
        </p:nvSpPr>
        <p:spPr>
          <a:xfrm>
            <a:off x="9715500" y="5695950"/>
            <a:ext cx="7086600" cy="8001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marL="266700" indent="-190541">
              <a:lnSpc>
                <a:spcPts val="262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case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100" dirty="0"/>
          </a:p>
          <a:p>
            <a:pPr algn="l" marL="266700" indent="-190541">
              <a:lnSpc>
                <a:spcPts val="2625"/>
              </a:lnSpc>
              <a:buSzPct val="100000"/>
              <a:buFont typeface="Arial"/>
              <a:buChar char="•"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assertRaises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486900" y="6743700"/>
            <a:ext cx="7543800" cy="1676400"/>
          </a:xfrm>
          <a:prstGeom prst="roundRect">
            <a:avLst>
              <a:gd name="adj" fmla="val 12500"/>
            </a:avLst>
          </a:prstGeom>
          <a:solidFill>
            <a:srgbClr val="1A3B35"/>
          </a:solidFill>
          <a:ln/>
        </p:spPr>
      </p:sp>
      <p:sp>
        <p:nvSpPr>
          <p:cNvPr id="23" name="Text 21"/>
          <p:cNvSpPr/>
          <p:nvPr/>
        </p:nvSpPr>
        <p:spPr>
          <a:xfrm>
            <a:off x="9715500" y="6934200"/>
            <a:ext cx="4000500" cy="457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 lập</a:t>
            </a:r>
            <a:r>
              <a:rPr lang="en-US" sz="19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906500" y="693420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8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8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1800" dirty="0"/>
          </a:p>
        </p:txBody>
      </p:sp>
      <p:sp>
        <p:nvSpPr>
          <p:cNvPr id="25" name="Text richtext-1792363540744-718359708"/>
          <p:cNvSpPr/>
          <p:nvPr/>
        </p:nvSpPr>
        <p:spPr>
          <a:xfrm>
            <a:off x="9715500" y="7524750"/>
            <a:ext cx="7086600" cy="8001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marL="266700" indent="-190541">
              <a:lnSpc>
                <a:spcPts val="262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khích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phụ</a:t>
            </a:r>
            <a:endParaRPr lang="en-US" sz="2100" dirty="0"/>
          </a:p>
          <a:p>
            <a:pPr algn="l" marL="266700" indent="-190541">
              <a:lnSpc>
                <a:spcPts val="2625"/>
              </a:lnSpc>
              <a:buSzPct val="100000"/>
              <a:buFont typeface="Arial"/>
              <a:buChar char="•"/>
            </a:pPr>
            <a:r>
              <a:rPr lang="en-US" sz="2100" dirty="0" spc="-6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88763913-0f83-4a43-9a26-670da450b4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476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581400"/>
            <a:ext cx="7810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 viên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"gold",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30%.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762500"/>
            <a:ext cx="7620000" cy="1238250"/>
          </a:xfrm>
          <a:prstGeom prst="roundRect">
            <a:avLst>
              <a:gd name="adj" fmla="val 15385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4933950"/>
            <a:ext cx="695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"gold":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57300" y="5467350"/>
            <a:ext cx="695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MEMBER_DISCOUNT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65722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7010400"/>
            <a:ext cx="6953250" cy="1333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 hàm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late_fee("2")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86900" y="11811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 THEO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86900" y="1638300"/>
            <a:ext cx="7543800" cy="2133600"/>
          </a:xfrm>
          <a:prstGeom prst="roundRect">
            <a:avLst>
              <a:gd name="adj" fmla="val 9821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1866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0553700" y="1866900"/>
            <a:ext cx="624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0553700" y="2628900"/>
            <a:ext cx="62484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MEMBER_DISCOUNT: thêm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"gold":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0.7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 kiểm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486900" y="3924300"/>
            <a:ext cx="7543800" cy="2133600"/>
          </a:xfrm>
          <a:prstGeom prst="roundRect">
            <a:avLst>
              <a:gd name="adj" fmla="val 9821"/>
            </a:avLst>
          </a:prstGeom>
          <a:solidFill>
            <a:srgbClr val="DDE3FA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0" y="4152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0553700" y="4152900"/>
            <a:ext cx="624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Thân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0553700" y="4914900"/>
            <a:ext cx="62484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486900" y="6210300"/>
            <a:ext cx="7543800" cy="2133600"/>
          </a:xfrm>
          <a:prstGeom prst="roundRect">
            <a:avLst>
              <a:gd name="adj" fmla="val 9821"/>
            </a:avLst>
          </a:prstGeom>
          <a:solidFill>
            <a:srgbClr val="DDE3FA"/>
          </a:solidFill>
          <a:ln/>
        </p:spPr>
      </p:sp>
      <p:sp>
        <p:nvSpPr>
          <p:cNvPr id="22" name="Text 20"/>
          <p:cNvSpPr/>
          <p:nvPr/>
        </p:nvSpPr>
        <p:spPr>
          <a:xfrm>
            <a:off x="9715500" y="6438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0553700" y="6438900"/>
            <a:ext cx="624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late_fee("2")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ném</a:t>
            </a:r>
            <a:r>
              <a:rPr lang="en-US" sz="28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TypeError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0553700" y="7200900"/>
            <a:ext cx="62484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calc("2", "vip")</a:t>
            </a:r>
            <a:r>
              <a:rPr lang="en-US" sz="24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 vì</a:t>
            </a:r>
            <a:r>
              <a:rPr lang="en-US" sz="24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except: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e57c292a-f9f7-4e8f-9d76-157e03544f1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1907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733800"/>
            <a:ext cx="7620000" cy="2324100"/>
          </a:xfrm>
          <a:prstGeom prst="roundRect">
            <a:avLst>
              <a:gd name="adj" fmla="val 1147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962400"/>
            <a:ext cx="6953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5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PEP</a:t>
            </a:r>
            <a:endParaRPr lang="en-US" sz="5250" dirty="0"/>
          </a:p>
        </p:txBody>
      </p:sp>
      <p:sp>
        <p:nvSpPr>
          <p:cNvPr id="6" name="Text 4"/>
          <p:cNvSpPr/>
          <p:nvPr/>
        </p:nvSpPr>
        <p:spPr>
          <a:xfrm>
            <a:off x="1257300" y="4838700"/>
            <a:ext cx="6953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Enhancement</a:t>
            </a:r>
            <a:r>
              <a:rPr lang="en-US" sz="18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Proposal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7300" y="5257800"/>
            <a:ext cx="695325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PEP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 là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210300"/>
            <a:ext cx="7620000" cy="2324100"/>
          </a:xfrm>
          <a:prstGeom prst="roundRect">
            <a:avLst>
              <a:gd name="adj" fmla="val 11475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6438900"/>
            <a:ext cx="6953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SOLID</a:t>
            </a:r>
            <a:endParaRPr lang="en-US" sz="5250" dirty="0"/>
          </a:p>
        </p:txBody>
      </p:sp>
      <p:sp>
        <p:nvSpPr>
          <p:cNvPr id="10" name="Text 8"/>
          <p:cNvSpPr/>
          <p:nvPr/>
        </p:nvSpPr>
        <p:spPr>
          <a:xfrm>
            <a:off x="1257300" y="7315200"/>
            <a:ext cx="6953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Single,</a:t>
            </a: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Open,</a:t>
            </a:r>
            <a:r>
              <a:rPr lang="en-US" sz="18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Liskov,</a:t>
            </a:r>
            <a:r>
              <a:rPr lang="en-US" sz="18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Interface,</a:t>
            </a:r>
            <a:r>
              <a:rPr lang="en-US" sz="18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Dependency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7734300"/>
            <a:ext cx="695325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120015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6900" y="1676400"/>
            <a:ext cx="7543800" cy="1104900"/>
          </a:xfrm>
          <a:prstGeom prst="roundRect">
            <a:avLst>
              <a:gd name="adj" fmla="val 17241"/>
            </a:avLst>
          </a:prstGeom>
          <a:solidFill>
            <a:srgbClr val="14161C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25025" y="2143125"/>
            <a:ext cx="171450" cy="1714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96500" y="1790700"/>
            <a:ext cx="6762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096500" y="2247900"/>
            <a:ext cx="6762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486900" y="2895600"/>
            <a:ext cx="7543800" cy="1104900"/>
          </a:xfrm>
          <a:prstGeom prst="roundRect">
            <a:avLst>
              <a:gd name="adj" fmla="val 17241"/>
            </a:avLst>
          </a:prstGeom>
          <a:solidFill>
            <a:srgbClr val="14161C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5025" y="3362325"/>
            <a:ext cx="171450" cy="1714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96500" y="3009900"/>
            <a:ext cx="6762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PEP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096500" y="3467100"/>
            <a:ext cx="6762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hơn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viết,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486900" y="4114800"/>
            <a:ext cx="7543800" cy="1104900"/>
          </a:xfrm>
          <a:prstGeom prst="roundRect">
            <a:avLst>
              <a:gd name="adj" fmla="val 17241"/>
            </a:avLst>
          </a:prstGeom>
          <a:solidFill>
            <a:srgbClr val="14161C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25025" y="4581525"/>
            <a:ext cx="171450" cy="1714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96500" y="4229100"/>
            <a:ext cx="6762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Style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096500" y="4686300"/>
            <a:ext cx="6762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486900" y="5334000"/>
            <a:ext cx="7543800" cy="1104900"/>
          </a:xfrm>
          <a:prstGeom prst="roundRect">
            <a:avLst>
              <a:gd name="adj" fmla="val 17241"/>
            </a:avLst>
          </a:prstGeom>
          <a:solidFill>
            <a:srgbClr val="14161C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25025" y="5800725"/>
            <a:ext cx="171450" cy="1714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10096500" y="5448300"/>
            <a:ext cx="6762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unittest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0096500" y="5905500"/>
            <a:ext cx="6762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case</a:t>
            </a:r>
            <a:r>
              <a:rPr lang="en-US" sz="19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assertRaises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486900" y="6553200"/>
            <a:ext cx="7543800" cy="1104900"/>
          </a:xfrm>
          <a:prstGeom prst="roundRect">
            <a:avLst>
              <a:gd name="adj" fmla="val 17241"/>
            </a:avLst>
          </a:prstGeom>
          <a:solidFill>
            <a:srgbClr val="14161C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25025" y="7019925"/>
            <a:ext cx="171450" cy="1714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2" name="Text 30"/>
          <p:cNvSpPr/>
          <p:nvPr/>
        </p:nvSpPr>
        <p:spPr>
          <a:xfrm>
            <a:off x="10096500" y="6667500"/>
            <a:ext cx="6762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0096500" y="7124700"/>
            <a:ext cx="6762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khích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715500" y="7867650"/>
            <a:ext cx="708660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vào.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do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1ce75539-9557-4df7-8361-f007b22f2f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2026-10-19T13:46:47Z</dcterms:created>
  <dcterms:modified xsi:type="dcterms:W3CDTF">2026-10-19T13:46:47Z</dcterms:modified>
</cp:coreProperties>
</file>