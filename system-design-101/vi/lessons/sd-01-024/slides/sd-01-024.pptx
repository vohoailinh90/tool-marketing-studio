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  <p:embeddedFont>
      <p:font typeface="Be Vietnam Pro SemiBold"/>
      <p:regular r:id="rId19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906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9144000" cy="2667000"/>
          </a:xfrm>
          <a:prstGeom prst="rect">
            <a:avLst/>
          </a:prstGeom>
          <a:noFill/>
          <a:ln/>
        </p:spPr>
        <p:txBody>
          <a:bodyPr wrap="square" lIns="0" tIns="77152" rIns="0" bIns="-77152" rtlCol="0" anchor="t"/>
          <a:lstStyle/>
          <a:p>
            <a:pPr algn="l" indent="0" marL="0">
              <a:lnSpc>
                <a:spcPts val="8262"/>
              </a:lnSpc>
              <a:buNone/>
            </a:pPr>
            <a:r>
              <a:rPr lang="en-US" sz="81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Đọc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</a:t>
            </a:r>
            <a:r>
              <a:rPr lang="en-US" sz="81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phiên</a:t>
            </a:r>
            <a:r>
              <a:rPr lang="en-US" sz="81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8100" dirty="0" spc="-13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SemVer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476750"/>
            <a:ext cx="8382000" cy="104775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Bỏ</a:t>
            </a:r>
            <a:r>
              <a:rPr lang="en-US" sz="30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</a:t>
            </a:r>
            <a:r>
              <a:rPr lang="en-US" sz="30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khai:</a:t>
            </a:r>
            <a:r>
              <a:rPr lang="en-US" sz="30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</a:t>
            </a:r>
            <a:r>
              <a:rPr lang="en-US" sz="30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30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3000" dirty="0"/>
          </a:p>
        </p:txBody>
      </p:sp>
      <p:sp>
        <p:nvSpPr>
          <p:cNvPr id="5" name="Connector line-1792369898918-498597583"/>
          <p:cNvSpPr/>
          <p:nvPr/>
        </p:nvSpPr>
        <p:spPr>
          <a:xfrm>
            <a:off x="914400" y="6096000"/>
            <a:ext cx="8420100" cy="0"/>
          </a:xfrm>
          <a:prstGeom prst="line">
            <a:avLst/>
          </a:prstGeom>
          <a:noFill/>
          <a:ln w="19050">
            <a:solidFill>
              <a:srgbClr val="2C303C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6400800"/>
            <a:ext cx="838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1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1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1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1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API công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62025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6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0477500" y="2381250"/>
            <a:ext cx="2095500" cy="2857500"/>
          </a:xfrm>
          <a:prstGeom prst="roundRect">
            <a:avLst>
              <a:gd name="adj" fmla="val 12727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0" dirty="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12000" dirty="0"/>
          </a:p>
        </p:txBody>
      </p:sp>
      <p:sp>
        <p:nvSpPr>
          <p:cNvPr id="9" name="Text 7"/>
          <p:cNvSpPr/>
          <p:nvPr/>
        </p:nvSpPr>
        <p:spPr>
          <a:xfrm>
            <a:off x="12573000" y="2857500"/>
            <a:ext cx="5715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408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.</a:t>
            </a:r>
            <a:endParaRPr lang="en-US" sz="7408" dirty="0"/>
          </a:p>
        </p:txBody>
      </p:sp>
      <p:sp>
        <p:nvSpPr>
          <p:cNvPr id="10" name="Text 8"/>
          <p:cNvSpPr/>
          <p:nvPr/>
        </p:nvSpPr>
        <p:spPr>
          <a:xfrm>
            <a:off x="13144500" y="2381250"/>
            <a:ext cx="2095500" cy="2857500"/>
          </a:xfrm>
          <a:prstGeom prst="roundRect">
            <a:avLst>
              <a:gd name="adj" fmla="val 12727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0" dirty="0" spc="-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12000" dirty="0"/>
          </a:p>
        </p:txBody>
      </p:sp>
      <p:sp>
        <p:nvSpPr>
          <p:cNvPr id="11" name="Text 9"/>
          <p:cNvSpPr/>
          <p:nvPr/>
        </p:nvSpPr>
        <p:spPr>
          <a:xfrm>
            <a:off x="15240000" y="2857500"/>
            <a:ext cx="5715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408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.</a:t>
            </a:r>
            <a:endParaRPr lang="en-US" sz="7408" dirty="0"/>
          </a:p>
        </p:txBody>
      </p:sp>
      <p:sp>
        <p:nvSpPr>
          <p:cNvPr id="12" name="Text 10"/>
          <p:cNvSpPr/>
          <p:nvPr/>
        </p:nvSpPr>
        <p:spPr>
          <a:xfrm>
            <a:off x="15811500" y="2381250"/>
            <a:ext cx="2095500" cy="2857500"/>
          </a:xfrm>
          <a:prstGeom prst="roundRect">
            <a:avLst>
              <a:gd name="adj" fmla="val 12727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0" dirty="0" spc="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7</a:t>
            </a:r>
            <a:endParaRPr lang="en-US" sz="12000" dirty="0"/>
          </a:p>
        </p:txBody>
      </p:sp>
      <p:sp>
        <p:nvSpPr>
          <p:cNvPr id="13" name="Text 11"/>
          <p:cNvSpPr/>
          <p:nvPr/>
        </p:nvSpPr>
        <p:spPr>
          <a:xfrm>
            <a:off x="10477500" y="5619750"/>
            <a:ext cx="2095500" cy="666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MAJOR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3144500" y="5619750"/>
            <a:ext cx="2095500" cy="666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MINOR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15811500" y="5619750"/>
            <a:ext cx="2095500" cy="666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9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PATCH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05735a07-008d-4d03-8d4c-29e6df53dce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7200" dirty="0" spc="-7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hướng</a:t>
            </a:r>
            <a:r>
              <a:rPr lang="en-US" sz="7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cùng</a:t>
            </a:r>
            <a:r>
              <a:rPr lang="en-US" sz="72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7200" dirty="0" spc="-3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2.4.7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2628900"/>
            <a:ext cx="16192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5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700" dirty="0" spc="-1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700" dirty="0" spc="-13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nguyên,</a:t>
            </a:r>
            <a:r>
              <a:rPr lang="en-US" sz="2700" dirty="0" spc="-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700" dirty="0" spc="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2700" dirty="0" spc="-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700" dirty="0" spc="-13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700" dirty="0" spc="-8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700" dirty="0" spc="7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bước.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3619500"/>
            <a:ext cx="16459200" cy="5334000"/>
          </a:xfrm>
          <a:prstGeom prst="roundRect">
            <a:avLst>
              <a:gd name="adj" fmla="val 571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05000" y="5334000"/>
            <a:ext cx="4000500" cy="1905000"/>
          </a:xfrm>
          <a:prstGeom prst="roundRect">
            <a:avLst>
              <a:gd name="adj" fmla="val 15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dirty="0" spc="-4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2.4.7</a:t>
            </a:r>
            <a:endParaRPr lang="en-US" sz="7200" dirty="0"/>
          </a:p>
        </p:txBody>
      </p:sp>
      <p:sp>
        <p:nvSpPr>
          <p:cNvPr id="7" name="Shape 5"/>
          <p:cNvSpPr/>
          <p:nvPr/>
        </p:nvSpPr>
        <p:spPr>
          <a:xfrm>
            <a:off x="10477500" y="4000500"/>
            <a:ext cx="6096000" cy="1238250"/>
          </a:xfrm>
          <a:prstGeom prst="roundRect">
            <a:avLst>
              <a:gd name="adj" fmla="val 20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858500" y="4191000"/>
            <a:ext cx="2857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12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2.4.8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13525500" y="4400550"/>
            <a:ext cx="2857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Sửa</a:t>
            </a: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10477500" y="5667375"/>
            <a:ext cx="6096000" cy="1238250"/>
          </a:xfrm>
          <a:prstGeom prst="roundRect">
            <a:avLst>
              <a:gd name="adj" fmla="val 20000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858500" y="5857875"/>
            <a:ext cx="2857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14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2.5.0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13525500" y="6067425"/>
            <a:ext cx="2857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2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10477500" y="7334250"/>
            <a:ext cx="6096000" cy="1238250"/>
          </a:xfrm>
          <a:prstGeom prst="roundRect">
            <a:avLst>
              <a:gd name="adj" fmla="val 20000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858500" y="7524750"/>
            <a:ext cx="2857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55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3.0.0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13525500" y="7743825"/>
            <a:ext cx="29527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Phá</a:t>
            </a: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tương thích</a:t>
            </a:r>
            <a:endParaRPr lang="en-US" sz="2250" dirty="0"/>
          </a:p>
        </p:txBody>
      </p:sp>
      <p:sp>
        <p:nvSpPr>
          <p:cNvPr id="16" name="Connector line-1792369919153-885393679"/>
          <p:cNvSpPr/>
          <p:nvPr/>
        </p:nvSpPr>
        <p:spPr>
          <a:xfrm flipV="1">
            <a:off x="5905500" y="4619625"/>
            <a:ext cx="4572000" cy="1666875"/>
          </a:xfrm>
          <a:prstGeom prst="curvedConnector3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7" name="Connector line-1792369919153-204343833"/>
          <p:cNvSpPr/>
          <p:nvPr/>
        </p:nvSpPr>
        <p:spPr>
          <a:xfrm>
            <a:off x="5905500" y="6286500"/>
            <a:ext cx="4572000" cy="95"/>
          </a:xfrm>
          <a:custGeom>
            <a:avLst/>
            <a:gdLst/>
            <a:ahLst/>
            <a:cxnLst/>
            <a:rect l="l" t="t" r="r" b="b"/>
            <a:pathLst>
              <a:path w="4572000" h="95">
                <a:moveTo>
                  <a:pt x="0" y="0"/>
                </a:moveTo>
                <a:lnTo>
                  <a:pt x="2286000" y="0"/>
                </a:lnTo>
                <a:lnTo>
                  <a:pt x="2286000" y="0"/>
                </a:lnTo>
                <a:lnTo>
                  <a:pt x="4572000" y="0"/>
                </a:lnTo>
              </a:path>
            </a:pathLst>
          </a:custGeom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18" name="Connector line-1792369919154-864405160"/>
          <p:cNvSpPr/>
          <p:nvPr/>
        </p:nvSpPr>
        <p:spPr>
          <a:xfrm>
            <a:off x="5905500" y="6286500"/>
            <a:ext cx="4572000" cy="1666875"/>
          </a:xfrm>
          <a:prstGeom prst="curvedConnector3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cab8b3c4-72d4-444b-91b2-8661d9c1b2d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PATCH · 2.4.7 → 2.4.8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7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Sửa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lỗi,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giữ</a:t>
            </a:r>
            <a:r>
              <a:rPr lang="en-US" sz="6900" dirty="0" spc="-7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tương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thích</a:t>
            </a:r>
            <a:r>
              <a:rPr lang="en-US" sz="6900" dirty="0" spc="-8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ngược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2190750" y="2952750"/>
            <a:ext cx="3238500" cy="857250"/>
          </a:xfrm>
          <a:prstGeom prst="roundRect">
            <a:avLst>
              <a:gd name="adj" fmla="val 24444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22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endParaRPr lang="en-US" sz="2250" dirty="0"/>
          </a:p>
        </p:txBody>
      </p:sp>
      <p:sp>
        <p:nvSpPr>
          <p:cNvPr id="5" name="Text 3"/>
          <p:cNvSpPr/>
          <p:nvPr/>
        </p:nvSpPr>
        <p:spPr>
          <a:xfrm>
            <a:off x="7524750" y="2952750"/>
            <a:ext cx="3238500" cy="857250"/>
          </a:xfrm>
          <a:prstGeom prst="roundRect">
            <a:avLst>
              <a:gd name="adj" fmla="val 24444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API</a:t>
            </a:r>
            <a:r>
              <a:rPr lang="en-US" sz="22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12858750" y="2952750"/>
            <a:ext cx="3238500" cy="857250"/>
          </a:xfrm>
          <a:prstGeom prst="roundRect">
            <a:avLst>
              <a:gd name="adj" fmla="val 24444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2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endParaRPr lang="en-US" sz="2250" dirty="0"/>
          </a:p>
        </p:txBody>
      </p:sp>
      <p:sp>
        <p:nvSpPr>
          <p:cNvPr id="7" name="Connector line-1792369941805-186589736"/>
          <p:cNvSpPr/>
          <p:nvPr/>
        </p:nvSpPr>
        <p:spPr>
          <a:xfrm>
            <a:off x="3810000" y="3810000"/>
            <a:ext cx="0" cy="4191000"/>
          </a:xfrm>
          <a:prstGeom prst="line">
            <a:avLst/>
          </a:prstGeom>
          <a:noFill/>
          <a:ln w="28575">
            <a:solidFill>
              <a:srgbClr val="B9B2A2"/>
            </a:solidFill>
            <a:prstDash val="lgDash"/>
            <a:headEnd type="none"/>
            <a:tailEnd type="none"/>
          </a:ln>
        </p:spPr>
      </p:sp>
      <p:sp>
        <p:nvSpPr>
          <p:cNvPr id="8" name="Connector line-1792369941805-52286552"/>
          <p:cNvSpPr/>
          <p:nvPr/>
        </p:nvSpPr>
        <p:spPr>
          <a:xfrm>
            <a:off x="9144000" y="3810000"/>
            <a:ext cx="0" cy="4191000"/>
          </a:xfrm>
          <a:prstGeom prst="line">
            <a:avLst/>
          </a:prstGeom>
          <a:noFill/>
          <a:ln w="28575">
            <a:solidFill>
              <a:srgbClr val="B9B2A2"/>
            </a:solidFill>
            <a:prstDash val="lgDash"/>
            <a:headEnd type="none"/>
            <a:tailEnd type="none"/>
          </a:ln>
        </p:spPr>
      </p:sp>
      <p:sp>
        <p:nvSpPr>
          <p:cNvPr id="9" name="Connector line-1792369941805-660992448"/>
          <p:cNvSpPr/>
          <p:nvPr/>
        </p:nvSpPr>
        <p:spPr>
          <a:xfrm>
            <a:off x="14478000" y="3810000"/>
            <a:ext cx="0" cy="4191000"/>
          </a:xfrm>
          <a:prstGeom prst="line">
            <a:avLst/>
          </a:prstGeom>
          <a:noFill/>
          <a:ln w="28575">
            <a:solidFill>
              <a:srgbClr val="B9B2A2"/>
            </a:solidFill>
            <a:prstDash val="lgDash"/>
            <a:headEnd type="none"/>
            <a:tailEnd type="none"/>
          </a:ln>
        </p:spPr>
      </p:sp>
      <p:sp>
        <p:nvSpPr>
          <p:cNvPr id="10" name="Connector line-1792369941805-921336091"/>
          <p:cNvSpPr/>
          <p:nvPr/>
        </p:nvSpPr>
        <p:spPr>
          <a:xfrm>
            <a:off x="3810000" y="4953000"/>
            <a:ext cx="523875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4095750" y="4381500"/>
            <a:ext cx="4762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1</a:t>
            </a:r>
            <a:r>
              <a:rPr lang="en-US" sz="22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2250" dirty="0" spc="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Sửa</a:t>
            </a:r>
            <a:r>
              <a:rPr lang="en-US" sz="22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lỗi</a:t>
            </a:r>
            <a:endParaRPr lang="en-US" sz="2250" dirty="0"/>
          </a:p>
        </p:txBody>
      </p:sp>
      <p:sp>
        <p:nvSpPr>
          <p:cNvPr id="12" name="Connector line-1792369941808-841475818"/>
          <p:cNvSpPr/>
          <p:nvPr/>
        </p:nvSpPr>
        <p:spPr>
          <a:xfrm>
            <a:off x="9144000" y="6286500"/>
            <a:ext cx="523875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9429750" y="5715000"/>
            <a:ext cx="4762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2</a:t>
            </a:r>
            <a:r>
              <a:rPr lang="en-US" sz="22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22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Phát</a:t>
            </a:r>
            <a:r>
              <a:rPr lang="en-US" sz="22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hành</a:t>
            </a:r>
            <a:r>
              <a:rPr lang="en-US" sz="22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2.4.8</a:t>
            </a:r>
            <a:endParaRPr lang="en-US" sz="2250" dirty="0"/>
          </a:p>
        </p:txBody>
      </p:sp>
      <p:sp>
        <p:nvSpPr>
          <p:cNvPr id="14" name="Connector line-1792369941810-919220290"/>
          <p:cNvSpPr/>
          <p:nvPr/>
        </p:nvSpPr>
        <p:spPr>
          <a:xfrm flipH="1">
            <a:off x="9239250" y="7620000"/>
            <a:ext cx="52387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9429750" y="7048500"/>
            <a:ext cx="4953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3</a:t>
            </a:r>
            <a:r>
              <a:rPr lang="en-US" sz="22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22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Gọi</a:t>
            </a:r>
            <a:r>
              <a:rPr lang="en-US" sz="22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như</a:t>
            </a:r>
            <a:r>
              <a:rPr lang="en-US" sz="2250" dirty="0" spc="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trước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2190750" y="8191500"/>
            <a:ext cx="13906500" cy="762000"/>
          </a:xfrm>
          <a:prstGeom prst="roundRect">
            <a:avLst>
              <a:gd name="adj" fmla="val 50000"/>
            </a:avLst>
          </a:prstGeom>
          <a:solidFill>
            <a:srgbClr val="DDE3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0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Chỉ</a:t>
            </a:r>
            <a:r>
              <a:rPr lang="en-US" sz="2250" dirty="0" spc="-3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số</a:t>
            </a:r>
            <a:r>
              <a:rPr lang="en-US" sz="2250" dirty="0" spc="2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cuối</a:t>
            </a:r>
            <a:r>
              <a:rPr lang="en-US" sz="2250" dirty="0" spc="-6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tăng;</a:t>
            </a:r>
            <a:r>
              <a:rPr lang="en-US" sz="2250" dirty="0" spc="2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MAJOR</a:t>
            </a:r>
            <a:r>
              <a:rPr lang="en-US" sz="2250" dirty="0" spc="-17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250" dirty="0" spc="2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MINOR</a:t>
            </a:r>
            <a:r>
              <a:rPr lang="en-US" sz="2250" dirty="0" spc="0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giữ</a:t>
            </a:r>
            <a:r>
              <a:rPr lang="en-US" sz="2250" dirty="0" spc="-14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nguyên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7d4e3f9a-9cfc-4769-8da9-27a9f1b5049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MINOR · 2.4.7 → 2.5.0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Thêm</a:t>
            </a:r>
            <a:r>
              <a:rPr lang="en-US" sz="6900" dirty="0" spc="-5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chức</a:t>
            </a:r>
            <a:r>
              <a:rPr lang="en-US" sz="6900" dirty="0" spc="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năng,</a:t>
            </a:r>
            <a:r>
              <a:rPr lang="en-US" sz="6900" dirty="0" spc="-5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vẫn</a:t>
            </a:r>
            <a:r>
              <a:rPr lang="en-US" sz="6900" dirty="0" spc="-7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tương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thích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16459200" cy="9525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333500" y="3219450"/>
            <a:ext cx="381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6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6096000" y="3219450"/>
            <a:ext cx="2857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4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TRƯỚC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9525000" y="3219450"/>
            <a:ext cx="2857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3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SAU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12954000" y="3219450"/>
            <a:ext cx="4191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VÌ</a:t>
            </a:r>
            <a:r>
              <a:rPr lang="en-US" sz="1950" b="1" spc="12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endParaRPr lang="en-US" sz="1950" dirty="0"/>
          </a:p>
        </p:txBody>
      </p:sp>
      <p:sp>
        <p:nvSpPr>
          <p:cNvPr id="9" name="Connector line-1792369965937-902321681"/>
          <p:cNvSpPr/>
          <p:nvPr/>
        </p:nvSpPr>
        <p:spPr>
          <a:xfrm>
            <a:off x="914400" y="5334000"/>
            <a:ext cx="16459200" cy="0"/>
          </a:xfrm>
          <a:prstGeom prst="line">
            <a:avLst/>
          </a:prstGeom>
          <a:noFill/>
          <a:ln w="19050">
            <a:solidFill>
              <a:srgbClr val="2C303C"/>
            </a:solidFill>
            <a:prstDash val="solid"/>
            <a:headEnd type="none"/>
            <a:tailEnd type="none"/>
          </a:ln>
        </p:spPr>
      </p:sp>
      <p:sp>
        <p:nvSpPr>
          <p:cNvPr id="10" name="Connector line-1792369965937-996681912"/>
          <p:cNvSpPr/>
          <p:nvPr/>
        </p:nvSpPr>
        <p:spPr>
          <a:xfrm>
            <a:off x="914400" y="6762750"/>
            <a:ext cx="16459200" cy="0"/>
          </a:xfrm>
          <a:prstGeom prst="line">
            <a:avLst/>
          </a:prstGeom>
          <a:noFill/>
          <a:ln w="19050">
            <a:solidFill>
              <a:srgbClr val="2C303C"/>
            </a:solidFill>
            <a:prstDash val="solid"/>
            <a:headEnd type="none"/>
            <a:tailEnd type="none"/>
          </a:ln>
        </p:spPr>
      </p:sp>
      <p:sp>
        <p:nvSpPr>
          <p:cNvPr id="11" name="Text 9"/>
          <p:cNvSpPr/>
          <p:nvPr/>
        </p:nvSpPr>
        <p:spPr>
          <a:xfrm>
            <a:off x="1333500" y="4286250"/>
            <a:ext cx="4191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MAJOR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6096000" y="4095750"/>
            <a:ext cx="2857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6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6000" dirty="0"/>
          </a:p>
        </p:txBody>
      </p:sp>
      <p:sp>
        <p:nvSpPr>
          <p:cNvPr id="13" name="Text 11"/>
          <p:cNvSpPr/>
          <p:nvPr/>
        </p:nvSpPr>
        <p:spPr>
          <a:xfrm>
            <a:off x="9525000" y="4095750"/>
            <a:ext cx="2857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6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6000" dirty="0"/>
          </a:p>
        </p:txBody>
      </p:sp>
      <p:sp>
        <p:nvSpPr>
          <p:cNvPr id="14" name="Text 12"/>
          <p:cNvSpPr/>
          <p:nvPr/>
        </p:nvSpPr>
        <p:spPr>
          <a:xfrm>
            <a:off x="12954000" y="4333875"/>
            <a:ext cx="4191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4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914400" y="5334000"/>
            <a:ext cx="16459200" cy="1428750"/>
          </a:xfrm>
          <a:prstGeom prst="rect">
            <a:avLst/>
          </a:prstGeom>
          <a:solidFill>
            <a:srgbClr val="2A2418"/>
          </a:solidFill>
          <a:ln/>
        </p:spPr>
      </p:sp>
      <p:sp>
        <p:nvSpPr>
          <p:cNvPr id="16" name="Text 14"/>
          <p:cNvSpPr/>
          <p:nvPr/>
        </p:nvSpPr>
        <p:spPr>
          <a:xfrm>
            <a:off x="1333500" y="5715000"/>
            <a:ext cx="4191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MINOR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6096000" y="5524500"/>
            <a:ext cx="2857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6000" dirty="0"/>
          </a:p>
        </p:txBody>
      </p:sp>
      <p:sp>
        <p:nvSpPr>
          <p:cNvPr id="18" name="Text 16"/>
          <p:cNvSpPr/>
          <p:nvPr/>
        </p:nvSpPr>
        <p:spPr>
          <a:xfrm>
            <a:off x="9525000" y="5524500"/>
            <a:ext cx="2857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endParaRPr lang="en-US" sz="6000" dirty="0"/>
          </a:p>
        </p:txBody>
      </p:sp>
      <p:sp>
        <p:nvSpPr>
          <p:cNvPr id="19" name="Text 17"/>
          <p:cNvSpPr/>
          <p:nvPr/>
        </p:nvSpPr>
        <p:spPr>
          <a:xfrm>
            <a:off x="12954000" y="5762625"/>
            <a:ext cx="4191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240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24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1333500" y="7143750"/>
            <a:ext cx="4191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13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PATCH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6096000" y="6953250"/>
            <a:ext cx="2857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7</a:t>
            </a:r>
            <a:endParaRPr lang="en-US" sz="6000" dirty="0"/>
          </a:p>
        </p:txBody>
      </p:sp>
      <p:sp>
        <p:nvSpPr>
          <p:cNvPr id="22" name="Text 20"/>
          <p:cNvSpPr/>
          <p:nvPr/>
        </p:nvSpPr>
        <p:spPr>
          <a:xfrm>
            <a:off x="9525000" y="6953250"/>
            <a:ext cx="2857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</a:t>
            </a:r>
            <a:endParaRPr lang="en-US" sz="6000" dirty="0"/>
          </a:p>
        </p:txBody>
      </p:sp>
      <p:sp>
        <p:nvSpPr>
          <p:cNvPr id="23" name="Text 21"/>
          <p:cNvSpPr/>
          <p:nvPr/>
        </p:nvSpPr>
        <p:spPr>
          <a:xfrm>
            <a:off x="12954000" y="7191375"/>
            <a:ext cx="4191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Đặt</a:t>
            </a:r>
            <a:r>
              <a:rPr lang="en-US" sz="24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65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7b1d8be5-c51c-4a9e-9e7a-8b3b208d793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MAJOR · 2.4.7 → 3.0.0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914400" y="1619250"/>
            <a:ext cx="9525000" cy="7239000"/>
          </a:xfrm>
          <a:prstGeom prst="roundRect">
            <a:avLst>
              <a:gd name="adj" fmla="val 5263"/>
            </a:avLst>
          </a:prstGeom>
          <a:solidFill>
            <a:srgbClr val="CFE8E2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2857500"/>
            <a:ext cx="9525000" cy="3429000"/>
          </a:xfrm>
          <a:prstGeom prst="rect">
            <a:avLst/>
          </a:prstGeom>
          <a:noFill/>
          <a:ln/>
        </p:spPr>
        <p:txBody>
          <a:bodyPr wrap="square" lIns="0" tIns="228600" rIns="0" bIns="-228600" rtlCol="0" anchor="t"/>
          <a:lstStyle/>
          <a:p>
            <a:pPr algn="ctr" indent="0" marL="0">
              <a:lnSpc>
                <a:spcPts val="22500"/>
              </a:lnSpc>
              <a:buNone/>
            </a:pPr>
            <a:r>
              <a:rPr lang="en-US" sz="22500" dirty="0" spc="-270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3.0.0</a:t>
            </a:r>
            <a:endParaRPr lang="en-US" sz="22500" dirty="0"/>
          </a:p>
        </p:txBody>
      </p:sp>
      <p:sp>
        <p:nvSpPr>
          <p:cNvPr id="5" name="Text 3"/>
          <p:cNvSpPr/>
          <p:nvPr/>
        </p:nvSpPr>
        <p:spPr>
          <a:xfrm>
            <a:off x="1390650" y="6858000"/>
            <a:ext cx="8572500" cy="114300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ctr" indent="0" marL="0">
              <a:lnSpc>
                <a:spcPts val="3900"/>
              </a:lnSpc>
              <a:buNone/>
            </a:pPr>
            <a:r>
              <a:rPr lang="en-US" sz="30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30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3000" b="1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1049000" y="1905000"/>
            <a:ext cx="6286500" cy="3143250"/>
          </a:xfrm>
          <a:prstGeom prst="rect">
            <a:avLst/>
          </a:prstGeom>
          <a:noFill/>
          <a:ln/>
        </p:spPr>
        <p:txBody>
          <a:bodyPr wrap="square" lIns="0" tIns="34290" rIns="0" bIns="-34290" rtlCol="0" anchor="t"/>
          <a:lstStyle/>
          <a:p>
            <a:pPr algn="l" indent="0" marL="0">
              <a:lnSpc>
                <a:spcPts val="5940"/>
              </a:lnSpc>
              <a:buNone/>
            </a:pPr>
            <a:r>
              <a:rPr lang="en-US" sz="54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API công</a:t>
            </a:r>
            <a:r>
              <a:rPr lang="en-US" sz="54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khai</a:t>
            </a:r>
            <a:r>
              <a:rPr lang="en-US" sz="54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đổi,</a:t>
            </a:r>
            <a:r>
              <a:rPr lang="en-US" sz="54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5400" dirty="0" spc="-5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tương</a:t>
            </a:r>
            <a:r>
              <a:rPr lang="en-US" sz="54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thích</a:t>
            </a:r>
            <a:r>
              <a:rPr lang="en-US" sz="5400" dirty="0" spc="-6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ngược</a:t>
            </a:r>
            <a:endParaRPr lang="en-US" sz="5400" dirty="0"/>
          </a:p>
        </p:txBody>
      </p:sp>
      <p:sp>
        <p:nvSpPr>
          <p:cNvPr id="7" name="Shape 5"/>
          <p:cNvSpPr/>
          <p:nvPr/>
        </p:nvSpPr>
        <p:spPr>
          <a:xfrm>
            <a:off x="11049000" y="5715000"/>
            <a:ext cx="6286500" cy="3143250"/>
          </a:xfrm>
          <a:prstGeom prst="roundRect">
            <a:avLst>
              <a:gd name="adj" fmla="val 848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430000" y="6000750"/>
            <a:ext cx="5619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2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1950" b="1" spc="14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950" b="1" spc="14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11430000" y="6572250"/>
            <a:ext cx="5619750" cy="19050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Dự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 nào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7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12cd260d-359c-4570-919f-4aef3ededcb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Con số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 tự</a:t>
            </a:r>
            <a:r>
              <a:rPr lang="en-US" sz="6900" dirty="0" spc="-5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hứa</a:t>
            </a:r>
            <a:r>
              <a:rPr lang="en-US" sz="6900" dirty="0" spc="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6900" dirty="0" spc="-2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16459200" cy="1295400"/>
          </a:xfrm>
          <a:prstGeom prst="roundRect">
            <a:avLst>
              <a:gd name="adj" fmla="val 17647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333500" y="3219450"/>
            <a:ext cx="8572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800" dirty="0"/>
          </a:p>
        </p:txBody>
      </p:sp>
      <p:sp>
        <p:nvSpPr>
          <p:cNvPr id="6" name="Shape 4"/>
          <p:cNvSpPr/>
          <p:nvPr/>
        </p:nvSpPr>
        <p:spPr>
          <a:xfrm>
            <a:off x="914400" y="4476750"/>
            <a:ext cx="16459200" cy="1295400"/>
          </a:xfrm>
          <a:prstGeom prst="roundRect">
            <a:avLst>
              <a:gd name="adj" fmla="val 17647"/>
            </a:avLst>
          </a:prstGeom>
          <a:solidFill>
            <a:srgbClr val="1E212B"/>
          </a:solidFill>
          <a:ln/>
        </p:spPr>
      </p:sp>
      <p:sp>
        <p:nvSpPr>
          <p:cNvPr id="7" name="Text 5"/>
          <p:cNvSpPr/>
          <p:nvPr/>
        </p:nvSpPr>
        <p:spPr>
          <a:xfrm>
            <a:off x="1333500" y="4743450"/>
            <a:ext cx="8572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5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800" dirty="0"/>
          </a:p>
        </p:txBody>
      </p:sp>
      <p:sp>
        <p:nvSpPr>
          <p:cNvPr id="8" name="Shape 6"/>
          <p:cNvSpPr/>
          <p:nvPr/>
        </p:nvSpPr>
        <p:spPr>
          <a:xfrm>
            <a:off x="914400" y="6000750"/>
            <a:ext cx="16459200" cy="1295400"/>
          </a:xfrm>
          <a:prstGeom prst="roundRect">
            <a:avLst>
              <a:gd name="adj" fmla="val 17647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333500" y="6267450"/>
            <a:ext cx="8572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800" dirty="0"/>
          </a:p>
        </p:txBody>
      </p:sp>
      <p:sp>
        <p:nvSpPr>
          <p:cNvPr id="10" name="Shape 8"/>
          <p:cNvSpPr/>
          <p:nvPr/>
        </p:nvSpPr>
        <p:spPr>
          <a:xfrm>
            <a:off x="914400" y="7524750"/>
            <a:ext cx="16459200" cy="1295400"/>
          </a:xfrm>
          <a:prstGeom prst="roundRect">
            <a:avLst>
              <a:gd name="adj" fmla="val 17647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1333500" y="7791450"/>
            <a:ext cx="8572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2476500" y="3333750"/>
            <a:ext cx="14478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8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8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đồng.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2476500" y="4857750"/>
            <a:ext cx="14478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28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nâng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</a:t>
            </a:r>
            <a:r>
              <a:rPr lang="en-US" sz="28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toàn.</a:t>
            </a:r>
            <a:endParaRPr lang="en-US" sz="2850" dirty="0"/>
          </a:p>
        </p:txBody>
      </p:sp>
      <p:sp>
        <p:nvSpPr>
          <p:cNvPr id="14" name="Text 12"/>
          <p:cNvSpPr/>
          <p:nvPr/>
        </p:nvSpPr>
        <p:spPr>
          <a:xfrm>
            <a:off x="2476500" y="6381750"/>
            <a:ext cx="14478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4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Vẫn</a:t>
            </a:r>
            <a:r>
              <a:rPr lang="en-US" sz="28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chú</a:t>
            </a:r>
            <a:r>
              <a:rPr lang="en-US" sz="28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hành,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850" dirty="0" spc="-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850" dirty="0" spc="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dụng.</a:t>
            </a:r>
            <a:endParaRPr lang="en-US" sz="2850" dirty="0"/>
          </a:p>
        </p:txBody>
      </p:sp>
      <p:sp>
        <p:nvSpPr>
          <p:cNvPr id="15" name="Text 13"/>
          <p:cNvSpPr/>
          <p:nvPr/>
        </p:nvSpPr>
        <p:spPr>
          <a:xfrm>
            <a:off x="2476500" y="7905750"/>
            <a:ext cx="14478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suy quy</a:t>
            </a:r>
            <a:r>
              <a:rPr lang="en-US" sz="28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28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8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sản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phẩm.</a:t>
            </a:r>
            <a:endParaRPr lang="en-US" sz="2850" dirty="0"/>
          </a:p>
        </p:txBody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e96e465c-1509-4f89-90e3-8c848325098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 THỬ</a:t>
            </a:r>
            <a:r>
              <a:rPr lang="en-US" sz="1800" b="1" spc="29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16459200" cy="1905000"/>
          </a:xfrm>
          <a:prstGeom prst="rect">
            <a:avLst/>
          </a:prstGeom>
          <a:noFill/>
          <a:ln/>
        </p:spPr>
        <p:txBody>
          <a:bodyPr wrap="square" lIns="0" tIns="36195" rIns="0" bIns="-36195" rtlCol="0" anchor="t"/>
          <a:lstStyle/>
          <a:p>
            <a:pPr algn="l" indent="0" marL="0">
              <a:lnSpc>
                <a:spcPts val="6270"/>
              </a:lnSpc>
              <a:buNone/>
            </a:pPr>
            <a:r>
              <a:rPr lang="en-US" sz="5700" dirty="0" spc="-4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5700" dirty="0" spc="-10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2.4.7,</a:t>
            </a:r>
            <a:r>
              <a:rPr lang="en-US" sz="57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bỏ</a:t>
            </a:r>
            <a:r>
              <a:rPr lang="en-US" sz="57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tham</a:t>
            </a:r>
            <a:r>
              <a:rPr lang="en-US" sz="57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</a:t>
            </a: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công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khai.</a:t>
            </a: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Thẻ</a:t>
            </a:r>
            <a:r>
              <a:rPr lang="en-US" sz="5700" dirty="0" spc="-3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nào?</a:t>
            </a:r>
            <a:endParaRPr lang="en-US" sz="5700" dirty="0"/>
          </a:p>
        </p:txBody>
      </p:sp>
      <p:sp>
        <p:nvSpPr>
          <p:cNvPr id="4" name="Shape 2"/>
          <p:cNvSpPr/>
          <p:nvPr/>
        </p:nvSpPr>
        <p:spPr>
          <a:xfrm>
            <a:off x="914400" y="4095750"/>
            <a:ext cx="16459200" cy="3619500"/>
          </a:xfrm>
          <a:prstGeom prst="roundRect">
            <a:avLst>
              <a:gd name="adj" fmla="val 10526"/>
            </a:avLst>
          </a:prstGeom>
          <a:solidFill>
            <a:srgbClr val="0F766E"/>
          </a:solidFill>
          <a:ln/>
        </p:spPr>
      </p:sp>
      <p:sp>
        <p:nvSpPr>
          <p:cNvPr id="5" name="Text 3"/>
          <p:cNvSpPr/>
          <p:nvPr/>
        </p:nvSpPr>
        <p:spPr>
          <a:xfrm>
            <a:off x="1524000" y="447675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0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950" b="1" spc="223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524000" y="5048250"/>
            <a:ext cx="7620000" cy="2286000"/>
          </a:xfrm>
          <a:prstGeom prst="rect">
            <a:avLst/>
          </a:prstGeom>
          <a:noFill/>
          <a:ln/>
        </p:spPr>
        <p:txBody>
          <a:bodyPr wrap="square" lIns="0" tIns="152400" rIns="0" bIns="-152400" rtlCol="0" anchor="t"/>
          <a:lstStyle/>
          <a:p>
            <a:pPr algn="l" indent="0" marL="0">
              <a:lnSpc>
                <a:spcPts val="15000"/>
              </a:lnSpc>
              <a:buNone/>
            </a:pPr>
            <a:r>
              <a:rPr lang="en-US" sz="15000" dirty="0" spc="-18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3.0.0</a:t>
            </a:r>
            <a:endParaRPr lang="en-US" sz="15000" dirty="0"/>
          </a:p>
        </p:txBody>
      </p:sp>
      <p:sp>
        <p:nvSpPr>
          <p:cNvPr id="7" name="Text 5"/>
          <p:cNvSpPr/>
          <p:nvPr/>
        </p:nvSpPr>
        <p:spPr>
          <a:xfrm>
            <a:off x="9525000" y="5334000"/>
            <a:ext cx="7429500" cy="190500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MAJOR,</a:t>
            </a:r>
            <a:r>
              <a:rPr lang="en-US" sz="30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nếu</a:t>
            </a:r>
            <a:r>
              <a:rPr lang="en-US" sz="30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00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tương</a:t>
            </a:r>
            <a:r>
              <a:rPr lang="en-US" sz="30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r>
              <a:rPr lang="en-US" sz="30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3000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300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30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30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bố.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d625bde5-336f-440b-9367-5c87b3c7420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ĐÀO</a:t>
            </a:r>
            <a:r>
              <a:rPr lang="en-US" sz="1800" b="1" spc="28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tiết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nhầm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8096250" cy="2857500"/>
          </a:xfrm>
          <a:prstGeom prst="roundRect">
            <a:avLst>
              <a:gd name="adj" fmla="val 93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238500"/>
            <a:ext cx="73342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26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0.y.z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1333500" y="4286250"/>
            <a:ext cx="7334250" cy="12382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Phát</a:t>
            </a: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ban</a:t>
            </a:r>
            <a:r>
              <a:rPr lang="en-US" sz="25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đầu;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ổn</a:t>
            </a:r>
            <a:r>
              <a:rPr lang="en-US" sz="255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277350" y="2952750"/>
            <a:ext cx="8096250" cy="2857500"/>
          </a:xfrm>
          <a:prstGeom prst="roundRect">
            <a:avLst>
              <a:gd name="adj" fmla="val 93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96450" y="3238500"/>
            <a:ext cx="73342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59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3.0.0-rc.1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9696450" y="4286250"/>
            <a:ext cx="7334250" cy="12382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Đứng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3.0.0.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" y="6096000"/>
            <a:ext cx="8096250" cy="2857500"/>
          </a:xfrm>
          <a:prstGeom prst="roundRect">
            <a:avLst>
              <a:gd name="adj" fmla="val 93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33500" y="6381750"/>
            <a:ext cx="73342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17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+build.9</a:t>
            </a:r>
            <a:endParaRPr lang="en-US" sz="5400" dirty="0"/>
          </a:p>
        </p:txBody>
      </p:sp>
      <p:sp>
        <p:nvSpPr>
          <p:cNvPr id="12" name="Text 10"/>
          <p:cNvSpPr/>
          <p:nvPr/>
        </p:nvSpPr>
        <p:spPr>
          <a:xfrm>
            <a:off x="1333500" y="7429500"/>
            <a:ext cx="7334250" cy="12382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Hậu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build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ảnh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hưởng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550" dirty="0" spc="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ưu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tiên.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277350" y="6096000"/>
            <a:ext cx="8096250" cy="2857500"/>
          </a:xfrm>
          <a:prstGeom prst="roundRect">
            <a:avLst>
              <a:gd name="adj" fmla="val 9333"/>
            </a:avLst>
          </a:prstGeom>
          <a:solidFill>
            <a:srgbClr val="14161C"/>
          </a:solidFill>
          <a:ln/>
        </p:spPr>
      </p:sp>
      <p:sp>
        <p:nvSpPr>
          <p:cNvPr id="14" name="Text 12"/>
          <p:cNvSpPr/>
          <p:nvPr/>
        </p:nvSpPr>
        <p:spPr>
          <a:xfrm>
            <a:off x="9696450" y="6381750"/>
            <a:ext cx="73342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6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2.10.0</a:t>
            </a:r>
            <a:r>
              <a:rPr lang="en-US" sz="54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&gt;</a:t>
            </a:r>
            <a:r>
              <a:rPr lang="en-US" sz="5400" dirty="0" spc="-3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2.9.0</a:t>
            </a:r>
            <a:endParaRPr lang="en-US" sz="5400" dirty="0"/>
          </a:p>
        </p:txBody>
      </p:sp>
      <p:sp>
        <p:nvSpPr>
          <p:cNvPr id="15" name="Text 13"/>
          <p:cNvSpPr/>
          <p:nvPr/>
        </p:nvSpPr>
        <p:spPr>
          <a:xfrm>
            <a:off x="9696450" y="7429500"/>
            <a:ext cx="7334250" cy="12382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2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Đừng</a:t>
            </a: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 chữ.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a6ef1fb2-cb69-473a-a50d-359e424fbb2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28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6900" dirty="0" spc="-5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từ,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 nguồn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16459200" cy="857250"/>
          </a:xfrm>
          <a:prstGeom prst="roundRect">
            <a:avLst>
              <a:gd name="adj" fmla="val 22222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333500" y="3286125"/>
            <a:ext cx="3810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15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950" b="1" spc="5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5715000" y="3286125"/>
            <a:ext cx="11430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6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ĐẦY</a:t>
            </a:r>
            <a:r>
              <a:rPr lang="en-US" sz="1950" b="1" spc="15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1950" b="1" spc="9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15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333500" y="4191000"/>
            <a:ext cx="3810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API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5715000" y="4191000"/>
            <a:ext cx="11430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Application</a:t>
            </a:r>
            <a:r>
              <a:rPr lang="en-US" sz="21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Programming</a:t>
            </a:r>
            <a:r>
              <a:rPr lang="en-US" sz="21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Interface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5715000" y="4667250"/>
            <a:ext cx="1143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270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700" dirty="0" spc="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dụng: hợp</a:t>
            </a:r>
            <a:r>
              <a:rPr lang="en-US" sz="27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endParaRPr lang="en-US" sz="2700" dirty="0"/>
          </a:p>
        </p:txBody>
      </p:sp>
      <p:sp>
        <p:nvSpPr>
          <p:cNvPr id="10" name="Connector line-1792370037910-460093291"/>
          <p:cNvSpPr/>
          <p:nvPr/>
        </p:nvSpPr>
        <p:spPr>
          <a:xfrm>
            <a:off x="914400" y="5715000"/>
            <a:ext cx="16459200" cy="0"/>
          </a:xfrm>
          <a:prstGeom prst="line">
            <a:avLst/>
          </a:prstGeom>
          <a:noFill/>
          <a:ln w="19050">
            <a:solidFill>
              <a:srgbClr val="2C303C"/>
            </a:solidFill>
            <a:prstDash val="solid"/>
            <a:headEnd type="none"/>
            <a:tailEnd type="none"/>
          </a:ln>
        </p:spPr>
      </p:sp>
      <p:sp>
        <p:nvSpPr>
          <p:cNvPr id="11" name="Text 9"/>
          <p:cNvSpPr/>
          <p:nvPr/>
        </p:nvSpPr>
        <p:spPr>
          <a:xfrm>
            <a:off x="1333500" y="6096000"/>
            <a:ext cx="3810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12" name="Text richtext-1792370037912-82242909"/>
          <p:cNvSpPr/>
          <p:nvPr/>
        </p:nvSpPr>
        <p:spPr>
          <a:xfrm>
            <a:off x="5715000" y="6096000"/>
            <a:ext cx="11430000" cy="1905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ByteByteGo,</a:t>
            </a:r>
            <a:r>
              <a:rPr lang="en-US" sz="25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body</a:t>
            </a: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snapshot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ghim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7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55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thức:</a:t>
            </a:r>
            <a:r>
              <a:rPr lang="en-US" sz="25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SemVer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2.0.0, quy</a:t>
            </a: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1–11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60dac645-c6ba-4a81-a62f-5ee133cc0b9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2026-10-19T00:52:26Z</dcterms:created>
  <dcterms:modified xsi:type="dcterms:W3CDTF">2026-10-19T00:52:26Z</dcterms:modified>
</cp:coreProperties>
</file>