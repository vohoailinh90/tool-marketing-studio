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báo: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81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vào,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77393382-180907525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33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8575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Email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SMS</a:t>
            </a:r>
            <a:r>
              <a:rPr lang="en-US" sz="3300" dirty="0" spc="-3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2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OTP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3246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330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xã</a:t>
            </a:r>
            <a:r>
              <a:rPr lang="en-US" sz="33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hội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d64eca9-33e8-470b-a9e3-3b84654bbd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7394550-867972023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c99e9f8-c266-4a07-9135-7f9bbb9c9d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1–3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b="1" spc="2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 vụ nghiệp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520065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55816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16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Cổng: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lô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486900" y="314325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86790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6790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phối: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4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tra,</a:t>
            </a:r>
            <a:r>
              <a:rPr lang="en-US" sz="34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 dạng,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13773150" y="314325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154150" y="342900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54150" y="3905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4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tuyến:</a:t>
            </a:r>
            <a:r>
              <a:rPr lang="en-US" sz="345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4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3450" dirty="0"/>
          </a:p>
        </p:txBody>
      </p:sp>
      <p:sp>
        <p:nvSpPr>
          <p:cNvPr id="16" name="Connector line-1792377395507-698652864"/>
          <p:cNvSpPr/>
          <p:nvPr/>
        </p:nvSpPr>
        <p:spPr>
          <a:xfrm>
            <a:off x="45910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7395507-755416126"/>
          <p:cNvSpPr/>
          <p:nvPr/>
        </p:nvSpPr>
        <p:spPr>
          <a:xfrm>
            <a:off x="887730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7395507-945012153"/>
          <p:cNvSpPr/>
          <p:nvPr/>
        </p:nvSpPr>
        <p:spPr>
          <a:xfrm>
            <a:off x="13163550" y="4572000"/>
            <a:ext cx="552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486900" y="6667500"/>
            <a:ext cx="36195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2250" dirty="0"/>
          </a:p>
        </p:txBody>
      </p:sp>
      <p:sp>
        <p:nvSpPr>
          <p:cNvPr id="20" name="Connector line-1792377395511-503253884"/>
          <p:cNvSpPr/>
          <p:nvPr/>
        </p:nvSpPr>
        <p:spPr>
          <a:xfrm flipV="1">
            <a:off x="11296650" y="6057900"/>
            <a:ext cx="0" cy="60960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9"/>
          <p:cNvSpPr/>
          <p:nvPr/>
        </p:nvSpPr>
        <p:spPr>
          <a:xfrm>
            <a:off x="914400" y="81915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kho cài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lên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9f67c83-3da7-4c72-9822-a755c9ff89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1950" b="1" spc="2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2.2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b="1" spc="28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b="1" spc="23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66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khuôn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Khuôn</a:t>
            </a: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5715000"/>
            <a:ext cx="70866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nghĩa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6667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ƯA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98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29800" y="5715000"/>
            <a:ext cx="70866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62a58c4-ab6a-4361-aa02-59a4d01242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762500" cy="2286000"/>
          </a:xfrm>
          <a:prstGeom prst="roundRect">
            <a:avLst>
              <a:gd name="adj" fmla="val 13333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22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228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0896600" y="2857500"/>
            <a:ext cx="64770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896600" y="4095750"/>
            <a:ext cx="64770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896600" y="5334000"/>
            <a:ext cx="64770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896600" y="6572250"/>
            <a:ext cx="6477000" cy="104775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550" dirty="0"/>
          </a:p>
        </p:txBody>
      </p:sp>
      <p:sp>
        <p:nvSpPr>
          <p:cNvPr id="11" name="Connector line-1792377397276-118383706"/>
          <p:cNvSpPr/>
          <p:nvPr/>
        </p:nvSpPr>
        <p:spPr>
          <a:xfrm flipV="1">
            <a:off x="5676900" y="3381375"/>
            <a:ext cx="5219700" cy="157162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Connector line-1792377397276-271080487"/>
          <p:cNvSpPr/>
          <p:nvPr/>
        </p:nvSpPr>
        <p:spPr>
          <a:xfrm flipV="1">
            <a:off x="5676900" y="4619625"/>
            <a:ext cx="5219700" cy="5238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377397276-234079048"/>
          <p:cNvSpPr/>
          <p:nvPr/>
        </p:nvSpPr>
        <p:spPr>
          <a:xfrm>
            <a:off x="5676900" y="5334000"/>
            <a:ext cx="5219700" cy="5238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Connector line-1792377397276-283061172"/>
          <p:cNvSpPr/>
          <p:nvPr/>
        </p:nvSpPr>
        <p:spPr>
          <a:xfrm>
            <a:off x="5676900" y="5524500"/>
            <a:ext cx="5219700" cy="157162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" y="81915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e69831f-6704-41e0-85b2-a7246b34f2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5–6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333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2390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dõi,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144500" y="2857500"/>
            <a:ext cx="38100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7" name="Connector line-1792377441872-817722004"/>
          <p:cNvSpPr/>
          <p:nvPr/>
        </p:nvSpPr>
        <p:spPr>
          <a:xfrm>
            <a:off x="3238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7441872-840538097"/>
          <p:cNvSpPr/>
          <p:nvPr/>
        </p:nvSpPr>
        <p:spPr>
          <a:xfrm>
            <a:off x="91440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9" name="Connector line-1792377441872-605870320"/>
          <p:cNvSpPr/>
          <p:nvPr/>
        </p:nvSpPr>
        <p:spPr>
          <a:xfrm>
            <a:off x="15049500" y="3810000"/>
            <a:ext cx="0" cy="4476750"/>
          </a:xfrm>
          <a:prstGeom prst="line">
            <a:avLst/>
          </a:prstGeom>
          <a:noFill/>
          <a:ln w="28575">
            <a:solidFill>
              <a:srgbClr val="B7B0A0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524250" y="4286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250" dirty="0"/>
          </a:p>
        </p:txBody>
      </p:sp>
      <p:sp>
        <p:nvSpPr>
          <p:cNvPr id="11" name="Connector line-1792377441875-978769431"/>
          <p:cNvSpPr/>
          <p:nvPr/>
        </p:nvSpPr>
        <p:spPr>
          <a:xfrm>
            <a:off x="3333750" y="4953000"/>
            <a:ext cx="5715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429750" y="5429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2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250" dirty="0"/>
          </a:p>
        </p:txBody>
      </p:sp>
      <p:sp>
        <p:nvSpPr>
          <p:cNvPr id="13" name="Connector line-1792377441878-488636209"/>
          <p:cNvSpPr/>
          <p:nvPr/>
        </p:nvSpPr>
        <p:spPr>
          <a:xfrm>
            <a:off x="9239250" y="6096000"/>
            <a:ext cx="5715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29750" y="6572250"/>
            <a:ext cx="533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2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250" dirty="0"/>
          </a:p>
        </p:txBody>
      </p:sp>
      <p:sp>
        <p:nvSpPr>
          <p:cNvPr id="15" name="Connector line-1792377441880-452553567"/>
          <p:cNvSpPr/>
          <p:nvPr/>
        </p:nvSpPr>
        <p:spPr>
          <a:xfrm flipH="1">
            <a:off x="9239250" y="7239000"/>
            <a:ext cx="57150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8e455e6-0961-4fc6-ba4d-df50ee5bc1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6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nói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33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thử lại thế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7244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700" dirty="0" spc="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436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722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OTP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659e3be-6928-463a-9fd9-9385d56e03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email,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4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5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dụng.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814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950" b="1" spc="20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4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42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ưa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5814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b="1" spc="2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41910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4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 không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e2e61ac-e37e-4746-82ea-143f01b3c9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 có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6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r>
              <a:rPr lang="en-US" sz="28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3415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8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hỏng: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 nếu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thử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53900" y="28575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2004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286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8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4a25246-51b5-4e8a-b09c-e0b5598b0b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40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400" b="1" dirty="0" spc="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SMS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Short</a:t>
                      </a:r>
                      <a:r>
                        <a:rPr lang="en-US" sz="24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Message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tin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nhắn</a:t>
                      </a:r>
                      <a:r>
                        <a:rPr lang="en-US" sz="24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40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2400" dirty="0" spc="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điện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0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OTP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One-Time</a:t>
                      </a:r>
                      <a:r>
                        <a:rPr lang="en-US" sz="2400" dirty="0" spc="-2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Password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4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400" dirty="0" spc="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40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xác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105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6771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e79a050-4d2a-4958-a8ac-9d3e611b7f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2026-10-19T09:37:34Z</dcterms:created>
  <dcterms:modified xsi:type="dcterms:W3CDTF">2026-10-19T09:37:34Z</dcterms:modified>
</cp:coreProperties>
</file>