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9525000" cy="4000500"/>
          </a:xfrm>
          <a:prstGeom prst="rect">
            <a:avLst/>
          </a:prstGeom>
          <a:noFill/>
          <a:ln/>
        </p:spPr>
        <p:txBody>
          <a:bodyPr wrap="square" lIns="0" tIns="41631" rIns="0" bIns="-41631" rtlCol="0" anchor="t"/>
          <a:lstStyle/>
          <a:p>
            <a:pPr algn="l" indent="0" marL="0">
              <a:lnSpc>
                <a:spcPts val="7214"/>
              </a:lnSpc>
              <a:buNone/>
            </a:pPr>
            <a:r>
              <a:rPr lang="en-US" sz="6558" dirty="0" spc="-1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558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6558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655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558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558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558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558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mục:</a:t>
            </a:r>
            <a:r>
              <a:rPr lang="en-US" sz="6558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558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558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558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558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558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558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</a:t>
            </a:r>
            <a:endParaRPr lang="en-US" sz="6558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mục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9239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91850" y="4762500"/>
            <a:ext cx="1447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5000" y="2762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10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68008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</a:t>
            </a:r>
            <a:endParaRPr lang="en-US" sz="2100" dirty="0"/>
          </a:p>
        </p:txBody>
      </p:sp>
      <p:sp>
        <p:nvSpPr>
          <p:cNvPr id="11" name="Connector line-1792371258640-879929573"/>
          <p:cNvSpPr/>
          <p:nvPr/>
        </p:nvSpPr>
        <p:spPr>
          <a:xfrm flipV="1">
            <a:off x="12439650" y="3124200"/>
            <a:ext cx="895350" cy="20193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2" name="Connector line-1792371258641-957213912"/>
          <p:cNvSpPr/>
          <p:nvPr/>
        </p:nvSpPr>
        <p:spPr>
          <a:xfrm>
            <a:off x="12439650" y="5143500"/>
            <a:ext cx="895350" cy="95"/>
          </a:xfrm>
          <a:custGeom>
            <a:avLst/>
            <a:gdLst/>
            <a:ahLst/>
            <a:cxnLst/>
            <a:rect l="l" t="t" r="r" b="b"/>
            <a:pathLst>
              <a:path w="895350" h="95">
                <a:moveTo>
                  <a:pt x="0" y="0"/>
                </a:moveTo>
                <a:lnTo>
                  <a:pt x="447675" y="0"/>
                </a:lnTo>
                <a:lnTo>
                  <a:pt x="447675" y="0"/>
                </a:lnTo>
                <a:lnTo>
                  <a:pt x="895350" y="0"/>
                </a:lnTo>
              </a:path>
            </a:pathLst>
          </a:custGeom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3" name="Connector line-1792371258641-674102034"/>
          <p:cNvSpPr/>
          <p:nvPr/>
        </p:nvSpPr>
        <p:spPr>
          <a:xfrm>
            <a:off x="12439650" y="5143500"/>
            <a:ext cx="895350" cy="20193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2c92e3b5-a079-4c4f-9a1a-ef1ef29028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6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6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952500" y="2190750"/>
            <a:ext cx="3905250" cy="2190750"/>
          </a:xfrm>
          <a:prstGeom prst="roundRect">
            <a:avLst>
              <a:gd name="adj" fmla="val 10435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Skiplist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143500" y="2190750"/>
            <a:ext cx="3905250" cy="2190750"/>
          </a:xfrm>
          <a:prstGeom prst="roundRect">
            <a:avLst>
              <a:gd name="adj" fmla="val 10435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Bảng băm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334500" y="2190750"/>
            <a:ext cx="3905250" cy="2190750"/>
          </a:xfrm>
          <a:prstGeom prst="roundRect">
            <a:avLst>
              <a:gd name="adj" fmla="val 10435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B-tree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525500" y="2190750"/>
            <a:ext cx="3810000" cy="2190750"/>
          </a:xfrm>
          <a:prstGeom prst="roundRect">
            <a:avLst>
              <a:gd name="adj" fmla="val 10435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SSTable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4762500"/>
            <a:ext cx="3905250" cy="2190750"/>
          </a:xfrm>
          <a:prstGeom prst="roundRect">
            <a:avLst>
              <a:gd name="adj" fmla="val 10435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Cây</a:t>
            </a:r>
            <a:r>
              <a:rPr lang="en-US" sz="33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LSM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143500" y="4762500"/>
            <a:ext cx="3905250" cy="2190750"/>
          </a:xfrm>
          <a:prstGeom prst="roundRect">
            <a:avLst>
              <a:gd name="adj" fmla="val 1043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33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</a:t>
            </a:r>
            <a:r>
              <a:rPr lang="en-US" sz="3300" dirty="0" spc="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đảo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334500" y="4762500"/>
            <a:ext cx="3905250" cy="2190750"/>
          </a:xfrm>
          <a:prstGeom prst="roundRect">
            <a:avLst>
              <a:gd name="adj" fmla="val 1043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Cây</a:t>
            </a:r>
            <a:r>
              <a:rPr lang="en-US" sz="33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hậu</a:t>
            </a:r>
            <a:r>
              <a:rPr lang="en-US" sz="33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tố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3525500" y="4762500"/>
            <a:ext cx="3810000" cy="2190750"/>
          </a:xfrm>
          <a:prstGeom prst="roundRect">
            <a:avLst>
              <a:gd name="adj" fmla="val 1043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R-tree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52500" y="7429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nhiều,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bằng,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khoảng,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từ,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Text 19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b16938a-a146-403f-83da-4edda0b8a7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66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6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7620000" cy="4953000"/>
          </a:xfrm>
          <a:prstGeom prst="rect">
            <a:avLst/>
          </a:prstGeom>
          <a:noFill/>
          <a:ln/>
        </p:spPr>
        <p:txBody>
          <a:bodyPr wrap="square" lIns="0" tIns="304800" rIns="0" bIns="-30480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129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tử: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thứ tự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listpack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skiplist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0" y="2190750"/>
            <a:ext cx="8191500" cy="2667000"/>
          </a:xfrm>
          <a:prstGeom prst="roundRect">
            <a:avLst>
              <a:gd name="adj" fmla="val 8571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0" y="2428875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Skiplist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525000" y="31432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thứ 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5238750"/>
            <a:ext cx="8191500" cy="2667000"/>
          </a:xfrm>
          <a:prstGeom prst="roundRect">
            <a:avLst>
              <a:gd name="adj" fmla="val 8571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5476875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Bảng</a:t>
            </a:r>
            <a:r>
              <a:rPr lang="en-US" sz="31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băm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525000" y="61912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c76504d2-233a-4818-8b30-bc6f093a46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Trên</a:t>
            </a:r>
            <a:r>
              <a:rPr lang="en-US" sz="6600" dirty="0" spc="9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đĩa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163830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238375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B-tree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2952750"/>
            <a:ext cx="15621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bằng,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trang: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"đúng bằng"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"trong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khoảng"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4286250"/>
            <a:ext cx="163830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4524375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9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SSTable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333500" y="5238750"/>
            <a:ext cx="15621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xếp,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không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6572250"/>
            <a:ext cx="16383000" cy="2000250"/>
          </a:xfrm>
          <a:prstGeom prst="roundRect">
            <a:avLst>
              <a:gd name="adj" fmla="val 11429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6810375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Cây</a:t>
            </a:r>
            <a:r>
              <a:rPr lang="en-US" sz="33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LSM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333500" y="7524750"/>
            <a:ext cx="15621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SSTable;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 tệp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nền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Text 19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43db93f-0d9c-48fe-bb00-21f715b05e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6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600" dirty="0" spc="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đặc</a:t>
            </a:r>
            <a:r>
              <a:rPr lang="en-US" sz="66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09550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09550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315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</a:t>
            </a:r>
            <a:r>
              <a:rPr lang="en-US" sz="3150" dirty="0" spc="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đảo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096000" y="2095500"/>
            <a:ext cx="108585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nó: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419100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419100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Cây</a:t>
            </a:r>
            <a:r>
              <a:rPr lang="en-US" sz="31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hậu</a:t>
            </a:r>
            <a:r>
              <a:rPr lang="en-US" sz="31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tố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6096000" y="4191000"/>
            <a:ext cx="108585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con;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pg_trgm,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6286500"/>
            <a:ext cx="16383000" cy="1809750"/>
          </a:xfrm>
          <a:prstGeom prst="roundRect">
            <a:avLst>
              <a:gd name="adj" fmla="val 10526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628650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R-tree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096000" y="6286500"/>
            <a:ext cx="108585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"gần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nhất"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"trong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vùng";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GiST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Text 19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d351e568-8433-413a-93a4-115fd9e9ea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095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8750" y="2714625"/>
            <a:ext cx="762000" cy="7620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71750" y="2333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Danh</a:t>
            </a:r>
            <a:r>
              <a:rPr lang="en-US" sz="31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sách</a:t>
            </a:r>
            <a:r>
              <a:rPr lang="en-US" sz="31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tám</a:t>
            </a:r>
            <a:r>
              <a:rPr lang="en-US" sz="315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cái</a:t>
            </a:r>
            <a:r>
              <a:rPr lang="en-US" sz="3150" dirty="0" spc="-1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15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đầy</a:t>
            </a:r>
            <a:r>
              <a:rPr lang="en-US" sz="31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đủ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571750" y="3095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4381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8750" y="5000625"/>
            <a:ext cx="762000" cy="7620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571750" y="4619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1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Tên</a:t>
            </a:r>
            <a:r>
              <a:rPr lang="en-US" sz="3150" dirty="0" spc="-1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31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sách</a:t>
            </a:r>
            <a:r>
              <a:rPr lang="en-US" sz="31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</a:t>
            </a:r>
            <a:r>
              <a:rPr lang="en-US" sz="315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tên</a:t>
            </a:r>
            <a:r>
              <a:rPr lang="en-US" sz="3150" dirty="0" spc="-1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31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571750" y="5381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gin,</a:t>
            </a:r>
            <a:r>
              <a:rPr lang="en-US" sz="24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gist, spgist,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4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R-tree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6667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8750" y="7286625"/>
            <a:ext cx="762000" cy="7620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571750" y="6905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Bài</a:t>
            </a:r>
            <a:r>
              <a:rPr lang="en-US" sz="31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315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kiểm</a:t>
            </a:r>
            <a:r>
              <a:rPr lang="en-US" sz="315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31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</a:t>
            </a:r>
            <a:r>
              <a:rPr lang="en-US" sz="315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nào</a:t>
            </a:r>
            <a:r>
              <a:rPr lang="en-US" sz="3150" dirty="0" spc="1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15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2571750" y="7667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4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độ,</a:t>
            </a:r>
            <a:r>
              <a:rPr lang="en-US" sz="24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LSM</a:t>
            </a: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RocksDB</a:t>
            </a:r>
            <a:r>
              <a:rPr lang="en-US" sz="24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Text 22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18e23ba-4f5d-4065-9528-a943c2a1fd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95375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 mục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r>
              <a:rPr lang="en-US" sz="4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4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created_at: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42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lợi?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047875"/>
            <a:ext cx="163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1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241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241" dirty="0" spc="-1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nào.</a:t>
            </a:r>
            <a:endParaRPr lang="en-US" sz="6241" dirty="0"/>
          </a:p>
        </p:txBody>
      </p:sp>
      <p:sp>
        <p:nvSpPr>
          <p:cNvPr id="5" name="Shape 3"/>
          <p:cNvSpPr/>
          <p:nvPr/>
        </p:nvSpPr>
        <p:spPr>
          <a:xfrm>
            <a:off x="952500" y="3333750"/>
            <a:ext cx="7905750" cy="5143500"/>
          </a:xfrm>
          <a:prstGeom prst="roundRect">
            <a:avLst>
              <a:gd name="adj" fmla="val 5185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3619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31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</a:t>
            </a:r>
            <a:r>
              <a:rPr lang="en-US" sz="31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băm</a:t>
            </a:r>
            <a:endParaRPr lang="en-US" sz="3150" dirty="0"/>
          </a:p>
        </p:txBody>
      </p:sp>
      <p:sp>
        <p:nvSpPr>
          <p:cNvPr id="7" name="Text richtext-1792371264015-261727824"/>
          <p:cNvSpPr/>
          <p:nvPr/>
        </p:nvSpPr>
        <p:spPr>
          <a:xfrm>
            <a:off x="1333500" y="4476750"/>
            <a:ext cx="7143750" cy="3619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"Trong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này"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"Đơn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123"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 không liên quan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429750" y="3333750"/>
            <a:ext cx="7905750" cy="5143500"/>
          </a:xfrm>
          <a:prstGeom prst="roundRect">
            <a:avLst>
              <a:gd name="adj" fmla="val 518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0750" y="3619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B-tree</a:t>
            </a:r>
            <a:r>
              <a:rPr lang="en-US" sz="3150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trên</a:t>
            </a:r>
            <a:r>
              <a:rPr lang="en-US" sz="3150" dirty="0" spc="-1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created_at</a:t>
            </a:r>
            <a:endParaRPr lang="en-US" sz="3150" dirty="0"/>
          </a:p>
        </p:txBody>
      </p:sp>
      <p:sp>
        <p:nvSpPr>
          <p:cNvPr id="10" name="Text richtext-1792371264035-328724569"/>
          <p:cNvSpPr/>
          <p:nvPr/>
        </p:nvSpPr>
        <p:spPr>
          <a:xfrm>
            <a:off x="9810750" y="4476750"/>
            <a:ext cx="7143750" cy="3619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"đúng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bằng"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"trong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khoảng"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fe545d4-bafb-4bbf-85e9-c8c43c920c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Phép</a:t>
            </a:r>
            <a:r>
              <a:rPr lang="en-US" sz="57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57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200.000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238375"/>
            <a:ext cx="4572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Băm,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2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4242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38250" y="3286125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Index</a:t>
            </a:r>
            <a:r>
              <a:rPr lang="en-US" sz="33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Scan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57225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238375"/>
            <a:ext cx="4572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Băm,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between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2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0" y="3286125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Seq</a:t>
            </a:r>
            <a:r>
              <a:rPr lang="en-US" sz="33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Scan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2192000" y="20002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77750" y="2238375"/>
            <a:ext cx="4572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B-tree,</a:t>
            </a:r>
            <a:r>
              <a:rPr lang="en-US" sz="22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between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2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477750" y="3286125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Index</a:t>
            </a:r>
            <a:r>
              <a:rPr lang="en-US" sz="33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Scan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5250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5476875"/>
            <a:ext cx="4572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GiST,</a:t>
            </a:r>
            <a:r>
              <a:rPr lang="en-US" sz="22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6524625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Index</a:t>
            </a:r>
            <a:r>
              <a:rPr lang="en-US" sz="33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Scan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657225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5476875"/>
            <a:ext cx="4572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gin,</a:t>
            </a:r>
            <a:r>
              <a:rPr lang="en-US" sz="22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like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'%abc12%'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858000" y="6524625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Bitmap</a:t>
            </a:r>
            <a:r>
              <a:rPr lang="en-US" sz="3000" dirty="0" spc="-2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Index</a:t>
            </a:r>
            <a:r>
              <a:rPr lang="en-US" sz="30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Scan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2192000" y="5238750"/>
            <a:ext cx="514350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77750" y="5476875"/>
            <a:ext cx="4572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Redis,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77750" y="6524625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128</a:t>
            </a:r>
            <a:r>
              <a:rPr lang="en-US" sz="255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phần</a:t>
            </a:r>
            <a:r>
              <a:rPr lang="en-US" sz="25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tử:</a:t>
            </a:r>
            <a:r>
              <a:rPr lang="en-US" sz="25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listpack,</a:t>
            </a:r>
            <a:r>
              <a:rPr lang="en-US" sz="25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129:</a:t>
            </a:r>
            <a:r>
              <a:rPr lang="en-US" sz="25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skiplist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30" name="Text 28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c103af35-b984-444a-a983-3a233c4e81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LSM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048000" y="1619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2762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048000" y="2762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3905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WAL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48000" y="3905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ghi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5048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SST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48000" y="5048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52500" y="6191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48000" y="6191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0" y="952500"/>
            <a:ext cx="6858000" cy="68580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58500" y="1238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5" name="Text richtext-1792371265742-932026037"/>
          <p:cNvSpPr/>
          <p:nvPr/>
        </p:nvSpPr>
        <p:spPr>
          <a:xfrm>
            <a:off x="10858500" y="1809750"/>
            <a:ext cx="6096000" cy="571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src/t_zset.c, redis.conf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Cassandra:</a:t>
            </a: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Storage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Indexes,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</a:t>
            </a:r>
            <a:r>
              <a:rPr lang="en-US" sz="225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Types,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pg_trgm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333375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494693e-565d-4f7f-8abb-ea66d31120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2026-10-19T00:54:51Z</dcterms:created>
  <dcterms:modified xsi:type="dcterms:W3CDTF">2026-10-19T00:54:51Z</dcterms:modified>
</cp:coreProperties>
</file>