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6579" rIns="0" bIns="-56579" rtlCol="0" anchor="t"/>
          <a:lstStyle/>
          <a:p>
            <a:pPr algn="l" indent="0" marL="0">
              <a:lnSpc>
                <a:spcPts val="6930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1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AWS</a:t>
            </a:r>
            <a:r>
              <a:rPr lang="en-US" sz="6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Lambda phản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hồi nhanh: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66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 chờ.</a:t>
            </a:r>
            <a:endParaRPr lang="en-US" sz="3000" dirty="0"/>
          </a:p>
        </p:txBody>
      </p:sp>
      <p:sp>
        <p:nvSpPr>
          <p:cNvPr id="5" name="Connector line-1792422812647-42349619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mẹo.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28575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2095500"/>
                </a:moveTo>
                <a:cubicBezTo>
                  <a:pt x="723900" y="20955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191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762000"/>
                </a:moveTo>
                <a:cubicBezTo>
                  <a:pt x="723900" y="7620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762000"/>
          </a:xfrm>
          <a:custGeom>
            <a:avLst/>
            <a:gdLst/>
            <a:ahLst/>
            <a:cxnLst/>
            <a:rect l="l" t="t" r="r" b="b"/>
            <a:pathLst>
              <a:path w="1485900" h="762000">
                <a:moveTo>
                  <a:pt x="0" y="0"/>
                </a:moveTo>
                <a:cubicBezTo>
                  <a:pt x="723900" y="0"/>
                  <a:pt x="723900" y="762000"/>
                  <a:pt x="1485900" y="76200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277600" y="4953000"/>
            <a:ext cx="1485900" cy="2095500"/>
          </a:xfrm>
          <a:custGeom>
            <a:avLst/>
            <a:gdLst/>
            <a:ahLst/>
            <a:cxnLst/>
            <a:rect l="l" t="t" r="r" b="b"/>
            <a:pathLst>
              <a:path w="1485900" h="2095500">
                <a:moveTo>
                  <a:pt x="0" y="0"/>
                </a:moveTo>
                <a:cubicBezTo>
                  <a:pt x="723900" y="0"/>
                  <a:pt x="723900" y="2095500"/>
                  <a:pt x="1485900" y="209550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Lambda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763500" y="2495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phân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353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100" b="1" dirty="0" spc="-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6865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b="1" dirty="0" spc="-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def67c12-3fce-4e4b-a8b3-d2f8f74558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trụ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0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cắt</a:t>
            </a:r>
            <a:r>
              <a:rPr lang="en-US" sz="6900" dirty="0" spc="1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3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thời</a:t>
            </a:r>
            <a:r>
              <a:rPr lang="en-US" sz="69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gian chờ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fae0175b-39c5-46c3-a422-63e34f38f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GỌI HÀM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6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chờ,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69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42875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742950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3430250" y="2857500"/>
            <a:ext cx="3429000" cy="7620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7" name="Connector line-1792422816652-899250540"/>
          <p:cNvSpPr/>
          <p:nvPr/>
        </p:nvSpPr>
        <p:spPr>
          <a:xfrm>
            <a:off x="314325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8" name="Connector line-1792422816652-203852608"/>
          <p:cNvSpPr/>
          <p:nvPr/>
        </p:nvSpPr>
        <p:spPr>
          <a:xfrm>
            <a:off x="914400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9" name="Connector line-1792422816653-195463642"/>
          <p:cNvSpPr/>
          <p:nvPr/>
        </p:nvSpPr>
        <p:spPr>
          <a:xfrm>
            <a:off x="15144750" y="3619500"/>
            <a:ext cx="0" cy="4953000"/>
          </a:xfrm>
          <a:prstGeom prst="line">
            <a:avLst/>
          </a:prstGeom>
          <a:noFill/>
          <a:ln w="28575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3143250" y="4476750"/>
            <a:ext cx="11906250" cy="9144"/>
          </a:xfrm>
          <a:custGeom>
            <a:avLst/>
            <a:gdLst/>
            <a:ahLst/>
            <a:cxnLst/>
            <a:rect l="l" t="t" r="r" b="b"/>
            <a:pathLst>
              <a:path w="11906250" h="9144">
                <a:moveTo>
                  <a:pt x="0" y="0"/>
                </a:moveTo>
                <a:lnTo>
                  <a:pt x="1190625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10000" y="40005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thẳng,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3238500" y="5429250"/>
            <a:ext cx="11906250" cy="9144"/>
          </a:xfrm>
          <a:custGeom>
            <a:avLst/>
            <a:gdLst/>
            <a:ahLst/>
            <a:cxnLst/>
            <a:rect l="l" t="t" r="r" b="b"/>
            <a:pathLst>
              <a:path w="11906250" h="9144">
                <a:moveTo>
                  <a:pt x="11906250" y="0"/>
                </a:moveTo>
                <a:lnTo>
                  <a:pt x="0" y="0"/>
                </a:lnTo>
              </a:path>
            </a:pathLst>
          </a:custGeom>
          <a:ln w="47625">
            <a:solidFill>
              <a:srgbClr val="7C93FF"/>
            </a:solidFill>
            <a:prstDash val="lgDash"/>
          </a:ln>
        </p:spPr>
      </p:sp>
      <p:sp>
        <p:nvSpPr>
          <p:cNvPr id="13" name="Text 11"/>
          <p:cNvSpPr/>
          <p:nvPr/>
        </p:nvSpPr>
        <p:spPr>
          <a:xfrm>
            <a:off x="3810000" y="4953000"/>
            <a:ext cx="1047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1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3143250" y="647700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lnTo>
                  <a:pt x="590550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10000" y="6000750"/>
            <a:ext cx="514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Bất</a:t>
            </a:r>
            <a:r>
              <a:rPr lang="en-US" sz="21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bộ:</a:t>
            </a:r>
            <a:r>
              <a:rPr lang="en-US" sz="2100" dirty="0" spc="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 kiện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0" y="7524750"/>
            <a:ext cx="5905500" cy="9144"/>
          </a:xfrm>
          <a:custGeom>
            <a:avLst/>
            <a:gdLst/>
            <a:ahLst/>
            <a:cxnLst/>
            <a:rect l="l" t="t" r="r" b="b"/>
            <a:pathLst>
              <a:path w="5905500" h="9144">
                <a:moveTo>
                  <a:pt x="0" y="0"/>
                </a:moveTo>
                <a:lnTo>
                  <a:pt x="5905500" y="0"/>
                </a:lnTo>
              </a:path>
            </a:pathLst>
          </a:custGeom>
          <a:ln w="47625">
            <a:solidFill>
              <a:srgbClr val="F3EE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704850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53d66e6b-1778-4da2-aa6d-30b0f6bbf3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30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môi</a:t>
            </a:r>
            <a:r>
              <a:rPr lang="en-US" sz="6900" dirty="0" spc="-5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rảnh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1485900" y="4762500"/>
            <a:ext cx="15316200" cy="1428750"/>
          </a:xfrm>
          <a:prstGeom prst="roundRect">
            <a:avLst>
              <a:gd name="adj" fmla="val 18667"/>
            </a:avLst>
          </a:prstGeom>
          <a:solidFill>
            <a:srgbClr val="EBCB92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6477000"/>
            <a:ext cx="14173200" cy="1428750"/>
          </a:xfrm>
          <a:prstGeom prst="roundRect">
            <a:avLst>
              <a:gd name="adj" fmla="val 18667"/>
            </a:avLst>
          </a:prstGeom>
          <a:solidFill>
            <a:srgbClr val="E0B76F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0480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Viết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Rust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866900" y="4762500"/>
            <a:ext cx="1476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vùng: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438400" y="6477000"/>
            <a:ext cx="1352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0a190ffb-9ea2-4f8e-8ea8-d7efae357d7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5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b="1" spc="28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SIÊU</a:t>
            </a:r>
            <a:r>
              <a:rPr lang="en-US" sz="180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NHẸ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Firecracker: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900" dirty="0" spc="-5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An</a:t>
            </a:r>
            <a:r>
              <a:rPr lang="en-US" sz="3900" dirty="0" spc="-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toàn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8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8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Khởi</a:t>
            </a:r>
            <a:r>
              <a:rPr lang="en-US" sz="390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9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KVM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Linux,</a:t>
            </a:r>
            <a:r>
              <a:rPr lang="en-US" sz="28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8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r>
              <a:rPr lang="en-US" sz="285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rất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54cc2c6d-f038-4aea-a072-8d79c993e57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Ít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6900" dirty="0" spc="-4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5" name="Shape 3"/>
          <p:cNvSpPr/>
          <p:nvPr/>
        </p:nvSpPr>
        <p:spPr>
          <a:xfrm>
            <a:off x="65151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6" name="Shape 4"/>
          <p:cNvSpPr/>
          <p:nvPr/>
        </p:nvSpPr>
        <p:spPr>
          <a:xfrm>
            <a:off x="12115800" y="3143250"/>
            <a:ext cx="5143500" cy="4572000"/>
          </a:xfrm>
          <a:prstGeom prst="roundRect">
            <a:avLst>
              <a:gd name="adj" fmla="val 6667"/>
            </a:avLst>
          </a:prstGeom>
          <a:solidFill>
            <a:srgbClr val="E6DFCD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Chunking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954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mẩu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68961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r>
              <a:rPr lang="en-US" sz="30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hội</a:t>
            </a:r>
            <a:r>
              <a:rPr lang="en-US" sz="3000" dirty="0" spc="-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tụ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961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2496800" y="352425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SnapStart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2496800" y="4667250"/>
            <a:ext cx="438150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nguội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cf4adf1-f49a-4e1a-8bb3-b0bbe2c2d7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575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5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0673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8770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77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285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 độ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46672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hội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</a:t>
            </a: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6477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"Nhanh"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6c780cbd-060c-4294-bd65-b4717efd6eb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Lần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chậm,</a:t>
            </a:r>
            <a:r>
              <a:rPr lang="en-US" sz="690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vì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F6D5CC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đầu:</a:t>
            </a:r>
            <a:r>
              <a:rPr lang="en-US" sz="2700" b="1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68580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6DFCD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SnapStart: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28016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 nguội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 chờ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5245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81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6667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0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nhẹ</a:t>
            </a:r>
            <a:r>
              <a:rPr lang="en-US" sz="2550" dirty="0" spc="-18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3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mẩu</a:t>
            </a:r>
            <a:r>
              <a:rPr lang="en-US" sz="2550" dirty="0" spc="-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13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góp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3c7043a-f148-4604-b4c0-12101da59e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sắp</a:t>
            </a:r>
            <a:r>
              <a:rPr lang="en-US" sz="69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CFE6DF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D6DCF7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3DFB8"/>
          </a:solidFill>
          <a:ln/>
        </p:spPr>
      </p:sp>
      <p:sp>
        <p:nvSpPr>
          <p:cNvPr id="7" name="Shape 5"/>
          <p:cNvSpPr/>
          <p:nvPr/>
        </p:nvSpPr>
        <p:spPr>
          <a:xfrm>
            <a:off x="93726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6D5CC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Giữ: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700" b="1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trụ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6964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Thêm: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382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lặp:</a:t>
            </a:r>
            <a:r>
              <a:rPr lang="en-US" sz="27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96964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có: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f7ebb669-cc6a-4dec-a5cd-b6a4fc30094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4480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3243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2006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0769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6953250"/>
            <a:ext cx="16459200" cy="762000"/>
          </a:xfrm>
          <a:prstGeom prst="roundRect">
            <a:avLst>
              <a:gd name="adj" fmla="val 275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181100" y="25717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AWS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điện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Amazon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81100" y="34480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81100" y="43243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SDK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mềm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81100" y="52006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SQS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250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AWS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181100" y="60769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KVM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 Linux</a:t>
            </a:r>
            <a:r>
              <a:rPr lang="en-US" sz="225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181100" y="6953250"/>
            <a:ext cx="1600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80962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14400" y="853440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bd0632a7-0b3a-4085-9e31-eee0f5e92d0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2026-10-19T15:14:33Z</dcterms:created>
  <dcterms:modified xsi:type="dcterms:W3CDTF">2026-10-19T15:14:33Z</dcterms:modified>
</cp:coreProperties>
</file>