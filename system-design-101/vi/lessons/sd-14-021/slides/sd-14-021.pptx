
<file path=[Content_Types].xml><?xml version="1.0" encoding="utf-8"?>
<Types xmlns="http://schemas.openxmlformats.org/package/2006/content-types">
  <Default Extension="fntdata" ContentType="application/x-fontdata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false" autoCompressPictures="0" embedTrueTypeFonts="true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8288000" cy="10287000"/>
  <p:notesSz cx="10287000" cy="18288000"/>
  <p:embeddedFontLst>
    <p:embeddedFont>
      <p:font typeface="Be Vietnam Pro"/>
      <p:regular r:id="rId19"/>
      <p:bold r:id="rId17"/>
    </p:embeddedFont>
    <p:embeddedFont>
      <p:font typeface="Bricolage Grotesque ExtraBold"/>
      <p:regular r:id="rId18"/>
    </p:embeddedFont>
    <p:embeddedFont>
      <p:font typeface="Be Vietnam Pro SemiBold"/>
      <p:regular r:id="rId20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Relationship Id="rId17" Type="http://schemas.openxmlformats.org/officeDocument/2006/relationships/font" Target="fonts/font1.fntdata"/><Relationship Id="rId18" Type="http://schemas.openxmlformats.org/officeDocument/2006/relationships/font" Target="fonts/font2.fntdata"/><Relationship Id="rId19" Type="http://schemas.openxmlformats.org/officeDocument/2006/relationships/font" Target="fonts/font3.fntdata"/><Relationship Id="rId20" Type="http://schemas.openxmlformats.org/officeDocument/2006/relationships/font" Target="fonts/font4.fntdata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9334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7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950" b="1" spc="29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950" b="1" spc="30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950" b="1" spc="29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29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950" b="1" spc="298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21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428750"/>
            <a:ext cx="9525000" cy="2381250"/>
          </a:xfrm>
          <a:prstGeom prst="rect">
            <a:avLst/>
          </a:prstGeom>
          <a:noFill/>
          <a:ln/>
        </p:spPr>
        <p:txBody>
          <a:bodyPr wrap="square" lIns="0" tIns="72009" rIns="0" bIns="-72009" rtlCol="0" anchor="t"/>
          <a:lstStyle/>
          <a:p>
            <a:pPr algn="l" indent="0" marL="0">
              <a:lnSpc>
                <a:spcPts val="8424"/>
              </a:lnSpc>
              <a:buNone/>
            </a:pPr>
            <a:r>
              <a:rPr lang="en-US" sz="8100" dirty="0" spc="3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HTTPS</a:t>
            </a:r>
            <a:r>
              <a:rPr lang="en-US" sz="81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có</a:t>
            </a:r>
            <a:r>
              <a:rPr lang="en-US" sz="81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an</a:t>
            </a:r>
            <a:endParaRPr lang="en-US" sz="8100" dirty="0"/>
          </a:p>
          <a:p>
            <a:pPr algn="l" indent="0" marL="0">
              <a:lnSpc>
                <a:spcPts val="8424"/>
              </a:lnSpc>
              <a:buNone/>
            </a:pPr>
            <a:r>
              <a:rPr lang="en-US" sz="8100" dirty="0" spc="-4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toàn</a:t>
            </a:r>
            <a:r>
              <a:rPr lang="en-US" sz="81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không?</a:t>
            </a:r>
            <a:endParaRPr lang="en-US" sz="8100" dirty="0"/>
          </a:p>
        </p:txBody>
      </p:sp>
      <p:sp>
        <p:nvSpPr>
          <p:cNvPr id="4" name="Text 2"/>
          <p:cNvSpPr/>
          <p:nvPr/>
        </p:nvSpPr>
        <p:spPr>
          <a:xfrm>
            <a:off x="914400" y="3905250"/>
            <a:ext cx="95250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50" b="1" dirty="0" spc="-8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Kẻ</a:t>
            </a:r>
            <a:r>
              <a:rPr lang="en-US" sz="3450" b="1" dirty="0" spc="3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đứng</a:t>
            </a:r>
            <a:r>
              <a:rPr lang="en-US" sz="3450" b="1" dirty="0" spc="1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giữa</a:t>
            </a:r>
            <a:r>
              <a:rPr lang="en-US" sz="345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đọc</a:t>
            </a:r>
            <a:r>
              <a:rPr lang="en-US" sz="3450" b="1" dirty="0" spc="1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345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khi nào</a:t>
            </a:r>
            <a:endParaRPr lang="en-US" sz="3450" dirty="0"/>
          </a:p>
        </p:txBody>
      </p:sp>
      <p:sp>
        <p:nvSpPr>
          <p:cNvPr id="5" name="Text 3"/>
          <p:cNvSpPr/>
          <p:nvPr/>
        </p:nvSpPr>
        <p:spPr>
          <a:xfrm>
            <a:off x="914400" y="4762500"/>
            <a:ext cx="8953500" cy="1047750"/>
          </a:xfrm>
          <a:prstGeom prst="rect">
            <a:avLst/>
          </a:prstGeom>
          <a:noFill/>
          <a:ln/>
        </p:spPr>
        <p:txBody>
          <a:bodyPr wrap="square" lIns="0" tIns="10843" rIns="0" bIns="-10843" rtlCol="0" anchor="t"/>
          <a:lstStyle/>
          <a:p>
            <a:pPr algn="l" indent="0" marL="0">
              <a:lnSpc>
                <a:spcPts val="3848"/>
              </a:lnSpc>
              <a:buNone/>
            </a:pPr>
            <a:r>
              <a:rPr lang="en-US" sz="2850" dirty="0" spc="-4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Công</a:t>
            </a:r>
            <a:r>
              <a:rPr lang="en-US" sz="2850" dirty="0" spc="-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cụ</a:t>
            </a:r>
            <a:r>
              <a:rPr lang="en-US" sz="2850" dirty="0" spc="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như Fiddler</a:t>
            </a:r>
            <a:r>
              <a:rPr lang="en-US" sz="2850" dirty="0" spc="9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đọc được</a:t>
            </a:r>
            <a:r>
              <a:rPr lang="en-US" sz="2850" dirty="0" spc="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HTTPS:</a:t>
            </a:r>
            <a:r>
              <a:rPr lang="en-US" sz="2850" dirty="0" spc="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vì</a:t>
            </a:r>
            <a:r>
              <a:rPr lang="en-US" sz="2850" dirty="0" spc="-4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sao?</a:t>
            </a:r>
            <a:endParaRPr lang="en-US" sz="2850" dirty="0"/>
          </a:p>
        </p:txBody>
      </p:sp>
      <p:sp>
        <p:nvSpPr>
          <p:cNvPr id="6" name="Connector line-1792374267618-63813790"/>
          <p:cNvSpPr/>
          <p:nvPr/>
        </p:nvSpPr>
        <p:spPr>
          <a:xfrm>
            <a:off x="914400" y="7429500"/>
            <a:ext cx="9144000" cy="0"/>
          </a:xfrm>
          <a:prstGeom prst="line">
            <a:avLst/>
          </a:prstGeom>
          <a:noFill/>
          <a:ln w="19050">
            <a:solidFill>
              <a:srgbClr val="2A2D38"/>
            </a:solidFill>
            <a:prstDash val="solid"/>
            <a:headEnd type="none"/>
            <a:tailEnd type="none"/>
          </a:ln>
        </p:spPr>
      </p:sp>
      <p:sp>
        <p:nvSpPr>
          <p:cNvPr id="7" name="Text 5"/>
          <p:cNvSpPr/>
          <p:nvPr/>
        </p:nvSpPr>
        <p:spPr>
          <a:xfrm>
            <a:off x="914400" y="7772400"/>
            <a:ext cx="32385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200" dirty="0" spc="2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2</a:t>
            </a:r>
            <a:r>
              <a:rPr lang="en-US" sz="4200" dirty="0" spc="-24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kết</a:t>
            </a:r>
            <a:r>
              <a:rPr lang="en-US" sz="4200" dirty="0" spc="-3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nối</a:t>
            </a:r>
            <a:endParaRPr lang="en-US" sz="4200" dirty="0"/>
          </a:p>
        </p:txBody>
      </p:sp>
      <p:sp>
        <p:nvSpPr>
          <p:cNvPr id="8" name="Text 6"/>
          <p:cNvSpPr/>
          <p:nvPr/>
        </p:nvSpPr>
        <p:spPr>
          <a:xfrm>
            <a:off x="914400" y="8477250"/>
            <a:ext cx="3048000" cy="666750"/>
          </a:xfrm>
          <a:prstGeom prst="rect">
            <a:avLst/>
          </a:prstGeom>
          <a:noFill/>
          <a:ln/>
        </p:spPr>
        <p:txBody>
          <a:bodyPr wrap="square" lIns="0" tIns="9716" rIns="0" bIns="-9716" rtlCol="0" anchor="t"/>
          <a:lstStyle/>
          <a:p>
            <a:pPr algn="l" indent="0" marL="0">
              <a:lnSpc>
                <a:spcPts val="2340"/>
              </a:lnSpc>
              <a:buNone/>
            </a:pPr>
            <a:r>
              <a:rPr lang="en-US" sz="1800" dirty="0" spc="-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mỗi</a:t>
            </a:r>
            <a:r>
              <a:rPr lang="en-US" sz="1800" dirty="0" spc="-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chặng</a:t>
            </a:r>
            <a:r>
              <a:rPr lang="en-US" sz="1800" dirty="0" spc="-7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1800" dirty="0" spc="-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khóa</a:t>
            </a:r>
            <a:r>
              <a:rPr lang="en-US" sz="1800" dirty="0" spc="5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riêng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4248150" y="7772400"/>
            <a:ext cx="32385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200" dirty="0" spc="-5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0</a:t>
            </a:r>
            <a:r>
              <a:rPr lang="en-US" sz="4200" dirty="0" spc="6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yêu</a:t>
            </a:r>
            <a:r>
              <a:rPr lang="en-US" sz="4200" dirty="0" spc="3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cầu</a:t>
            </a:r>
            <a:endParaRPr lang="en-US" sz="4200" dirty="0"/>
          </a:p>
        </p:txBody>
      </p:sp>
      <p:sp>
        <p:nvSpPr>
          <p:cNvPr id="10" name="Text 8"/>
          <p:cNvSpPr/>
          <p:nvPr/>
        </p:nvSpPr>
        <p:spPr>
          <a:xfrm>
            <a:off x="4248150" y="8477250"/>
            <a:ext cx="3048000" cy="666750"/>
          </a:xfrm>
          <a:prstGeom prst="rect">
            <a:avLst/>
          </a:prstGeom>
          <a:noFill/>
          <a:ln/>
        </p:spPr>
        <p:txBody>
          <a:bodyPr wrap="square" lIns="0" tIns="9716" rIns="0" bIns="-9716" rtlCol="0" anchor="t"/>
          <a:lstStyle/>
          <a:p>
            <a:pPr algn="l" indent="0" marL="0">
              <a:lnSpc>
                <a:spcPts val="2340"/>
              </a:lnSpc>
              <a:buNone/>
            </a:pPr>
            <a:r>
              <a:rPr lang="en-US" sz="1800" dirty="0" spc="-18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relay</a:t>
            </a:r>
            <a:r>
              <a:rPr lang="en-US" sz="1800" dirty="0" spc="9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đọc</a:t>
            </a:r>
            <a:r>
              <a:rPr lang="en-US" sz="1800" dirty="0" spc="7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1800" dirty="0" spc="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khi</a:t>
            </a:r>
            <a:r>
              <a:rPr lang="en-US" sz="1800" dirty="0" spc="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kho</a:t>
            </a:r>
            <a:r>
              <a:rPr lang="en-US" sz="1800" dirty="0" spc="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1800" dirty="0" spc="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1800" dirty="0" spc="-26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CA</a:t>
            </a:r>
            <a:r>
              <a:rPr lang="en-US" sz="1800" dirty="0" spc="-9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thật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7581900" y="7772400"/>
            <a:ext cx="32385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200" dirty="0" spc="3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Chữ</a:t>
            </a:r>
            <a:r>
              <a:rPr lang="en-US" sz="4200" dirty="0" spc="-16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rõ</a:t>
            </a:r>
            <a:endParaRPr lang="en-US" sz="4200" dirty="0"/>
          </a:p>
        </p:txBody>
      </p:sp>
      <p:sp>
        <p:nvSpPr>
          <p:cNvPr id="12" name="Text 10"/>
          <p:cNvSpPr/>
          <p:nvPr/>
        </p:nvSpPr>
        <p:spPr>
          <a:xfrm>
            <a:off x="7581900" y="8477250"/>
            <a:ext cx="3048000" cy="666750"/>
          </a:xfrm>
          <a:prstGeom prst="rect">
            <a:avLst/>
          </a:prstGeom>
          <a:noFill/>
          <a:ln/>
        </p:spPr>
        <p:txBody>
          <a:bodyPr wrap="square" lIns="0" tIns="9716" rIns="0" bIns="-9716" rtlCol="0" anchor="t"/>
          <a:lstStyle/>
          <a:p>
            <a:pPr algn="l" indent="0" marL="0">
              <a:lnSpc>
                <a:spcPts val="2340"/>
              </a:lnSpc>
              <a:buNone/>
            </a:pPr>
            <a:r>
              <a:rPr lang="en-US" sz="1800" dirty="0" spc="-18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relay</a:t>
            </a:r>
            <a:r>
              <a:rPr lang="en-US" sz="1800" dirty="0" spc="9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đọc</a:t>
            </a:r>
            <a:r>
              <a:rPr lang="en-US" sz="1800" dirty="0" spc="7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1800" dirty="0" spc="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khi</a:t>
            </a:r>
            <a:r>
              <a:rPr lang="en-US" sz="1800" dirty="0" spc="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kho có</a:t>
            </a:r>
            <a:r>
              <a:rPr lang="en-US" sz="1800" dirty="0" spc="-25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CA</a:t>
            </a:r>
            <a:r>
              <a:rPr lang="en-US" sz="1800" dirty="0" spc="3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1800" dirty="0" spc="-15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relay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914400" y="9715500"/>
            <a:ext cx="76200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6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system-design-101</a:t>
            </a:r>
            <a:r>
              <a:rPr lang="en-US" sz="1650" dirty="0" spc="4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nhóm</a:t>
            </a:r>
            <a:r>
              <a:rPr lang="en-US" sz="1650" dirty="0" spc="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Bảo</a:t>
            </a:r>
            <a:r>
              <a:rPr lang="en-US" sz="1650" dirty="0" spc="-6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mật</a:t>
            </a:r>
            <a:endParaRPr lang="en-US" sz="1650" dirty="0"/>
          </a:p>
        </p:txBody>
      </p:sp>
      <p:sp>
        <p:nvSpPr>
          <p:cNvPr id="14" name="Text 12"/>
          <p:cNvSpPr/>
          <p:nvPr/>
        </p:nvSpPr>
        <p:spPr>
          <a:xfrm>
            <a:off x="10763250" y="2762250"/>
            <a:ext cx="38100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223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HAI</a:t>
            </a:r>
            <a:r>
              <a:rPr lang="en-US" sz="1650" b="1" spc="224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KẾT</a:t>
            </a:r>
            <a:r>
              <a:rPr lang="en-US" sz="1650" b="1" spc="227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NỐI</a:t>
            </a:r>
            <a:endParaRPr lang="en-US" sz="1650" dirty="0"/>
          </a:p>
        </p:txBody>
      </p:sp>
      <p:sp>
        <p:nvSpPr>
          <p:cNvPr id="15" name="Text 13"/>
          <p:cNvSpPr/>
          <p:nvPr/>
        </p:nvSpPr>
        <p:spPr>
          <a:xfrm>
            <a:off x="10953750" y="3429000"/>
            <a:ext cx="2809875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dirty="0" spc="-30" kern="0">
                <a:solidFill>
                  <a:srgbClr val="FFB454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kết</a:t>
            </a:r>
            <a:r>
              <a:rPr lang="en-US" sz="1800" dirty="0" spc="0" kern="0">
                <a:solidFill>
                  <a:srgbClr val="FFB454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nối</a:t>
            </a:r>
            <a:r>
              <a:rPr lang="en-US" sz="1800" dirty="0" spc="-1" kern="0">
                <a:solidFill>
                  <a:srgbClr val="FFB454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1</a:t>
            </a:r>
            <a:r>
              <a:rPr lang="en-US" sz="1800" dirty="0" spc="4" kern="0">
                <a:solidFill>
                  <a:srgbClr val="FFB454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·</a:t>
            </a:r>
            <a:r>
              <a:rPr lang="en-US" sz="1800" dirty="0" spc="-1" kern="0">
                <a:solidFill>
                  <a:srgbClr val="FFB454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khóa</a:t>
            </a:r>
            <a:r>
              <a:rPr lang="en-US" sz="1800" dirty="0" spc="0" kern="0">
                <a:solidFill>
                  <a:srgbClr val="FFB454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1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13763625" y="3429000"/>
            <a:ext cx="2809875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dirty="0" spc="-30" kern="0">
                <a:solidFill>
                  <a:srgbClr val="FFB454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kết</a:t>
            </a:r>
            <a:r>
              <a:rPr lang="en-US" sz="1800" dirty="0" spc="0" kern="0">
                <a:solidFill>
                  <a:srgbClr val="FFB454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nối</a:t>
            </a:r>
            <a:r>
              <a:rPr lang="en-US" sz="1800" dirty="0" spc="1" kern="0">
                <a:solidFill>
                  <a:srgbClr val="FFB454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2</a:t>
            </a:r>
            <a:r>
              <a:rPr lang="en-US" sz="1800" dirty="0" spc="4" kern="0">
                <a:solidFill>
                  <a:srgbClr val="FFB454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·</a:t>
            </a:r>
            <a:r>
              <a:rPr lang="en-US" sz="1800" dirty="0" spc="-1" kern="0">
                <a:solidFill>
                  <a:srgbClr val="FFB454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khóa</a:t>
            </a:r>
            <a:r>
              <a:rPr lang="en-US" sz="1800" dirty="0" spc="1" kern="0">
                <a:solidFill>
                  <a:srgbClr val="FFB454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2</a:t>
            </a:r>
            <a:endParaRPr lang="en-US" sz="1800" dirty="0"/>
          </a:p>
        </p:txBody>
      </p:sp>
      <p:sp>
        <p:nvSpPr>
          <p:cNvPr id="17" name="Connector line-1792374267642-818179918"/>
          <p:cNvSpPr/>
          <p:nvPr/>
        </p:nvSpPr>
        <p:spPr>
          <a:xfrm>
            <a:off x="10953750" y="4000500"/>
            <a:ext cx="2809875" cy="0"/>
          </a:xfrm>
          <a:prstGeom prst="line">
            <a:avLst/>
          </a:prstGeom>
          <a:noFill/>
          <a:ln w="47625">
            <a:solidFill>
              <a:srgbClr val="FFB454"/>
            </a:solidFill>
            <a:prstDash val="solid"/>
            <a:headEnd type="none"/>
            <a:tailEnd type="none"/>
          </a:ln>
        </p:spPr>
      </p:sp>
      <p:sp>
        <p:nvSpPr>
          <p:cNvPr id="18" name="Connector line-1792374267642-998784275"/>
          <p:cNvSpPr/>
          <p:nvPr/>
        </p:nvSpPr>
        <p:spPr>
          <a:xfrm>
            <a:off x="13763625" y="4000500"/>
            <a:ext cx="2809875" cy="0"/>
          </a:xfrm>
          <a:prstGeom prst="line">
            <a:avLst/>
          </a:prstGeom>
          <a:noFill/>
          <a:ln w="47625">
            <a:solidFill>
              <a:srgbClr val="FFB454"/>
            </a:solidFill>
            <a:prstDash val="solid"/>
            <a:headEnd type="none"/>
            <a:tailEnd type="none"/>
          </a:ln>
        </p:spPr>
      </p:sp>
      <p:sp>
        <p:nvSpPr>
          <p:cNvPr id="19" name="Shape 17"/>
          <p:cNvSpPr/>
          <p:nvPr/>
        </p:nvSpPr>
        <p:spPr>
          <a:xfrm>
            <a:off x="10782300" y="3829050"/>
            <a:ext cx="342900" cy="3429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20" name="Shape 18"/>
          <p:cNvSpPr/>
          <p:nvPr/>
        </p:nvSpPr>
        <p:spPr>
          <a:xfrm>
            <a:off x="13554075" y="3790950"/>
            <a:ext cx="419100" cy="419100"/>
          </a:xfrm>
          <a:prstGeom prst="ellipse">
            <a:avLst/>
          </a:prstGeom>
          <a:solidFill>
            <a:srgbClr val="FFB454"/>
          </a:solidFill>
          <a:ln/>
        </p:spPr>
      </p:sp>
      <p:sp>
        <p:nvSpPr>
          <p:cNvPr id="21" name="Shape 19"/>
          <p:cNvSpPr/>
          <p:nvPr/>
        </p:nvSpPr>
        <p:spPr>
          <a:xfrm>
            <a:off x="16402050" y="3829050"/>
            <a:ext cx="342900" cy="3429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22" name="Text 20"/>
          <p:cNvSpPr/>
          <p:nvPr/>
        </p:nvSpPr>
        <p:spPr>
          <a:xfrm>
            <a:off x="10001250" y="4400550"/>
            <a:ext cx="1905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dirty="0" spc="-10" kern="0">
                <a:solidFill>
                  <a:srgbClr val="D8D3C4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máy</a:t>
            </a:r>
            <a:r>
              <a:rPr lang="en-US" sz="1800" dirty="0" spc="2" kern="0">
                <a:solidFill>
                  <a:srgbClr val="D8D3C4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khách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12811125" y="4400550"/>
            <a:ext cx="1905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dirty="0" spc="-18" kern="0">
                <a:solidFill>
                  <a:srgbClr val="FFB454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relay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15621000" y="4400550"/>
            <a:ext cx="1905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dirty="0" spc="-10" kern="0">
                <a:solidFill>
                  <a:srgbClr val="D8D3C4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máy</a:t>
            </a:r>
            <a:r>
              <a:rPr lang="en-US" sz="1800" dirty="0" spc="2" kern="0">
                <a:solidFill>
                  <a:srgbClr val="D8D3C4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chủ</a:t>
            </a:r>
            <a:r>
              <a:rPr lang="en-US" sz="1800" dirty="0" spc="-2" kern="0">
                <a:solidFill>
                  <a:srgbClr val="D8D3C4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thật</a:t>
            </a:r>
            <a:endParaRPr lang="en-US" sz="1800" dirty="0"/>
          </a:p>
        </p:txBody>
      </p:sp>
      <p:sp>
        <p:nvSpPr>
          <p:cNvPr id="25" name="Text 23"/>
          <p:cNvSpPr/>
          <p:nvPr/>
        </p:nvSpPr>
        <p:spPr>
          <a:xfrm>
            <a:off x="12049125" y="4819650"/>
            <a:ext cx="34290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50" dirty="0" spc="-2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relay</a:t>
            </a:r>
            <a:r>
              <a:rPr lang="en-US" sz="1650" dirty="0" spc="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giữ</a:t>
            </a:r>
            <a:r>
              <a:rPr lang="en-US" sz="1650" dirty="0" spc="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chữ</a:t>
            </a:r>
            <a:r>
              <a:rPr lang="en-US" sz="1650" dirty="0" spc="-2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rõ</a:t>
            </a:r>
            <a:r>
              <a:rPr lang="en-US" sz="1650" dirty="0" spc="3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ở</a:t>
            </a:r>
            <a:r>
              <a:rPr lang="en-US" sz="1650" dirty="0" spc="5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giữa</a:t>
            </a:r>
            <a:endParaRPr lang="en-US" sz="1650" dirty="0"/>
          </a:p>
        </p:txBody>
      </p:sp>
      <p:sp>
        <p:nvSpPr>
          <p:cNvPr id="26" name="Text 24"/>
          <p:cNvSpPr/>
          <p:nvPr/>
        </p:nvSpPr>
        <p:spPr>
          <a:xfrm>
            <a:off x="10763250" y="5429250"/>
            <a:ext cx="38100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223" kern="0" dirty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KHO</a:t>
            </a:r>
            <a:r>
              <a:rPr lang="en-US" sz="1650" b="1" spc="225" kern="0" dirty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TIN</a:t>
            </a:r>
            <a:r>
              <a:rPr lang="en-US" sz="1650" b="1" spc="167" kern="0" dirty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CẬY</a:t>
            </a:r>
            <a:endParaRPr lang="en-US" sz="1650" dirty="0"/>
          </a:p>
        </p:txBody>
      </p:sp>
      <p:sp>
        <p:nvSpPr>
          <p:cNvPr id="27" name="Text 25"/>
          <p:cNvSpPr/>
          <p:nvPr/>
        </p:nvSpPr>
        <p:spPr>
          <a:xfrm>
            <a:off x="10763250" y="5829300"/>
            <a:ext cx="5334000" cy="571500"/>
          </a:xfrm>
          <a:prstGeom prst="roundRect">
            <a:avLst>
              <a:gd name="adj" fmla="val 50000"/>
            </a:avLst>
          </a:prstGeom>
          <a:solidFill>
            <a:srgbClr val="3DD6A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b="1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Kho</a:t>
            </a:r>
            <a:r>
              <a:rPr lang="en-US" sz="195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1950" b="1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1950" b="1" dirty="0" spc="-2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CA</a:t>
            </a:r>
            <a:r>
              <a:rPr lang="en-US" sz="195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thật:</a:t>
            </a:r>
            <a:r>
              <a:rPr lang="en-US" sz="195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bị từ</a:t>
            </a:r>
            <a:r>
              <a:rPr lang="en-US" sz="195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chối</a:t>
            </a:r>
            <a:endParaRPr lang="en-US" sz="1950" dirty="0"/>
          </a:p>
        </p:txBody>
      </p:sp>
      <p:sp>
        <p:nvSpPr>
          <p:cNvPr id="28" name="Text 26"/>
          <p:cNvSpPr/>
          <p:nvPr/>
        </p:nvSpPr>
        <p:spPr>
          <a:xfrm>
            <a:off x="10763250" y="6591300"/>
            <a:ext cx="6096000" cy="571500"/>
          </a:xfrm>
          <a:prstGeom prst="roundRect">
            <a:avLst>
              <a:gd name="adj" fmla="val 50000"/>
            </a:avLst>
          </a:prstGeom>
          <a:solidFill>
            <a:srgbClr val="FF6A4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b="1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Thêm</a:t>
            </a:r>
            <a:r>
              <a:rPr lang="en-US" sz="1950" b="1" dirty="0" spc="-2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CA</a:t>
            </a:r>
            <a:r>
              <a:rPr lang="en-US" sz="195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1950" b="1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relay:</a:t>
            </a:r>
            <a:r>
              <a:rPr lang="en-US" sz="1950" b="1" dirty="0" spc="-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relay</a:t>
            </a:r>
            <a:r>
              <a:rPr lang="en-US" sz="195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đọc</a:t>
            </a:r>
            <a:r>
              <a:rPr lang="en-US" sz="1950" b="1" dirty="0" spc="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endParaRPr lang="en-US" sz="1950" dirty="0"/>
          </a:p>
        </p:txBody>
      </p:sp>
      <p:sp>
        <p:nvSpPr>
          <p:cNvPr id="29" name="Shape 27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0" name="Moda image moda-export-watermark-fee17e07-41bc-45b2-bf03-17f5bf0ea9ec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6667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2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TÌNH</a:t>
            </a:r>
            <a:r>
              <a:rPr lang="en-US" sz="1950" b="1" spc="301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HUỐNG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7239000" cy="2419350"/>
          </a:xfrm>
          <a:prstGeom prst="rect">
            <a:avLst/>
          </a:prstGeom>
          <a:noFill/>
          <a:ln/>
        </p:spPr>
        <p:txBody>
          <a:bodyPr wrap="square" lIns="0" tIns="66675" rIns="0" bIns="-66675" rtlCol="0" anchor="t"/>
          <a:lstStyle/>
          <a:p>
            <a:pPr algn="l" indent="0" marL="0">
              <a:lnSpc>
                <a:spcPts val="7800"/>
              </a:lnSpc>
              <a:buNone/>
            </a:pPr>
            <a:r>
              <a:rPr lang="en-US" sz="75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Ba</a:t>
            </a:r>
            <a:r>
              <a:rPr lang="en-US" sz="75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bên,</a:t>
            </a:r>
            <a:endParaRPr lang="en-US" sz="7500" dirty="0"/>
          </a:p>
          <a:p>
            <a:pPr algn="l" indent="0" marL="0">
              <a:lnSpc>
                <a:spcPts val="7800"/>
              </a:lnSpc>
              <a:buNone/>
            </a:pPr>
            <a:r>
              <a:rPr lang="en-US" sz="7500" dirty="0" spc="-1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một</a:t>
            </a:r>
            <a:r>
              <a:rPr lang="en-US" sz="75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máy</a:t>
            </a:r>
            <a:endParaRPr lang="en-US" sz="7500" dirty="0"/>
          </a:p>
        </p:txBody>
      </p:sp>
      <p:sp>
        <p:nvSpPr>
          <p:cNvPr id="4" name="Text 2"/>
          <p:cNvSpPr/>
          <p:nvPr/>
        </p:nvSpPr>
        <p:spPr>
          <a:xfrm>
            <a:off x="914400" y="3810000"/>
            <a:ext cx="70485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50" b="1" dirty="0" spc="-5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Mô</a:t>
            </a:r>
            <a:r>
              <a:rPr lang="en-US" sz="2850" b="1" dirty="0" spc="0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</a:t>
            </a:r>
            <a:r>
              <a:rPr lang="en-US" sz="2850" b="1" dirty="0" spc="-16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trên</a:t>
            </a:r>
            <a:r>
              <a:rPr lang="en-US" sz="2850" b="1" dirty="0" spc="-9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2850" b="1" dirty="0" spc="1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mình</a:t>
            </a:r>
            <a:endParaRPr lang="en-US" sz="2850" dirty="0"/>
          </a:p>
        </p:txBody>
      </p:sp>
      <p:sp>
        <p:nvSpPr>
          <p:cNvPr id="5" name="Text 3"/>
          <p:cNvSpPr/>
          <p:nvPr/>
        </p:nvSpPr>
        <p:spPr>
          <a:xfrm>
            <a:off x="914400" y="4476750"/>
            <a:ext cx="7048500" cy="1428750"/>
          </a:xfrm>
          <a:prstGeom prst="rect">
            <a:avLst/>
          </a:prstGeom>
          <a:noFill/>
          <a:ln/>
        </p:spPr>
        <p:txBody>
          <a:bodyPr wrap="square" lIns="0" tIns="9700" rIns="0" bIns="-9700" rtlCol="0" anchor="t"/>
          <a:lstStyle/>
          <a:p>
            <a:pPr algn="l" indent="0" marL="0">
              <a:lnSpc>
                <a:spcPts val="3443"/>
              </a:lnSpc>
              <a:buNone/>
            </a:pPr>
            <a:r>
              <a:rPr lang="en-US" sz="25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127.0.0.1,</a:t>
            </a: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khóa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dùng</a:t>
            </a:r>
            <a:r>
              <a:rPr lang="en-US" sz="2550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lần, không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nối</a:t>
            </a:r>
            <a:r>
              <a:rPr lang="en-US" sz="2550" dirty="0" spc="-3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ra</a:t>
            </a:r>
            <a:r>
              <a:rPr lang="en-US" sz="2550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Internet.</a:t>
            </a:r>
            <a:r>
              <a:rPr lang="en-US" sz="255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Dữ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 là chuỗi giả.</a:t>
            </a:r>
            <a:endParaRPr lang="en-US" sz="2550" dirty="0"/>
          </a:p>
        </p:txBody>
      </p:sp>
      <p:sp>
        <p:nvSpPr>
          <p:cNvPr id="6" name="Shape 4"/>
          <p:cNvSpPr/>
          <p:nvPr/>
        </p:nvSpPr>
        <p:spPr>
          <a:xfrm>
            <a:off x="914400" y="6000750"/>
            <a:ext cx="7048500" cy="1619250"/>
          </a:xfrm>
          <a:prstGeom prst="roundRect">
            <a:avLst>
              <a:gd name="adj" fmla="val 14118"/>
            </a:avLst>
          </a:prstGeom>
          <a:solidFill>
            <a:srgbClr val="DDE3FA"/>
          </a:solidFill>
          <a:ln/>
        </p:spPr>
      </p:sp>
      <p:sp>
        <p:nvSpPr>
          <p:cNvPr id="7" name="Text 5"/>
          <p:cNvSpPr/>
          <p:nvPr/>
        </p:nvSpPr>
        <p:spPr>
          <a:xfrm>
            <a:off x="1257300" y="6248400"/>
            <a:ext cx="38100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228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MỤC</a:t>
            </a:r>
            <a:r>
              <a:rPr lang="en-US" sz="1650" b="1" spc="227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TIÊU</a:t>
            </a:r>
            <a:endParaRPr lang="en-US" sz="1650" dirty="0"/>
          </a:p>
        </p:txBody>
      </p:sp>
      <p:sp>
        <p:nvSpPr>
          <p:cNvPr id="8" name="Text 6"/>
          <p:cNvSpPr/>
          <p:nvPr/>
        </p:nvSpPr>
        <p:spPr>
          <a:xfrm>
            <a:off x="1257300" y="6629400"/>
            <a:ext cx="6438900" cy="952500"/>
          </a:xfrm>
          <a:prstGeom prst="rect">
            <a:avLst/>
          </a:prstGeom>
          <a:noFill/>
          <a:ln/>
        </p:spPr>
        <p:txBody>
          <a:bodyPr wrap="square" lIns="0" tIns="9700" rIns="0" bIns="-9700" rtlCol="0" anchor="t"/>
          <a:lstStyle/>
          <a:p>
            <a:pPr algn="l" indent="0" marL="0">
              <a:lnSpc>
                <a:spcPts val="3443"/>
              </a:lnSpc>
              <a:buNone/>
            </a:pPr>
            <a:r>
              <a:rPr lang="en-US" sz="2550" dirty="0" spc="-1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Thấy</a:t>
            </a:r>
            <a:r>
              <a:rPr lang="en-US" sz="2550" dirty="0" spc="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vì</a:t>
            </a:r>
            <a:r>
              <a:rPr lang="en-US" sz="2550" dirty="0" spc="-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sao</a:t>
            </a:r>
            <a:r>
              <a:rPr lang="en-US" sz="2550" dirty="0" spc="-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kho</a:t>
            </a:r>
            <a:r>
              <a:rPr lang="en-US" sz="2550" dirty="0" spc="-38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CA</a:t>
            </a:r>
            <a:r>
              <a:rPr lang="en-US" sz="2550" dirty="0" spc="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của</a:t>
            </a:r>
            <a:r>
              <a:rPr lang="en-US" sz="2550" dirty="0" spc="-1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máy</a:t>
            </a:r>
            <a:r>
              <a:rPr lang="en-US" sz="2550" dirty="0" spc="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khách</a:t>
            </a:r>
            <a:r>
              <a:rPr lang="en-US" sz="2550" dirty="0" spc="-19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quyết</a:t>
            </a:r>
            <a:r>
              <a:rPr lang="en-US" sz="2550" dirty="0" spc="18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định</a:t>
            </a:r>
            <a:endParaRPr lang="en-US" sz="2550" dirty="0"/>
          </a:p>
        </p:txBody>
      </p:sp>
      <p:sp>
        <p:nvSpPr>
          <p:cNvPr id="9" name="Shape 7"/>
          <p:cNvSpPr/>
          <p:nvPr/>
        </p:nvSpPr>
        <p:spPr>
          <a:xfrm>
            <a:off x="914400" y="7810500"/>
            <a:ext cx="7048500" cy="1047750"/>
          </a:xfrm>
          <a:prstGeom prst="roundRect">
            <a:avLst>
              <a:gd name="adj" fmla="val 21818"/>
            </a:avLst>
          </a:prstGeom>
          <a:solidFill>
            <a:srgbClr val="E8E0CF"/>
          </a:solidFill>
          <a:ln/>
        </p:spPr>
      </p:sp>
      <p:sp>
        <p:nvSpPr>
          <p:cNvPr id="10" name="Text 8"/>
          <p:cNvSpPr/>
          <p:nvPr/>
        </p:nvSpPr>
        <p:spPr>
          <a:xfrm>
            <a:off x="1257300" y="8020050"/>
            <a:ext cx="6477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-38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Kết</a:t>
            </a:r>
            <a:r>
              <a:rPr lang="en-US" sz="2100" dirty="0" spc="-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quả</a:t>
            </a:r>
            <a:r>
              <a:rPr lang="en-US" sz="2100" dirty="0" spc="-7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là một</a:t>
            </a:r>
            <a:r>
              <a:rPr lang="en-US" sz="2100" dirty="0" spc="-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lần</a:t>
            </a:r>
            <a:r>
              <a:rPr lang="en-US" sz="2100" dirty="0" spc="-8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chạy</a:t>
            </a:r>
            <a:r>
              <a:rPr lang="en-US" sz="2100" dirty="0" spc="-1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trên</a:t>
            </a:r>
            <a:r>
              <a:rPr lang="en-US" sz="2100" dirty="0" spc="-8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máy</a:t>
            </a:r>
            <a:r>
              <a:rPr lang="en-US" sz="2100" dirty="0" spc="-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biên</a:t>
            </a:r>
            <a:r>
              <a:rPr lang="en-US" sz="2100" dirty="0" spc="-7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soạn.</a:t>
            </a:r>
            <a:endParaRPr lang="en-US" sz="2100" dirty="0"/>
          </a:p>
        </p:txBody>
      </p:sp>
      <p:sp>
        <p:nvSpPr>
          <p:cNvPr id="11" name="Text 9"/>
          <p:cNvSpPr/>
          <p:nvPr/>
        </p:nvSpPr>
        <p:spPr>
          <a:xfrm>
            <a:off x="1257300" y="8439150"/>
            <a:ext cx="6477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Python</a:t>
            </a:r>
            <a:r>
              <a:rPr lang="en-US" sz="16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3.13.16,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OpenSSL 3.0.13,</a:t>
            </a:r>
            <a:r>
              <a:rPr lang="en-US" sz="1650" dirty="0" spc="-1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cryptography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50.0.1</a:t>
            </a:r>
            <a:endParaRPr lang="en-US" sz="1650" dirty="0"/>
          </a:p>
        </p:txBody>
      </p:sp>
      <p:sp>
        <p:nvSpPr>
          <p:cNvPr id="12" name="Shape 10"/>
          <p:cNvSpPr/>
          <p:nvPr/>
        </p:nvSpPr>
        <p:spPr>
          <a:xfrm>
            <a:off x="8534400" y="914400"/>
            <a:ext cx="8839200" cy="7943850"/>
          </a:xfrm>
          <a:prstGeom prst="roundRect">
            <a:avLst>
              <a:gd name="adj" fmla="val 3357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8915400" y="1333500"/>
            <a:ext cx="8077200" cy="2190750"/>
          </a:xfrm>
          <a:prstGeom prst="roundRect">
            <a:avLst>
              <a:gd name="adj" fmla="val 9565"/>
            </a:avLst>
          </a:prstGeom>
          <a:solidFill>
            <a:srgbClr val="E8E0CF"/>
          </a:solidFill>
          <a:ln/>
        </p:spPr>
      </p:sp>
      <p:sp>
        <p:nvSpPr>
          <p:cNvPr id="14" name="Text 12"/>
          <p:cNvSpPr/>
          <p:nvPr/>
        </p:nvSpPr>
        <p:spPr>
          <a:xfrm>
            <a:off x="9258300" y="1581150"/>
            <a:ext cx="3810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50" b="1" dirty="0" spc="-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Máy</a:t>
            </a:r>
            <a:r>
              <a:rPr lang="en-US" sz="285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khách</a:t>
            </a:r>
            <a:endParaRPr lang="en-US" sz="2850" dirty="0"/>
          </a:p>
        </p:txBody>
      </p:sp>
      <p:sp>
        <p:nvSpPr>
          <p:cNvPr id="15" name="Text 13"/>
          <p:cNvSpPr/>
          <p:nvPr/>
        </p:nvSpPr>
        <p:spPr>
          <a:xfrm>
            <a:off x="9258300" y="2152650"/>
            <a:ext cx="7429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Kiểm</a:t>
            </a:r>
            <a:r>
              <a:rPr lang="en-US" sz="21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đúng</a:t>
            </a:r>
            <a:r>
              <a:rPr lang="en-US" sz="2100" dirty="0" spc="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chứng</a:t>
            </a:r>
            <a:r>
              <a:rPr lang="en-US" sz="21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21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100" dirty="0" spc="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đầu</a:t>
            </a:r>
            <a:r>
              <a:rPr lang="en-US" sz="21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bên</a:t>
            </a:r>
            <a:r>
              <a:rPr lang="en-US" sz="21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kia</a:t>
            </a:r>
            <a:endParaRPr lang="en-US" sz="2100" dirty="0"/>
          </a:p>
        </p:txBody>
      </p:sp>
      <p:sp>
        <p:nvSpPr>
          <p:cNvPr id="16" name="Text 14"/>
          <p:cNvSpPr/>
          <p:nvPr/>
        </p:nvSpPr>
        <p:spPr>
          <a:xfrm>
            <a:off x="9258300" y="2838450"/>
            <a:ext cx="1714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0" kern="0">
                <a:solidFill>
                  <a:srgbClr val="6B6A66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Kho</a:t>
            </a:r>
            <a:r>
              <a:rPr lang="en-US" sz="1800" dirty="0" spc="-23" kern="0">
                <a:solidFill>
                  <a:srgbClr val="6B6A66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CA</a:t>
            </a:r>
            <a:r>
              <a:rPr lang="en-US" sz="1800" dirty="0" spc="2" kern="0">
                <a:solidFill>
                  <a:srgbClr val="6B6A66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tin</a:t>
            </a:r>
            <a:r>
              <a:rPr lang="en-US" sz="1800" dirty="0" spc="-7" kern="0">
                <a:solidFill>
                  <a:srgbClr val="6B6A66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cậy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1334750" y="2762250"/>
            <a:ext cx="1524000" cy="476250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 spc="-36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CA</a:t>
            </a:r>
            <a:r>
              <a:rPr lang="en-US" sz="1800" b="1" dirty="0" spc="-4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thật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13011150" y="2762250"/>
            <a:ext cx="2571750" cy="476250"/>
          </a:xfrm>
          <a:prstGeom prst="roundRect">
            <a:avLst>
              <a:gd name="adj" fmla="val 50000"/>
            </a:avLst>
          </a:prstGeom>
          <a:solidFill>
            <a:srgbClr val="E8472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 spc="-1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+</a:t>
            </a:r>
            <a:r>
              <a:rPr lang="en-US" sz="1800" b="1" dirty="0" spc="-23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CA</a:t>
            </a:r>
            <a:r>
              <a:rPr lang="en-US" sz="1800" b="1" dirty="0" spc="-3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1800" b="1" dirty="0" spc="-14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relay</a:t>
            </a:r>
            <a:endParaRPr lang="en-US" sz="1800" dirty="0"/>
          </a:p>
        </p:txBody>
      </p:sp>
      <p:sp>
        <p:nvSpPr>
          <p:cNvPr id="19" name="Connector line-1792376484151-601010042"/>
          <p:cNvSpPr/>
          <p:nvPr/>
        </p:nvSpPr>
        <p:spPr>
          <a:xfrm>
            <a:off x="12954000" y="3638550"/>
            <a:ext cx="0" cy="438150"/>
          </a:xfrm>
          <a:prstGeom prst="line">
            <a:avLst/>
          </a:prstGeom>
          <a:noFill/>
          <a:ln w="47625">
            <a:solidFill>
              <a:srgbClr val="B45309"/>
            </a:solidFill>
            <a:prstDash val="solid"/>
            <a:headEnd type="triangle"/>
            <a:tailEnd type="triangle"/>
          </a:ln>
        </p:spPr>
      </p:sp>
      <p:sp>
        <p:nvSpPr>
          <p:cNvPr id="20" name="Text 18"/>
          <p:cNvSpPr/>
          <p:nvPr/>
        </p:nvSpPr>
        <p:spPr>
          <a:xfrm>
            <a:off x="13258800" y="3695700"/>
            <a:ext cx="3619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30" kern="0">
                <a:solidFill>
                  <a:srgbClr val="B45309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kết</a:t>
            </a:r>
            <a:r>
              <a:rPr lang="en-US" sz="1800" dirty="0" spc="0" kern="0">
                <a:solidFill>
                  <a:srgbClr val="B45309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nối</a:t>
            </a:r>
            <a:r>
              <a:rPr lang="en-US" sz="1800" dirty="0" spc="-1" kern="0">
                <a:solidFill>
                  <a:srgbClr val="B45309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1</a:t>
            </a:r>
            <a:r>
              <a:rPr lang="en-US" sz="1800" dirty="0" spc="4" kern="0">
                <a:solidFill>
                  <a:srgbClr val="B45309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·</a:t>
            </a:r>
            <a:r>
              <a:rPr lang="en-US" sz="1800" dirty="0" spc="-1" kern="0">
                <a:solidFill>
                  <a:srgbClr val="B45309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khóa</a:t>
            </a:r>
            <a:r>
              <a:rPr lang="en-US" sz="1800" dirty="0" spc="0" kern="0">
                <a:solidFill>
                  <a:srgbClr val="B45309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1</a:t>
            </a:r>
            <a:endParaRPr lang="en-US" sz="1800" dirty="0"/>
          </a:p>
        </p:txBody>
      </p:sp>
      <p:sp>
        <p:nvSpPr>
          <p:cNvPr id="21" name="Shape 19"/>
          <p:cNvSpPr/>
          <p:nvPr/>
        </p:nvSpPr>
        <p:spPr>
          <a:xfrm>
            <a:off x="8915400" y="4191000"/>
            <a:ext cx="8077200" cy="1714500"/>
          </a:xfrm>
          <a:prstGeom prst="roundRect">
            <a:avLst>
              <a:gd name="adj" fmla="val 12222"/>
            </a:avLst>
          </a:prstGeom>
          <a:solidFill>
            <a:srgbClr val="E8E0CF"/>
          </a:solidFill>
          <a:ln/>
        </p:spPr>
      </p:sp>
      <p:sp>
        <p:nvSpPr>
          <p:cNvPr id="22" name="Text 20"/>
          <p:cNvSpPr/>
          <p:nvPr/>
        </p:nvSpPr>
        <p:spPr>
          <a:xfrm>
            <a:off x="9258300" y="447675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50" b="1" dirty="0" spc="-4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Relay</a:t>
            </a:r>
            <a:endParaRPr lang="en-US" sz="2850" dirty="0"/>
          </a:p>
        </p:txBody>
      </p:sp>
      <p:sp>
        <p:nvSpPr>
          <p:cNvPr id="23" name="Text 21"/>
          <p:cNvSpPr/>
          <p:nvPr/>
        </p:nvSpPr>
        <p:spPr>
          <a:xfrm>
            <a:off x="9258300" y="5067300"/>
            <a:ext cx="7429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Viết</a:t>
            </a:r>
            <a:r>
              <a:rPr lang="en-US" sz="210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bằng</a:t>
            </a:r>
            <a:r>
              <a:rPr lang="en-US" sz="2100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Python</a:t>
            </a:r>
            <a:endParaRPr lang="en-US" sz="2100" dirty="0"/>
          </a:p>
        </p:txBody>
      </p:sp>
      <p:sp>
        <p:nvSpPr>
          <p:cNvPr id="24" name="Text 22"/>
          <p:cNvSpPr/>
          <p:nvPr/>
        </p:nvSpPr>
        <p:spPr>
          <a:xfrm>
            <a:off x="9258300" y="5448300"/>
            <a:ext cx="7429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1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Chứng</a:t>
            </a:r>
            <a:r>
              <a:rPr lang="en-US" sz="21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 cho</a:t>
            </a:r>
            <a:r>
              <a:rPr lang="en-US" sz="210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localhost,</a:t>
            </a:r>
            <a:r>
              <a:rPr lang="en-US" sz="2100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do</a:t>
            </a:r>
            <a:r>
              <a:rPr lang="en-US" sz="2100" dirty="0" spc="-3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CA</a:t>
            </a:r>
            <a:r>
              <a:rPr lang="en-US" sz="21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100" dirty="0" spc="-2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relay</a:t>
            </a:r>
            <a:r>
              <a:rPr lang="en-US" sz="21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ký</a:t>
            </a:r>
            <a:endParaRPr lang="en-US" sz="2100" dirty="0"/>
          </a:p>
        </p:txBody>
      </p:sp>
      <p:sp>
        <p:nvSpPr>
          <p:cNvPr id="25" name="Connector line-1792376484157-573316318"/>
          <p:cNvSpPr/>
          <p:nvPr/>
        </p:nvSpPr>
        <p:spPr>
          <a:xfrm>
            <a:off x="12954000" y="6019800"/>
            <a:ext cx="0" cy="438150"/>
          </a:xfrm>
          <a:prstGeom prst="line">
            <a:avLst/>
          </a:prstGeom>
          <a:noFill/>
          <a:ln w="47625">
            <a:solidFill>
              <a:srgbClr val="B45309"/>
            </a:solidFill>
            <a:prstDash val="solid"/>
            <a:headEnd type="triangle"/>
            <a:tailEnd type="triangle"/>
          </a:ln>
        </p:spPr>
      </p:sp>
      <p:sp>
        <p:nvSpPr>
          <p:cNvPr id="26" name="Text 24"/>
          <p:cNvSpPr/>
          <p:nvPr/>
        </p:nvSpPr>
        <p:spPr>
          <a:xfrm>
            <a:off x="13258800" y="6076950"/>
            <a:ext cx="3619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30" kern="0">
                <a:solidFill>
                  <a:srgbClr val="B45309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kết</a:t>
            </a:r>
            <a:r>
              <a:rPr lang="en-US" sz="1800" dirty="0" spc="0" kern="0">
                <a:solidFill>
                  <a:srgbClr val="B45309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nối</a:t>
            </a:r>
            <a:r>
              <a:rPr lang="en-US" sz="1800" dirty="0" spc="1" kern="0">
                <a:solidFill>
                  <a:srgbClr val="B45309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2</a:t>
            </a:r>
            <a:r>
              <a:rPr lang="en-US" sz="1800" dirty="0" spc="4" kern="0">
                <a:solidFill>
                  <a:srgbClr val="B45309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·</a:t>
            </a:r>
            <a:r>
              <a:rPr lang="en-US" sz="1800" dirty="0" spc="-1" kern="0">
                <a:solidFill>
                  <a:srgbClr val="B45309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khóa</a:t>
            </a:r>
            <a:r>
              <a:rPr lang="en-US" sz="1800" dirty="0" spc="1" kern="0">
                <a:solidFill>
                  <a:srgbClr val="B45309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2</a:t>
            </a:r>
            <a:endParaRPr lang="en-US" sz="1800" dirty="0"/>
          </a:p>
        </p:txBody>
      </p:sp>
      <p:sp>
        <p:nvSpPr>
          <p:cNvPr id="27" name="Shape 25"/>
          <p:cNvSpPr/>
          <p:nvPr/>
        </p:nvSpPr>
        <p:spPr>
          <a:xfrm>
            <a:off x="8915400" y="6572250"/>
            <a:ext cx="8077200" cy="1714500"/>
          </a:xfrm>
          <a:prstGeom prst="roundRect">
            <a:avLst>
              <a:gd name="adj" fmla="val 12222"/>
            </a:avLst>
          </a:prstGeom>
          <a:solidFill>
            <a:srgbClr val="E8E0CF"/>
          </a:solidFill>
          <a:ln/>
        </p:spPr>
      </p:sp>
      <p:sp>
        <p:nvSpPr>
          <p:cNvPr id="28" name="Text 26"/>
          <p:cNvSpPr/>
          <p:nvPr/>
        </p:nvSpPr>
        <p:spPr>
          <a:xfrm>
            <a:off x="9258300" y="685800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50" b="1" dirty="0" spc="-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Máy</a:t>
            </a:r>
            <a:r>
              <a:rPr lang="en-US" sz="285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chủ</a:t>
            </a:r>
            <a:r>
              <a:rPr lang="en-US" sz="2850" b="1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thật</a:t>
            </a:r>
            <a:endParaRPr lang="en-US" sz="2850" dirty="0"/>
          </a:p>
        </p:txBody>
      </p:sp>
      <p:sp>
        <p:nvSpPr>
          <p:cNvPr id="29" name="Text 27"/>
          <p:cNvSpPr/>
          <p:nvPr/>
        </p:nvSpPr>
        <p:spPr>
          <a:xfrm>
            <a:off x="9258300" y="7448550"/>
            <a:ext cx="7429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1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Chứng</a:t>
            </a:r>
            <a:r>
              <a:rPr lang="en-US" sz="21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 cho</a:t>
            </a:r>
            <a:r>
              <a:rPr lang="en-US" sz="210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localhost,</a:t>
            </a:r>
            <a:r>
              <a:rPr lang="en-US" sz="2100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do</a:t>
            </a:r>
            <a:r>
              <a:rPr lang="en-US" sz="2100" dirty="0" spc="-3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CA</a:t>
            </a:r>
            <a:r>
              <a:rPr lang="en-US" sz="2100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thật</a:t>
            </a:r>
            <a:r>
              <a:rPr lang="en-US" sz="21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ký</a:t>
            </a:r>
            <a:endParaRPr lang="en-US" sz="2100" dirty="0"/>
          </a:p>
        </p:txBody>
      </p:sp>
      <p:sp>
        <p:nvSpPr>
          <p:cNvPr id="30" name="Connector line-1792376484162-469382865"/>
          <p:cNvSpPr/>
          <p:nvPr/>
        </p:nvSpPr>
        <p:spPr>
          <a:xfrm>
            <a:off x="990600" y="9486900"/>
            <a:ext cx="2957513" cy="0"/>
          </a:xfrm>
          <a:prstGeom prst="line">
            <a:avLst/>
          </a:prstGeom>
          <a:noFill/>
          <a:ln w="19050">
            <a:solidFill>
              <a:srgbClr val="14161C">
                <a:alpha val="35000"/>
              </a:srgbClr>
            </a:solidFill>
            <a:prstDash val="solid"/>
            <a:headEnd type="none"/>
            <a:tailEnd type="none"/>
          </a:ln>
        </p:spPr>
      </p:sp>
      <p:sp>
        <p:nvSpPr>
          <p:cNvPr id="31" name="Shape 29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32" name="Shape 30"/>
          <p:cNvSpPr/>
          <p:nvPr/>
        </p:nvSpPr>
        <p:spPr>
          <a:xfrm>
            <a:off x="1214438" y="9382125"/>
            <a:ext cx="209550" cy="20955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33" name="Shape 31"/>
          <p:cNvSpPr/>
          <p:nvPr/>
        </p:nvSpPr>
        <p:spPr>
          <a:xfrm>
            <a:off x="1590675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1919288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22479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576513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2905125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33738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35623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3890962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914400" y="9715500"/>
            <a:ext cx="76200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21</a:t>
            </a:r>
            <a:r>
              <a:rPr lang="en-US" sz="16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02/10</a:t>
            </a:r>
            <a:endParaRPr lang="en-US" sz="1650" dirty="0"/>
          </a:p>
        </p:txBody>
      </p:sp>
      <p:sp>
        <p:nvSpPr>
          <p:cNvPr id="42" name="Shape 40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43" name="Moda image moda-export-watermark-08c42c0d-d2aa-4f20-93db-f5f450ccfdac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6667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0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KHÁI</a:t>
            </a:r>
            <a:r>
              <a:rPr lang="en-US" sz="1950" b="1" spc="298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NIỆM</a:t>
            </a:r>
            <a:r>
              <a:rPr lang="en-US" sz="1950" b="1" spc="302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</a:t>
            </a:r>
            <a:r>
              <a:rPr lang="en-US" sz="1950" b="1" spc="301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/</a:t>
            </a:r>
            <a:r>
              <a:rPr lang="en-US" sz="1950" b="1" spc="300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7239000" cy="1238250"/>
          </a:xfrm>
          <a:prstGeom prst="rect">
            <a:avLst/>
          </a:prstGeom>
          <a:noFill/>
          <a:ln/>
        </p:spPr>
        <p:txBody>
          <a:bodyPr wrap="square" lIns="0" tIns="66675" rIns="0" bIns="-66675" rtlCol="0" anchor="t"/>
          <a:lstStyle/>
          <a:p>
            <a:pPr algn="l" indent="0" marL="0">
              <a:lnSpc>
                <a:spcPts val="7800"/>
              </a:lnSpc>
              <a:buNone/>
            </a:pPr>
            <a:r>
              <a:rPr lang="en-US" sz="75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Hai</a:t>
            </a:r>
            <a:r>
              <a:rPr lang="en-US" sz="7500" dirty="0" spc="-4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kết</a:t>
            </a:r>
            <a:r>
              <a:rPr lang="en-US" sz="75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nối</a:t>
            </a:r>
            <a:endParaRPr lang="en-US" sz="7500" dirty="0"/>
          </a:p>
        </p:txBody>
      </p:sp>
      <p:sp>
        <p:nvSpPr>
          <p:cNvPr id="4" name="Text 2"/>
          <p:cNvSpPr/>
          <p:nvPr/>
        </p:nvSpPr>
        <p:spPr>
          <a:xfrm>
            <a:off x="914400" y="2762250"/>
            <a:ext cx="70485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50" b="1" dirty="0" spc="-9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Không</a:t>
            </a:r>
            <a:r>
              <a:rPr lang="en-US" sz="2850" b="1" dirty="0" spc="-3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phải</a:t>
            </a:r>
            <a:r>
              <a:rPr lang="en-US" sz="2850" b="1" dirty="0" spc="-9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endParaRPr lang="en-US" sz="2850" dirty="0"/>
          </a:p>
        </p:txBody>
      </p:sp>
      <p:sp>
        <p:nvSpPr>
          <p:cNvPr id="5" name="Text 3"/>
          <p:cNvSpPr/>
          <p:nvPr/>
        </p:nvSpPr>
        <p:spPr>
          <a:xfrm>
            <a:off x="914400" y="3448050"/>
            <a:ext cx="7048500" cy="1809750"/>
          </a:xfrm>
          <a:prstGeom prst="rect">
            <a:avLst/>
          </a:prstGeom>
          <a:noFill/>
          <a:ln/>
        </p:spPr>
        <p:txBody>
          <a:bodyPr wrap="square" lIns="0" tIns="9700" rIns="0" bIns="-9700" rtlCol="0" anchor="t"/>
          <a:lstStyle/>
          <a:p>
            <a:pPr algn="l" indent="0" marL="0">
              <a:lnSpc>
                <a:spcPts val="3443"/>
              </a:lnSpc>
              <a:buNone/>
            </a:pPr>
            <a:r>
              <a:rPr lang="en-US" sz="2550" dirty="0" spc="-39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Với</a:t>
            </a:r>
            <a:r>
              <a:rPr lang="en-US" sz="2550" dirty="0" spc="-9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2550" dirty="0" spc="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khách,</a:t>
            </a:r>
            <a:r>
              <a:rPr lang="en-US" sz="2550" dirty="0" spc="-23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relay</a:t>
            </a:r>
            <a:r>
              <a:rPr lang="en-US" sz="2550" dirty="0" spc="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2550" dirty="0" spc="-5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550" dirty="0" spc="-9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2550" dirty="0" spc="-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chủ TLS</a:t>
            </a:r>
            <a:r>
              <a:rPr lang="en-US" sz="2550" dirty="0" spc="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bình</a:t>
            </a:r>
            <a:r>
              <a:rPr lang="en-US" sz="2550" dirty="0" spc="5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thường.</a:t>
            </a:r>
            <a:r>
              <a:rPr lang="en-US" sz="2550" dirty="0" spc="-29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Với</a:t>
            </a:r>
            <a:r>
              <a:rPr lang="en-US" sz="2550" dirty="0" spc="-9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2550" dirty="0" spc="-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chủ</a:t>
            </a:r>
            <a:r>
              <a:rPr lang="en-US" sz="2550" dirty="0" spc="-7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thật,</a:t>
            </a:r>
            <a:r>
              <a:rPr lang="en-US" sz="2550" dirty="0" spc="-24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relay</a:t>
            </a:r>
            <a:r>
              <a:rPr lang="en-US" sz="2550" dirty="0" spc="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2550" dirty="0" spc="-5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550" dirty="0" spc="-9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2550" dirty="0" spc="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khách</a:t>
            </a:r>
            <a:r>
              <a:rPr lang="en-US" sz="2550" dirty="0" spc="-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TLS</a:t>
            </a:r>
            <a:r>
              <a:rPr lang="en-US" sz="2550" dirty="0" spc="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bình</a:t>
            </a:r>
            <a:r>
              <a:rPr lang="en-US" sz="2550" dirty="0" spc="5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thường.</a:t>
            </a:r>
            <a:endParaRPr lang="en-US" sz="2550" dirty="0"/>
          </a:p>
        </p:txBody>
      </p:sp>
      <p:sp>
        <p:nvSpPr>
          <p:cNvPr id="6" name="Shape 4"/>
          <p:cNvSpPr/>
          <p:nvPr/>
        </p:nvSpPr>
        <p:spPr>
          <a:xfrm>
            <a:off x="914400" y="5715000"/>
            <a:ext cx="7048500" cy="3143250"/>
          </a:xfrm>
          <a:prstGeom prst="roundRect">
            <a:avLst>
              <a:gd name="adj" fmla="val 7273"/>
            </a:avLst>
          </a:prstGeom>
          <a:solidFill>
            <a:srgbClr val="1E212B"/>
          </a:solidFill>
          <a:ln w="19050">
            <a:solidFill>
              <a:srgbClr val="2A2D3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257300" y="5981700"/>
            <a:ext cx="638175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219" kern="0" dirty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BẰNG</a:t>
            </a:r>
            <a:r>
              <a:rPr lang="en-US" sz="1650" b="1" spc="240" kern="0" dirty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CHỨNG</a:t>
            </a:r>
            <a:r>
              <a:rPr lang="en-US" sz="1650" b="1" spc="230" kern="0" dirty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b="1" spc="207" kern="0" dirty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1650" b="1" spc="224" kern="0" dirty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LẦN</a:t>
            </a:r>
            <a:r>
              <a:rPr lang="en-US" sz="1650" b="1" spc="191" kern="0" dirty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CHẠY</a:t>
            </a:r>
            <a:endParaRPr lang="en-US" sz="1650" dirty="0"/>
          </a:p>
        </p:txBody>
      </p:sp>
      <p:sp>
        <p:nvSpPr>
          <p:cNvPr id="8" name="Text richtext-1792378676857-880318549"/>
          <p:cNvSpPr/>
          <p:nvPr/>
        </p:nvSpPr>
        <p:spPr>
          <a:xfrm>
            <a:off x="1257300" y="6457950"/>
            <a:ext cx="6381750" cy="2190750"/>
          </a:xfrm>
          <a:prstGeom prst="rect">
            <a:avLst/>
          </a:prstGeom>
          <a:noFill/>
          <a:ln/>
        </p:spPr>
        <p:txBody>
          <a:bodyPr wrap="square" lIns="0" tIns="7707" rIns="0" bIns="-7707" rtlCol="0" anchor="t"/>
          <a:lstStyle/>
          <a:p>
            <a:pPr algn="l" marL="257175" indent="-183736">
              <a:lnSpc>
                <a:spcPts val="2734"/>
              </a:lnSpc>
              <a:spcAft>
                <a:spcPts val="900"/>
              </a:spcAft>
              <a:buSzPct val="100000"/>
              <a:buFont typeface="Arial"/>
              <a:buChar char="•"/>
            </a:pPr>
            <a:r>
              <a:rPr lang="en-US" sz="2025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Mỗi</a:t>
            </a:r>
            <a:r>
              <a:rPr lang="en-US" sz="2025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chặng</a:t>
            </a:r>
            <a:r>
              <a:rPr lang="en-US" sz="2025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025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5</a:t>
            </a:r>
            <a:r>
              <a:rPr lang="en-US" sz="2025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dòng</a:t>
            </a:r>
            <a:r>
              <a:rPr lang="en-US" sz="2025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bí</a:t>
            </a:r>
            <a:r>
              <a:rPr lang="en-US" sz="2025" dirty="0" spc="-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mật</a:t>
            </a:r>
            <a:r>
              <a:rPr lang="en-US" sz="2025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giống</a:t>
            </a:r>
            <a:r>
              <a:rPr lang="en-US" sz="2025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hệt</a:t>
            </a:r>
            <a:r>
              <a:rPr lang="en-US" sz="2025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hai</a:t>
            </a:r>
            <a:r>
              <a:rPr lang="en-US" sz="2025" dirty="0" spc="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đầu</a:t>
            </a:r>
            <a:endParaRPr lang="en-US" sz="2025" dirty="0"/>
          </a:p>
          <a:p>
            <a:pPr algn="l" marL="257175" indent="-183736">
              <a:lnSpc>
                <a:spcPts val="2734"/>
              </a:lnSpc>
              <a:spcAft>
                <a:spcPts val="900"/>
              </a:spcAft>
              <a:buSzPct val="100000"/>
              <a:buFont typeface="Arial"/>
              <a:buChar char="•"/>
            </a:pPr>
            <a:r>
              <a:rPr lang="en-US" sz="2025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Hai</a:t>
            </a:r>
            <a:r>
              <a:rPr lang="en-US" sz="2025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chặng</a:t>
            </a:r>
            <a:r>
              <a:rPr lang="en-US" sz="2025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025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chung</a:t>
            </a:r>
            <a:r>
              <a:rPr lang="en-US" sz="2025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client_random</a:t>
            </a:r>
            <a:r>
              <a:rPr lang="en-US" sz="2025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hay</a:t>
            </a:r>
            <a:r>
              <a:rPr lang="en-US" sz="2025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bí</a:t>
            </a:r>
            <a:r>
              <a:rPr lang="en-US" sz="2025" dirty="0" spc="-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mật</a:t>
            </a:r>
            <a:r>
              <a:rPr lang="en-US" sz="2025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nào</a:t>
            </a:r>
            <a:endParaRPr lang="en-US" sz="2025" dirty="0"/>
          </a:p>
          <a:p>
            <a:pPr algn="l" marL="257175" indent="-183736">
              <a:lnSpc>
                <a:spcPts val="2734"/>
              </a:lnSpc>
              <a:buSzPct val="100000"/>
              <a:buFont typeface="Arial"/>
              <a:buChar char="•"/>
            </a:pPr>
            <a:r>
              <a:rPr lang="en-US" sz="2025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Máy</a:t>
            </a:r>
            <a:r>
              <a:rPr lang="en-US" sz="2025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chủ</a:t>
            </a:r>
            <a:r>
              <a:rPr lang="en-US" sz="2025" dirty="0" spc="-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tối</a:t>
            </a:r>
            <a:r>
              <a:rPr lang="en-US" sz="2025" dirty="0" spc="1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đa</a:t>
            </a:r>
            <a:r>
              <a:rPr lang="en-US" sz="2025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TLS</a:t>
            </a:r>
            <a:r>
              <a:rPr lang="en-US" sz="2025" dirty="0" spc="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1.2,</a:t>
            </a:r>
            <a:r>
              <a:rPr lang="en-US" sz="2025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chặng</a:t>
            </a:r>
            <a:r>
              <a:rPr lang="en-US" sz="2025" dirty="0" spc="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</a:t>
            </a:r>
            <a:r>
              <a:rPr lang="en-US" sz="2025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vẫn</a:t>
            </a:r>
            <a:r>
              <a:rPr lang="en-US" sz="2025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TLSv1.3</a:t>
            </a:r>
            <a:endParaRPr lang="en-US" sz="2025" dirty="0"/>
          </a:p>
        </p:txBody>
      </p:sp>
      <p:sp>
        <p:nvSpPr>
          <p:cNvPr id="9" name="Shape 7"/>
          <p:cNvSpPr/>
          <p:nvPr/>
        </p:nvSpPr>
        <p:spPr>
          <a:xfrm>
            <a:off x="8534400" y="914400"/>
            <a:ext cx="8839200" cy="7943850"/>
          </a:xfrm>
          <a:prstGeom prst="roundRect">
            <a:avLst>
              <a:gd name="adj" fmla="val 3357"/>
            </a:avLst>
          </a:prstGeom>
          <a:solidFill>
            <a:srgbClr val="1E212B"/>
          </a:solidFill>
          <a:ln w="19050">
            <a:solidFill>
              <a:srgbClr val="2A2D38"/>
            </a:solidFill>
            <a:prstDash val="solid"/>
          </a:ln>
        </p:spPr>
      </p:sp>
      <p:sp>
        <p:nvSpPr>
          <p:cNvPr id="10" name="Connector line-1792378676878-532960729"/>
          <p:cNvSpPr/>
          <p:nvPr/>
        </p:nvSpPr>
        <p:spPr>
          <a:xfrm>
            <a:off x="9820275" y="1866900"/>
            <a:ext cx="0" cy="6229350"/>
          </a:xfrm>
          <a:prstGeom prst="line">
            <a:avLst/>
          </a:prstGeom>
          <a:noFill/>
          <a:ln w="19050">
            <a:solidFill>
              <a:srgbClr val="9A98A0">
                <a:alpha val="60000"/>
              </a:srgbClr>
            </a:solidFill>
            <a:prstDash val="lgDash"/>
            <a:headEnd type="none"/>
            <a:tailEnd type="none"/>
          </a:ln>
        </p:spPr>
      </p:sp>
      <p:sp>
        <p:nvSpPr>
          <p:cNvPr id="11" name="Connector line-1792378676878-75361170"/>
          <p:cNvSpPr/>
          <p:nvPr/>
        </p:nvSpPr>
        <p:spPr>
          <a:xfrm>
            <a:off x="12858750" y="1866900"/>
            <a:ext cx="0" cy="6229350"/>
          </a:xfrm>
          <a:prstGeom prst="line">
            <a:avLst/>
          </a:prstGeom>
          <a:noFill/>
          <a:ln w="19050">
            <a:solidFill>
              <a:srgbClr val="9A98A0">
                <a:alpha val="60000"/>
              </a:srgbClr>
            </a:solidFill>
            <a:prstDash val="lgDash"/>
            <a:headEnd type="none"/>
            <a:tailEnd type="none"/>
          </a:ln>
        </p:spPr>
      </p:sp>
      <p:sp>
        <p:nvSpPr>
          <p:cNvPr id="12" name="Connector line-1792378676879-823477660"/>
          <p:cNvSpPr/>
          <p:nvPr/>
        </p:nvSpPr>
        <p:spPr>
          <a:xfrm>
            <a:off x="15821025" y="1866900"/>
            <a:ext cx="0" cy="6229350"/>
          </a:xfrm>
          <a:prstGeom prst="line">
            <a:avLst/>
          </a:prstGeom>
          <a:noFill/>
          <a:ln w="19050">
            <a:solidFill>
              <a:srgbClr val="9A98A0">
                <a:alpha val="60000"/>
              </a:srgbClr>
            </a:solidFill>
            <a:prstDash val="lgDash"/>
            <a:headEnd type="none"/>
            <a:tailEnd type="none"/>
          </a:ln>
        </p:spPr>
      </p:sp>
      <p:sp>
        <p:nvSpPr>
          <p:cNvPr id="13" name="Text 11"/>
          <p:cNvSpPr/>
          <p:nvPr/>
        </p:nvSpPr>
        <p:spPr>
          <a:xfrm>
            <a:off x="8867775" y="1238250"/>
            <a:ext cx="1905000" cy="533400"/>
          </a:xfrm>
          <a:prstGeom prst="roundRect">
            <a:avLst>
              <a:gd name="adj" fmla="val 50000"/>
            </a:avLst>
          </a:prstGeom>
          <a:solidFill>
            <a:srgbClr val="F3EEE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b="1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Máy</a:t>
            </a:r>
            <a:r>
              <a:rPr lang="en-US" sz="195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khách</a:t>
            </a:r>
            <a:endParaRPr lang="en-US" sz="1950" dirty="0"/>
          </a:p>
        </p:txBody>
      </p:sp>
      <p:sp>
        <p:nvSpPr>
          <p:cNvPr id="14" name="Text 12"/>
          <p:cNvSpPr/>
          <p:nvPr/>
        </p:nvSpPr>
        <p:spPr>
          <a:xfrm>
            <a:off x="12020550" y="1238250"/>
            <a:ext cx="1676400" cy="533400"/>
          </a:xfrm>
          <a:prstGeom prst="roundRect">
            <a:avLst>
              <a:gd name="adj" fmla="val 50000"/>
            </a:avLst>
          </a:prstGeom>
          <a:solidFill>
            <a:srgbClr val="FFB45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b="1" dirty="0" spc="-2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Relay</a:t>
            </a:r>
            <a:endParaRPr lang="en-US" sz="1950" dirty="0"/>
          </a:p>
        </p:txBody>
      </p:sp>
      <p:sp>
        <p:nvSpPr>
          <p:cNvPr id="15" name="Text 13"/>
          <p:cNvSpPr/>
          <p:nvPr/>
        </p:nvSpPr>
        <p:spPr>
          <a:xfrm>
            <a:off x="14678025" y="1238250"/>
            <a:ext cx="2286000" cy="533400"/>
          </a:xfrm>
          <a:prstGeom prst="roundRect">
            <a:avLst>
              <a:gd name="adj" fmla="val 50000"/>
            </a:avLst>
          </a:prstGeom>
          <a:solidFill>
            <a:srgbClr val="F3EEE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b="1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Máy</a:t>
            </a:r>
            <a:r>
              <a:rPr lang="en-US" sz="195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chủ</a:t>
            </a:r>
            <a:r>
              <a:rPr lang="en-US" sz="195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thật</a:t>
            </a:r>
            <a:endParaRPr lang="en-US" sz="1950" dirty="0"/>
          </a:p>
        </p:txBody>
      </p:sp>
      <p:sp>
        <p:nvSpPr>
          <p:cNvPr id="16" name="Text 14"/>
          <p:cNvSpPr/>
          <p:nvPr/>
        </p:nvSpPr>
        <p:spPr>
          <a:xfrm>
            <a:off x="9820275" y="2114550"/>
            <a:ext cx="3038475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spc="225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KẾT NỐI 1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9820275" y="2495550"/>
            <a:ext cx="3038475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100" b="1" dirty="0" spc="-8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bắt</a:t>
            </a:r>
            <a:r>
              <a:rPr lang="en-US" sz="2100" b="1" dirty="0" spc="-14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tay</a:t>
            </a:r>
            <a:r>
              <a:rPr lang="en-US" sz="2100" b="1" dirty="0" spc="0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TLS</a:t>
            </a:r>
            <a:endParaRPr lang="en-US" sz="2100" dirty="0"/>
          </a:p>
        </p:txBody>
      </p:sp>
      <p:sp>
        <p:nvSpPr>
          <p:cNvPr id="18" name="Connector line-1792378676889-760007411"/>
          <p:cNvSpPr/>
          <p:nvPr/>
        </p:nvSpPr>
        <p:spPr>
          <a:xfrm>
            <a:off x="9934575" y="3009900"/>
            <a:ext cx="2809875" cy="0"/>
          </a:xfrm>
          <a:prstGeom prst="line">
            <a:avLst/>
          </a:prstGeom>
          <a:noFill/>
          <a:ln w="47625">
            <a:solidFill>
              <a:srgbClr val="FFB454"/>
            </a:solidFill>
            <a:prstDash val="solid"/>
            <a:headEnd type="triangle"/>
            <a:tailEnd type="triangle"/>
          </a:ln>
        </p:spPr>
      </p:sp>
      <p:sp>
        <p:nvSpPr>
          <p:cNvPr id="19" name="Text 17"/>
          <p:cNvSpPr/>
          <p:nvPr/>
        </p:nvSpPr>
        <p:spPr>
          <a:xfrm>
            <a:off x="9820275" y="3162300"/>
            <a:ext cx="3038475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50" dirty="0" spc="-3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CA</a:t>
            </a:r>
            <a:r>
              <a:rPr lang="en-US" sz="1650" dirty="0" spc="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1650" dirty="0" spc="-16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relay</a:t>
            </a:r>
            <a:r>
              <a:rPr lang="en-US" sz="1650" dirty="0" spc="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ký</a:t>
            </a:r>
            <a:r>
              <a:rPr lang="en-US" sz="1650" dirty="0" spc="1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chứng</a:t>
            </a:r>
            <a:r>
              <a:rPr lang="en-US" sz="1650" dirty="0" spc="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endParaRPr lang="en-US" sz="1650" dirty="0"/>
          </a:p>
        </p:txBody>
      </p:sp>
      <p:sp>
        <p:nvSpPr>
          <p:cNvPr id="20" name="Text 18"/>
          <p:cNvSpPr/>
          <p:nvPr/>
        </p:nvSpPr>
        <p:spPr>
          <a:xfrm>
            <a:off x="9820275" y="3600450"/>
            <a:ext cx="3038475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100" b="1" dirty="0" spc="-23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yêu</a:t>
            </a:r>
            <a:r>
              <a:rPr lang="en-US" sz="2100" b="1" dirty="0" spc="-1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cầu</a:t>
            </a:r>
            <a:r>
              <a:rPr lang="en-US" sz="2100" b="1" dirty="0" spc="-2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2100" b="1" dirty="0" spc="-8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khóa</a:t>
            </a:r>
            <a:r>
              <a:rPr lang="en-US" sz="2100" b="1" dirty="0" spc="0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</a:t>
            </a:r>
            <a:endParaRPr lang="en-US" sz="2100" dirty="0"/>
          </a:p>
        </p:txBody>
      </p:sp>
      <p:sp>
        <p:nvSpPr>
          <p:cNvPr id="21" name="Connector line-1792378676893-570833321"/>
          <p:cNvSpPr/>
          <p:nvPr/>
        </p:nvSpPr>
        <p:spPr>
          <a:xfrm>
            <a:off x="9934575" y="4114800"/>
            <a:ext cx="2809875" cy="0"/>
          </a:xfrm>
          <a:prstGeom prst="line">
            <a:avLst/>
          </a:prstGeom>
          <a:noFill/>
          <a:ln w="47625">
            <a:solidFill>
              <a:srgbClr val="FFB454"/>
            </a:solidFill>
            <a:prstDash val="solid"/>
            <a:headEnd type="none"/>
            <a:tailEnd type="triangle"/>
          </a:ln>
        </p:spPr>
      </p:sp>
      <p:sp>
        <p:nvSpPr>
          <p:cNvPr id="22" name="Text 20"/>
          <p:cNvSpPr/>
          <p:nvPr/>
        </p:nvSpPr>
        <p:spPr>
          <a:xfrm>
            <a:off x="11410950" y="4572000"/>
            <a:ext cx="2895600" cy="609600"/>
          </a:xfrm>
          <a:prstGeom prst="roundRect">
            <a:avLst>
              <a:gd name="adj" fmla="val 25000"/>
            </a:avLst>
          </a:prstGeom>
          <a:solidFill>
            <a:srgbClr val="14161C"/>
          </a:solidFill>
          <a:ln w="28575">
            <a:solidFill>
              <a:srgbClr val="FFB454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b="1" dirty="0" spc="-1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giữ chữ</a:t>
            </a:r>
            <a:r>
              <a:rPr lang="en-US" sz="1950" b="1" dirty="0" spc="-17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rõ</a:t>
            </a:r>
            <a:r>
              <a:rPr lang="en-US" sz="1950" b="1" dirty="0" spc="-3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ở</a:t>
            </a:r>
            <a:r>
              <a:rPr lang="en-US" sz="1950" b="1" dirty="0" spc="6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giữa</a:t>
            </a:r>
            <a:endParaRPr lang="en-US" sz="1950" dirty="0"/>
          </a:p>
        </p:txBody>
      </p:sp>
      <p:sp>
        <p:nvSpPr>
          <p:cNvPr id="23" name="Text 21"/>
          <p:cNvSpPr/>
          <p:nvPr/>
        </p:nvSpPr>
        <p:spPr>
          <a:xfrm>
            <a:off x="12858750" y="5619750"/>
            <a:ext cx="2962275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spc="225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KẾT NỐI</a:t>
            </a:r>
            <a:r>
              <a:rPr lang="en-US" sz="1800" b="1" spc="223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12858750" y="6000750"/>
            <a:ext cx="2962275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100" b="1" dirty="0" spc="-8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bắt</a:t>
            </a:r>
            <a:r>
              <a:rPr lang="en-US" sz="2100" b="1" dirty="0" spc="-14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tay</a:t>
            </a:r>
            <a:r>
              <a:rPr lang="en-US" sz="2100" b="1" dirty="0" spc="0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TLS, riêng</a:t>
            </a:r>
            <a:endParaRPr lang="en-US" sz="2100" dirty="0"/>
          </a:p>
        </p:txBody>
      </p:sp>
      <p:sp>
        <p:nvSpPr>
          <p:cNvPr id="25" name="Connector line-1792378676898-563298665"/>
          <p:cNvSpPr/>
          <p:nvPr/>
        </p:nvSpPr>
        <p:spPr>
          <a:xfrm>
            <a:off x="12973050" y="6515100"/>
            <a:ext cx="2733675" cy="0"/>
          </a:xfrm>
          <a:prstGeom prst="line">
            <a:avLst/>
          </a:prstGeom>
          <a:noFill/>
          <a:ln w="47625">
            <a:solidFill>
              <a:srgbClr val="FFB454"/>
            </a:solidFill>
            <a:prstDash val="solid"/>
            <a:headEnd type="triangle"/>
            <a:tailEnd type="triangle"/>
          </a:ln>
        </p:spPr>
      </p:sp>
      <p:sp>
        <p:nvSpPr>
          <p:cNvPr id="26" name="Text 24"/>
          <p:cNvSpPr/>
          <p:nvPr/>
        </p:nvSpPr>
        <p:spPr>
          <a:xfrm>
            <a:off x="12858750" y="6667500"/>
            <a:ext cx="2962275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50" dirty="0" spc="-3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CA</a:t>
            </a:r>
            <a:r>
              <a:rPr lang="en-US" sz="1650" dirty="0" spc="-3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thật</a:t>
            </a:r>
            <a:r>
              <a:rPr lang="en-US" sz="1650" dirty="0" spc="3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ký</a:t>
            </a:r>
            <a:r>
              <a:rPr lang="en-US" sz="1650" dirty="0" spc="1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chứng</a:t>
            </a:r>
            <a:r>
              <a:rPr lang="en-US" sz="1650" dirty="0" spc="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endParaRPr lang="en-US" sz="1650" dirty="0"/>
          </a:p>
        </p:txBody>
      </p:sp>
      <p:sp>
        <p:nvSpPr>
          <p:cNvPr id="27" name="Text 25"/>
          <p:cNvSpPr/>
          <p:nvPr/>
        </p:nvSpPr>
        <p:spPr>
          <a:xfrm>
            <a:off x="12858750" y="7105650"/>
            <a:ext cx="2962275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100" b="1" dirty="0" spc="-23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yêu</a:t>
            </a:r>
            <a:r>
              <a:rPr lang="en-US" sz="2100" b="1" dirty="0" spc="-1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cầu</a:t>
            </a:r>
            <a:r>
              <a:rPr lang="en-US" sz="2100" b="1" dirty="0" spc="-2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2100" b="1" dirty="0" spc="-8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khóa</a:t>
            </a:r>
            <a:r>
              <a:rPr lang="en-US" sz="2100" b="1" dirty="0" spc="-6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</a:t>
            </a:r>
            <a:endParaRPr lang="en-US" sz="2100" dirty="0"/>
          </a:p>
        </p:txBody>
      </p:sp>
      <p:sp>
        <p:nvSpPr>
          <p:cNvPr id="28" name="Connector line-1792378676902-879327883"/>
          <p:cNvSpPr/>
          <p:nvPr/>
        </p:nvSpPr>
        <p:spPr>
          <a:xfrm>
            <a:off x="12973050" y="7620000"/>
            <a:ext cx="2733675" cy="0"/>
          </a:xfrm>
          <a:prstGeom prst="line">
            <a:avLst/>
          </a:prstGeom>
          <a:noFill/>
          <a:ln w="47625">
            <a:solidFill>
              <a:srgbClr val="FFB454"/>
            </a:solidFill>
            <a:prstDash val="solid"/>
            <a:headEnd type="none"/>
            <a:tailEnd type="triangle"/>
          </a:ln>
        </p:spPr>
      </p:sp>
      <p:sp>
        <p:nvSpPr>
          <p:cNvPr id="29" name="Text 27"/>
          <p:cNvSpPr/>
          <p:nvPr/>
        </p:nvSpPr>
        <p:spPr>
          <a:xfrm>
            <a:off x="8915400" y="8267700"/>
            <a:ext cx="80772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50" dirty="0" spc="-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Thời gian</a:t>
            </a:r>
            <a:r>
              <a:rPr lang="en-US" sz="1650" dirty="0" spc="24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</a:t>
            </a:r>
            <a:r>
              <a:rPr lang="en-US" sz="1650" dirty="0" spc="3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</a:t>
            </a:r>
            <a:r>
              <a:rPr lang="en-US" sz="1650" dirty="0" spc="-1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trên</a:t>
            </a:r>
            <a:r>
              <a:rPr lang="en-US" sz="1650" dirty="0" spc="-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xuống · khóa</a:t>
            </a:r>
            <a:r>
              <a:rPr lang="en-US" sz="1650" dirty="0" spc="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 khác</a:t>
            </a:r>
            <a:r>
              <a:rPr lang="en-US" sz="1650" dirty="0" spc="-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khóa</a:t>
            </a:r>
            <a:r>
              <a:rPr lang="en-US" sz="1650" dirty="0" spc="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</a:t>
            </a:r>
            <a:endParaRPr lang="en-US" sz="1650" dirty="0"/>
          </a:p>
        </p:txBody>
      </p:sp>
      <p:sp>
        <p:nvSpPr>
          <p:cNvPr id="30" name="Connector line-1792378676904-439385320"/>
          <p:cNvSpPr/>
          <p:nvPr/>
        </p:nvSpPr>
        <p:spPr>
          <a:xfrm>
            <a:off x="990600" y="9486900"/>
            <a:ext cx="2957513" cy="0"/>
          </a:xfrm>
          <a:prstGeom prst="line">
            <a:avLst/>
          </a:prstGeom>
          <a:noFill/>
          <a:ln w="19050">
            <a:solidFill>
              <a:srgbClr val="F3EEE3">
                <a:alpha val="35000"/>
              </a:srgbClr>
            </a:solidFill>
            <a:prstDash val="solid"/>
            <a:headEnd type="none"/>
            <a:tailEnd type="none"/>
          </a:ln>
        </p:spPr>
      </p:sp>
      <p:sp>
        <p:nvSpPr>
          <p:cNvPr id="31" name="Shape 29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32" name="Shape 30"/>
          <p:cNvSpPr/>
          <p:nvPr/>
        </p:nvSpPr>
        <p:spPr>
          <a:xfrm>
            <a:off x="1262063" y="9429750"/>
            <a:ext cx="114300" cy="1143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33" name="Shape 31"/>
          <p:cNvSpPr/>
          <p:nvPr/>
        </p:nvSpPr>
        <p:spPr>
          <a:xfrm>
            <a:off x="1543050" y="9382125"/>
            <a:ext cx="209550" cy="209550"/>
          </a:xfrm>
          <a:prstGeom prst="ellipse">
            <a:avLst/>
          </a:prstGeom>
          <a:solidFill>
            <a:srgbClr val="FF6A4D"/>
          </a:solidFill>
          <a:ln/>
        </p:spPr>
      </p:sp>
      <p:sp>
        <p:nvSpPr>
          <p:cNvPr id="34" name="Shape 32"/>
          <p:cNvSpPr/>
          <p:nvPr/>
        </p:nvSpPr>
        <p:spPr>
          <a:xfrm>
            <a:off x="1919288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22479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576513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2905125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33738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35623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3890962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914400" y="9715500"/>
            <a:ext cx="76200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21</a:t>
            </a:r>
            <a:r>
              <a:rPr lang="en-US" sz="1650" dirty="0" spc="-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03/10</a:t>
            </a:r>
            <a:endParaRPr lang="en-US" sz="1650" dirty="0"/>
          </a:p>
        </p:txBody>
      </p:sp>
      <p:sp>
        <p:nvSpPr>
          <p:cNvPr id="42" name="Shape 40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43" name="Moda image moda-export-watermark-d00218be-3658-42a4-a818-5cb2297c5814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6667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0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KHÁI</a:t>
            </a:r>
            <a:r>
              <a:rPr lang="en-US" sz="1950" b="1" spc="298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NIỆM 2</a:t>
            </a:r>
            <a:r>
              <a:rPr lang="en-US" sz="1950" b="1" spc="301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/</a:t>
            </a:r>
            <a:r>
              <a:rPr lang="en-US" sz="1950" b="1" spc="300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7239000" cy="2419350"/>
          </a:xfrm>
          <a:prstGeom prst="rect">
            <a:avLst/>
          </a:prstGeom>
          <a:noFill/>
          <a:ln/>
        </p:spPr>
        <p:txBody>
          <a:bodyPr wrap="square" lIns="0" tIns="66675" rIns="0" bIns="-66675" rtlCol="0" anchor="t"/>
          <a:lstStyle/>
          <a:p>
            <a:pPr algn="l" indent="0" marL="0">
              <a:lnSpc>
                <a:spcPts val="7800"/>
              </a:lnSpc>
              <a:buNone/>
            </a:pPr>
            <a:r>
              <a:rPr lang="en-US" sz="75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Kho</a:t>
            </a:r>
            <a:r>
              <a:rPr lang="en-US" sz="75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chỉ có</a:t>
            </a:r>
            <a:endParaRPr lang="en-US" sz="7500" dirty="0"/>
          </a:p>
          <a:p>
            <a:pPr algn="l" indent="0" marL="0">
              <a:lnSpc>
                <a:spcPts val="7800"/>
              </a:lnSpc>
              <a:buNone/>
            </a:pPr>
            <a:r>
              <a:rPr lang="en-US" sz="7500" dirty="0" spc="-9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CA</a:t>
            </a:r>
            <a:r>
              <a:rPr lang="en-US" sz="75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thật</a:t>
            </a:r>
            <a:endParaRPr lang="en-US" sz="7500" dirty="0"/>
          </a:p>
        </p:txBody>
      </p:sp>
      <p:sp>
        <p:nvSpPr>
          <p:cNvPr id="4" name="Text 2"/>
          <p:cNvSpPr/>
          <p:nvPr/>
        </p:nvSpPr>
        <p:spPr>
          <a:xfrm>
            <a:off x="914400" y="3810000"/>
            <a:ext cx="70485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50" b="1" dirty="0" spc="-14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Máy</a:t>
            </a:r>
            <a:r>
              <a:rPr lang="en-US" sz="2850" b="1" dirty="0" spc="0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khách</a:t>
            </a:r>
            <a:r>
              <a:rPr lang="en-US" sz="2850" b="1" dirty="0" spc="1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</a:t>
            </a:r>
            <a:r>
              <a:rPr lang="en-US" sz="2850" b="1" dirty="0" spc="-1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chối</a:t>
            </a:r>
            <a:endParaRPr lang="en-US" sz="2850" dirty="0"/>
          </a:p>
        </p:txBody>
      </p:sp>
      <p:sp>
        <p:nvSpPr>
          <p:cNvPr id="5" name="Text 3"/>
          <p:cNvSpPr/>
          <p:nvPr/>
        </p:nvSpPr>
        <p:spPr>
          <a:xfrm>
            <a:off x="914400" y="4476750"/>
            <a:ext cx="7048500" cy="1428750"/>
          </a:xfrm>
          <a:prstGeom prst="rect">
            <a:avLst/>
          </a:prstGeom>
          <a:noFill/>
          <a:ln/>
        </p:spPr>
        <p:txBody>
          <a:bodyPr wrap="square" lIns="0" tIns="9700" rIns="0" bIns="-9700" rtlCol="0" anchor="t"/>
          <a:lstStyle/>
          <a:p>
            <a:pPr algn="l" indent="0" marL="0">
              <a:lnSpc>
                <a:spcPts val="3443"/>
              </a:lnSpc>
              <a:buNone/>
            </a:pPr>
            <a:r>
              <a:rPr lang="en-US" sz="2550" dirty="0" spc="2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Chứng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550" dirty="0" spc="-2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relay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do</a:t>
            </a:r>
            <a:r>
              <a:rPr lang="en-US" sz="2550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550" dirty="0" spc="-3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CA</a:t>
            </a:r>
            <a:endParaRPr lang="en-US" sz="2550" dirty="0"/>
          </a:p>
          <a:p>
            <a:pPr algn="l" indent="0" marL="0">
              <a:lnSpc>
                <a:spcPts val="3443"/>
              </a:lnSpc>
              <a:buNone/>
            </a:pP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không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550" dirty="0" spc="-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trong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kho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ký, nên không</a:t>
            </a:r>
            <a:endParaRPr lang="en-US" sz="2550" dirty="0"/>
          </a:p>
          <a:p>
            <a:pPr algn="l" indent="0" marL="0">
              <a:lnSpc>
                <a:spcPts val="3443"/>
              </a:lnSpc>
              <a:buNone/>
            </a:pPr>
            <a:r>
              <a:rPr lang="en-US" sz="2550" dirty="0" spc="2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dựng</a:t>
            </a:r>
            <a:r>
              <a:rPr lang="en-US" sz="2550" dirty="0" spc="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chuỗi tin</a:t>
            </a:r>
            <a:r>
              <a:rPr lang="en-US" sz="2550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cậy.</a:t>
            </a:r>
            <a:endParaRPr lang="en-US" sz="2550" dirty="0"/>
          </a:p>
        </p:txBody>
      </p:sp>
      <p:sp>
        <p:nvSpPr>
          <p:cNvPr id="6" name="Shape 4"/>
          <p:cNvSpPr/>
          <p:nvPr/>
        </p:nvSpPr>
        <p:spPr>
          <a:xfrm>
            <a:off x="914400" y="6096000"/>
            <a:ext cx="7048500" cy="1714500"/>
          </a:xfrm>
          <a:prstGeom prst="roundRect">
            <a:avLst>
              <a:gd name="adj" fmla="val 13333"/>
            </a:avLst>
          </a:prstGeom>
          <a:solidFill>
            <a:srgbClr val="CFE8E2"/>
          </a:solidFill>
          <a:ln/>
        </p:spPr>
      </p:sp>
      <p:sp>
        <p:nvSpPr>
          <p:cNvPr id="7" name="Text 5"/>
          <p:cNvSpPr/>
          <p:nvPr/>
        </p:nvSpPr>
        <p:spPr>
          <a:xfrm>
            <a:off x="1257300" y="6343650"/>
            <a:ext cx="38100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222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KẾT</a:t>
            </a:r>
            <a:r>
              <a:rPr lang="en-US" sz="1650" b="1" spc="216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QUẢ</a:t>
            </a:r>
            <a:endParaRPr lang="en-US" sz="1650" dirty="0"/>
          </a:p>
        </p:txBody>
      </p:sp>
      <p:sp>
        <p:nvSpPr>
          <p:cNvPr id="8" name="Text 6"/>
          <p:cNvSpPr/>
          <p:nvPr/>
        </p:nvSpPr>
        <p:spPr>
          <a:xfrm>
            <a:off x="1257300" y="6724650"/>
            <a:ext cx="6438900" cy="952500"/>
          </a:xfrm>
          <a:prstGeom prst="rect">
            <a:avLst/>
          </a:prstGeom>
          <a:noFill/>
          <a:ln/>
        </p:spPr>
        <p:txBody>
          <a:bodyPr wrap="square" lIns="0" tIns="9700" rIns="0" bIns="-9700" rtlCol="0" anchor="t"/>
          <a:lstStyle/>
          <a:p>
            <a:pPr algn="l" indent="0" marL="0">
              <a:lnSpc>
                <a:spcPts val="3443"/>
              </a:lnSpc>
              <a:buNone/>
            </a:pPr>
            <a:r>
              <a:rPr lang="en-US" sz="2550" dirty="0" spc="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Dẫn</a:t>
            </a:r>
            <a:r>
              <a:rPr lang="en-US" sz="2550" dirty="0" spc="9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được</a:t>
            </a:r>
            <a:r>
              <a:rPr lang="en-US" sz="2550" dirty="0" spc="26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lưu</a:t>
            </a:r>
            <a:r>
              <a:rPr lang="en-US" sz="2550" dirty="0" spc="6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lượng</a:t>
            </a:r>
            <a:r>
              <a:rPr lang="en-US" sz="2550" dirty="0" spc="-2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về</a:t>
            </a:r>
            <a:r>
              <a:rPr lang="en-US" sz="2550" dirty="0" spc="-2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relay</a:t>
            </a:r>
            <a:endParaRPr lang="en-US" sz="2550" dirty="0"/>
          </a:p>
          <a:p>
            <a:pPr algn="l" indent="0" marL="0">
              <a:lnSpc>
                <a:spcPts val="3443"/>
              </a:lnSpc>
              <a:buNone/>
            </a:pPr>
            <a:r>
              <a:rPr lang="en-US" sz="2550" dirty="0" spc="-19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vẫn</a:t>
            </a:r>
            <a:r>
              <a:rPr lang="en-US" sz="2550" dirty="0" spc="1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chưa</a:t>
            </a:r>
            <a:r>
              <a:rPr lang="en-US" sz="2550" dirty="0" spc="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đủ.</a:t>
            </a:r>
            <a:endParaRPr lang="en-US" sz="2550" dirty="0"/>
          </a:p>
        </p:txBody>
      </p:sp>
      <p:sp>
        <p:nvSpPr>
          <p:cNvPr id="9" name="Shape 7"/>
          <p:cNvSpPr/>
          <p:nvPr/>
        </p:nvSpPr>
        <p:spPr>
          <a:xfrm>
            <a:off x="914400" y="8001000"/>
            <a:ext cx="7048500" cy="876300"/>
          </a:xfrm>
          <a:prstGeom prst="roundRect">
            <a:avLst>
              <a:gd name="adj" fmla="val 26087"/>
            </a:avLst>
          </a:prstGeom>
          <a:solidFill>
            <a:srgbClr val="E8E0CF"/>
          </a:solidFill>
          <a:ln/>
        </p:spPr>
      </p:sp>
      <p:sp>
        <p:nvSpPr>
          <p:cNvPr id="10" name="Text 8"/>
          <p:cNvSpPr/>
          <p:nvPr/>
        </p:nvSpPr>
        <p:spPr>
          <a:xfrm>
            <a:off x="1257300" y="8134350"/>
            <a:ext cx="64770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dirty="0" spc="18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Chứng</a:t>
            </a:r>
            <a:r>
              <a:rPr lang="en-US" sz="1950" dirty="0" spc="-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chỉ:</a:t>
            </a:r>
            <a:r>
              <a:rPr lang="en-US" sz="1950" dirty="0" spc="-5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khóa</a:t>
            </a:r>
            <a:r>
              <a:rPr lang="en-US" sz="1950" dirty="0" spc="-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công</a:t>
            </a:r>
            <a:r>
              <a:rPr lang="en-US" sz="1950" dirty="0" spc="-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khai</a:t>
            </a:r>
            <a:r>
              <a:rPr lang="en-US" sz="1950" dirty="0" spc="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cùng</a:t>
            </a:r>
            <a:r>
              <a:rPr lang="en-US" sz="1950" dirty="0" spc="-8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tên,</a:t>
            </a:r>
            <a:r>
              <a:rPr lang="en-US" sz="1950" dirty="0" spc="-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do</a:t>
            </a:r>
            <a:r>
              <a:rPr lang="en-US" sz="1950" dirty="0" spc="-2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CA</a:t>
            </a:r>
            <a:r>
              <a:rPr lang="en-US" sz="1950" dirty="0" spc="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ký</a:t>
            </a:r>
            <a:endParaRPr lang="en-US" sz="1950" dirty="0"/>
          </a:p>
        </p:txBody>
      </p:sp>
      <p:sp>
        <p:nvSpPr>
          <p:cNvPr id="11" name="Text 9"/>
          <p:cNvSpPr/>
          <p:nvPr/>
        </p:nvSpPr>
        <p:spPr>
          <a:xfrm>
            <a:off x="1257300" y="8505825"/>
            <a:ext cx="64770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2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Xem</a:t>
            </a:r>
            <a:r>
              <a:rPr lang="en-US" sz="16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sd-14-014</a:t>
            </a:r>
            <a:r>
              <a:rPr lang="en-US" sz="1650" dirty="0" spc="-9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6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sd-14-015</a:t>
            </a:r>
            <a:endParaRPr lang="en-US" sz="1650" dirty="0"/>
          </a:p>
        </p:txBody>
      </p:sp>
      <p:sp>
        <p:nvSpPr>
          <p:cNvPr id="12" name="Shape 10"/>
          <p:cNvSpPr/>
          <p:nvPr/>
        </p:nvSpPr>
        <p:spPr>
          <a:xfrm>
            <a:off x="8534400" y="914400"/>
            <a:ext cx="8839200" cy="7943850"/>
          </a:xfrm>
          <a:prstGeom prst="roundRect">
            <a:avLst>
              <a:gd name="adj" fmla="val 3357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0858500" y="1181100"/>
            <a:ext cx="4191000" cy="571500"/>
          </a:xfrm>
          <a:prstGeom prst="roundRect">
            <a:avLst>
              <a:gd name="adj" fmla="val 50000"/>
            </a:avLst>
          </a:prstGeom>
          <a:solidFill>
            <a:srgbClr val="14161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b="1" dirty="0" spc="-11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Máy</a:t>
            </a:r>
            <a:r>
              <a:rPr lang="en-US" sz="1950" b="1" dirty="0" spc="1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khách</a:t>
            </a:r>
            <a:r>
              <a:rPr lang="en-US" sz="1950" b="1" dirty="0" spc="-3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nối</a:t>
            </a:r>
            <a:r>
              <a:rPr lang="en-US" sz="1950" b="1" dirty="0" spc="1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tới</a:t>
            </a:r>
            <a:r>
              <a:rPr lang="en-US" sz="1950" b="1" dirty="0" spc="-15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relay</a:t>
            </a:r>
            <a:endParaRPr lang="en-US" sz="1950" dirty="0"/>
          </a:p>
        </p:txBody>
      </p:sp>
      <p:sp>
        <p:nvSpPr>
          <p:cNvPr id="14" name="Connector line-1792381636710-317035306"/>
          <p:cNvSpPr/>
          <p:nvPr/>
        </p:nvSpPr>
        <p:spPr>
          <a:xfrm>
            <a:off x="12954000" y="1771650"/>
            <a:ext cx="0" cy="419100"/>
          </a:xfrm>
          <a:prstGeom prst="line">
            <a:avLst/>
          </a:prstGeom>
          <a:noFill/>
          <a:ln w="38100">
            <a:solidFill>
              <a:srgbClr val="14161C"/>
            </a:solidFill>
            <a:prstDash val="solid"/>
            <a:headEnd type="none"/>
            <a:tailEnd type="triangle"/>
          </a:ln>
        </p:spPr>
      </p:sp>
      <p:sp>
        <p:nvSpPr>
          <p:cNvPr id="15" name="Shape 13"/>
          <p:cNvSpPr/>
          <p:nvPr/>
        </p:nvSpPr>
        <p:spPr>
          <a:xfrm>
            <a:off x="8915400" y="2228850"/>
            <a:ext cx="8077200" cy="1714500"/>
          </a:xfrm>
          <a:prstGeom prst="roundRect">
            <a:avLst>
              <a:gd name="adj" fmla="val 12222"/>
            </a:avLst>
          </a:prstGeom>
          <a:solidFill>
            <a:srgbClr val="E8E0CF"/>
          </a:solidFill>
          <a:ln/>
        </p:spPr>
      </p:sp>
      <p:sp>
        <p:nvSpPr>
          <p:cNvPr id="16" name="Text 14"/>
          <p:cNvSpPr/>
          <p:nvPr/>
        </p:nvSpPr>
        <p:spPr>
          <a:xfrm>
            <a:off x="9258300" y="2438400"/>
            <a:ext cx="57150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226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KIỂM</a:t>
            </a:r>
            <a:r>
              <a:rPr lang="en-US" sz="1650" b="1" spc="223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TRA</a:t>
            </a:r>
            <a:r>
              <a:rPr lang="en-US" sz="1650" b="1" spc="240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CHỨNG</a:t>
            </a:r>
            <a:r>
              <a:rPr lang="en-US" sz="1650" b="1" spc="227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endParaRPr lang="en-US" sz="1650" dirty="0"/>
          </a:p>
        </p:txBody>
      </p:sp>
      <p:sp>
        <p:nvSpPr>
          <p:cNvPr id="17" name="Text 15"/>
          <p:cNvSpPr/>
          <p:nvPr/>
        </p:nvSpPr>
        <p:spPr>
          <a:xfrm>
            <a:off x="9258300" y="2800350"/>
            <a:ext cx="74295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 spc="-5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CA</a:t>
            </a:r>
            <a:r>
              <a:rPr lang="en-US" sz="270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700" b="1" dirty="0" spc="-2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relay</a:t>
            </a:r>
            <a:r>
              <a:rPr lang="en-US" sz="2700" b="1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700" b="1" dirty="0" spc="-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trong</a:t>
            </a:r>
            <a:r>
              <a:rPr lang="en-US" sz="270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kho</a:t>
            </a:r>
            <a:r>
              <a:rPr lang="en-US" sz="2700" b="1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không?</a:t>
            </a:r>
            <a:endParaRPr lang="en-US" sz="2700" dirty="0"/>
          </a:p>
        </p:txBody>
      </p:sp>
      <p:sp>
        <p:nvSpPr>
          <p:cNvPr id="18" name="Text 16"/>
          <p:cNvSpPr/>
          <p:nvPr/>
        </p:nvSpPr>
        <p:spPr>
          <a:xfrm>
            <a:off x="9258300" y="3371850"/>
            <a:ext cx="2857500" cy="438150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 spc="-6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Kho</a:t>
            </a:r>
            <a:r>
              <a:rPr lang="en-US" sz="1800" b="1" dirty="0" spc="-1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1800" b="1" dirty="0" spc="-6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1800" b="1" dirty="0" spc="-23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CA</a:t>
            </a:r>
            <a:r>
              <a:rPr lang="en-US" sz="1800" b="1" dirty="0" spc="-4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thật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12306300" y="3429000"/>
            <a:ext cx="4572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chứng</a:t>
            </a:r>
            <a:r>
              <a:rPr lang="en-US" sz="18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180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do</a:t>
            </a:r>
            <a:r>
              <a:rPr lang="en-US" sz="1800" dirty="0" spc="-2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CA</a:t>
            </a:r>
            <a:r>
              <a:rPr lang="en-US" sz="180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1800" dirty="0" spc="-1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relay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ký</a:t>
            </a:r>
            <a:endParaRPr lang="en-US" sz="1800" dirty="0"/>
          </a:p>
        </p:txBody>
      </p:sp>
      <p:sp>
        <p:nvSpPr>
          <p:cNvPr id="20" name="Connector line-1792381636719-706278469"/>
          <p:cNvSpPr/>
          <p:nvPr/>
        </p:nvSpPr>
        <p:spPr>
          <a:xfrm>
            <a:off x="12954000" y="3962400"/>
            <a:ext cx="0" cy="438150"/>
          </a:xfrm>
          <a:prstGeom prst="line">
            <a:avLst/>
          </a:prstGeom>
          <a:noFill/>
          <a:ln w="47625">
            <a:solidFill>
              <a:srgbClr val="0F766E"/>
            </a:solidFill>
            <a:prstDash val="solid"/>
            <a:headEnd type="none"/>
            <a:tailEnd type="triangle"/>
          </a:ln>
        </p:spPr>
      </p:sp>
      <p:sp>
        <p:nvSpPr>
          <p:cNvPr id="21" name="Text 19"/>
          <p:cNvSpPr/>
          <p:nvPr/>
        </p:nvSpPr>
        <p:spPr>
          <a:xfrm>
            <a:off x="13201650" y="4076700"/>
            <a:ext cx="3619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 spc="-8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không</a:t>
            </a:r>
            <a:r>
              <a:rPr lang="en-US" sz="1800" b="1" dirty="0" spc="-5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1800" b="1" dirty="0" spc="-11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trong</a:t>
            </a:r>
            <a:r>
              <a:rPr lang="en-US" sz="1800" b="1" dirty="0" spc="-3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kho</a:t>
            </a:r>
            <a:endParaRPr lang="en-US" sz="1800" dirty="0"/>
          </a:p>
        </p:txBody>
      </p:sp>
      <p:sp>
        <p:nvSpPr>
          <p:cNvPr id="22" name="Shape 20"/>
          <p:cNvSpPr/>
          <p:nvPr/>
        </p:nvSpPr>
        <p:spPr>
          <a:xfrm>
            <a:off x="8915400" y="4438650"/>
            <a:ext cx="8077200" cy="4114800"/>
          </a:xfrm>
          <a:prstGeom prst="roundRect">
            <a:avLst>
              <a:gd name="adj" fmla="val 5093"/>
            </a:avLst>
          </a:prstGeom>
          <a:solidFill>
            <a:srgbClr val="CFE8E2"/>
          </a:solidFill>
          <a:ln w="28575">
            <a:solidFill>
              <a:srgbClr val="0F766E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9258300" y="4667250"/>
            <a:ext cx="4000500" cy="457200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spc="150" kern="0" dirty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BỊ</a:t>
            </a:r>
            <a:r>
              <a:rPr lang="en-US" sz="1800" b="1" spc="151" kern="0" dirty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</a:t>
            </a:r>
            <a:r>
              <a:rPr lang="en-US" sz="1800" b="1" spc="152" kern="0" dirty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CHỐI LÚC</a:t>
            </a:r>
            <a:r>
              <a:rPr lang="en-US" sz="1800" b="1" spc="99" kern="0" dirty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BẮT</a:t>
            </a:r>
            <a:r>
              <a:rPr lang="en-US" sz="1800" b="1" spc="62" kern="0" dirty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TAY</a:t>
            </a:r>
            <a:endParaRPr lang="en-US" sz="1800" dirty="0"/>
          </a:p>
        </p:txBody>
      </p:sp>
      <p:sp>
        <p:nvSpPr>
          <p:cNvPr id="24" name="Shape 22"/>
          <p:cNvSpPr/>
          <p:nvPr/>
        </p:nvSpPr>
        <p:spPr>
          <a:xfrm>
            <a:off x="9258300" y="5276850"/>
            <a:ext cx="7391400" cy="1238250"/>
          </a:xfrm>
          <a:prstGeom prst="roundRect">
            <a:avLst>
              <a:gd name="adj" fmla="val 10769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9448800" y="5391150"/>
            <a:ext cx="7010400" cy="1028700"/>
          </a:xfrm>
          <a:prstGeom prst="rect">
            <a:avLst/>
          </a:prstGeom>
          <a:noFill/>
          <a:ln/>
        </p:spPr>
        <p:txBody>
          <a:bodyPr wrap="square" lIns="0" tIns="4001" rIns="0" bIns="-4001" rtlCol="0" anchor="t"/>
          <a:lstStyle/>
          <a:p>
            <a:pPr algn="l" indent="0" marL="0">
              <a:lnSpc>
                <a:spcPts val="2520"/>
              </a:lnSpc>
              <a:buNone/>
            </a:pPr>
            <a:r>
              <a:rPr lang="en-US" sz="1800" dirty="0" spc="-8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SSLCertVerificationError:</a:t>
            </a:r>
            <a:endParaRPr lang="en-US" sz="1800" dirty="0"/>
          </a:p>
          <a:p>
            <a:pPr algn="l" indent="0" marL="0">
              <a:lnSpc>
                <a:spcPts val="2520"/>
              </a:lnSpc>
              <a:buNone/>
            </a:pPr>
            <a:r>
              <a:rPr lang="en-US" sz="1800" dirty="0" spc="-1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CERTIFICATE_VERIFY_FAILED:</a:t>
            </a:r>
            <a:endParaRPr lang="en-US" sz="1800" dirty="0"/>
          </a:p>
          <a:p>
            <a:pPr algn="l" indent="0" marL="0">
              <a:lnSpc>
                <a:spcPts val="2520"/>
              </a:lnSpc>
              <a:buNone/>
            </a:pPr>
            <a:r>
              <a:rPr lang="en-US" sz="1800" dirty="0" spc="-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unable to</a:t>
            </a:r>
            <a:r>
              <a:rPr lang="en-US" sz="1800" dirty="0" spc="-8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get</a:t>
            </a:r>
            <a:r>
              <a:rPr lang="en-US" sz="1800" dirty="0" spc="-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local</a:t>
            </a:r>
            <a:r>
              <a:rPr lang="en-US" sz="1800" dirty="0" spc="-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issuer</a:t>
            </a:r>
            <a:r>
              <a:rPr lang="en-US" sz="1800" dirty="0" spc="-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certificate</a:t>
            </a:r>
            <a:endParaRPr lang="en-US" sz="1800" dirty="0"/>
          </a:p>
        </p:txBody>
      </p:sp>
      <p:sp>
        <p:nvSpPr>
          <p:cNvPr id="26" name="Shape 24"/>
          <p:cNvSpPr/>
          <p:nvPr/>
        </p:nvSpPr>
        <p:spPr>
          <a:xfrm>
            <a:off x="9258300" y="6648450"/>
            <a:ext cx="3581400" cy="1714500"/>
          </a:xfrm>
          <a:prstGeom prst="roundRect">
            <a:avLst>
              <a:gd name="adj" fmla="val 8889"/>
            </a:avLst>
          </a:prstGeom>
          <a:solidFill>
            <a:srgbClr val="FBF8F2"/>
          </a:solidFill>
          <a:ln/>
        </p:spPr>
      </p:sp>
      <p:sp>
        <p:nvSpPr>
          <p:cNvPr id="27" name="Text 25"/>
          <p:cNvSpPr/>
          <p:nvPr/>
        </p:nvSpPr>
        <p:spPr>
          <a:xfrm>
            <a:off x="9448800" y="6800850"/>
            <a:ext cx="3238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190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RELAY</a:t>
            </a:r>
            <a:endParaRPr lang="en-US" sz="1650" dirty="0"/>
          </a:p>
        </p:txBody>
      </p:sp>
      <p:sp>
        <p:nvSpPr>
          <p:cNvPr id="28" name="Text 26"/>
          <p:cNvSpPr/>
          <p:nvPr/>
        </p:nvSpPr>
        <p:spPr>
          <a:xfrm>
            <a:off x="9448800" y="7143750"/>
            <a:ext cx="3238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Đọc</a:t>
            </a:r>
            <a:r>
              <a:rPr lang="en-US" sz="2250" b="1" dirty="0" spc="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225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</a:t>
            </a:r>
            <a:r>
              <a:rPr lang="en-US" sz="2250" b="1" dirty="0" spc="-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yêu</a:t>
            </a:r>
            <a:r>
              <a:rPr lang="en-US" sz="2250" b="1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cầu</a:t>
            </a:r>
            <a:endParaRPr lang="en-US" sz="2250" dirty="0"/>
          </a:p>
        </p:txBody>
      </p:sp>
      <p:sp>
        <p:nvSpPr>
          <p:cNvPr id="29" name="Text 27"/>
          <p:cNvSpPr/>
          <p:nvPr/>
        </p:nvSpPr>
        <p:spPr>
          <a:xfrm>
            <a:off x="9448800" y="7581900"/>
            <a:ext cx="3238500" cy="628650"/>
          </a:xfrm>
          <a:prstGeom prst="rect">
            <a:avLst/>
          </a:prstGeom>
          <a:noFill/>
          <a:ln/>
        </p:spPr>
        <p:txBody>
          <a:bodyPr wrap="square" lIns="0" tIns="9716" rIns="0" bIns="-9716" rtlCol="0" anchor="t"/>
          <a:lstStyle/>
          <a:p>
            <a:pPr algn="l" indent="0" marL="0">
              <a:lnSpc>
                <a:spcPts val="2340"/>
              </a:lnSpc>
              <a:buNone/>
            </a:pPr>
            <a:r>
              <a:rPr lang="en-US" sz="1800" dirty="0" spc="-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nhận</a:t>
            </a:r>
            <a:r>
              <a:rPr lang="en-US" sz="18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cảnh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báo</a:t>
            </a:r>
            <a:r>
              <a:rPr lang="en-US" sz="1800" dirty="0" spc="-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tlsv1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alert</a:t>
            </a:r>
            <a:r>
              <a:rPr lang="en-US" sz="1800" dirty="0" spc="-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unknown</a:t>
            </a:r>
            <a:r>
              <a:rPr lang="en-US" sz="180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ca</a:t>
            </a:r>
            <a:endParaRPr lang="en-US" sz="1800" dirty="0"/>
          </a:p>
        </p:txBody>
      </p:sp>
      <p:sp>
        <p:nvSpPr>
          <p:cNvPr id="30" name="Shape 28"/>
          <p:cNvSpPr/>
          <p:nvPr/>
        </p:nvSpPr>
        <p:spPr>
          <a:xfrm>
            <a:off x="12992100" y="6648450"/>
            <a:ext cx="3657600" cy="1714500"/>
          </a:xfrm>
          <a:prstGeom prst="roundRect">
            <a:avLst>
              <a:gd name="adj" fmla="val 8889"/>
            </a:avLst>
          </a:prstGeom>
          <a:solidFill>
            <a:srgbClr val="FBF8F2"/>
          </a:solidFill>
          <a:ln/>
        </p:spPr>
      </p:sp>
      <p:sp>
        <p:nvSpPr>
          <p:cNvPr id="31" name="Text 29"/>
          <p:cNvSpPr/>
          <p:nvPr/>
        </p:nvSpPr>
        <p:spPr>
          <a:xfrm>
            <a:off x="13182600" y="6800850"/>
            <a:ext cx="3238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169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MÁY</a:t>
            </a:r>
            <a:r>
              <a:rPr lang="en-US" sz="1650" b="1" spc="226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CHỦ</a:t>
            </a:r>
            <a:r>
              <a:rPr lang="en-US" sz="1650" b="1" spc="188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THẬT</a:t>
            </a:r>
            <a:endParaRPr lang="en-US" sz="1650" dirty="0"/>
          </a:p>
        </p:txBody>
      </p:sp>
      <p:sp>
        <p:nvSpPr>
          <p:cNvPr id="32" name="Text 30"/>
          <p:cNvSpPr/>
          <p:nvPr/>
        </p:nvSpPr>
        <p:spPr>
          <a:xfrm>
            <a:off x="13182600" y="7143750"/>
            <a:ext cx="3238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Nhận</a:t>
            </a:r>
            <a:r>
              <a:rPr lang="en-US" sz="2250" b="1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</a:t>
            </a:r>
            <a:r>
              <a:rPr lang="en-US" sz="2250" b="1" dirty="0" spc="-2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kết</a:t>
            </a:r>
            <a:r>
              <a:rPr lang="en-US" sz="225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nối</a:t>
            </a:r>
            <a:endParaRPr lang="en-US" sz="2250" dirty="0"/>
          </a:p>
        </p:txBody>
      </p:sp>
      <p:sp>
        <p:nvSpPr>
          <p:cNvPr id="33" name="Text 31"/>
          <p:cNvSpPr/>
          <p:nvPr/>
        </p:nvSpPr>
        <p:spPr>
          <a:xfrm>
            <a:off x="13182600" y="7581900"/>
            <a:ext cx="3238500" cy="628650"/>
          </a:xfrm>
          <a:prstGeom prst="rect">
            <a:avLst/>
          </a:prstGeom>
          <a:noFill/>
          <a:ln/>
        </p:spPr>
        <p:txBody>
          <a:bodyPr wrap="square" lIns="0" tIns="9716" rIns="0" bIns="-9716" rtlCol="0" anchor="t"/>
          <a:lstStyle/>
          <a:p>
            <a:pPr algn="l" indent="0" marL="0">
              <a:lnSpc>
                <a:spcPts val="2340"/>
              </a:lnSpc>
              <a:buNone/>
            </a:pPr>
            <a:r>
              <a:rPr lang="en-US" sz="1800" dirty="0" spc="-18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relay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nối</a:t>
            </a:r>
            <a:r>
              <a:rPr lang="en-US" sz="180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ngược</a:t>
            </a:r>
            <a:r>
              <a:rPr lang="en-US" sz="1800" dirty="0" spc="-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sau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khi</a:t>
            </a:r>
            <a:r>
              <a:rPr lang="en-US" sz="1800" dirty="0" spc="-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bắt</a:t>
            </a:r>
            <a:r>
              <a:rPr lang="en-US" sz="1800" dirty="0" spc="-1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tay</a:t>
            </a:r>
            <a:r>
              <a:rPr lang="en-US" sz="1800" dirty="0" spc="-1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xong</a:t>
            </a:r>
            <a:endParaRPr lang="en-US" sz="1800" dirty="0"/>
          </a:p>
        </p:txBody>
      </p:sp>
      <p:sp>
        <p:nvSpPr>
          <p:cNvPr id="34" name="Connector line-1792381636738-732627887"/>
          <p:cNvSpPr/>
          <p:nvPr/>
        </p:nvSpPr>
        <p:spPr>
          <a:xfrm>
            <a:off x="990600" y="9486900"/>
            <a:ext cx="2957513" cy="0"/>
          </a:xfrm>
          <a:prstGeom prst="line">
            <a:avLst/>
          </a:prstGeom>
          <a:noFill/>
          <a:ln w="19050">
            <a:solidFill>
              <a:srgbClr val="14161C">
                <a:alpha val="35000"/>
              </a:srgbClr>
            </a:solidFill>
            <a:prstDash val="solid"/>
            <a:headEnd type="none"/>
            <a:tailEnd type="none"/>
          </a:ln>
        </p:spPr>
      </p:sp>
      <p:sp>
        <p:nvSpPr>
          <p:cNvPr id="35" name="Shape 33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36" name="Shape 34"/>
          <p:cNvSpPr/>
          <p:nvPr/>
        </p:nvSpPr>
        <p:spPr>
          <a:xfrm>
            <a:off x="1262063" y="9429750"/>
            <a:ext cx="114300" cy="1143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37" name="Shape 35"/>
          <p:cNvSpPr/>
          <p:nvPr/>
        </p:nvSpPr>
        <p:spPr>
          <a:xfrm>
            <a:off x="1590675" y="9429750"/>
            <a:ext cx="114300" cy="1143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38" name="Shape 36"/>
          <p:cNvSpPr/>
          <p:nvPr/>
        </p:nvSpPr>
        <p:spPr>
          <a:xfrm>
            <a:off x="1871663" y="9382125"/>
            <a:ext cx="209550" cy="20955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39" name="Shape 37"/>
          <p:cNvSpPr/>
          <p:nvPr/>
        </p:nvSpPr>
        <p:spPr>
          <a:xfrm>
            <a:off x="22479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2576513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2905125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3233738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35623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3890962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914400" y="9715500"/>
            <a:ext cx="76200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21</a:t>
            </a:r>
            <a:r>
              <a:rPr lang="en-US" sz="16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04/10</a:t>
            </a:r>
            <a:endParaRPr lang="en-US" sz="1650" dirty="0"/>
          </a:p>
        </p:txBody>
      </p:sp>
      <p:sp>
        <p:nvSpPr>
          <p:cNvPr id="46" name="Shape 44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47" name="Moda image moda-export-watermark-50296730-b2d8-4e07-8e28-73e64beec36a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6667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KHÁI</a:t>
            </a:r>
            <a:r>
              <a:rPr lang="en-US" sz="1950" b="1" spc="298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NIỆM</a:t>
            </a:r>
            <a:r>
              <a:rPr lang="en-US" sz="1950" b="1" spc="30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 /</a:t>
            </a:r>
            <a:r>
              <a:rPr lang="en-US" sz="195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7239000" cy="2419350"/>
          </a:xfrm>
          <a:prstGeom prst="rect">
            <a:avLst/>
          </a:prstGeom>
          <a:noFill/>
          <a:ln/>
        </p:spPr>
        <p:txBody>
          <a:bodyPr wrap="square" lIns="0" tIns="66675" rIns="0" bIns="-66675" rtlCol="0" anchor="t"/>
          <a:lstStyle/>
          <a:p>
            <a:pPr algn="l" indent="0" marL="0">
              <a:lnSpc>
                <a:spcPts val="7800"/>
              </a:lnSpc>
              <a:buNone/>
            </a:pPr>
            <a:r>
              <a:rPr lang="en-US" sz="75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Kho có</a:t>
            </a:r>
            <a:r>
              <a:rPr lang="en-US" sz="7500" dirty="0" spc="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thêm</a:t>
            </a:r>
            <a:endParaRPr lang="en-US" sz="7500" dirty="0"/>
          </a:p>
          <a:p>
            <a:pPr algn="l" indent="0" marL="0">
              <a:lnSpc>
                <a:spcPts val="7800"/>
              </a:lnSpc>
              <a:buNone/>
            </a:pPr>
            <a:r>
              <a:rPr lang="en-US" sz="7500" dirty="0" spc="-9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CA</a:t>
            </a:r>
            <a:r>
              <a:rPr lang="en-US" sz="75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của</a:t>
            </a:r>
            <a:r>
              <a:rPr lang="en-US" sz="7500" dirty="0" spc="-1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relay</a:t>
            </a:r>
            <a:endParaRPr lang="en-US" sz="7500" dirty="0"/>
          </a:p>
        </p:txBody>
      </p:sp>
      <p:sp>
        <p:nvSpPr>
          <p:cNvPr id="4" name="Text 2"/>
          <p:cNvSpPr/>
          <p:nvPr/>
        </p:nvSpPr>
        <p:spPr>
          <a:xfrm>
            <a:off x="914400" y="3810000"/>
            <a:ext cx="70485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50" b="1" dirty="0" spc="-42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Relay</a:t>
            </a:r>
            <a:r>
              <a:rPr lang="en-US" sz="2850" b="1" dirty="0" spc="5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đọc</a:t>
            </a:r>
            <a:r>
              <a:rPr lang="en-US" sz="2850" b="1" dirty="0" spc="14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2850" b="1" dirty="0" spc="1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chữ</a:t>
            </a:r>
            <a:r>
              <a:rPr lang="en-US" sz="2850" b="1" dirty="0" spc="-19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rõ</a:t>
            </a:r>
            <a:endParaRPr lang="en-US" sz="2850" dirty="0"/>
          </a:p>
        </p:txBody>
      </p:sp>
      <p:sp>
        <p:nvSpPr>
          <p:cNvPr id="5" name="Text 3"/>
          <p:cNvSpPr/>
          <p:nvPr/>
        </p:nvSpPr>
        <p:spPr>
          <a:xfrm>
            <a:off x="914400" y="4476750"/>
            <a:ext cx="7048500" cy="1428750"/>
          </a:xfrm>
          <a:prstGeom prst="rect">
            <a:avLst/>
          </a:prstGeom>
          <a:noFill/>
          <a:ln/>
        </p:spPr>
        <p:txBody>
          <a:bodyPr wrap="square" lIns="0" tIns="9700" rIns="0" bIns="-9700" rtlCol="0" anchor="t"/>
          <a:lstStyle/>
          <a:p>
            <a:pPr algn="l" indent="0" marL="0">
              <a:lnSpc>
                <a:spcPts val="3443"/>
              </a:lnSpc>
              <a:buNone/>
            </a:pPr>
            <a:r>
              <a:rPr lang="en-US" sz="2550" dirty="0" spc="-13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Bắt</a:t>
            </a:r>
            <a:r>
              <a:rPr lang="en-US" sz="2550" dirty="0" spc="-2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tay</a:t>
            </a:r>
            <a:r>
              <a:rPr lang="en-US" sz="2550" dirty="0" spc="-15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xong</a:t>
            </a:r>
            <a:r>
              <a:rPr lang="en-US" sz="2550" dirty="0" spc="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qua</a:t>
            </a:r>
            <a:r>
              <a:rPr lang="en-US" sz="2550" dirty="0" spc="-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TLS 1.3,</a:t>
            </a:r>
            <a:r>
              <a:rPr lang="en-US" sz="2550" dirty="0" spc="-9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2550" dirty="0" spc="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khách</a:t>
            </a:r>
            <a:endParaRPr lang="en-US" sz="2550" dirty="0"/>
          </a:p>
          <a:p>
            <a:pPr algn="l" indent="0" marL="0">
              <a:lnSpc>
                <a:spcPts val="3443"/>
              </a:lnSpc>
              <a:buNone/>
            </a:pPr>
            <a:r>
              <a:rPr lang="en-US" sz="2550" dirty="0" spc="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nhận</a:t>
            </a:r>
            <a:r>
              <a:rPr lang="en-US" sz="2550" dirty="0" spc="-24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trả</a:t>
            </a:r>
            <a:r>
              <a:rPr lang="en-US" sz="2550" dirty="0" spc="-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lời</a:t>
            </a:r>
            <a:r>
              <a:rPr lang="en-US" sz="2550" dirty="0" spc="-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200</a:t>
            </a:r>
            <a:r>
              <a:rPr lang="en-US" sz="2550" dirty="0" spc="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giống</a:t>
            </a:r>
            <a:r>
              <a:rPr lang="en-US" sz="2550" dirty="0" spc="-5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hệt</a:t>
            </a:r>
            <a:endParaRPr lang="en-US" sz="2550" dirty="0"/>
          </a:p>
          <a:p>
            <a:pPr algn="l" indent="0" marL="0">
              <a:lnSpc>
                <a:spcPts val="3443"/>
              </a:lnSpc>
              <a:buNone/>
            </a:pPr>
            <a:r>
              <a:rPr lang="en-US" sz="2550" dirty="0" spc="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khi</a:t>
            </a:r>
            <a:r>
              <a:rPr lang="en-US" sz="2550" dirty="0" spc="-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nối</a:t>
            </a:r>
            <a:r>
              <a:rPr lang="en-US" sz="2550" dirty="0" spc="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thẳng.</a:t>
            </a:r>
            <a:endParaRPr lang="en-US" sz="2550" dirty="0"/>
          </a:p>
        </p:txBody>
      </p:sp>
      <p:sp>
        <p:nvSpPr>
          <p:cNvPr id="6" name="Shape 4"/>
          <p:cNvSpPr/>
          <p:nvPr/>
        </p:nvSpPr>
        <p:spPr>
          <a:xfrm>
            <a:off x="914400" y="6096000"/>
            <a:ext cx="7048500" cy="1714500"/>
          </a:xfrm>
          <a:prstGeom prst="roundRect">
            <a:avLst>
              <a:gd name="adj" fmla="val 13333"/>
            </a:avLst>
          </a:prstGeom>
          <a:solidFill>
            <a:srgbClr val="1E212B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257300" y="6343650"/>
            <a:ext cx="38100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23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ĐIỀU</a:t>
            </a:r>
            <a:r>
              <a:rPr lang="en-US" sz="1650" b="1" spc="22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KIỆN</a:t>
            </a:r>
            <a:endParaRPr lang="en-US" sz="1650" dirty="0"/>
          </a:p>
        </p:txBody>
      </p:sp>
      <p:sp>
        <p:nvSpPr>
          <p:cNvPr id="8" name="Text 6"/>
          <p:cNvSpPr/>
          <p:nvPr/>
        </p:nvSpPr>
        <p:spPr>
          <a:xfrm>
            <a:off x="1257300" y="6724650"/>
            <a:ext cx="6438900" cy="952500"/>
          </a:xfrm>
          <a:prstGeom prst="rect">
            <a:avLst/>
          </a:prstGeom>
          <a:noFill/>
          <a:ln/>
        </p:spPr>
        <p:txBody>
          <a:bodyPr wrap="square" lIns="0" tIns="9700" rIns="0" bIns="-9700" rtlCol="0" anchor="t"/>
          <a:lstStyle/>
          <a:p>
            <a:pPr algn="l" indent="0" marL="0">
              <a:lnSpc>
                <a:spcPts val="3443"/>
              </a:lnSpc>
              <a:buNone/>
            </a:pPr>
            <a:r>
              <a:rPr lang="en-US" sz="2550" dirty="0" spc="-17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Máy</a:t>
            </a:r>
            <a:r>
              <a:rPr lang="en-US" sz="2550" dirty="0" spc="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khách</a:t>
            </a:r>
            <a:r>
              <a:rPr lang="en-US" sz="2550" dirty="0" spc="10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đã</a:t>
            </a:r>
            <a:r>
              <a:rPr lang="en-US" sz="2550" dirty="0" spc="0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tin</a:t>
            </a:r>
            <a:endParaRPr lang="en-US" sz="2550" dirty="0"/>
          </a:p>
          <a:p>
            <a:pPr algn="l" indent="0" marL="0">
              <a:lnSpc>
                <a:spcPts val="3443"/>
              </a:lnSpc>
              <a:buNone/>
            </a:pPr>
            <a:r>
              <a:rPr lang="en-US" sz="2550" dirty="0" spc="-55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CA</a:t>
            </a:r>
            <a:r>
              <a:rPr lang="en-US" sz="2550" dirty="0" spc="-7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mà</a:t>
            </a:r>
            <a:r>
              <a:rPr lang="en-US" sz="2550" dirty="0" spc="-24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relay</a:t>
            </a:r>
            <a:r>
              <a:rPr lang="en-US" sz="2550" dirty="0" spc="-2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nắm.</a:t>
            </a:r>
            <a:endParaRPr lang="en-US" sz="2550" dirty="0"/>
          </a:p>
        </p:txBody>
      </p:sp>
      <p:sp>
        <p:nvSpPr>
          <p:cNvPr id="9" name="Text 7"/>
          <p:cNvSpPr/>
          <p:nvPr/>
        </p:nvSpPr>
        <p:spPr>
          <a:xfrm>
            <a:off x="914400" y="8077200"/>
            <a:ext cx="7048500" cy="609600"/>
          </a:xfrm>
          <a:prstGeom prst="rect">
            <a:avLst/>
          </a:prstGeom>
          <a:noFill/>
          <a:ln/>
        </p:spPr>
        <p:txBody>
          <a:bodyPr wrap="square" lIns="0" tIns="6858" rIns="0" bIns="-6858" rtlCol="0" anchor="t"/>
          <a:lstStyle/>
          <a:p>
            <a:pPr algn="l" indent="0" marL="0">
              <a:lnSpc>
                <a:spcPts val="2430"/>
              </a:lnSpc>
              <a:buNone/>
            </a:pPr>
            <a:r>
              <a:rPr lang="en-US" sz="1800" dirty="0" spc="-4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Kết</a:t>
            </a:r>
            <a:r>
              <a:rPr lang="en-US" sz="1800" dirty="0" spc="-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quả là</a:t>
            </a:r>
            <a:r>
              <a:rPr lang="en-US" sz="1800" dirty="0" spc="-7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1800" dirty="0" spc="-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lần</a:t>
            </a:r>
            <a:r>
              <a:rPr lang="en-US" sz="1800" dirty="0" spc="-4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chạy</a:t>
            </a:r>
            <a:r>
              <a:rPr lang="en-US" sz="1800" dirty="0" spc="-16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trên</a:t>
            </a:r>
            <a:r>
              <a:rPr lang="en-US" sz="1800" dirty="0" spc="-8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1800" dirty="0" spc="-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biên</a:t>
            </a:r>
            <a:r>
              <a:rPr lang="en-US" sz="1800" dirty="0" spc="-3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soạn.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8534400" y="914400"/>
            <a:ext cx="8839200" cy="7943850"/>
          </a:xfrm>
          <a:prstGeom prst="roundRect">
            <a:avLst>
              <a:gd name="adj" fmla="val 3357"/>
            </a:avLst>
          </a:prstGeom>
          <a:solidFill>
            <a:srgbClr val="1E212B"/>
          </a:solidFill>
          <a:ln w="19050">
            <a:solidFill>
              <a:srgbClr val="2A2D3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105900" y="1428750"/>
            <a:ext cx="1905000" cy="571500"/>
          </a:xfrm>
          <a:prstGeom prst="roundRect">
            <a:avLst>
              <a:gd name="adj" fmla="val 50000"/>
            </a:avLst>
          </a:prstGeom>
          <a:solidFill>
            <a:srgbClr val="F3EEE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b="1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Máy</a:t>
            </a:r>
            <a:r>
              <a:rPr lang="en-US" sz="195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khách</a:t>
            </a:r>
            <a:endParaRPr lang="en-US" sz="1950" dirty="0"/>
          </a:p>
        </p:txBody>
      </p:sp>
      <p:sp>
        <p:nvSpPr>
          <p:cNvPr id="12" name="Text 10"/>
          <p:cNvSpPr/>
          <p:nvPr/>
        </p:nvSpPr>
        <p:spPr>
          <a:xfrm>
            <a:off x="11963400" y="1428750"/>
            <a:ext cx="1619250" cy="571500"/>
          </a:xfrm>
          <a:prstGeom prst="roundRect">
            <a:avLst>
              <a:gd name="adj" fmla="val 50000"/>
            </a:avLst>
          </a:prstGeom>
          <a:solidFill>
            <a:srgbClr val="FF6A4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b="1" dirty="0" spc="-2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Relay</a:t>
            </a:r>
            <a:endParaRPr lang="en-US" sz="1950" dirty="0"/>
          </a:p>
        </p:txBody>
      </p:sp>
      <p:sp>
        <p:nvSpPr>
          <p:cNvPr id="13" name="Text 11"/>
          <p:cNvSpPr/>
          <p:nvPr/>
        </p:nvSpPr>
        <p:spPr>
          <a:xfrm>
            <a:off x="14535150" y="1428750"/>
            <a:ext cx="2286000" cy="571500"/>
          </a:xfrm>
          <a:prstGeom prst="roundRect">
            <a:avLst>
              <a:gd name="adj" fmla="val 50000"/>
            </a:avLst>
          </a:prstGeom>
          <a:solidFill>
            <a:srgbClr val="F3EEE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b="1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Máy</a:t>
            </a:r>
            <a:r>
              <a:rPr lang="en-US" sz="195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chủ</a:t>
            </a:r>
            <a:r>
              <a:rPr lang="en-US" sz="195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thật</a:t>
            </a:r>
            <a:endParaRPr lang="en-US" sz="1950" dirty="0"/>
          </a:p>
        </p:txBody>
      </p:sp>
      <p:sp>
        <p:nvSpPr>
          <p:cNvPr id="14" name="Connector line-1792382602736-427927234"/>
          <p:cNvSpPr/>
          <p:nvPr/>
        </p:nvSpPr>
        <p:spPr>
          <a:xfrm>
            <a:off x="11106150" y="1714500"/>
            <a:ext cx="762000" cy="0"/>
          </a:xfrm>
          <a:prstGeom prst="line">
            <a:avLst/>
          </a:prstGeom>
          <a:noFill/>
          <a:ln w="38100">
            <a:solidFill>
              <a:srgbClr val="9A98A0"/>
            </a:solidFill>
            <a:prstDash val="solid"/>
            <a:headEnd type="triangle"/>
            <a:tailEnd type="triangle"/>
          </a:ln>
        </p:spPr>
      </p:sp>
      <p:sp>
        <p:nvSpPr>
          <p:cNvPr id="15" name="Connector line-1792382602736-461322485"/>
          <p:cNvSpPr/>
          <p:nvPr/>
        </p:nvSpPr>
        <p:spPr>
          <a:xfrm>
            <a:off x="13677900" y="1714500"/>
            <a:ext cx="762000" cy="0"/>
          </a:xfrm>
          <a:prstGeom prst="line">
            <a:avLst/>
          </a:prstGeom>
          <a:noFill/>
          <a:ln w="38100">
            <a:solidFill>
              <a:srgbClr val="9A98A0"/>
            </a:solidFill>
            <a:prstDash val="solid"/>
            <a:headEnd type="triangle"/>
            <a:tailEnd type="triangle"/>
          </a:ln>
        </p:spPr>
      </p:sp>
      <p:sp>
        <p:nvSpPr>
          <p:cNvPr id="16" name="Text 14"/>
          <p:cNvSpPr/>
          <p:nvPr/>
        </p:nvSpPr>
        <p:spPr>
          <a:xfrm>
            <a:off x="9105900" y="2228850"/>
            <a:ext cx="3810000" cy="457200"/>
          </a:xfrm>
          <a:prstGeom prst="roundRect">
            <a:avLst>
              <a:gd name="adj" fmla="val 50000"/>
            </a:avLst>
          </a:prstGeom>
          <a:solidFill>
            <a:srgbClr val="14161C"/>
          </a:solidFill>
          <a:ln w="28575">
            <a:solidFill>
              <a:srgbClr val="FF6A4D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 spc="-6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Kho có</a:t>
            </a:r>
            <a:r>
              <a:rPr lang="en-US" sz="1800" b="1" dirty="0" spc="-5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thêm</a:t>
            </a:r>
            <a:r>
              <a:rPr lang="en-US" sz="1800" b="1" dirty="0" spc="-23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CA</a:t>
            </a:r>
            <a:r>
              <a:rPr lang="en-US" sz="1800" b="1" dirty="0" spc="-3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1800" b="1" dirty="0" spc="-14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relay</a:t>
            </a:r>
            <a:endParaRPr lang="en-US" sz="1800" dirty="0"/>
          </a:p>
        </p:txBody>
      </p:sp>
      <p:sp>
        <p:nvSpPr>
          <p:cNvPr id="17" name="Shape 15"/>
          <p:cNvSpPr/>
          <p:nvPr/>
        </p:nvSpPr>
        <p:spPr>
          <a:xfrm>
            <a:off x="8915400" y="3048000"/>
            <a:ext cx="3924300" cy="2667000"/>
          </a:xfrm>
          <a:prstGeom prst="roundRect">
            <a:avLst>
              <a:gd name="adj" fmla="val 7857"/>
            </a:avLst>
          </a:prstGeom>
          <a:solidFill>
            <a:srgbClr val="14161C"/>
          </a:solidFill>
          <a:ln w="19050">
            <a:solidFill>
              <a:srgbClr val="2A2D3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163050" y="3295650"/>
            <a:ext cx="34290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169" kern="0" dirty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MÁY</a:t>
            </a:r>
            <a:r>
              <a:rPr lang="en-US" sz="1650" b="1" spc="213" kern="0" dirty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KHÁCH</a:t>
            </a:r>
            <a:r>
              <a:rPr lang="en-US" sz="1650" b="1" spc="189" kern="0" dirty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THẤY</a:t>
            </a:r>
            <a:endParaRPr lang="en-US" sz="1650" dirty="0"/>
          </a:p>
        </p:txBody>
      </p:sp>
      <p:sp>
        <p:nvSpPr>
          <p:cNvPr id="19" name="Text richtext-1792382602742-516033307"/>
          <p:cNvSpPr/>
          <p:nvPr/>
        </p:nvSpPr>
        <p:spPr>
          <a:xfrm>
            <a:off x="9163050" y="3752850"/>
            <a:ext cx="3429000" cy="1809750"/>
          </a:xfrm>
          <a:prstGeom prst="rect">
            <a:avLst/>
          </a:prstGeom>
          <a:noFill/>
          <a:ln/>
        </p:spPr>
        <p:txBody>
          <a:bodyPr wrap="square" lIns="0" tIns="12144" rIns="0" bIns="-12144" rtlCol="0" anchor="t"/>
          <a:lstStyle/>
          <a:p>
            <a:pPr algn="l" marL="285750" indent="-204151">
              <a:lnSpc>
                <a:spcPts val="2925"/>
              </a:lnSpc>
              <a:spcAft>
                <a:spcPts val="1050"/>
              </a:spcAft>
              <a:buSzPct val="100000"/>
              <a:buFont typeface="Arial"/>
              <a:buChar char="•"/>
            </a:pPr>
            <a:r>
              <a:rPr lang="en-US" sz="2250" dirty="0" spc="-8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Trả</a:t>
            </a:r>
            <a:r>
              <a:rPr lang="en-US" sz="22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lời</a:t>
            </a:r>
            <a:r>
              <a:rPr lang="en-US" sz="22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200,</a:t>
            </a:r>
            <a:r>
              <a:rPr lang="en-US" sz="22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giống</a:t>
            </a:r>
            <a:r>
              <a:rPr lang="en-US" sz="2250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hệt</a:t>
            </a:r>
            <a:r>
              <a:rPr lang="en-US" sz="22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khi</a:t>
            </a:r>
            <a:r>
              <a:rPr lang="en-US" sz="225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nối</a:t>
            </a:r>
            <a:r>
              <a:rPr lang="en-US" sz="22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thẳng</a:t>
            </a:r>
            <a:endParaRPr lang="en-US" sz="2250" dirty="0"/>
          </a:p>
          <a:p>
            <a:pPr algn="l" marL="285750" indent="-204151">
              <a:lnSpc>
                <a:spcPts val="2925"/>
              </a:lnSpc>
              <a:buSzPct val="100000"/>
              <a:buFont typeface="Arial"/>
              <a:buChar char="•"/>
            </a:pPr>
            <a:r>
              <a:rPr lang="en-US" sz="22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Không</a:t>
            </a:r>
            <a:r>
              <a:rPr lang="en-US" sz="2250" dirty="0" spc="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2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lỗi</a:t>
            </a:r>
            <a:r>
              <a:rPr lang="en-US" sz="22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nào</a:t>
            </a:r>
            <a:r>
              <a:rPr lang="en-US" sz="2250" dirty="0" spc="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</a:t>
            </a:r>
            <a:r>
              <a:rPr lang="en-US" sz="2250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TLS</a:t>
            </a:r>
            <a:endParaRPr lang="en-US" sz="2250" dirty="0"/>
          </a:p>
        </p:txBody>
      </p:sp>
      <p:sp>
        <p:nvSpPr>
          <p:cNvPr id="20" name="Shape 18"/>
          <p:cNvSpPr/>
          <p:nvPr/>
        </p:nvSpPr>
        <p:spPr>
          <a:xfrm>
            <a:off x="8915400" y="5905500"/>
            <a:ext cx="3924300" cy="2571750"/>
          </a:xfrm>
          <a:prstGeom prst="roundRect">
            <a:avLst>
              <a:gd name="adj" fmla="val 8148"/>
            </a:avLst>
          </a:prstGeom>
          <a:solidFill>
            <a:srgbClr val="14161C"/>
          </a:solidFill>
          <a:ln w="19050">
            <a:solidFill>
              <a:srgbClr val="2A2D38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163050" y="6153150"/>
            <a:ext cx="34290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225" kern="0" dirty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CHỈ</a:t>
            </a:r>
            <a:r>
              <a:rPr lang="en-US" sz="1650" b="1" spc="211" kern="0" dirty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KHÁC</a:t>
            </a:r>
            <a:r>
              <a:rPr lang="en-US" sz="1650" b="1" spc="229" kern="0" dirty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Ở</a:t>
            </a:r>
            <a:endParaRPr lang="en-US" sz="1650" dirty="0"/>
          </a:p>
        </p:txBody>
      </p:sp>
      <p:sp>
        <p:nvSpPr>
          <p:cNvPr id="22" name="Text 20"/>
          <p:cNvSpPr/>
          <p:nvPr/>
        </p:nvSpPr>
        <p:spPr>
          <a:xfrm>
            <a:off x="9163050" y="6591300"/>
            <a:ext cx="34290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 spc="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Người</a:t>
            </a:r>
            <a:r>
              <a:rPr lang="en-US" sz="210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ký</a:t>
            </a:r>
            <a:r>
              <a:rPr lang="en-US" sz="2100" b="1" dirty="0" spc="1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chứng</a:t>
            </a:r>
            <a:r>
              <a:rPr lang="en-US" sz="210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endParaRPr lang="en-US" sz="2100" dirty="0"/>
          </a:p>
        </p:txBody>
      </p:sp>
      <p:sp>
        <p:nvSpPr>
          <p:cNvPr id="23" name="Text 21"/>
          <p:cNvSpPr/>
          <p:nvPr/>
        </p:nvSpPr>
        <p:spPr>
          <a:xfrm>
            <a:off x="9163050" y="6972300"/>
            <a:ext cx="352425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3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CA</a:t>
            </a:r>
            <a:r>
              <a:rPr lang="en-US" sz="1650" dirty="0" spc="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1650" dirty="0" spc="-16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relay</a:t>
            </a:r>
            <a:r>
              <a:rPr lang="en-US" sz="1650" dirty="0" spc="-4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thay</a:t>
            </a:r>
            <a:r>
              <a:rPr lang="en-US" sz="1650" dirty="0" spc="4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vì</a:t>
            </a:r>
            <a:r>
              <a:rPr lang="en-US" sz="1650" dirty="0" spc="-19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CA</a:t>
            </a:r>
            <a:r>
              <a:rPr lang="en-US" sz="1650" dirty="0" spc="-3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thật</a:t>
            </a:r>
            <a:endParaRPr lang="en-US" sz="1650" dirty="0"/>
          </a:p>
        </p:txBody>
      </p:sp>
      <p:sp>
        <p:nvSpPr>
          <p:cNvPr id="24" name="Text 22"/>
          <p:cNvSpPr/>
          <p:nvPr/>
        </p:nvSpPr>
        <p:spPr>
          <a:xfrm>
            <a:off x="9163050" y="7581900"/>
            <a:ext cx="34290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 spc="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Dấu</a:t>
            </a:r>
            <a:r>
              <a:rPr lang="en-US" sz="2100" b="1" dirty="0" spc="-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vân</a:t>
            </a:r>
            <a:r>
              <a:rPr lang="en-US" sz="2100" b="1" dirty="0" spc="-1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tay</a:t>
            </a:r>
            <a:r>
              <a:rPr lang="en-US" sz="2100" b="1" dirty="0" spc="1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chứng</a:t>
            </a:r>
            <a:r>
              <a:rPr lang="en-US" sz="210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endParaRPr lang="en-US" sz="2100" dirty="0"/>
          </a:p>
        </p:txBody>
      </p:sp>
      <p:sp>
        <p:nvSpPr>
          <p:cNvPr id="25" name="Shape 23"/>
          <p:cNvSpPr/>
          <p:nvPr/>
        </p:nvSpPr>
        <p:spPr>
          <a:xfrm>
            <a:off x="13068300" y="3048000"/>
            <a:ext cx="3924300" cy="5429250"/>
          </a:xfrm>
          <a:prstGeom prst="roundRect">
            <a:avLst>
              <a:gd name="adj" fmla="val 5340"/>
            </a:avLst>
          </a:prstGeom>
          <a:solidFill>
            <a:srgbClr val="14161C"/>
          </a:solidFill>
          <a:ln w="28575">
            <a:solidFill>
              <a:srgbClr val="FF6A4D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3315950" y="3295650"/>
            <a:ext cx="34290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19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RELAY</a:t>
            </a:r>
            <a:r>
              <a:rPr lang="en-US" sz="1650" b="1" spc="228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ĐỌC</a:t>
            </a:r>
            <a:r>
              <a:rPr lang="en-US" sz="1650" b="1" spc="22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endParaRPr lang="en-US" sz="1650" dirty="0"/>
          </a:p>
        </p:txBody>
      </p:sp>
      <p:sp>
        <p:nvSpPr>
          <p:cNvPr id="27" name="Shape 25"/>
          <p:cNvSpPr/>
          <p:nvPr/>
        </p:nvSpPr>
        <p:spPr>
          <a:xfrm>
            <a:off x="13296900" y="3829050"/>
            <a:ext cx="3467100" cy="1333500"/>
          </a:xfrm>
          <a:prstGeom prst="roundRect">
            <a:avLst>
              <a:gd name="adj" fmla="val 11429"/>
            </a:avLst>
          </a:prstGeom>
          <a:solidFill>
            <a:srgbClr val="1E212B"/>
          </a:solidFill>
          <a:ln/>
        </p:spPr>
      </p:sp>
      <p:sp>
        <p:nvSpPr>
          <p:cNvPr id="28" name="Shape 26"/>
          <p:cNvSpPr/>
          <p:nvPr/>
        </p:nvSpPr>
        <p:spPr>
          <a:xfrm>
            <a:off x="13296900" y="3829050"/>
            <a:ext cx="95250" cy="1333500"/>
          </a:xfrm>
          <a:prstGeom prst="roundRect">
            <a:avLst>
              <a:gd name="adj" fmla="val 50000"/>
            </a:avLst>
          </a:prstGeom>
          <a:solidFill>
            <a:srgbClr val="FF6A4D"/>
          </a:solidFill>
          <a:ln/>
        </p:spPr>
      </p:sp>
      <p:sp>
        <p:nvSpPr>
          <p:cNvPr id="29" name="Text 27"/>
          <p:cNvSpPr/>
          <p:nvPr/>
        </p:nvSpPr>
        <p:spPr>
          <a:xfrm>
            <a:off x="13601700" y="3829050"/>
            <a:ext cx="3048000" cy="1333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50" b="1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Dòng</a:t>
            </a:r>
            <a:r>
              <a:rPr lang="en-US" sz="2550" b="1" dirty="0" spc="-2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yêu</a:t>
            </a:r>
            <a:r>
              <a:rPr lang="en-US" sz="255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cầu</a:t>
            </a:r>
            <a:endParaRPr lang="en-US" sz="2550" dirty="0"/>
          </a:p>
        </p:txBody>
      </p:sp>
      <p:sp>
        <p:nvSpPr>
          <p:cNvPr id="30" name="Shape 28"/>
          <p:cNvSpPr/>
          <p:nvPr/>
        </p:nvSpPr>
        <p:spPr>
          <a:xfrm>
            <a:off x="13296900" y="5391150"/>
            <a:ext cx="3467100" cy="1333500"/>
          </a:xfrm>
          <a:prstGeom prst="roundRect">
            <a:avLst>
              <a:gd name="adj" fmla="val 11429"/>
            </a:avLst>
          </a:prstGeom>
          <a:solidFill>
            <a:srgbClr val="1E212B"/>
          </a:solidFill>
          <a:ln/>
        </p:spPr>
      </p:sp>
      <p:sp>
        <p:nvSpPr>
          <p:cNvPr id="31" name="Shape 29"/>
          <p:cNvSpPr/>
          <p:nvPr/>
        </p:nvSpPr>
        <p:spPr>
          <a:xfrm>
            <a:off x="13296900" y="5391150"/>
            <a:ext cx="95250" cy="1333500"/>
          </a:xfrm>
          <a:prstGeom prst="roundRect">
            <a:avLst>
              <a:gd name="adj" fmla="val 50000"/>
            </a:avLst>
          </a:prstGeom>
          <a:solidFill>
            <a:srgbClr val="FF6A4D"/>
          </a:solidFill>
          <a:ln/>
        </p:spPr>
      </p:sp>
      <p:sp>
        <p:nvSpPr>
          <p:cNvPr id="32" name="Text 30"/>
          <p:cNvSpPr/>
          <p:nvPr/>
        </p:nvSpPr>
        <p:spPr>
          <a:xfrm>
            <a:off x="13601700" y="5391150"/>
            <a:ext cx="3048000" cy="1333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50" b="1" dirty="0" spc="-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Một</a:t>
            </a:r>
            <a:r>
              <a:rPr lang="en-US" sz="255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tiêu</a:t>
            </a:r>
            <a:r>
              <a:rPr lang="en-US" sz="2550" b="1" dirty="0" spc="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đề</a:t>
            </a:r>
            <a:r>
              <a:rPr lang="en-US" sz="255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thử</a:t>
            </a:r>
            <a:endParaRPr lang="en-US" sz="2550" dirty="0"/>
          </a:p>
        </p:txBody>
      </p:sp>
      <p:sp>
        <p:nvSpPr>
          <p:cNvPr id="33" name="Shape 31"/>
          <p:cNvSpPr/>
          <p:nvPr/>
        </p:nvSpPr>
        <p:spPr>
          <a:xfrm>
            <a:off x="13296900" y="6953250"/>
            <a:ext cx="3467100" cy="1333500"/>
          </a:xfrm>
          <a:prstGeom prst="roundRect">
            <a:avLst>
              <a:gd name="adj" fmla="val 11429"/>
            </a:avLst>
          </a:prstGeom>
          <a:solidFill>
            <a:srgbClr val="1E212B"/>
          </a:solidFill>
          <a:ln/>
        </p:spPr>
      </p:sp>
      <p:sp>
        <p:nvSpPr>
          <p:cNvPr id="34" name="Shape 32"/>
          <p:cNvSpPr/>
          <p:nvPr/>
        </p:nvSpPr>
        <p:spPr>
          <a:xfrm>
            <a:off x="13296900" y="6953250"/>
            <a:ext cx="95250" cy="1333500"/>
          </a:xfrm>
          <a:prstGeom prst="roundRect">
            <a:avLst>
              <a:gd name="adj" fmla="val 50000"/>
            </a:avLst>
          </a:prstGeom>
          <a:solidFill>
            <a:srgbClr val="FF6A4D"/>
          </a:solidFill>
          <a:ln/>
        </p:spPr>
      </p:sp>
      <p:sp>
        <p:nvSpPr>
          <p:cNvPr id="35" name="Text 33"/>
          <p:cNvSpPr/>
          <p:nvPr/>
        </p:nvSpPr>
        <p:spPr>
          <a:xfrm>
            <a:off x="13601700" y="6953250"/>
            <a:ext cx="3048000" cy="1333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5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Nội</a:t>
            </a:r>
            <a:r>
              <a:rPr lang="en-US" sz="255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dung</a:t>
            </a:r>
            <a:r>
              <a:rPr lang="en-US" sz="2550" b="1" dirty="0" spc="-1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trả</a:t>
            </a:r>
            <a:r>
              <a:rPr lang="en-US" sz="2550" b="1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lời</a:t>
            </a:r>
            <a:endParaRPr lang="en-US" sz="2550" dirty="0"/>
          </a:p>
        </p:txBody>
      </p:sp>
      <p:sp>
        <p:nvSpPr>
          <p:cNvPr id="36" name="Connector line-1792382602776-646325143"/>
          <p:cNvSpPr/>
          <p:nvPr/>
        </p:nvSpPr>
        <p:spPr>
          <a:xfrm>
            <a:off x="990600" y="9486900"/>
            <a:ext cx="2957513" cy="0"/>
          </a:xfrm>
          <a:prstGeom prst="line">
            <a:avLst/>
          </a:prstGeom>
          <a:noFill/>
          <a:ln w="19050">
            <a:solidFill>
              <a:srgbClr val="F3EEE3">
                <a:alpha val="35000"/>
              </a:srgbClr>
            </a:solidFill>
            <a:prstDash val="solid"/>
            <a:headEnd type="none"/>
            <a:tailEnd type="none"/>
          </a:ln>
        </p:spPr>
      </p:sp>
      <p:sp>
        <p:nvSpPr>
          <p:cNvPr id="37" name="Shape 35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38" name="Shape 36"/>
          <p:cNvSpPr/>
          <p:nvPr/>
        </p:nvSpPr>
        <p:spPr>
          <a:xfrm>
            <a:off x="1262063" y="9429750"/>
            <a:ext cx="114300" cy="1143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39" name="Shape 37"/>
          <p:cNvSpPr/>
          <p:nvPr/>
        </p:nvSpPr>
        <p:spPr>
          <a:xfrm>
            <a:off x="1590675" y="9429750"/>
            <a:ext cx="114300" cy="1143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40" name="Shape 38"/>
          <p:cNvSpPr/>
          <p:nvPr/>
        </p:nvSpPr>
        <p:spPr>
          <a:xfrm>
            <a:off x="1919288" y="9429750"/>
            <a:ext cx="114300" cy="1143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41" name="Shape 39"/>
          <p:cNvSpPr/>
          <p:nvPr/>
        </p:nvSpPr>
        <p:spPr>
          <a:xfrm>
            <a:off x="2200275" y="9382125"/>
            <a:ext cx="209550" cy="209550"/>
          </a:xfrm>
          <a:prstGeom prst="ellipse">
            <a:avLst/>
          </a:prstGeom>
          <a:solidFill>
            <a:srgbClr val="FF6A4D"/>
          </a:solidFill>
          <a:ln/>
        </p:spPr>
      </p:sp>
      <p:sp>
        <p:nvSpPr>
          <p:cNvPr id="42" name="Shape 40"/>
          <p:cNvSpPr/>
          <p:nvPr/>
        </p:nvSpPr>
        <p:spPr>
          <a:xfrm>
            <a:off x="2576513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2905125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3233738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35623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3890962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914400" y="9715500"/>
            <a:ext cx="76200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21</a:t>
            </a:r>
            <a:r>
              <a:rPr lang="en-US" sz="1650" dirty="0" spc="-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3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05/10</a:t>
            </a:r>
            <a:endParaRPr lang="en-US" sz="1650" dirty="0"/>
          </a:p>
        </p:txBody>
      </p:sp>
      <p:sp>
        <p:nvSpPr>
          <p:cNvPr id="48" name="Shape 46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49" name="Moda image moda-export-watermark-28215a6d-f7f5-43e8-a6b3-6540be0244d1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6667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3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GIỚI</a:t>
            </a:r>
            <a:r>
              <a:rPr lang="en-US" sz="1950" b="1" spc="299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HẠN</a:t>
            </a:r>
            <a:r>
              <a:rPr lang="en-US" sz="1950" b="1" spc="279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CẦN</a:t>
            </a:r>
            <a:r>
              <a:rPr lang="en-US" sz="1950" b="1" spc="300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7239000" cy="2419350"/>
          </a:xfrm>
          <a:prstGeom prst="rect">
            <a:avLst/>
          </a:prstGeom>
          <a:noFill/>
          <a:ln/>
        </p:spPr>
        <p:txBody>
          <a:bodyPr wrap="square" lIns="0" tIns="66675" rIns="0" bIns="-66675" rtlCol="0" anchor="t"/>
          <a:lstStyle/>
          <a:p>
            <a:pPr algn="l" indent="0" marL="0">
              <a:lnSpc>
                <a:spcPts val="7800"/>
              </a:lnSpc>
              <a:buNone/>
            </a:pPr>
            <a:r>
              <a:rPr lang="en-US" sz="7500" dirty="0" spc="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Chặn</a:t>
            </a:r>
            <a:r>
              <a:rPr lang="en-US" sz="7500" dirty="0" spc="-68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đường</a:t>
            </a:r>
            <a:endParaRPr lang="en-US" sz="7500" dirty="0"/>
          </a:p>
          <a:p>
            <a:pPr algn="l" indent="0" marL="0">
              <a:lnSpc>
                <a:spcPts val="7800"/>
              </a:lnSpc>
              <a:buNone/>
            </a:pPr>
            <a:r>
              <a:rPr lang="en-US" sz="7500" dirty="0" spc="-6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chưa</a:t>
            </a:r>
            <a:r>
              <a:rPr lang="en-US" sz="7500" dirty="0" spc="19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đủ</a:t>
            </a:r>
            <a:endParaRPr lang="en-US" sz="7500" dirty="0"/>
          </a:p>
        </p:txBody>
      </p:sp>
      <p:sp>
        <p:nvSpPr>
          <p:cNvPr id="4" name="Text 2"/>
          <p:cNvSpPr/>
          <p:nvPr/>
        </p:nvSpPr>
        <p:spPr>
          <a:xfrm>
            <a:off x="914400" y="3810000"/>
            <a:ext cx="72390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50" b="1" dirty="0" spc="1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Điều</a:t>
            </a:r>
            <a:r>
              <a:rPr lang="en-US" sz="2850" b="1" dirty="0" spc="-2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kiện</a:t>
            </a:r>
            <a:r>
              <a:rPr lang="en-US" sz="2850" b="1" dirty="0" spc="-8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thật</a:t>
            </a:r>
            <a:r>
              <a:rPr lang="en-US" sz="2850" b="1" dirty="0" spc="-4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2850" b="1" dirty="0" spc="0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niềm</a:t>
            </a:r>
            <a:r>
              <a:rPr lang="en-US" sz="2850" b="1" dirty="0" spc="4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tin</a:t>
            </a:r>
            <a:r>
              <a:rPr lang="en-US" sz="2850" b="1" dirty="0" spc="-11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vào</a:t>
            </a:r>
            <a:r>
              <a:rPr lang="en-US" sz="2850" b="1" dirty="0" spc="-36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CA</a:t>
            </a:r>
            <a:endParaRPr lang="en-US" sz="2850" dirty="0"/>
          </a:p>
        </p:txBody>
      </p:sp>
      <p:sp>
        <p:nvSpPr>
          <p:cNvPr id="5" name="Text 3"/>
          <p:cNvSpPr/>
          <p:nvPr/>
        </p:nvSpPr>
        <p:spPr>
          <a:xfrm>
            <a:off x="914400" y="4476750"/>
            <a:ext cx="7048500" cy="1238250"/>
          </a:xfrm>
          <a:prstGeom prst="rect">
            <a:avLst/>
          </a:prstGeom>
          <a:noFill/>
          <a:ln/>
        </p:spPr>
        <p:txBody>
          <a:bodyPr wrap="square" lIns="0" tIns="9700" rIns="0" bIns="-9700" rtlCol="0" anchor="t"/>
          <a:lstStyle/>
          <a:p>
            <a:pPr algn="l" indent="0" marL="0">
              <a:lnSpc>
                <a:spcPts val="3443"/>
              </a:lnSpc>
              <a:buNone/>
            </a:pPr>
            <a:r>
              <a:rPr lang="en-US" sz="25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Tin</a:t>
            </a:r>
            <a:r>
              <a:rPr lang="en-US" sz="2550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550" dirty="0" spc="-3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CA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 tin mọi</a:t>
            </a:r>
            <a:r>
              <a:rPr lang="en-US" sz="2550" dirty="0" spc="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chứng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nó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ký.</a:t>
            </a:r>
            <a:endParaRPr lang="en-US" sz="2550" dirty="0"/>
          </a:p>
          <a:p>
            <a:pPr algn="l" indent="0" marL="0">
              <a:lnSpc>
                <a:spcPts val="3443"/>
              </a:lnSpc>
              <a:buNone/>
            </a:pPr>
            <a:r>
              <a:rPr lang="en-US" sz="2550" dirty="0" spc="-7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Tên</a:t>
            </a:r>
            <a:r>
              <a:rPr lang="en-US" sz="2550" dirty="0" spc="-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vẫn</a:t>
            </a:r>
            <a:r>
              <a:rPr lang="en-US" sz="2550" dirty="0" spc="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kiểm</a:t>
            </a:r>
            <a:r>
              <a:rPr lang="en-US" sz="2550" dirty="0" spc="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riêng.</a:t>
            </a:r>
            <a:endParaRPr lang="en-US" sz="2550" dirty="0"/>
          </a:p>
        </p:txBody>
      </p:sp>
      <p:sp>
        <p:nvSpPr>
          <p:cNvPr id="6" name="Shape 4"/>
          <p:cNvSpPr/>
          <p:nvPr/>
        </p:nvSpPr>
        <p:spPr>
          <a:xfrm>
            <a:off x="914400" y="6096000"/>
            <a:ext cx="7048500" cy="2743200"/>
          </a:xfrm>
          <a:prstGeom prst="roundRect">
            <a:avLst>
              <a:gd name="adj" fmla="val 8333"/>
            </a:avLst>
          </a:prstGeom>
          <a:solidFill>
            <a:srgbClr val="F8D9D0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257300" y="6343650"/>
            <a:ext cx="38100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217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BÀI</a:t>
            </a:r>
            <a:r>
              <a:rPr lang="en-US" sz="1650" b="1" spc="225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 THỬ</a:t>
            </a:r>
            <a:endParaRPr lang="en-US" sz="1650" dirty="0"/>
          </a:p>
        </p:txBody>
      </p:sp>
      <p:sp>
        <p:nvSpPr>
          <p:cNvPr id="8" name="Text richtext-1792382842955-246357857"/>
          <p:cNvSpPr/>
          <p:nvPr/>
        </p:nvSpPr>
        <p:spPr>
          <a:xfrm>
            <a:off x="1257300" y="6762750"/>
            <a:ext cx="6438900" cy="1143000"/>
          </a:xfrm>
          <a:prstGeom prst="rect">
            <a:avLst/>
          </a:prstGeom>
          <a:noFill/>
          <a:ln/>
        </p:spPr>
        <p:txBody>
          <a:bodyPr wrap="square" lIns="0" tIns="12144" rIns="0" bIns="-12144" rtlCol="0" anchor="t"/>
          <a:lstStyle/>
          <a:p>
            <a:pPr algn="l" marL="285750" indent="-204151">
              <a:lnSpc>
                <a:spcPts val="2925"/>
              </a:lnSpc>
              <a:spcAft>
                <a:spcPts val="900"/>
              </a:spcAft>
              <a:buSzPct val="100000"/>
              <a:buFont typeface="Arial"/>
              <a:buChar char="•"/>
            </a:pPr>
            <a:r>
              <a:rPr lang="en-US" sz="2250" dirty="0" spc="-4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CA</a:t>
            </a:r>
            <a:r>
              <a:rPr lang="en-US" sz="22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bị</a:t>
            </a:r>
            <a:r>
              <a:rPr lang="en-US" sz="22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giới</a:t>
            </a:r>
            <a:r>
              <a:rPr lang="en-US" sz="22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hạn</a:t>
            </a:r>
            <a:r>
              <a:rPr lang="en-US" sz="2250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tên</a:t>
            </a:r>
            <a:endParaRPr lang="en-US" sz="2250" dirty="0"/>
          </a:p>
          <a:p>
            <a:pPr algn="l" marL="285750" indent="-204151">
              <a:lnSpc>
                <a:spcPts val="2925"/>
              </a:lnSpc>
              <a:buSzPct val="100000"/>
              <a:buFont typeface="Arial"/>
              <a:buChar char="•"/>
            </a:pPr>
            <a:r>
              <a:rPr lang="en-US" sz="2250" dirty="0" spc="-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Máy</a:t>
            </a:r>
            <a:r>
              <a:rPr lang="en-US" sz="22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khách</a:t>
            </a:r>
            <a:r>
              <a:rPr lang="en-US" sz="2250" dirty="0" spc="-2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tắt</a:t>
            </a:r>
            <a:r>
              <a:rPr lang="en-US" sz="22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hẳn</a:t>
            </a:r>
            <a:r>
              <a:rPr lang="en-US" sz="225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việc</a:t>
            </a:r>
            <a:r>
              <a:rPr lang="en-US" sz="22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kiểm</a:t>
            </a:r>
            <a:r>
              <a:rPr lang="en-US" sz="2250" dirty="0" spc="1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chứng</a:t>
            </a:r>
            <a:r>
              <a:rPr lang="en-US" sz="22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endParaRPr lang="en-US" sz="2250" dirty="0"/>
          </a:p>
        </p:txBody>
      </p:sp>
      <p:sp>
        <p:nvSpPr>
          <p:cNvPr id="9" name="Text 7"/>
          <p:cNvSpPr/>
          <p:nvPr/>
        </p:nvSpPr>
        <p:spPr>
          <a:xfrm>
            <a:off x="1257300" y="7867650"/>
            <a:ext cx="6096000" cy="723900"/>
          </a:xfrm>
          <a:prstGeom prst="rect">
            <a:avLst/>
          </a:prstGeom>
          <a:noFill/>
          <a:ln/>
        </p:spPr>
        <p:txBody>
          <a:bodyPr wrap="square" lIns="0" tIns="9716" rIns="0" bIns="-9716" rtlCol="0" anchor="t"/>
          <a:lstStyle/>
          <a:p>
            <a:pPr algn="l" indent="0" marL="0">
              <a:lnSpc>
                <a:spcPts val="2340"/>
              </a:lnSpc>
              <a:buNone/>
            </a:pPr>
            <a:r>
              <a:rPr lang="en-US" sz="18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Mã hóa</a:t>
            </a:r>
            <a:r>
              <a:rPr lang="en-US" sz="1800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vẫn</a:t>
            </a:r>
            <a:r>
              <a:rPr lang="en-US" sz="1800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chạy,</a:t>
            </a:r>
            <a:r>
              <a:rPr lang="en-US" sz="1800" dirty="0" spc="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nhưng</a:t>
            </a:r>
            <a:r>
              <a:rPr lang="en-US" sz="18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180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ai</a:t>
            </a:r>
            <a:r>
              <a:rPr lang="en-US" sz="18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bảo</a:t>
            </a:r>
            <a:r>
              <a:rPr lang="en-US" sz="1800" dirty="0" spc="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đảm</a:t>
            </a:r>
            <a:r>
              <a:rPr lang="en-US" sz="1800" dirty="0" spc="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đầu</a:t>
            </a:r>
            <a:r>
              <a:rPr lang="en-US" sz="1800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bên</a:t>
            </a:r>
            <a:r>
              <a:rPr lang="en-US" sz="18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kia</a:t>
            </a:r>
            <a:r>
              <a:rPr lang="en-US" sz="18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180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ai.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8534400" y="914400"/>
            <a:ext cx="8839200" cy="7943850"/>
          </a:xfrm>
          <a:prstGeom prst="roundRect">
            <a:avLst>
              <a:gd name="adj" fmla="val 3357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915400" y="1181100"/>
            <a:ext cx="57150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223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HAI</a:t>
            </a:r>
            <a:r>
              <a:rPr lang="en-US" sz="1650" b="1" spc="224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VIỆC</a:t>
            </a:r>
            <a:r>
              <a:rPr lang="en-US" sz="1650" b="1" spc="179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TÁCH</a:t>
            </a:r>
            <a:r>
              <a:rPr lang="en-US" sz="1650" b="1" spc="225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BIỆT</a:t>
            </a:r>
            <a:endParaRPr lang="en-US" sz="1650" dirty="0"/>
          </a:p>
        </p:txBody>
      </p:sp>
      <p:sp>
        <p:nvSpPr>
          <p:cNvPr id="12" name="Shape 10"/>
          <p:cNvSpPr/>
          <p:nvPr/>
        </p:nvSpPr>
        <p:spPr>
          <a:xfrm>
            <a:off x="8915400" y="1524000"/>
            <a:ext cx="8077200" cy="1047750"/>
          </a:xfrm>
          <a:prstGeom prst="roundRect">
            <a:avLst>
              <a:gd name="adj" fmla="val 20000"/>
            </a:avLst>
          </a:prstGeom>
          <a:solidFill>
            <a:srgbClr val="FBF8F2"/>
          </a:solidFill>
          <a:ln w="19050">
            <a:solidFill>
              <a:srgbClr val="6B6A66"/>
            </a:solidFill>
            <a:prstDash val="lgDash"/>
          </a:ln>
        </p:spPr>
      </p:sp>
      <p:sp>
        <p:nvSpPr>
          <p:cNvPr id="13" name="Text 11"/>
          <p:cNvSpPr/>
          <p:nvPr/>
        </p:nvSpPr>
        <p:spPr>
          <a:xfrm>
            <a:off x="9124950" y="1800225"/>
            <a:ext cx="495300" cy="495300"/>
          </a:xfrm>
          <a:prstGeom prst="roundRect">
            <a:avLst>
              <a:gd name="adj" fmla="val 50000"/>
            </a:avLst>
          </a:prstGeom>
          <a:solidFill>
            <a:srgbClr val="14161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5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1</a:t>
            </a:r>
            <a:endParaRPr lang="en-US" sz="2100" dirty="0"/>
          </a:p>
        </p:txBody>
      </p:sp>
      <p:sp>
        <p:nvSpPr>
          <p:cNvPr id="14" name="Text 12"/>
          <p:cNvSpPr/>
          <p:nvPr/>
        </p:nvSpPr>
        <p:spPr>
          <a:xfrm>
            <a:off x="9829800" y="1695450"/>
            <a:ext cx="40957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 spc="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Đưa</a:t>
            </a:r>
            <a:r>
              <a:rPr lang="en-US" sz="2100" b="1" dirty="0" spc="2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lưu</a:t>
            </a:r>
            <a:r>
              <a:rPr lang="en-US" sz="2100" b="1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lượng</a:t>
            </a:r>
            <a:r>
              <a:rPr lang="en-US" sz="2100" b="1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tới</a:t>
            </a:r>
            <a:r>
              <a:rPr lang="en-US" sz="2100" b="1" dirty="0" spc="-1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relay</a:t>
            </a:r>
            <a:endParaRPr lang="en-US" sz="2100" dirty="0"/>
          </a:p>
        </p:txBody>
      </p:sp>
      <p:sp>
        <p:nvSpPr>
          <p:cNvPr id="15" name="Text 13"/>
          <p:cNvSpPr/>
          <p:nvPr/>
        </p:nvSpPr>
        <p:spPr>
          <a:xfrm>
            <a:off x="9829800" y="2095500"/>
            <a:ext cx="409575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cài</a:t>
            </a:r>
            <a:r>
              <a:rPr lang="en-US" sz="1650" dirty="0" spc="-17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proxy,</a:t>
            </a:r>
            <a:r>
              <a:rPr lang="en-US" sz="16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hoặc mạng</a:t>
            </a:r>
            <a:r>
              <a:rPr lang="en-US" sz="165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bị</a:t>
            </a:r>
            <a:r>
              <a:rPr lang="en-US" sz="16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can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thiệp</a:t>
            </a:r>
            <a:endParaRPr lang="en-US" sz="1650" dirty="0"/>
          </a:p>
        </p:txBody>
      </p:sp>
      <p:sp>
        <p:nvSpPr>
          <p:cNvPr id="16" name="Text 14"/>
          <p:cNvSpPr/>
          <p:nvPr/>
        </p:nvSpPr>
        <p:spPr>
          <a:xfrm>
            <a:off x="13982700" y="1819275"/>
            <a:ext cx="2762250" cy="457200"/>
          </a:xfrm>
          <a:prstGeom prst="roundRect">
            <a:avLst>
              <a:gd name="adj" fmla="val 50000"/>
            </a:avLst>
          </a:prstGeom>
          <a:solidFill>
            <a:srgbClr val="E8E0C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5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bài</a:t>
            </a:r>
            <a:r>
              <a:rPr lang="en-US" sz="165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165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mô</a:t>
            </a:r>
            <a:r>
              <a:rPr lang="en-US" sz="165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</a:t>
            </a:r>
            <a:r>
              <a:rPr lang="en-US" sz="165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hóa</a:t>
            </a:r>
            <a:endParaRPr lang="en-US" sz="1650" dirty="0"/>
          </a:p>
        </p:txBody>
      </p:sp>
      <p:sp>
        <p:nvSpPr>
          <p:cNvPr id="17" name="Shape 15"/>
          <p:cNvSpPr/>
          <p:nvPr/>
        </p:nvSpPr>
        <p:spPr>
          <a:xfrm>
            <a:off x="8915400" y="2705100"/>
            <a:ext cx="8077200" cy="1771650"/>
          </a:xfrm>
          <a:prstGeom prst="roundRect">
            <a:avLst>
              <a:gd name="adj" fmla="val 11828"/>
            </a:avLst>
          </a:prstGeom>
          <a:solidFill>
            <a:srgbClr val="F8D9D0"/>
          </a:solidFill>
          <a:ln w="28575">
            <a:solidFill>
              <a:srgbClr val="E8472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124950" y="2895600"/>
            <a:ext cx="495300" cy="495300"/>
          </a:xfrm>
          <a:prstGeom prst="roundRect">
            <a:avLst>
              <a:gd name="adj" fmla="val 50000"/>
            </a:avLst>
          </a:prstGeom>
          <a:solidFill>
            <a:srgbClr val="E8472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6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2</a:t>
            </a:r>
            <a:endParaRPr lang="en-US" sz="2100" dirty="0"/>
          </a:p>
        </p:txBody>
      </p:sp>
      <p:sp>
        <p:nvSpPr>
          <p:cNvPr id="19" name="Text 17"/>
          <p:cNvSpPr/>
          <p:nvPr/>
        </p:nvSpPr>
        <p:spPr>
          <a:xfrm>
            <a:off x="9829800" y="2838450"/>
            <a:ext cx="4000500" cy="762000"/>
          </a:xfrm>
          <a:prstGeom prst="rect">
            <a:avLst/>
          </a:prstGeom>
          <a:noFill/>
          <a:ln/>
        </p:spPr>
        <p:txBody>
          <a:bodyPr wrap="square" lIns="0" tIns="14669" rIns="0" bIns="-14669" rtlCol="0" anchor="t"/>
          <a:lstStyle/>
          <a:p>
            <a:pPr algn="l" indent="0" marL="0">
              <a:lnSpc>
                <a:spcPts val="2625"/>
              </a:lnSpc>
              <a:buNone/>
            </a:pPr>
            <a:r>
              <a:rPr lang="en-US" sz="210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Khiến</a:t>
            </a:r>
            <a:r>
              <a:rPr lang="en-US" sz="2100" b="1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210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khách chấp</a:t>
            </a:r>
            <a:r>
              <a:rPr lang="en-US" sz="210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nhận</a:t>
            </a:r>
            <a:endParaRPr lang="en-US" sz="2100" dirty="0"/>
          </a:p>
          <a:p>
            <a:pPr algn="l" indent="0" marL="0">
              <a:lnSpc>
                <a:spcPts val="2625"/>
              </a:lnSpc>
              <a:buNone/>
            </a:pPr>
            <a:r>
              <a:rPr lang="en-US" sz="2100" b="1" dirty="0" spc="1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chứng</a:t>
            </a:r>
            <a:r>
              <a:rPr lang="en-US" sz="210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210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100" b="1" dirty="0" spc="-1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relay</a:t>
            </a:r>
            <a:endParaRPr lang="en-US" sz="2100" dirty="0"/>
          </a:p>
        </p:txBody>
      </p:sp>
      <p:sp>
        <p:nvSpPr>
          <p:cNvPr id="20" name="Text 18"/>
          <p:cNvSpPr/>
          <p:nvPr/>
        </p:nvSpPr>
        <p:spPr>
          <a:xfrm>
            <a:off x="13982700" y="2952750"/>
            <a:ext cx="2762250" cy="457200"/>
          </a:xfrm>
          <a:prstGeom prst="roundRect">
            <a:avLst>
              <a:gd name="adj" fmla="val 50000"/>
            </a:avLst>
          </a:prstGeom>
          <a:solidFill>
            <a:srgbClr val="E8472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50" b="1" dirty="0" spc="-2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bài</a:t>
            </a:r>
            <a:r>
              <a:rPr lang="en-US" sz="1650" b="1" dirty="0" spc="-1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mô</a:t>
            </a:r>
            <a:r>
              <a:rPr lang="en-US" sz="1650" b="1" dirty="0" spc="1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</a:t>
            </a:r>
            <a:r>
              <a:rPr lang="en-US" sz="1650" b="1" dirty="0" spc="-3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hóa</a:t>
            </a:r>
            <a:endParaRPr lang="en-US" sz="1650" dirty="0"/>
          </a:p>
        </p:txBody>
      </p:sp>
      <p:sp>
        <p:nvSpPr>
          <p:cNvPr id="21" name="Text 19"/>
          <p:cNvSpPr/>
          <p:nvPr/>
        </p:nvSpPr>
        <p:spPr>
          <a:xfrm>
            <a:off x="9258300" y="3733800"/>
            <a:ext cx="7429500" cy="628650"/>
          </a:xfrm>
          <a:prstGeom prst="rect">
            <a:avLst/>
          </a:prstGeom>
          <a:noFill/>
          <a:ln/>
        </p:spPr>
        <p:txBody>
          <a:bodyPr wrap="square" lIns="0" tIns="6271" rIns="0" bIns="-6271" rtlCol="0" anchor="t"/>
          <a:lstStyle/>
          <a:p>
            <a:pPr algn="l" indent="0" marL="0">
              <a:lnSpc>
                <a:spcPts val="2228"/>
              </a:lnSpc>
              <a:buNone/>
            </a:pPr>
            <a:r>
              <a:rPr lang="en-US" sz="1650" dirty="0" spc="-4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OWASP</a:t>
            </a:r>
            <a:r>
              <a:rPr lang="en-US" sz="1650" dirty="0" spc="-2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kể</a:t>
            </a:r>
            <a:r>
              <a:rPr lang="en-US" sz="16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hai</a:t>
            </a:r>
            <a:r>
              <a:rPr lang="en-US" sz="1650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đường:</a:t>
            </a:r>
            <a:r>
              <a:rPr lang="en-US" sz="16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xin</a:t>
            </a:r>
            <a:r>
              <a:rPr lang="en-US" sz="1650" dirty="0" spc="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chứng</a:t>
            </a:r>
            <a:r>
              <a:rPr lang="en-US" sz="16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16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cho</a:t>
            </a:r>
            <a:r>
              <a:rPr lang="en-US" sz="1650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tên</a:t>
            </a:r>
            <a:r>
              <a:rPr lang="en-US" sz="16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nạn</a:t>
            </a:r>
            <a:r>
              <a:rPr lang="en-US" sz="16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nhân</a:t>
            </a:r>
            <a:r>
              <a:rPr lang="en-US" sz="165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</a:t>
            </a:r>
            <a:r>
              <a:rPr lang="en-US" sz="1650" dirty="0" spc="-1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CA</a:t>
            </a:r>
            <a:r>
              <a:rPr lang="en-US" sz="1650" dirty="0" spc="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đã</a:t>
            </a:r>
            <a:r>
              <a:rPr lang="en-US" sz="16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tin,</a:t>
            </a:r>
            <a:r>
              <a:rPr lang="en-US" sz="16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hoặc</a:t>
            </a:r>
            <a:r>
              <a:rPr lang="en-US" sz="1650" dirty="0" spc="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đưa</a:t>
            </a:r>
            <a:r>
              <a:rPr lang="en-US" sz="1650" dirty="0" spc="-1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CA</a:t>
            </a:r>
            <a:r>
              <a:rPr lang="en-US" sz="16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lạ</a:t>
            </a:r>
            <a:r>
              <a:rPr lang="en-US" sz="1650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vào</a:t>
            </a:r>
            <a:r>
              <a:rPr lang="en-US" sz="16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kho tin</a:t>
            </a:r>
            <a:r>
              <a:rPr lang="en-US" sz="1650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cậy.</a:t>
            </a:r>
            <a:endParaRPr lang="en-US" sz="1650" dirty="0"/>
          </a:p>
        </p:txBody>
      </p:sp>
      <p:sp>
        <p:nvSpPr>
          <p:cNvPr id="22" name="Text 20"/>
          <p:cNvSpPr/>
          <p:nvPr/>
        </p:nvSpPr>
        <p:spPr>
          <a:xfrm>
            <a:off x="8915400" y="4762500"/>
            <a:ext cx="80772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 spc="2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Chứng</a:t>
            </a:r>
            <a:r>
              <a:rPr lang="en-US" sz="210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2100" b="1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cho</a:t>
            </a:r>
            <a:r>
              <a:rPr lang="en-US" sz="2100" b="1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demo.test,</a:t>
            </a:r>
            <a:r>
              <a:rPr lang="en-US" sz="2100" b="1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do</a:t>
            </a:r>
            <a:r>
              <a:rPr lang="en-US" sz="2100" b="1" dirty="0" spc="-2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CA</a:t>
            </a:r>
            <a:r>
              <a:rPr lang="en-US" sz="210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100" b="1" dirty="0" spc="-1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relay</a:t>
            </a:r>
            <a:r>
              <a:rPr lang="en-US" sz="210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ký</a:t>
            </a:r>
            <a:endParaRPr lang="en-US" sz="2100" dirty="0"/>
          </a:p>
        </p:txBody>
      </p:sp>
      <p:sp>
        <p:nvSpPr>
          <p:cNvPr id="23" name="Shape 21"/>
          <p:cNvSpPr/>
          <p:nvPr/>
        </p:nvSpPr>
        <p:spPr>
          <a:xfrm>
            <a:off x="8915400" y="5219700"/>
            <a:ext cx="8077200" cy="914400"/>
          </a:xfrm>
          <a:prstGeom prst="roundRect">
            <a:avLst>
              <a:gd name="adj" fmla="val 18750"/>
            </a:avLst>
          </a:prstGeom>
          <a:solidFill>
            <a:srgbClr val="E8E0CF"/>
          </a:solidFill>
          <a:ln/>
        </p:spPr>
      </p:sp>
      <p:sp>
        <p:nvSpPr>
          <p:cNvPr id="24" name="Text 22"/>
          <p:cNvSpPr/>
          <p:nvPr/>
        </p:nvSpPr>
        <p:spPr>
          <a:xfrm>
            <a:off x="9258300" y="5219700"/>
            <a:ext cx="51435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Máy</a:t>
            </a:r>
            <a:r>
              <a:rPr lang="en-US" sz="21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khách</a:t>
            </a:r>
            <a:r>
              <a:rPr lang="en-US" sz="21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 tin</a:t>
            </a:r>
            <a:r>
              <a:rPr lang="en-US" sz="2100" dirty="0" spc="-3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CA</a:t>
            </a:r>
            <a:r>
              <a:rPr lang="en-US" sz="2100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thật</a:t>
            </a:r>
            <a:endParaRPr lang="en-US" sz="2100" dirty="0"/>
          </a:p>
        </p:txBody>
      </p:sp>
      <p:sp>
        <p:nvSpPr>
          <p:cNvPr id="25" name="Text 23"/>
          <p:cNvSpPr/>
          <p:nvPr/>
        </p:nvSpPr>
        <p:spPr>
          <a:xfrm>
            <a:off x="14859000" y="5429250"/>
            <a:ext cx="1866900" cy="495300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b="1" dirty="0" spc="-70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Từ</a:t>
            </a:r>
            <a:r>
              <a:rPr lang="en-US" sz="1950" b="1" dirty="0" spc="-3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chối</a:t>
            </a:r>
            <a:endParaRPr lang="en-US" sz="1950" dirty="0"/>
          </a:p>
        </p:txBody>
      </p:sp>
      <p:sp>
        <p:nvSpPr>
          <p:cNvPr id="26" name="Shape 24"/>
          <p:cNvSpPr/>
          <p:nvPr/>
        </p:nvSpPr>
        <p:spPr>
          <a:xfrm>
            <a:off x="8915400" y="6267450"/>
            <a:ext cx="8077200" cy="914400"/>
          </a:xfrm>
          <a:prstGeom prst="roundRect">
            <a:avLst>
              <a:gd name="adj" fmla="val 18750"/>
            </a:avLst>
          </a:prstGeom>
          <a:solidFill>
            <a:srgbClr val="E8E0CF"/>
          </a:solidFill>
          <a:ln/>
        </p:spPr>
      </p:sp>
      <p:sp>
        <p:nvSpPr>
          <p:cNvPr id="27" name="Text 25"/>
          <p:cNvSpPr/>
          <p:nvPr/>
        </p:nvSpPr>
        <p:spPr>
          <a:xfrm>
            <a:off x="9258300" y="6267450"/>
            <a:ext cx="51435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Máy</a:t>
            </a:r>
            <a:r>
              <a:rPr lang="en-US" sz="21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khách</a:t>
            </a:r>
            <a:r>
              <a:rPr lang="en-US" sz="21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tin</a:t>
            </a:r>
            <a:r>
              <a:rPr lang="en-US" sz="21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cả</a:t>
            </a:r>
            <a:r>
              <a:rPr lang="en-US" sz="21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hai</a:t>
            </a:r>
            <a:r>
              <a:rPr lang="en-US" sz="2100" dirty="0" spc="-3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CA</a:t>
            </a:r>
            <a:endParaRPr lang="en-US" sz="2100" dirty="0"/>
          </a:p>
        </p:txBody>
      </p:sp>
      <p:sp>
        <p:nvSpPr>
          <p:cNvPr id="28" name="Text 26"/>
          <p:cNvSpPr/>
          <p:nvPr/>
        </p:nvSpPr>
        <p:spPr>
          <a:xfrm>
            <a:off x="14859000" y="6477000"/>
            <a:ext cx="1866900" cy="495300"/>
          </a:xfrm>
          <a:prstGeom prst="roundRect">
            <a:avLst>
              <a:gd name="adj" fmla="val 50000"/>
            </a:avLst>
          </a:prstGeom>
          <a:solidFill>
            <a:srgbClr val="E8472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b="1" dirty="0" spc="-1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Chấp</a:t>
            </a:r>
            <a:r>
              <a:rPr lang="en-US" sz="1950" b="1" dirty="0" spc="1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nhận</a:t>
            </a:r>
            <a:endParaRPr lang="en-US" sz="1950" dirty="0"/>
          </a:p>
        </p:txBody>
      </p:sp>
      <p:sp>
        <p:nvSpPr>
          <p:cNvPr id="29" name="Shape 27"/>
          <p:cNvSpPr/>
          <p:nvPr/>
        </p:nvSpPr>
        <p:spPr>
          <a:xfrm>
            <a:off x="8915400" y="7315200"/>
            <a:ext cx="8077200" cy="914400"/>
          </a:xfrm>
          <a:prstGeom prst="roundRect">
            <a:avLst>
              <a:gd name="adj" fmla="val 18750"/>
            </a:avLst>
          </a:prstGeom>
          <a:solidFill>
            <a:srgbClr val="E8E0CF"/>
          </a:solidFill>
          <a:ln/>
        </p:spPr>
      </p:sp>
      <p:sp>
        <p:nvSpPr>
          <p:cNvPr id="30" name="Text 28"/>
          <p:cNvSpPr/>
          <p:nvPr/>
        </p:nvSpPr>
        <p:spPr>
          <a:xfrm>
            <a:off x="9258300" y="7429500"/>
            <a:ext cx="5334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Tin</a:t>
            </a:r>
            <a:r>
              <a:rPr lang="en-US" sz="21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cả</a:t>
            </a:r>
            <a:r>
              <a:rPr lang="en-US" sz="21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hai</a:t>
            </a:r>
            <a:r>
              <a:rPr lang="en-US" sz="2100" dirty="0" spc="-2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CA,</a:t>
            </a:r>
            <a:r>
              <a:rPr lang="en-US" sz="21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hỏi</a:t>
            </a:r>
            <a:r>
              <a:rPr lang="en-US" sz="2100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tên</a:t>
            </a:r>
            <a:r>
              <a:rPr lang="en-US" sz="210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localhost</a:t>
            </a:r>
            <a:endParaRPr lang="en-US" sz="2100" dirty="0"/>
          </a:p>
        </p:txBody>
      </p:sp>
      <p:sp>
        <p:nvSpPr>
          <p:cNvPr id="31" name="Text 29"/>
          <p:cNvSpPr/>
          <p:nvPr/>
        </p:nvSpPr>
        <p:spPr>
          <a:xfrm>
            <a:off x="9258300" y="7829550"/>
            <a:ext cx="5334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Hostname</a:t>
            </a:r>
            <a:r>
              <a:rPr lang="en-US" sz="1650" dirty="0" spc="-7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mismatch</a:t>
            </a:r>
            <a:endParaRPr lang="en-US" sz="1650" dirty="0"/>
          </a:p>
        </p:txBody>
      </p:sp>
      <p:sp>
        <p:nvSpPr>
          <p:cNvPr id="32" name="Text 30"/>
          <p:cNvSpPr/>
          <p:nvPr/>
        </p:nvSpPr>
        <p:spPr>
          <a:xfrm>
            <a:off x="14859000" y="7524750"/>
            <a:ext cx="1866900" cy="495300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b="1" dirty="0" spc="-70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Từ</a:t>
            </a:r>
            <a:r>
              <a:rPr lang="en-US" sz="1950" b="1" dirty="0" spc="-3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chối</a:t>
            </a:r>
            <a:endParaRPr lang="en-US" sz="1950" dirty="0"/>
          </a:p>
        </p:txBody>
      </p:sp>
      <p:sp>
        <p:nvSpPr>
          <p:cNvPr id="33" name="Connector line-1792382843011-668407479"/>
          <p:cNvSpPr/>
          <p:nvPr/>
        </p:nvSpPr>
        <p:spPr>
          <a:xfrm>
            <a:off x="990600" y="9486900"/>
            <a:ext cx="2957513" cy="0"/>
          </a:xfrm>
          <a:prstGeom prst="line">
            <a:avLst/>
          </a:prstGeom>
          <a:noFill/>
          <a:ln w="19050">
            <a:solidFill>
              <a:srgbClr val="14161C">
                <a:alpha val="35000"/>
              </a:srgbClr>
            </a:solidFill>
            <a:prstDash val="solid"/>
            <a:headEnd type="none"/>
            <a:tailEnd type="none"/>
          </a:ln>
        </p:spPr>
      </p:sp>
      <p:sp>
        <p:nvSpPr>
          <p:cNvPr id="34" name="Shape 32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35" name="Shape 33"/>
          <p:cNvSpPr/>
          <p:nvPr/>
        </p:nvSpPr>
        <p:spPr>
          <a:xfrm>
            <a:off x="1262063" y="9429750"/>
            <a:ext cx="114300" cy="1143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36" name="Shape 34"/>
          <p:cNvSpPr/>
          <p:nvPr/>
        </p:nvSpPr>
        <p:spPr>
          <a:xfrm>
            <a:off x="1590675" y="9429750"/>
            <a:ext cx="114300" cy="1143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37" name="Shape 35"/>
          <p:cNvSpPr/>
          <p:nvPr/>
        </p:nvSpPr>
        <p:spPr>
          <a:xfrm>
            <a:off x="1919288" y="9429750"/>
            <a:ext cx="114300" cy="1143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38" name="Shape 36"/>
          <p:cNvSpPr/>
          <p:nvPr/>
        </p:nvSpPr>
        <p:spPr>
          <a:xfrm>
            <a:off x="2247900" y="9429750"/>
            <a:ext cx="114300" cy="1143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39" name="Shape 37"/>
          <p:cNvSpPr/>
          <p:nvPr/>
        </p:nvSpPr>
        <p:spPr>
          <a:xfrm>
            <a:off x="2528888" y="9382125"/>
            <a:ext cx="209550" cy="20955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40" name="Shape 38"/>
          <p:cNvSpPr/>
          <p:nvPr/>
        </p:nvSpPr>
        <p:spPr>
          <a:xfrm>
            <a:off x="2905125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3233738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35623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3890962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914400" y="9715500"/>
            <a:ext cx="76200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21</a:t>
            </a:r>
            <a:r>
              <a:rPr lang="en-US" sz="16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06/10</a:t>
            </a:r>
            <a:endParaRPr lang="en-US" sz="1650" dirty="0"/>
          </a:p>
        </p:txBody>
      </p:sp>
      <p:sp>
        <p:nvSpPr>
          <p:cNvPr id="45" name="Shape 43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46" name="Moda image moda-export-watermark-996b420f-f3a7-4657-b4d3-f11b760fe264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6667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9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XEM</a:t>
            </a:r>
            <a:r>
              <a:rPr lang="en-US" sz="1950" b="1" spc="28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SÂU</a:t>
            </a:r>
            <a:r>
              <a:rPr lang="en-US" sz="195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HƠN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7429500" cy="2419350"/>
          </a:xfrm>
          <a:prstGeom prst="rect">
            <a:avLst/>
          </a:prstGeom>
          <a:noFill/>
          <a:ln/>
        </p:spPr>
        <p:txBody>
          <a:bodyPr wrap="square" lIns="0" tIns="66675" rIns="0" bIns="-66675" rtlCol="0" anchor="t"/>
          <a:lstStyle/>
          <a:p>
            <a:pPr algn="l" indent="0" marL="0">
              <a:lnSpc>
                <a:spcPts val="7800"/>
              </a:lnSpc>
              <a:buNone/>
            </a:pPr>
            <a:r>
              <a:rPr lang="en-US" sz="7500" dirty="0" spc="-13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Bước</a:t>
            </a:r>
            <a:r>
              <a:rPr lang="en-US" sz="75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5</a:t>
            </a:r>
            <a:r>
              <a:rPr lang="en-US" sz="7500" dirty="0" spc="-8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và</a:t>
            </a:r>
            <a:r>
              <a:rPr lang="en-US" sz="75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6</a:t>
            </a:r>
            <a:endParaRPr lang="en-US" sz="7500" dirty="0"/>
          </a:p>
          <a:p>
            <a:pPr algn="l" indent="0" marL="0">
              <a:lnSpc>
                <a:spcPts val="7800"/>
              </a:lnSpc>
              <a:buNone/>
            </a:pPr>
            <a:r>
              <a:rPr lang="en-US" sz="75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của</a:t>
            </a:r>
            <a:r>
              <a:rPr lang="en-US" sz="7500" dirty="0" spc="-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bài</a:t>
            </a:r>
            <a:r>
              <a:rPr lang="en-US" sz="75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nguồn</a:t>
            </a:r>
            <a:endParaRPr lang="en-US" sz="7500" dirty="0"/>
          </a:p>
        </p:txBody>
      </p:sp>
      <p:sp>
        <p:nvSpPr>
          <p:cNvPr id="4" name="Text 2"/>
          <p:cNvSpPr/>
          <p:nvPr/>
        </p:nvSpPr>
        <p:spPr>
          <a:xfrm>
            <a:off x="914400" y="3905250"/>
            <a:ext cx="74295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 spc="1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Kiểu</a:t>
            </a:r>
            <a:r>
              <a:rPr lang="en-US" sz="3000" b="1" dirty="0" spc="-9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trao</a:t>
            </a:r>
            <a:r>
              <a:rPr lang="en-US" sz="3000" b="1" dirty="0" spc="-8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khóa</a:t>
            </a:r>
            <a:r>
              <a:rPr lang="en-US" sz="3000" b="1" dirty="0" spc="-4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bằng</a:t>
            </a:r>
            <a:r>
              <a:rPr lang="en-US" sz="3000" b="1" dirty="0" spc="-33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RSA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914400" y="4610100"/>
            <a:ext cx="7239000" cy="1428750"/>
          </a:xfrm>
          <a:prstGeom prst="rect">
            <a:avLst/>
          </a:prstGeom>
          <a:noFill/>
          <a:ln/>
        </p:spPr>
        <p:txBody>
          <a:bodyPr wrap="square" lIns="0" tIns="9700" rIns="0" bIns="-9700" rtlCol="0" anchor="t"/>
          <a:lstStyle/>
          <a:p>
            <a:pPr algn="l" indent="0" marL="0">
              <a:lnSpc>
                <a:spcPts val="3443"/>
              </a:lnSpc>
              <a:buNone/>
            </a:pPr>
            <a:r>
              <a:rPr lang="en-US" sz="2550" dirty="0" spc="-1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Máy</a:t>
            </a:r>
            <a:r>
              <a:rPr lang="en-US" sz="2550" dirty="0" spc="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khách</a:t>
            </a:r>
            <a:r>
              <a:rPr lang="en-US" sz="2550" dirty="0" spc="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</a:t>
            </a:r>
            <a:r>
              <a:rPr lang="en-US" sz="2550" dirty="0" spc="-4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hóa</a:t>
            </a:r>
            <a:r>
              <a:rPr lang="en-US" sz="2550" dirty="0" spc="-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khóa</a:t>
            </a:r>
            <a:r>
              <a:rPr lang="en-US" sz="2550" dirty="0" spc="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phiên</a:t>
            </a:r>
            <a:r>
              <a:rPr lang="en-US" sz="2550" dirty="0" spc="-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bằng</a:t>
            </a:r>
            <a:r>
              <a:rPr lang="en-US" sz="2550" dirty="0" spc="-3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khóa</a:t>
            </a:r>
            <a:r>
              <a:rPr lang="en-US" sz="2550" dirty="0" spc="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công</a:t>
            </a:r>
            <a:r>
              <a:rPr lang="en-US" sz="2550" dirty="0" spc="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khai.</a:t>
            </a:r>
            <a:r>
              <a:rPr lang="en-US" sz="2550" dirty="0" spc="-27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Relay</a:t>
            </a:r>
            <a:r>
              <a:rPr lang="en-US" sz="2550" dirty="0" spc="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giải</a:t>
            </a:r>
            <a:r>
              <a:rPr lang="en-US" sz="2550" dirty="0" spc="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</a:t>
            </a:r>
            <a:r>
              <a:rPr lang="en-US" sz="2550" dirty="0" spc="-26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rồi</a:t>
            </a:r>
            <a:r>
              <a:rPr lang="en-US" sz="2550" dirty="0" spc="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</a:t>
            </a:r>
            <a:r>
              <a:rPr lang="en-US" sz="2550" dirty="0" spc="-4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hóa</a:t>
            </a:r>
            <a:r>
              <a:rPr lang="en-US" sz="2550" dirty="0" spc="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lại.</a:t>
            </a:r>
            <a:endParaRPr lang="en-US" sz="2550" dirty="0"/>
          </a:p>
        </p:txBody>
      </p:sp>
      <p:sp>
        <p:nvSpPr>
          <p:cNvPr id="6" name="Shape 4"/>
          <p:cNvSpPr/>
          <p:nvPr/>
        </p:nvSpPr>
        <p:spPr>
          <a:xfrm>
            <a:off x="914400" y="6286500"/>
            <a:ext cx="7048500" cy="2571750"/>
          </a:xfrm>
          <a:prstGeom prst="roundRect">
            <a:avLst>
              <a:gd name="adj" fmla="val 8889"/>
            </a:avLst>
          </a:prstGeom>
          <a:solidFill>
            <a:srgbClr val="1E212B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257300" y="6553200"/>
            <a:ext cx="64770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19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OWASP:</a:t>
            </a:r>
            <a:r>
              <a:rPr lang="en-US" sz="1650" b="1" spc="13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TẮT</a:t>
            </a:r>
            <a:r>
              <a:rPr lang="en-US" sz="1650" b="1" spc="194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</a:t>
            </a:r>
            <a:r>
              <a:rPr lang="en-US" sz="1650" b="1" spc="21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BỘ</a:t>
            </a:r>
            <a:r>
              <a:rPr lang="en-US" sz="1650" b="1" spc="22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</a:t>
            </a:r>
            <a:r>
              <a:rPr lang="en-US" sz="1650" b="1" spc="21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TLS_RSA_*</a:t>
            </a:r>
            <a:endParaRPr lang="en-US" sz="1650" dirty="0"/>
          </a:p>
        </p:txBody>
      </p:sp>
      <p:sp>
        <p:nvSpPr>
          <p:cNvPr id="8" name="Text 6"/>
          <p:cNvSpPr/>
          <p:nvPr/>
        </p:nvSpPr>
        <p:spPr>
          <a:xfrm>
            <a:off x="1257300" y="6991350"/>
            <a:ext cx="63627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dirty="0" spc="-3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Chúng không</a:t>
            </a:r>
            <a:r>
              <a:rPr lang="en-US" sz="2250" dirty="0" spc="0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có</a:t>
            </a:r>
            <a:r>
              <a:rPr lang="en-US" sz="2250" dirty="0" spc="2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bí</a:t>
            </a:r>
            <a:r>
              <a:rPr lang="en-US" sz="2250" dirty="0" spc="-8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mật</a:t>
            </a:r>
            <a:r>
              <a:rPr lang="en-US" sz="2250" dirty="0" spc="-12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chuyển</a:t>
            </a:r>
            <a:r>
              <a:rPr lang="en-US" sz="2250" dirty="0" spc="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tiếp.</a:t>
            </a:r>
            <a:endParaRPr lang="en-US" sz="2250" dirty="0"/>
          </a:p>
        </p:txBody>
      </p:sp>
      <p:sp>
        <p:nvSpPr>
          <p:cNvPr id="9" name="Text 7"/>
          <p:cNvSpPr/>
          <p:nvPr/>
        </p:nvSpPr>
        <p:spPr>
          <a:xfrm>
            <a:off x="1257300" y="7524750"/>
            <a:ext cx="6362700" cy="1143000"/>
          </a:xfrm>
          <a:prstGeom prst="rect">
            <a:avLst/>
          </a:prstGeom>
          <a:noFill/>
          <a:ln/>
        </p:spPr>
        <p:txBody>
          <a:bodyPr wrap="square" lIns="0" tIns="6858" rIns="0" bIns="-6858" rtlCol="0" anchor="t"/>
          <a:lstStyle/>
          <a:p>
            <a:pPr algn="l" indent="0" marL="0">
              <a:lnSpc>
                <a:spcPts val="2430"/>
              </a:lnSpc>
              <a:buNone/>
            </a:pPr>
            <a:r>
              <a:rPr lang="en-US" sz="1800" dirty="0" spc="-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Bí</a:t>
            </a:r>
            <a:r>
              <a:rPr lang="en-US" sz="1800" dirty="0" spc="-1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mật chuyển</a:t>
            </a:r>
            <a:r>
              <a:rPr lang="en-US" sz="1800" dirty="0" spc="-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tiếp:</a:t>
            </a:r>
            <a:r>
              <a:rPr lang="en-US" sz="1800" dirty="0" spc="-3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sau</a:t>
            </a:r>
            <a:r>
              <a:rPr lang="en-US" sz="1800" dirty="0" spc="-8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này</a:t>
            </a:r>
            <a:r>
              <a:rPr lang="en-US" sz="1800" dirty="0" spc="-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lộ</a:t>
            </a:r>
            <a:r>
              <a:rPr lang="en-US" sz="1800" dirty="0" spc="-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khóa</a:t>
            </a:r>
            <a:r>
              <a:rPr lang="en-US" sz="1800" dirty="0" spc="5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riêng</a:t>
            </a:r>
            <a:r>
              <a:rPr lang="en-US" sz="1800" dirty="0" spc="3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1800" dirty="0" spc="-8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1800" dirty="0" spc="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chủ</a:t>
            </a:r>
            <a:r>
              <a:rPr lang="en-US" sz="1800" dirty="0" spc="-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cũng</a:t>
            </a:r>
            <a:r>
              <a:rPr lang="en-US" sz="1800" dirty="0" spc="-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1800" dirty="0" spc="-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giải mã</a:t>
            </a:r>
            <a:r>
              <a:rPr lang="en-US" sz="1800" dirty="0" spc="7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1800" dirty="0" spc="1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lưu</a:t>
            </a:r>
            <a:r>
              <a:rPr lang="en-US" sz="1800" dirty="0" spc="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lượng</a:t>
            </a:r>
            <a:r>
              <a:rPr lang="en-US" sz="1800" dirty="0" spc="14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đã</a:t>
            </a:r>
            <a:r>
              <a:rPr lang="en-US" sz="1800" dirty="0" spc="-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ghi</a:t>
            </a:r>
            <a:r>
              <a:rPr lang="en-US" sz="1800" dirty="0" spc="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lại.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8534400" y="914400"/>
            <a:ext cx="8839200" cy="7943850"/>
          </a:xfrm>
          <a:prstGeom prst="roundRect">
            <a:avLst>
              <a:gd name="adj" fmla="val 3357"/>
            </a:avLst>
          </a:prstGeom>
          <a:solidFill>
            <a:srgbClr val="1E212B"/>
          </a:solidFill>
          <a:ln w="19050">
            <a:solidFill>
              <a:srgbClr val="2A2D3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915400" y="1181100"/>
            <a:ext cx="8191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226" kern="0" dirty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OPENSSL</a:t>
            </a:r>
            <a:r>
              <a:rPr lang="en-US" sz="1650" b="1" spc="225" kern="0" dirty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S_CLIENT</a:t>
            </a:r>
            <a:r>
              <a:rPr lang="en-US" sz="1650" b="1" spc="180" kern="0" dirty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VÀO</a:t>
            </a:r>
            <a:r>
              <a:rPr lang="en-US" sz="1650" b="1" spc="184" kern="0" dirty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1650" b="1" spc="227" kern="0" dirty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CHỦ</a:t>
            </a:r>
            <a:r>
              <a:rPr lang="en-US" sz="1650" b="1" spc="225" kern="0" dirty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THỬ</a:t>
            </a:r>
            <a:endParaRPr lang="en-US" sz="1650" dirty="0"/>
          </a:p>
        </p:txBody>
      </p:sp>
      <p:sp>
        <p:nvSpPr>
          <p:cNvPr id="12" name="Text 10"/>
          <p:cNvSpPr/>
          <p:nvPr/>
        </p:nvSpPr>
        <p:spPr>
          <a:xfrm>
            <a:off x="12287250" y="1600200"/>
            <a:ext cx="238125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Khóa</a:t>
            </a:r>
            <a:r>
              <a:rPr lang="en-US" sz="195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tạm</a:t>
            </a:r>
            <a:endParaRPr lang="en-US" sz="1950" dirty="0"/>
          </a:p>
        </p:txBody>
      </p:sp>
      <p:sp>
        <p:nvSpPr>
          <p:cNvPr id="13" name="Text 11"/>
          <p:cNvSpPr/>
          <p:nvPr/>
        </p:nvSpPr>
        <p:spPr>
          <a:xfrm>
            <a:off x="12287250" y="1943100"/>
            <a:ext cx="238125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7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Server</a:t>
            </a:r>
            <a:r>
              <a:rPr lang="en-US" sz="1650" dirty="0" spc="-29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Temp</a:t>
            </a:r>
            <a:r>
              <a:rPr lang="en-US" sz="1650" dirty="0" spc="-35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Key</a:t>
            </a:r>
            <a:endParaRPr lang="en-US" sz="1650" dirty="0"/>
          </a:p>
        </p:txBody>
      </p:sp>
      <p:sp>
        <p:nvSpPr>
          <p:cNvPr id="14" name="Text 12"/>
          <p:cNvSpPr/>
          <p:nvPr/>
        </p:nvSpPr>
        <p:spPr>
          <a:xfrm>
            <a:off x="14820900" y="1600200"/>
            <a:ext cx="22860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dirty="0" spc="-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Máy</a:t>
            </a:r>
            <a:r>
              <a:rPr lang="en-US" sz="195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chủ</a:t>
            </a:r>
            <a:r>
              <a:rPr lang="en-US" sz="195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ký</a:t>
            </a:r>
            <a:endParaRPr lang="en-US" sz="1950" dirty="0"/>
          </a:p>
        </p:txBody>
      </p:sp>
      <p:sp>
        <p:nvSpPr>
          <p:cNvPr id="15" name="Text 13"/>
          <p:cNvSpPr/>
          <p:nvPr/>
        </p:nvSpPr>
        <p:spPr>
          <a:xfrm>
            <a:off x="14820900" y="1943100"/>
            <a:ext cx="22860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Peer</a:t>
            </a:r>
            <a:r>
              <a:rPr lang="en-US" sz="1650" dirty="0" spc="-1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signature</a:t>
            </a:r>
            <a:r>
              <a:rPr lang="en-US" sz="1650" dirty="0" spc="-3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type</a:t>
            </a:r>
            <a:endParaRPr lang="en-US" sz="1650" dirty="0"/>
          </a:p>
        </p:txBody>
      </p:sp>
      <p:sp>
        <p:nvSpPr>
          <p:cNvPr id="16" name="Shape 14"/>
          <p:cNvSpPr/>
          <p:nvPr/>
        </p:nvSpPr>
        <p:spPr>
          <a:xfrm>
            <a:off x="8915400" y="2343150"/>
            <a:ext cx="8077200" cy="1143000"/>
          </a:xfrm>
          <a:prstGeom prst="roundRect">
            <a:avLst>
              <a:gd name="adj" fmla="val 15000"/>
            </a:avLst>
          </a:prstGeom>
          <a:solidFill>
            <a:srgbClr val="14161C"/>
          </a:solidFill>
          <a:ln w="19050">
            <a:solidFill>
              <a:srgbClr val="2A2D3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182100" y="2343150"/>
            <a:ext cx="28575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TLS</a:t>
            </a:r>
            <a:r>
              <a:rPr lang="en-US" sz="210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1.3</a:t>
            </a:r>
            <a:endParaRPr lang="en-US" sz="2100" dirty="0"/>
          </a:p>
        </p:txBody>
      </p:sp>
      <p:sp>
        <p:nvSpPr>
          <p:cNvPr id="18" name="Text 16"/>
          <p:cNvSpPr/>
          <p:nvPr/>
        </p:nvSpPr>
        <p:spPr>
          <a:xfrm>
            <a:off x="12820650" y="2752725"/>
            <a:ext cx="196215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dirty="0" spc="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X25519, 253 bits</a:t>
            </a:r>
            <a:endParaRPr lang="en-US" sz="1650" dirty="0"/>
          </a:p>
        </p:txBody>
      </p:sp>
      <p:sp>
        <p:nvSpPr>
          <p:cNvPr id="19" name="Text 17"/>
          <p:cNvSpPr/>
          <p:nvPr/>
        </p:nvSpPr>
        <p:spPr>
          <a:xfrm>
            <a:off x="15354300" y="2752725"/>
            <a:ext cx="16383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dirty="0" spc="-9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RSA-PSS</a:t>
            </a:r>
            <a:endParaRPr lang="en-US" sz="1650" dirty="0"/>
          </a:p>
        </p:txBody>
      </p:sp>
      <p:sp>
        <p:nvSpPr>
          <p:cNvPr id="20" name="Shape 18"/>
          <p:cNvSpPr/>
          <p:nvPr/>
        </p:nvSpPr>
        <p:spPr>
          <a:xfrm>
            <a:off x="8915400" y="3600450"/>
            <a:ext cx="8077200" cy="1143000"/>
          </a:xfrm>
          <a:prstGeom prst="roundRect">
            <a:avLst>
              <a:gd name="adj" fmla="val 15000"/>
            </a:avLst>
          </a:prstGeom>
          <a:solidFill>
            <a:srgbClr val="14161C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182100" y="3695700"/>
            <a:ext cx="28575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TLS</a:t>
            </a:r>
            <a:r>
              <a:rPr lang="en-US" sz="210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1.2</a:t>
            </a:r>
            <a:endParaRPr lang="en-US" sz="2100" dirty="0"/>
          </a:p>
        </p:txBody>
      </p:sp>
      <p:sp>
        <p:nvSpPr>
          <p:cNvPr id="22" name="Text 20"/>
          <p:cNvSpPr/>
          <p:nvPr/>
        </p:nvSpPr>
        <p:spPr>
          <a:xfrm>
            <a:off x="9182100" y="4076700"/>
            <a:ext cx="2857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AES128-GCM-SHA256</a:t>
            </a:r>
            <a:endParaRPr lang="en-US" sz="1650" dirty="0"/>
          </a:p>
        </p:txBody>
      </p:sp>
      <p:sp>
        <p:nvSpPr>
          <p:cNvPr id="23" name="Text 21"/>
          <p:cNvSpPr/>
          <p:nvPr/>
        </p:nvSpPr>
        <p:spPr>
          <a:xfrm>
            <a:off x="9182100" y="4362450"/>
            <a:ext cx="2857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7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trao</a:t>
            </a:r>
            <a:r>
              <a:rPr lang="en-US" sz="1650" dirty="0" spc="-1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khóa</a:t>
            </a:r>
            <a:r>
              <a:rPr lang="en-US" sz="1650" dirty="0" spc="1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kiểu</a:t>
            </a:r>
            <a:r>
              <a:rPr lang="en-US" sz="1650" dirty="0" spc="-10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RSA</a:t>
            </a:r>
            <a:endParaRPr lang="en-US" sz="1650" dirty="0"/>
          </a:p>
        </p:txBody>
      </p:sp>
      <p:sp>
        <p:nvSpPr>
          <p:cNvPr id="24" name="Text 22"/>
          <p:cNvSpPr/>
          <p:nvPr/>
        </p:nvSpPr>
        <p:spPr>
          <a:xfrm>
            <a:off x="12820650" y="4010025"/>
            <a:ext cx="196215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dirty="0" spc="-4" kern="0">
                <a:solidFill>
                  <a:srgbClr val="FF6A4D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không</a:t>
            </a:r>
            <a:r>
              <a:rPr lang="en-US" sz="1650" dirty="0" spc="0" kern="0">
                <a:solidFill>
                  <a:srgbClr val="FF6A4D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có</a:t>
            </a:r>
            <a:endParaRPr lang="en-US" sz="1650" dirty="0"/>
          </a:p>
        </p:txBody>
      </p:sp>
      <p:sp>
        <p:nvSpPr>
          <p:cNvPr id="25" name="Text 23"/>
          <p:cNvSpPr/>
          <p:nvPr/>
        </p:nvSpPr>
        <p:spPr>
          <a:xfrm>
            <a:off x="15354300" y="4010025"/>
            <a:ext cx="16383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dirty="0" spc="-4" kern="0">
                <a:solidFill>
                  <a:srgbClr val="FF6A4D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không</a:t>
            </a:r>
            <a:r>
              <a:rPr lang="en-US" sz="1650" dirty="0" spc="0" kern="0">
                <a:solidFill>
                  <a:srgbClr val="FF6A4D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có</a:t>
            </a:r>
            <a:endParaRPr lang="en-US" sz="1650" dirty="0"/>
          </a:p>
        </p:txBody>
      </p:sp>
      <p:sp>
        <p:nvSpPr>
          <p:cNvPr id="26" name="Shape 24"/>
          <p:cNvSpPr/>
          <p:nvPr/>
        </p:nvSpPr>
        <p:spPr>
          <a:xfrm>
            <a:off x="8915400" y="4857750"/>
            <a:ext cx="8077200" cy="1143000"/>
          </a:xfrm>
          <a:prstGeom prst="roundRect">
            <a:avLst>
              <a:gd name="adj" fmla="val 15000"/>
            </a:avLst>
          </a:prstGeom>
          <a:solidFill>
            <a:srgbClr val="14161C"/>
          </a:solidFill>
          <a:ln w="19050">
            <a:solidFill>
              <a:srgbClr val="2A2D3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9182100" y="4933950"/>
            <a:ext cx="28575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TLS</a:t>
            </a:r>
            <a:r>
              <a:rPr lang="en-US" sz="210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1.2</a:t>
            </a:r>
            <a:endParaRPr lang="en-US" sz="2100" dirty="0"/>
          </a:p>
        </p:txBody>
      </p:sp>
      <p:sp>
        <p:nvSpPr>
          <p:cNvPr id="28" name="Text 26"/>
          <p:cNvSpPr/>
          <p:nvPr/>
        </p:nvSpPr>
        <p:spPr>
          <a:xfrm>
            <a:off x="9182100" y="5314950"/>
            <a:ext cx="30480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4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ECDHE-RSA-AES128-</a:t>
            </a:r>
            <a:endParaRPr lang="en-US" sz="1650" dirty="0"/>
          </a:p>
        </p:txBody>
      </p:sp>
      <p:sp>
        <p:nvSpPr>
          <p:cNvPr id="29" name="Text 27"/>
          <p:cNvSpPr/>
          <p:nvPr/>
        </p:nvSpPr>
        <p:spPr>
          <a:xfrm>
            <a:off x="9182100" y="5581650"/>
            <a:ext cx="30480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GCM-SHA256</a:t>
            </a:r>
            <a:endParaRPr lang="en-US" sz="1650" dirty="0"/>
          </a:p>
        </p:txBody>
      </p:sp>
      <p:sp>
        <p:nvSpPr>
          <p:cNvPr id="30" name="Text 28"/>
          <p:cNvSpPr/>
          <p:nvPr/>
        </p:nvSpPr>
        <p:spPr>
          <a:xfrm>
            <a:off x="12820650" y="5267325"/>
            <a:ext cx="196215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dirty="0" spc="-4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có</a:t>
            </a:r>
            <a:endParaRPr lang="en-US" sz="1650" dirty="0"/>
          </a:p>
        </p:txBody>
      </p:sp>
      <p:sp>
        <p:nvSpPr>
          <p:cNvPr id="31" name="Text 29"/>
          <p:cNvSpPr/>
          <p:nvPr/>
        </p:nvSpPr>
        <p:spPr>
          <a:xfrm>
            <a:off x="15354300" y="5267325"/>
            <a:ext cx="16383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dirty="0" spc="-4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có</a:t>
            </a:r>
            <a:endParaRPr lang="en-US" sz="1650" dirty="0"/>
          </a:p>
        </p:txBody>
      </p:sp>
      <p:sp>
        <p:nvSpPr>
          <p:cNvPr id="32" name="Shape 30"/>
          <p:cNvSpPr/>
          <p:nvPr/>
        </p:nvSpPr>
        <p:spPr>
          <a:xfrm>
            <a:off x="12306300" y="2724150"/>
            <a:ext cx="381000" cy="3810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33" name="Shape 31"/>
          <p:cNvSpPr/>
          <p:nvPr/>
        </p:nvSpPr>
        <p:spPr>
          <a:xfrm>
            <a:off x="12411075" y="2847975"/>
            <a:ext cx="180975" cy="142875"/>
          </a:xfrm>
          <a:custGeom>
            <a:avLst/>
            <a:gdLst/>
            <a:ahLst/>
            <a:cxnLst/>
            <a:rect l="l" t="t" r="r" b="b"/>
            <a:pathLst>
              <a:path w="180975" h="142875">
                <a:moveTo>
                  <a:pt x="0" y="76200"/>
                </a:moveTo>
                <a:lnTo>
                  <a:pt x="66675" y="142875"/>
                </a:lnTo>
                <a:lnTo>
                  <a:pt x="180975" y="0"/>
                </a:lnTo>
              </a:path>
            </a:pathLst>
          </a:custGeom>
          <a:ln w="38100">
            <a:solidFill>
              <a:srgbClr val="14161C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14839950" y="2724150"/>
            <a:ext cx="381000" cy="3810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35" name="Shape 33"/>
          <p:cNvSpPr/>
          <p:nvPr/>
        </p:nvSpPr>
        <p:spPr>
          <a:xfrm>
            <a:off x="14944725" y="2847975"/>
            <a:ext cx="180975" cy="142875"/>
          </a:xfrm>
          <a:custGeom>
            <a:avLst/>
            <a:gdLst/>
            <a:ahLst/>
            <a:cxnLst/>
            <a:rect l="l" t="t" r="r" b="b"/>
            <a:pathLst>
              <a:path w="180975" h="142875">
                <a:moveTo>
                  <a:pt x="0" y="76200"/>
                </a:moveTo>
                <a:lnTo>
                  <a:pt x="66675" y="142875"/>
                </a:lnTo>
                <a:lnTo>
                  <a:pt x="180975" y="0"/>
                </a:lnTo>
              </a:path>
            </a:pathLst>
          </a:custGeom>
          <a:ln w="38100">
            <a:solidFill>
              <a:srgbClr val="14161C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12306300" y="3981450"/>
            <a:ext cx="381000" cy="381000"/>
          </a:xfrm>
          <a:prstGeom prst="ellipse">
            <a:avLst/>
          </a:prstGeom>
          <a:solidFill>
            <a:srgbClr val="FF6A4D"/>
          </a:solidFill>
          <a:ln/>
        </p:spPr>
      </p:sp>
      <p:sp>
        <p:nvSpPr>
          <p:cNvPr id="37" name="Shape 35"/>
          <p:cNvSpPr/>
          <p:nvPr/>
        </p:nvSpPr>
        <p:spPr>
          <a:xfrm>
            <a:off x="12420600" y="4095750"/>
            <a:ext cx="152400" cy="152400"/>
          </a:xfrm>
          <a:custGeom>
            <a:avLst/>
            <a:gdLst/>
            <a:ahLst/>
            <a:cxnLst/>
            <a:rect l="l" t="t" r="r" b="b"/>
            <a:pathLst>
              <a:path w="152400" h="152400">
                <a:moveTo>
                  <a:pt x="0" y="0"/>
                </a:moveTo>
                <a:lnTo>
                  <a:pt x="152400" y="152400"/>
                </a:lnTo>
                <a:moveTo>
                  <a:pt x="152400" y="0"/>
                </a:moveTo>
                <a:lnTo>
                  <a:pt x="0" y="152400"/>
                </a:lnTo>
              </a:path>
            </a:pathLst>
          </a:custGeom>
          <a:ln w="38100">
            <a:solidFill>
              <a:srgbClr val="14161C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14839950" y="3981450"/>
            <a:ext cx="381000" cy="381000"/>
          </a:xfrm>
          <a:prstGeom prst="ellipse">
            <a:avLst/>
          </a:prstGeom>
          <a:solidFill>
            <a:srgbClr val="FF6A4D"/>
          </a:solidFill>
          <a:ln/>
        </p:spPr>
      </p:sp>
      <p:sp>
        <p:nvSpPr>
          <p:cNvPr id="39" name="Shape 37"/>
          <p:cNvSpPr/>
          <p:nvPr/>
        </p:nvSpPr>
        <p:spPr>
          <a:xfrm>
            <a:off x="14954250" y="4095750"/>
            <a:ext cx="152400" cy="152400"/>
          </a:xfrm>
          <a:custGeom>
            <a:avLst/>
            <a:gdLst/>
            <a:ahLst/>
            <a:cxnLst/>
            <a:rect l="l" t="t" r="r" b="b"/>
            <a:pathLst>
              <a:path w="152400" h="152400">
                <a:moveTo>
                  <a:pt x="0" y="0"/>
                </a:moveTo>
                <a:lnTo>
                  <a:pt x="152400" y="152400"/>
                </a:lnTo>
                <a:moveTo>
                  <a:pt x="152400" y="0"/>
                </a:moveTo>
                <a:lnTo>
                  <a:pt x="0" y="152400"/>
                </a:lnTo>
              </a:path>
            </a:pathLst>
          </a:custGeom>
          <a:ln w="38100">
            <a:solidFill>
              <a:srgbClr val="14161C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12306300" y="5238750"/>
            <a:ext cx="381000" cy="3810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41" name="Shape 39"/>
          <p:cNvSpPr/>
          <p:nvPr/>
        </p:nvSpPr>
        <p:spPr>
          <a:xfrm>
            <a:off x="12411075" y="5362575"/>
            <a:ext cx="180975" cy="142875"/>
          </a:xfrm>
          <a:custGeom>
            <a:avLst/>
            <a:gdLst/>
            <a:ahLst/>
            <a:cxnLst/>
            <a:rect l="l" t="t" r="r" b="b"/>
            <a:pathLst>
              <a:path w="180975" h="142875">
                <a:moveTo>
                  <a:pt x="0" y="76200"/>
                </a:moveTo>
                <a:lnTo>
                  <a:pt x="66675" y="142875"/>
                </a:lnTo>
                <a:lnTo>
                  <a:pt x="180975" y="0"/>
                </a:lnTo>
              </a:path>
            </a:pathLst>
          </a:custGeom>
          <a:ln w="38100">
            <a:solidFill>
              <a:srgbClr val="14161C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14839950" y="5238750"/>
            <a:ext cx="381000" cy="3810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43" name="Shape 41"/>
          <p:cNvSpPr/>
          <p:nvPr/>
        </p:nvSpPr>
        <p:spPr>
          <a:xfrm>
            <a:off x="14944725" y="5362575"/>
            <a:ext cx="180975" cy="142875"/>
          </a:xfrm>
          <a:custGeom>
            <a:avLst/>
            <a:gdLst/>
            <a:ahLst/>
            <a:cxnLst/>
            <a:rect l="l" t="t" r="r" b="b"/>
            <a:pathLst>
              <a:path w="180975" h="142875">
                <a:moveTo>
                  <a:pt x="0" y="76200"/>
                </a:moveTo>
                <a:lnTo>
                  <a:pt x="66675" y="142875"/>
                </a:lnTo>
                <a:lnTo>
                  <a:pt x="180975" y="0"/>
                </a:lnTo>
              </a:path>
            </a:pathLst>
          </a:custGeom>
          <a:ln w="38100">
            <a:solidFill>
              <a:srgbClr val="14161C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8915400" y="6229350"/>
            <a:ext cx="8077200" cy="1066800"/>
          </a:xfrm>
          <a:prstGeom prst="roundRect">
            <a:avLst>
              <a:gd name="adj" fmla="val 17857"/>
            </a:avLst>
          </a:prstGeom>
          <a:solidFill>
            <a:srgbClr val="14161C"/>
          </a:solidFill>
          <a:ln w="19050">
            <a:solidFill>
              <a:srgbClr val="FFB454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9258300" y="6229350"/>
            <a:ext cx="7429500" cy="1066800"/>
          </a:xfrm>
          <a:prstGeom prst="rect">
            <a:avLst/>
          </a:prstGeom>
          <a:noFill/>
          <a:ln/>
        </p:spPr>
        <p:txBody>
          <a:bodyPr wrap="square" lIns="0" tIns="10525" rIns="0" bIns="-10525" rtlCol="0" anchor="ctr"/>
          <a:lstStyle/>
          <a:p>
            <a:pPr algn="l" indent="0" marL="0">
              <a:lnSpc>
                <a:spcPts val="2535"/>
              </a:lnSpc>
              <a:buNone/>
            </a:pPr>
            <a:r>
              <a:rPr lang="en-US" sz="19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Hệ quả:</a:t>
            </a:r>
            <a:r>
              <a:rPr lang="en-US" sz="1950" dirty="0" spc="-1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relay</a:t>
            </a:r>
            <a:r>
              <a:rPr lang="en-US" sz="19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19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giải</a:t>
            </a:r>
            <a:r>
              <a:rPr lang="en-US" sz="19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</a:t>
            </a:r>
            <a:r>
              <a:rPr lang="en-US" sz="1950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khóa</a:t>
            </a:r>
            <a:r>
              <a:rPr lang="en-US" sz="19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phiên</a:t>
            </a:r>
            <a:r>
              <a:rPr lang="en-US" sz="1950" dirty="0" spc="-1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rồi</a:t>
            </a:r>
            <a:r>
              <a:rPr lang="en-US" sz="19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</a:t>
            </a:r>
            <a:r>
              <a:rPr lang="en-US" sz="1950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hóa</a:t>
            </a:r>
            <a:r>
              <a:rPr lang="en-US" sz="19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lại. Nó</a:t>
            </a:r>
            <a:r>
              <a:rPr lang="en-US" sz="19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 là</a:t>
            </a:r>
            <a:r>
              <a:rPr lang="en-US" sz="1950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1950" dirty="0" spc="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đầu</a:t>
            </a:r>
            <a:r>
              <a:rPr lang="en-US" sz="195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TLS</a:t>
            </a:r>
            <a:r>
              <a:rPr lang="en-US" sz="19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ở</a:t>
            </a:r>
            <a:r>
              <a:rPr lang="en-US" sz="19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mỗi</a:t>
            </a:r>
            <a:r>
              <a:rPr lang="en-US" sz="195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bên.</a:t>
            </a:r>
            <a:endParaRPr lang="en-US" sz="1950" dirty="0"/>
          </a:p>
        </p:txBody>
      </p:sp>
      <p:sp>
        <p:nvSpPr>
          <p:cNvPr id="46" name="Shape 44"/>
          <p:cNvSpPr/>
          <p:nvPr/>
        </p:nvSpPr>
        <p:spPr>
          <a:xfrm>
            <a:off x="8915400" y="7448550"/>
            <a:ext cx="8077200" cy="1181100"/>
          </a:xfrm>
          <a:prstGeom prst="roundRect">
            <a:avLst>
              <a:gd name="adj" fmla="val 16129"/>
            </a:avLst>
          </a:prstGeom>
          <a:solidFill>
            <a:srgbClr val="14161C"/>
          </a:solidFill>
          <a:ln w="19050">
            <a:solidFill>
              <a:srgbClr val="9A98A0"/>
            </a:solidFill>
            <a:prstDash val="lgDash"/>
          </a:ln>
        </p:spPr>
      </p:sp>
      <p:sp>
        <p:nvSpPr>
          <p:cNvPr id="47" name="Text 45"/>
          <p:cNvSpPr/>
          <p:nvPr/>
        </p:nvSpPr>
        <p:spPr>
          <a:xfrm>
            <a:off x="9258300" y="7448550"/>
            <a:ext cx="7429500" cy="1181100"/>
          </a:xfrm>
          <a:prstGeom prst="rect">
            <a:avLst/>
          </a:prstGeom>
          <a:noFill/>
          <a:ln/>
        </p:spPr>
        <p:txBody>
          <a:bodyPr wrap="square" lIns="0" tIns="6858" rIns="0" bIns="-6858" rtlCol="0" anchor="ctr"/>
          <a:lstStyle/>
          <a:p>
            <a:pPr algn="l" indent="0" marL="0">
              <a:lnSpc>
                <a:spcPts val="2430"/>
              </a:lnSpc>
              <a:buNone/>
            </a:pPr>
            <a:r>
              <a:rPr lang="en-US" sz="1800" dirty="0" spc="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TLS</a:t>
            </a:r>
            <a:r>
              <a:rPr lang="en-US" sz="1800" dirty="0" spc="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1.3</a:t>
            </a:r>
            <a:r>
              <a:rPr lang="en-US" sz="1800" dirty="0" spc="-3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bỏ</a:t>
            </a:r>
            <a:r>
              <a:rPr lang="en-US" sz="1800" dirty="0" spc="-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hẳn</a:t>
            </a:r>
            <a:r>
              <a:rPr lang="en-US" sz="1800" dirty="0" spc="-1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trao</a:t>
            </a:r>
            <a:r>
              <a:rPr lang="en-US" sz="1800" dirty="0" spc="-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khóa</a:t>
            </a:r>
            <a:r>
              <a:rPr lang="en-US" sz="1800" dirty="0" spc="-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kiểu</a:t>
            </a:r>
            <a:r>
              <a:rPr lang="en-US" sz="1800" dirty="0" spc="-8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RSA:</a:t>
            </a:r>
            <a:r>
              <a:rPr lang="en-US" sz="1800" dirty="0" spc="-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hiểu</a:t>
            </a:r>
            <a:r>
              <a:rPr lang="en-US" sz="1800" dirty="0" spc="-5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biết</a:t>
            </a:r>
            <a:r>
              <a:rPr lang="en-US" sz="1800" dirty="0" spc="-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chung</a:t>
            </a:r>
            <a:r>
              <a:rPr lang="en-US" sz="1800" dirty="0" spc="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1800" dirty="0" spc="3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người</a:t>
            </a:r>
            <a:r>
              <a:rPr lang="en-US" sz="1800" dirty="0" spc="-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biên</a:t>
            </a:r>
            <a:r>
              <a:rPr lang="en-US" sz="1800" dirty="0" spc="-5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soạn,</a:t>
            </a:r>
            <a:r>
              <a:rPr lang="en-US" sz="1800" dirty="0" spc="-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1800" dirty="0" spc="9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đọc</a:t>
            </a:r>
            <a:r>
              <a:rPr lang="en-US" sz="1800" dirty="0" spc="6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1800" dirty="0" spc="-8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RFC</a:t>
            </a:r>
            <a:r>
              <a:rPr lang="en-US" sz="1800" dirty="0" spc="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8446.</a:t>
            </a:r>
            <a:endParaRPr lang="en-US" sz="1800" dirty="0"/>
          </a:p>
        </p:txBody>
      </p:sp>
      <p:sp>
        <p:nvSpPr>
          <p:cNvPr id="48" name="Connector line-1792365267218-451220734"/>
          <p:cNvSpPr/>
          <p:nvPr/>
        </p:nvSpPr>
        <p:spPr>
          <a:xfrm>
            <a:off x="990600" y="9486900"/>
            <a:ext cx="2957513" cy="0"/>
          </a:xfrm>
          <a:prstGeom prst="line">
            <a:avLst/>
          </a:prstGeom>
          <a:noFill/>
          <a:ln w="19050">
            <a:solidFill>
              <a:srgbClr val="F3EEE3">
                <a:alpha val="35000"/>
              </a:srgbClr>
            </a:solidFill>
            <a:prstDash val="solid"/>
            <a:headEnd type="none"/>
            <a:tailEnd type="none"/>
          </a:ln>
        </p:spPr>
      </p:sp>
      <p:sp>
        <p:nvSpPr>
          <p:cNvPr id="49" name="Shape 47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50" name="Shape 48"/>
          <p:cNvSpPr/>
          <p:nvPr/>
        </p:nvSpPr>
        <p:spPr>
          <a:xfrm>
            <a:off x="1262063" y="9429750"/>
            <a:ext cx="114300" cy="1143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51" name="Shape 49"/>
          <p:cNvSpPr/>
          <p:nvPr/>
        </p:nvSpPr>
        <p:spPr>
          <a:xfrm>
            <a:off x="1590675" y="9429750"/>
            <a:ext cx="114300" cy="1143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52" name="Shape 50"/>
          <p:cNvSpPr/>
          <p:nvPr/>
        </p:nvSpPr>
        <p:spPr>
          <a:xfrm>
            <a:off x="1919288" y="9429750"/>
            <a:ext cx="114300" cy="1143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53" name="Shape 51"/>
          <p:cNvSpPr/>
          <p:nvPr/>
        </p:nvSpPr>
        <p:spPr>
          <a:xfrm>
            <a:off x="2247900" y="9429750"/>
            <a:ext cx="114300" cy="1143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54" name="Shape 52"/>
          <p:cNvSpPr/>
          <p:nvPr/>
        </p:nvSpPr>
        <p:spPr>
          <a:xfrm>
            <a:off x="2576513" y="9429750"/>
            <a:ext cx="114300" cy="1143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55" name="Shape 53"/>
          <p:cNvSpPr/>
          <p:nvPr/>
        </p:nvSpPr>
        <p:spPr>
          <a:xfrm>
            <a:off x="2857500" y="9382125"/>
            <a:ext cx="209550" cy="209550"/>
          </a:xfrm>
          <a:prstGeom prst="ellipse">
            <a:avLst/>
          </a:prstGeom>
          <a:solidFill>
            <a:srgbClr val="FF6A4D"/>
          </a:solidFill>
          <a:ln/>
        </p:spPr>
      </p:sp>
      <p:sp>
        <p:nvSpPr>
          <p:cNvPr id="56" name="Shape 54"/>
          <p:cNvSpPr/>
          <p:nvPr/>
        </p:nvSpPr>
        <p:spPr>
          <a:xfrm>
            <a:off x="3233738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35623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3890962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914400" y="9715500"/>
            <a:ext cx="76200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21</a:t>
            </a:r>
            <a:r>
              <a:rPr lang="en-US" sz="1650" dirty="0" spc="-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-1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07/10</a:t>
            </a:r>
            <a:endParaRPr lang="en-US" sz="1650" dirty="0"/>
          </a:p>
        </p:txBody>
      </p:sp>
      <p:sp>
        <p:nvSpPr>
          <p:cNvPr id="60" name="Shape 58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61" name="Moda image moda-export-watermark-28223e6b-e680-4753-a879-589e7f404ac7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72390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2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ĐỒNG</a:t>
            </a:r>
            <a:r>
              <a:rPr lang="en-US" sz="1950" b="1" spc="299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Ý</a:t>
            </a:r>
            <a:r>
              <a:rPr lang="en-US" sz="1950" b="1" spc="249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spc="252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TẤN</a:t>
            </a:r>
            <a:r>
              <a:rPr lang="en-US" sz="1950" b="1" spc="299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CÔNG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7429500" cy="2419350"/>
          </a:xfrm>
          <a:prstGeom prst="rect">
            <a:avLst/>
          </a:prstGeom>
          <a:noFill/>
          <a:ln/>
        </p:spPr>
        <p:txBody>
          <a:bodyPr wrap="square" lIns="0" tIns="66675" rIns="0" bIns="-66675" rtlCol="0" anchor="t"/>
          <a:lstStyle/>
          <a:p>
            <a:pPr algn="l" indent="0" marL="0">
              <a:lnSpc>
                <a:spcPts val="7800"/>
              </a:lnSpc>
              <a:buNone/>
            </a:pPr>
            <a:r>
              <a:rPr lang="en-US" sz="7500" dirty="0" spc="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Cùng</a:t>
            </a:r>
            <a:r>
              <a:rPr lang="en-US" sz="7500" dirty="0" spc="-1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một</a:t>
            </a:r>
            <a:endParaRPr lang="en-US" sz="7500" dirty="0"/>
          </a:p>
          <a:p>
            <a:pPr algn="l" indent="0" marL="0">
              <a:lnSpc>
                <a:spcPts val="7800"/>
              </a:lnSpc>
              <a:buNone/>
            </a:pPr>
            <a:r>
              <a:rPr lang="en-US" sz="7500" dirty="0" spc="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cơ</a:t>
            </a:r>
            <a:r>
              <a:rPr lang="en-US" sz="75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chế</a:t>
            </a:r>
            <a:endParaRPr lang="en-US" sz="7500" dirty="0"/>
          </a:p>
        </p:txBody>
      </p:sp>
      <p:sp>
        <p:nvSpPr>
          <p:cNvPr id="4" name="Text 2"/>
          <p:cNvSpPr/>
          <p:nvPr/>
        </p:nvSpPr>
        <p:spPr>
          <a:xfrm>
            <a:off x="914400" y="3905250"/>
            <a:ext cx="74295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50" b="1" dirty="0" spc="1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Khác</a:t>
            </a:r>
            <a:r>
              <a:rPr lang="en-US" sz="2850" b="1" dirty="0" spc="2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nhau ở</a:t>
            </a:r>
            <a:r>
              <a:rPr lang="en-US" sz="2850" b="1" dirty="0" spc="4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sự</a:t>
            </a:r>
            <a:r>
              <a:rPr lang="en-US" sz="2850" b="1" dirty="0" spc="0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đồng</a:t>
            </a:r>
            <a:r>
              <a:rPr lang="en-US" sz="2850" b="1" dirty="0" spc="4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ý</a:t>
            </a:r>
            <a:r>
              <a:rPr lang="en-US" sz="2850" b="1" dirty="0" spc="3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850" b="1" dirty="0" spc="1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chủ</a:t>
            </a:r>
            <a:r>
              <a:rPr lang="en-US" sz="2850" b="1" dirty="0" spc="-9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endParaRPr lang="en-US" sz="2850" dirty="0"/>
          </a:p>
        </p:txBody>
      </p:sp>
      <p:sp>
        <p:nvSpPr>
          <p:cNvPr id="5" name="Shape 3"/>
          <p:cNvSpPr/>
          <p:nvPr/>
        </p:nvSpPr>
        <p:spPr>
          <a:xfrm>
            <a:off x="914400" y="4762500"/>
            <a:ext cx="7048500" cy="1905000"/>
          </a:xfrm>
          <a:prstGeom prst="roundRect">
            <a:avLst>
              <a:gd name="adj" fmla="val 12000"/>
            </a:avLst>
          </a:prstGeom>
          <a:solidFill>
            <a:srgbClr val="DDE3FA"/>
          </a:solidFill>
          <a:ln/>
        </p:spPr>
      </p:sp>
      <p:sp>
        <p:nvSpPr>
          <p:cNvPr id="6" name="Text 4"/>
          <p:cNvSpPr/>
          <p:nvPr/>
        </p:nvSpPr>
        <p:spPr>
          <a:xfrm>
            <a:off x="1257300" y="5010150"/>
            <a:ext cx="60960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182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OWASP</a:t>
            </a:r>
            <a:endParaRPr lang="en-US" sz="1650" dirty="0"/>
          </a:p>
        </p:txBody>
      </p:sp>
      <p:sp>
        <p:nvSpPr>
          <p:cNvPr id="7" name="Text 5"/>
          <p:cNvSpPr/>
          <p:nvPr/>
        </p:nvSpPr>
        <p:spPr>
          <a:xfrm>
            <a:off x="1257300" y="5391150"/>
            <a:ext cx="6362700" cy="1143000"/>
          </a:xfrm>
          <a:prstGeom prst="rect">
            <a:avLst/>
          </a:prstGeom>
          <a:noFill/>
          <a:ln/>
        </p:spPr>
        <p:txBody>
          <a:bodyPr wrap="square" lIns="0" tIns="11335" rIns="0" bIns="-11335" rtlCol="0" anchor="t"/>
          <a:lstStyle/>
          <a:p>
            <a:pPr algn="l" indent="0" marL="0">
              <a:lnSpc>
                <a:spcPts val="2730"/>
              </a:lnSpc>
              <a:buNone/>
            </a:pPr>
            <a:r>
              <a:rPr lang="en-US" sz="21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Gọi</a:t>
            </a:r>
            <a:r>
              <a:rPr lang="en-US" sz="2100" dirty="0" spc="-2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proxy</a:t>
            </a:r>
            <a:r>
              <a:rPr lang="en-US" sz="21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chặn</a:t>
            </a:r>
            <a:r>
              <a:rPr lang="en-US" sz="21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10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doanh</a:t>
            </a:r>
            <a:r>
              <a:rPr lang="en-US" sz="21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nghiệp</a:t>
            </a:r>
            <a:r>
              <a:rPr lang="en-US" sz="21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2100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“good”</a:t>
            </a:r>
            <a:r>
              <a:rPr lang="en-US" sz="2100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bad actor:</a:t>
            </a:r>
            <a:r>
              <a:rPr lang="en-US" sz="210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cả</a:t>
            </a:r>
            <a:r>
              <a:rPr lang="en-US" sz="21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hai</a:t>
            </a:r>
            <a:r>
              <a:rPr lang="en-US" sz="21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kiểu</a:t>
            </a:r>
            <a:r>
              <a:rPr lang="en-US" sz="2100" dirty="0" spc="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đều</a:t>
            </a:r>
            <a:r>
              <a:rPr lang="en-US" sz="210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phá</a:t>
            </a:r>
            <a:r>
              <a:rPr lang="en-US" sz="2100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bảo</a:t>
            </a:r>
            <a:r>
              <a:rPr lang="en-US" sz="2100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mật</a:t>
            </a:r>
            <a:r>
              <a:rPr lang="en-US" sz="2100" dirty="0" spc="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đầu</a:t>
            </a:r>
            <a:r>
              <a:rPr lang="en-US" sz="21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cuối</a:t>
            </a:r>
            <a:r>
              <a:rPr lang="en-US" sz="2100" dirty="0" spc="-1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1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1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phân</a:t>
            </a:r>
            <a:r>
              <a:rPr lang="en-US" sz="2100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biệt</a:t>
            </a:r>
            <a:r>
              <a:rPr lang="en-US" sz="2100" dirty="0" spc="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2100" dirty="0" spc="-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với</a:t>
            </a:r>
            <a:r>
              <a:rPr lang="en-US" sz="21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nhau.</a:t>
            </a:r>
            <a:endParaRPr lang="en-US" sz="2100" dirty="0"/>
          </a:p>
        </p:txBody>
      </p:sp>
      <p:sp>
        <p:nvSpPr>
          <p:cNvPr id="8" name="Shape 6"/>
          <p:cNvSpPr/>
          <p:nvPr/>
        </p:nvSpPr>
        <p:spPr>
          <a:xfrm>
            <a:off x="914400" y="6877050"/>
            <a:ext cx="7048500" cy="1981200"/>
          </a:xfrm>
          <a:prstGeom prst="roundRect">
            <a:avLst>
              <a:gd name="adj" fmla="val 11538"/>
            </a:avLst>
          </a:prstGeom>
          <a:solidFill>
            <a:srgbClr val="E8E0CF"/>
          </a:solidFill>
          <a:ln/>
        </p:spPr>
      </p:sp>
      <p:sp>
        <p:nvSpPr>
          <p:cNvPr id="9" name="Text 7"/>
          <p:cNvSpPr/>
          <p:nvPr/>
        </p:nvSpPr>
        <p:spPr>
          <a:xfrm>
            <a:off x="1257300" y="7124700"/>
            <a:ext cx="60960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228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MÔ</a:t>
            </a:r>
            <a:r>
              <a:rPr lang="en-US" sz="1650" b="1" spc="225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 TRÊN</a:t>
            </a:r>
            <a:r>
              <a:rPr lang="en-US" sz="1650" b="1" spc="184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1650" b="1" spc="226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MÌNH</a:t>
            </a:r>
            <a:endParaRPr lang="en-US" sz="1650" dirty="0"/>
          </a:p>
        </p:txBody>
      </p:sp>
      <p:sp>
        <p:nvSpPr>
          <p:cNvPr id="10" name="Text 8"/>
          <p:cNvSpPr/>
          <p:nvPr/>
        </p:nvSpPr>
        <p:spPr>
          <a:xfrm>
            <a:off x="1257300" y="7505700"/>
            <a:ext cx="6362700" cy="1238250"/>
          </a:xfrm>
          <a:prstGeom prst="rect">
            <a:avLst/>
          </a:prstGeom>
          <a:noFill/>
          <a:ln/>
        </p:spPr>
        <p:txBody>
          <a:bodyPr wrap="square" lIns="0" tIns="11335" rIns="0" bIns="-11335" rtlCol="0" anchor="t"/>
          <a:lstStyle/>
          <a:p>
            <a:pPr algn="l" indent="0" marL="0">
              <a:lnSpc>
                <a:spcPts val="2730"/>
              </a:lnSpc>
              <a:buNone/>
            </a:pPr>
            <a:r>
              <a:rPr lang="en-US" sz="21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Bài</a:t>
            </a:r>
            <a:r>
              <a:rPr lang="en-US" sz="21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100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chạy</a:t>
            </a:r>
            <a:r>
              <a:rPr lang="en-US" sz="21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công cụ nào</a:t>
            </a:r>
            <a:r>
              <a:rPr lang="en-US" sz="2100" dirty="0" spc="-1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1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100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hướng</a:t>
            </a:r>
            <a:r>
              <a:rPr lang="en-US" sz="21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dẫn</a:t>
            </a:r>
            <a:r>
              <a:rPr lang="en-US" sz="21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nghe</a:t>
            </a:r>
            <a:r>
              <a:rPr lang="en-US" sz="21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lén</a:t>
            </a:r>
            <a:r>
              <a:rPr lang="en-US" sz="2100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người</a:t>
            </a:r>
            <a:r>
              <a:rPr lang="en-US" sz="21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khác.</a:t>
            </a:r>
            <a:endParaRPr lang="en-US" sz="2100" dirty="0"/>
          </a:p>
        </p:txBody>
      </p:sp>
      <p:sp>
        <p:nvSpPr>
          <p:cNvPr id="11" name="Shape 9"/>
          <p:cNvSpPr/>
          <p:nvPr/>
        </p:nvSpPr>
        <p:spPr>
          <a:xfrm>
            <a:off x="8534400" y="914400"/>
            <a:ext cx="8839200" cy="7943850"/>
          </a:xfrm>
          <a:prstGeom prst="roundRect">
            <a:avLst>
              <a:gd name="adj" fmla="val 3357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8915400" y="1238250"/>
            <a:ext cx="8077200" cy="3143250"/>
          </a:xfrm>
          <a:prstGeom prst="roundRect">
            <a:avLst>
              <a:gd name="adj" fmla="val 6667"/>
            </a:avLst>
          </a:prstGeom>
          <a:solidFill>
            <a:srgbClr val="DDE3FA"/>
          </a:solidFill>
          <a:ln w="19050">
            <a:solidFill>
              <a:srgbClr val="1F3FD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258300" y="1466850"/>
            <a:ext cx="3048000" cy="457200"/>
          </a:xfrm>
          <a:prstGeom prst="roundRect">
            <a:avLst>
              <a:gd name="adj" fmla="val 50000"/>
            </a:avLst>
          </a:prstGeom>
          <a:solidFill>
            <a:srgbClr val="1F3FD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50" b="1" spc="150" kern="0" dirty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CHỦ</a:t>
            </a:r>
            <a:r>
              <a:rPr lang="en-US" sz="1650" b="1" spc="109" kern="0" dirty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1650" b="1" spc="153" kern="0" dirty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ĐỒNG</a:t>
            </a:r>
            <a:r>
              <a:rPr lang="en-US" sz="1650" b="1" spc="152" kern="0" dirty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Ý</a:t>
            </a:r>
            <a:endParaRPr lang="en-US" sz="1650" dirty="0"/>
          </a:p>
        </p:txBody>
      </p:sp>
      <p:sp>
        <p:nvSpPr>
          <p:cNvPr id="14" name="Text 12"/>
          <p:cNvSpPr/>
          <p:nvPr/>
        </p:nvSpPr>
        <p:spPr>
          <a:xfrm>
            <a:off x="9258300" y="2095500"/>
            <a:ext cx="6667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Công cụ</a:t>
            </a:r>
            <a:r>
              <a:rPr lang="en-US" sz="2100" dirty="0" spc="-1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gỡ</a:t>
            </a:r>
            <a:r>
              <a:rPr lang="en-US" sz="21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lỗi</a:t>
            </a:r>
            <a:r>
              <a:rPr lang="en-US" sz="21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như</a:t>
            </a:r>
            <a:r>
              <a:rPr lang="en-US" sz="21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Fiddler,</a:t>
            </a:r>
            <a:r>
              <a:rPr lang="en-US" sz="2100" dirty="0" spc="-2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proxy</a:t>
            </a:r>
            <a:r>
              <a:rPr lang="en-US" sz="21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1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doanh</a:t>
            </a:r>
            <a:r>
              <a:rPr lang="en-US" sz="21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nghiệp</a:t>
            </a:r>
            <a:endParaRPr lang="en-US" sz="2100" dirty="0"/>
          </a:p>
        </p:txBody>
      </p:sp>
      <p:sp>
        <p:nvSpPr>
          <p:cNvPr id="15" name="Text 13"/>
          <p:cNvSpPr/>
          <p:nvPr/>
        </p:nvSpPr>
        <p:spPr>
          <a:xfrm>
            <a:off x="9258300" y="2762250"/>
            <a:ext cx="1905000" cy="533400"/>
          </a:xfrm>
          <a:prstGeom prst="roundRect">
            <a:avLst>
              <a:gd name="adj" fmla="val 50000"/>
            </a:avLst>
          </a:prstGeom>
          <a:solidFill>
            <a:srgbClr val="14161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b="1" dirty="0" spc="-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Máy</a:t>
            </a:r>
            <a:r>
              <a:rPr lang="en-US" sz="195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khách</a:t>
            </a:r>
            <a:endParaRPr lang="en-US" sz="1950" dirty="0"/>
          </a:p>
        </p:txBody>
      </p:sp>
      <p:sp>
        <p:nvSpPr>
          <p:cNvPr id="16" name="Connector line-1792365331239-521438573"/>
          <p:cNvSpPr/>
          <p:nvPr/>
        </p:nvSpPr>
        <p:spPr>
          <a:xfrm>
            <a:off x="11239500" y="3028950"/>
            <a:ext cx="933450" cy="0"/>
          </a:xfrm>
          <a:prstGeom prst="line">
            <a:avLst/>
          </a:prstGeom>
          <a:noFill/>
          <a:ln w="38100">
            <a:solidFill>
              <a:srgbClr val="14161C"/>
            </a:solidFill>
            <a:prstDash val="solid"/>
            <a:headEnd type="triangle"/>
            <a:tailEnd type="triangle"/>
          </a:ln>
        </p:spPr>
      </p:sp>
      <p:sp>
        <p:nvSpPr>
          <p:cNvPr id="17" name="Text 15"/>
          <p:cNvSpPr/>
          <p:nvPr/>
        </p:nvSpPr>
        <p:spPr>
          <a:xfrm>
            <a:off x="12249150" y="2762250"/>
            <a:ext cx="1524000" cy="533400"/>
          </a:xfrm>
          <a:prstGeom prst="roundRect">
            <a:avLst>
              <a:gd name="adj" fmla="val 50000"/>
            </a:avLst>
          </a:prstGeom>
          <a:solidFill>
            <a:srgbClr val="E8472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b="1" dirty="0" spc="-28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Relay</a:t>
            </a:r>
            <a:endParaRPr lang="en-US" sz="1950" dirty="0"/>
          </a:p>
        </p:txBody>
      </p:sp>
      <p:sp>
        <p:nvSpPr>
          <p:cNvPr id="18" name="Connector line-1792365331241-274518451"/>
          <p:cNvSpPr/>
          <p:nvPr/>
        </p:nvSpPr>
        <p:spPr>
          <a:xfrm>
            <a:off x="13849350" y="3028950"/>
            <a:ext cx="933450" cy="0"/>
          </a:xfrm>
          <a:prstGeom prst="line">
            <a:avLst/>
          </a:prstGeom>
          <a:noFill/>
          <a:ln w="38100">
            <a:solidFill>
              <a:srgbClr val="14161C"/>
            </a:solidFill>
            <a:prstDash val="solid"/>
            <a:headEnd type="triangle"/>
            <a:tailEnd type="triangle"/>
          </a:ln>
        </p:spPr>
      </p:sp>
      <p:sp>
        <p:nvSpPr>
          <p:cNvPr id="19" name="Text 17"/>
          <p:cNvSpPr/>
          <p:nvPr/>
        </p:nvSpPr>
        <p:spPr>
          <a:xfrm>
            <a:off x="14859000" y="2762250"/>
            <a:ext cx="1905000" cy="533400"/>
          </a:xfrm>
          <a:prstGeom prst="roundRect">
            <a:avLst>
              <a:gd name="adj" fmla="val 50000"/>
            </a:avLst>
          </a:prstGeom>
          <a:solidFill>
            <a:srgbClr val="14161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b="1" dirty="0" spc="-11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Máy</a:t>
            </a:r>
            <a:r>
              <a:rPr lang="en-US" sz="1950" b="1" dirty="0" spc="-1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chủ</a:t>
            </a:r>
            <a:r>
              <a:rPr lang="en-US" sz="1950" b="1" dirty="0" spc="-4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thật</a:t>
            </a:r>
            <a:endParaRPr lang="en-US" sz="1950" dirty="0"/>
          </a:p>
        </p:txBody>
      </p:sp>
      <p:sp>
        <p:nvSpPr>
          <p:cNvPr id="20" name="Text 18"/>
          <p:cNvSpPr/>
          <p:nvPr/>
        </p:nvSpPr>
        <p:spPr>
          <a:xfrm>
            <a:off x="9258300" y="3505200"/>
            <a:ext cx="2762250" cy="457200"/>
          </a:xfrm>
          <a:prstGeom prst="roundRect">
            <a:avLst>
              <a:gd name="adj" fmla="val 50000"/>
            </a:avLst>
          </a:prstGeom>
          <a:solidFill>
            <a:srgbClr val="E8472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50" b="1" dirty="0" spc="-3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kho</a:t>
            </a:r>
            <a:r>
              <a:rPr lang="en-US" sz="1650" b="1" dirty="0" spc="-2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1650" b="1" dirty="0" spc="-23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CA</a:t>
            </a:r>
            <a:r>
              <a:rPr lang="en-US" sz="1650" b="1" dirty="0" spc="2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1650" b="1" dirty="0" spc="-14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relay</a:t>
            </a:r>
            <a:endParaRPr lang="en-US" sz="1650" dirty="0"/>
          </a:p>
        </p:txBody>
      </p:sp>
      <p:sp>
        <p:nvSpPr>
          <p:cNvPr id="21" name="Shape 19"/>
          <p:cNvSpPr/>
          <p:nvPr/>
        </p:nvSpPr>
        <p:spPr>
          <a:xfrm>
            <a:off x="8915400" y="4572000"/>
            <a:ext cx="8077200" cy="3143250"/>
          </a:xfrm>
          <a:prstGeom prst="roundRect">
            <a:avLst>
              <a:gd name="adj" fmla="val 6667"/>
            </a:avLst>
          </a:prstGeom>
          <a:solidFill>
            <a:srgbClr val="F8D9D0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9258300" y="4800600"/>
            <a:ext cx="3905250" cy="457200"/>
          </a:xfrm>
          <a:prstGeom prst="roundRect">
            <a:avLst>
              <a:gd name="adj" fmla="val 50000"/>
            </a:avLst>
          </a:prstGeom>
          <a:solidFill>
            <a:srgbClr val="E8472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50" b="1" spc="150" kern="0" dirty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CHỦ</a:t>
            </a:r>
            <a:r>
              <a:rPr lang="en-US" sz="1650" b="1" spc="109" kern="0" dirty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1650" b="1" spc="150" kern="0" dirty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1650" b="1" spc="153" kern="0" dirty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ĐỒNG</a:t>
            </a:r>
            <a:r>
              <a:rPr lang="en-US" sz="1650" b="1" spc="152" kern="0" dirty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Ý</a:t>
            </a:r>
            <a:endParaRPr lang="en-US" sz="1650" dirty="0"/>
          </a:p>
        </p:txBody>
      </p:sp>
      <p:sp>
        <p:nvSpPr>
          <p:cNvPr id="23" name="Text 21"/>
          <p:cNvSpPr/>
          <p:nvPr/>
        </p:nvSpPr>
        <p:spPr>
          <a:xfrm>
            <a:off x="9258300" y="5429250"/>
            <a:ext cx="6667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Bên</a:t>
            </a:r>
            <a:r>
              <a:rPr lang="en-US" sz="2100" dirty="0" spc="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giữa</a:t>
            </a:r>
            <a:r>
              <a:rPr lang="en-US" sz="21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mà</a:t>
            </a:r>
            <a:r>
              <a:rPr lang="en-US" sz="2100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21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r>
              <a:rPr lang="en-US" sz="2100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gọi</a:t>
            </a:r>
            <a:r>
              <a:rPr lang="en-US" sz="210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21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“malicious”</a:t>
            </a:r>
            <a:endParaRPr lang="en-US" sz="2100" dirty="0"/>
          </a:p>
        </p:txBody>
      </p:sp>
      <p:sp>
        <p:nvSpPr>
          <p:cNvPr id="24" name="Text 22"/>
          <p:cNvSpPr/>
          <p:nvPr/>
        </p:nvSpPr>
        <p:spPr>
          <a:xfrm>
            <a:off x="9258300" y="6096000"/>
            <a:ext cx="1905000" cy="533400"/>
          </a:xfrm>
          <a:prstGeom prst="roundRect">
            <a:avLst>
              <a:gd name="adj" fmla="val 50000"/>
            </a:avLst>
          </a:prstGeom>
          <a:solidFill>
            <a:srgbClr val="14161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b="1" dirty="0" spc="-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Máy</a:t>
            </a:r>
            <a:r>
              <a:rPr lang="en-US" sz="195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khách</a:t>
            </a:r>
            <a:endParaRPr lang="en-US" sz="1950" dirty="0"/>
          </a:p>
        </p:txBody>
      </p:sp>
      <p:sp>
        <p:nvSpPr>
          <p:cNvPr id="25" name="Connector line-1792365331250-901988408"/>
          <p:cNvSpPr/>
          <p:nvPr/>
        </p:nvSpPr>
        <p:spPr>
          <a:xfrm>
            <a:off x="11239500" y="6362700"/>
            <a:ext cx="933450" cy="0"/>
          </a:xfrm>
          <a:prstGeom prst="line">
            <a:avLst/>
          </a:prstGeom>
          <a:noFill/>
          <a:ln w="38100">
            <a:solidFill>
              <a:srgbClr val="14161C"/>
            </a:solidFill>
            <a:prstDash val="solid"/>
            <a:headEnd type="triangle"/>
            <a:tailEnd type="triangle"/>
          </a:ln>
        </p:spPr>
      </p:sp>
      <p:sp>
        <p:nvSpPr>
          <p:cNvPr id="26" name="Text 24"/>
          <p:cNvSpPr/>
          <p:nvPr/>
        </p:nvSpPr>
        <p:spPr>
          <a:xfrm>
            <a:off x="12249150" y="6096000"/>
            <a:ext cx="1524000" cy="533400"/>
          </a:xfrm>
          <a:prstGeom prst="roundRect">
            <a:avLst>
              <a:gd name="adj" fmla="val 50000"/>
            </a:avLst>
          </a:prstGeom>
          <a:solidFill>
            <a:srgbClr val="E8472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b="1" dirty="0" spc="-28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Relay</a:t>
            </a:r>
            <a:endParaRPr lang="en-US" sz="1950" dirty="0"/>
          </a:p>
        </p:txBody>
      </p:sp>
      <p:sp>
        <p:nvSpPr>
          <p:cNvPr id="27" name="Connector line-1792365331252-244867313"/>
          <p:cNvSpPr/>
          <p:nvPr/>
        </p:nvSpPr>
        <p:spPr>
          <a:xfrm>
            <a:off x="13849350" y="6362700"/>
            <a:ext cx="933450" cy="0"/>
          </a:xfrm>
          <a:prstGeom prst="line">
            <a:avLst/>
          </a:prstGeom>
          <a:noFill/>
          <a:ln w="38100">
            <a:solidFill>
              <a:srgbClr val="14161C"/>
            </a:solidFill>
            <a:prstDash val="solid"/>
            <a:headEnd type="triangle"/>
            <a:tailEnd type="triangle"/>
          </a:ln>
        </p:spPr>
      </p:sp>
      <p:sp>
        <p:nvSpPr>
          <p:cNvPr id="28" name="Text 26"/>
          <p:cNvSpPr/>
          <p:nvPr/>
        </p:nvSpPr>
        <p:spPr>
          <a:xfrm>
            <a:off x="14859000" y="6096000"/>
            <a:ext cx="1905000" cy="533400"/>
          </a:xfrm>
          <a:prstGeom prst="roundRect">
            <a:avLst>
              <a:gd name="adj" fmla="val 50000"/>
            </a:avLst>
          </a:prstGeom>
          <a:solidFill>
            <a:srgbClr val="14161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b="1" dirty="0" spc="-11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Máy</a:t>
            </a:r>
            <a:r>
              <a:rPr lang="en-US" sz="1950" b="1" dirty="0" spc="-1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chủ</a:t>
            </a:r>
            <a:r>
              <a:rPr lang="en-US" sz="1950" b="1" dirty="0" spc="-4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thật</a:t>
            </a:r>
            <a:endParaRPr lang="en-US" sz="1950" dirty="0"/>
          </a:p>
        </p:txBody>
      </p:sp>
      <p:sp>
        <p:nvSpPr>
          <p:cNvPr id="29" name="Text 27"/>
          <p:cNvSpPr/>
          <p:nvPr/>
        </p:nvSpPr>
        <p:spPr>
          <a:xfrm>
            <a:off x="9258300" y="6838950"/>
            <a:ext cx="2762250" cy="457200"/>
          </a:xfrm>
          <a:prstGeom prst="roundRect">
            <a:avLst>
              <a:gd name="adj" fmla="val 50000"/>
            </a:avLst>
          </a:prstGeom>
          <a:solidFill>
            <a:srgbClr val="E8472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50" b="1" dirty="0" spc="-3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kho</a:t>
            </a:r>
            <a:r>
              <a:rPr lang="en-US" sz="1650" b="1" dirty="0" spc="-2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1650" b="1" dirty="0" spc="-23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CA</a:t>
            </a:r>
            <a:r>
              <a:rPr lang="en-US" sz="1650" b="1" dirty="0" spc="2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1650" b="1" dirty="0" spc="-14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relay</a:t>
            </a:r>
            <a:endParaRPr lang="en-US" sz="1650" dirty="0"/>
          </a:p>
        </p:txBody>
      </p:sp>
      <p:sp>
        <p:nvSpPr>
          <p:cNvPr id="30" name="Text 28"/>
          <p:cNvSpPr/>
          <p:nvPr/>
        </p:nvSpPr>
        <p:spPr>
          <a:xfrm>
            <a:off x="8915400" y="7981950"/>
            <a:ext cx="80772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100" dirty="0" spc="-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Cùng</a:t>
            </a:r>
            <a:r>
              <a:rPr lang="en-US" sz="2100" dirty="0" spc="-17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relay,</a:t>
            </a:r>
            <a:r>
              <a:rPr lang="en-US" sz="2100" dirty="0" spc="-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cùng</a:t>
            </a:r>
            <a:r>
              <a:rPr lang="en-US" sz="2100" dirty="0" spc="-5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kho</a:t>
            </a:r>
            <a:r>
              <a:rPr lang="en-US" sz="2100" dirty="0" spc="-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tin</a:t>
            </a:r>
            <a:r>
              <a:rPr lang="en-US" sz="2100" dirty="0" spc="-9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cậy:</a:t>
            </a:r>
            <a:r>
              <a:rPr lang="en-US" sz="2100" dirty="0" spc="-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chỉ</a:t>
            </a:r>
            <a:r>
              <a:rPr lang="en-US" sz="2100" dirty="0" spc="-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khác</a:t>
            </a:r>
            <a:r>
              <a:rPr lang="en-US" sz="2100" dirty="0" spc="-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sự</a:t>
            </a:r>
            <a:r>
              <a:rPr lang="en-US" sz="2100" dirty="0" spc="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đồng</a:t>
            </a:r>
            <a:r>
              <a:rPr lang="en-US" sz="2100" dirty="0" spc="-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ý.</a:t>
            </a:r>
            <a:endParaRPr lang="en-US" sz="2100" dirty="0"/>
          </a:p>
        </p:txBody>
      </p:sp>
      <p:sp>
        <p:nvSpPr>
          <p:cNvPr id="31" name="Shape 29"/>
          <p:cNvSpPr/>
          <p:nvPr/>
        </p:nvSpPr>
        <p:spPr>
          <a:xfrm>
            <a:off x="16230600" y="1562100"/>
            <a:ext cx="495300" cy="495300"/>
          </a:xfrm>
          <a:prstGeom prst="ellipse">
            <a:avLst/>
          </a:prstGeom>
          <a:solidFill>
            <a:srgbClr val="1F3FD1"/>
          </a:solidFill>
          <a:ln/>
        </p:spPr>
      </p:sp>
      <p:sp>
        <p:nvSpPr>
          <p:cNvPr id="32" name="Shape 30"/>
          <p:cNvSpPr/>
          <p:nvPr/>
        </p:nvSpPr>
        <p:spPr>
          <a:xfrm>
            <a:off x="16363950" y="1733550"/>
            <a:ext cx="238125" cy="171450"/>
          </a:xfrm>
          <a:custGeom>
            <a:avLst/>
            <a:gdLst/>
            <a:ahLst/>
            <a:cxnLst/>
            <a:rect l="l" t="t" r="r" b="b"/>
            <a:pathLst>
              <a:path w="238125" h="171450">
                <a:moveTo>
                  <a:pt x="0" y="85725"/>
                </a:moveTo>
                <a:lnTo>
                  <a:pt x="85725" y="171450"/>
                </a:lnTo>
                <a:lnTo>
                  <a:pt x="238125" y="0"/>
                </a:lnTo>
              </a:path>
            </a:pathLst>
          </a:custGeom>
          <a:ln w="47625">
            <a:solidFill>
              <a:srgbClr val="FFFFFF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16230600" y="4895850"/>
            <a:ext cx="495300" cy="49530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34" name="Shape 32"/>
          <p:cNvSpPr/>
          <p:nvPr/>
        </p:nvSpPr>
        <p:spPr>
          <a:xfrm>
            <a:off x="16383000" y="5048250"/>
            <a:ext cx="190500" cy="190500"/>
          </a:xfrm>
          <a:custGeom>
            <a:avLst/>
            <a:gdLst/>
            <a:ahLst/>
            <a:cxnLst/>
            <a:rect l="l" t="t" r="r" b="b"/>
            <a:pathLst>
              <a:path w="190500" h="190500">
                <a:moveTo>
                  <a:pt x="0" y="0"/>
                </a:moveTo>
                <a:lnTo>
                  <a:pt x="190500" y="190500"/>
                </a:lnTo>
                <a:moveTo>
                  <a:pt x="190500" y="0"/>
                </a:moveTo>
                <a:lnTo>
                  <a:pt x="0" y="190500"/>
                </a:lnTo>
              </a:path>
            </a:pathLst>
          </a:custGeom>
          <a:ln w="47625">
            <a:solidFill>
              <a:srgbClr val="FFFFFF"/>
            </a:solidFill>
            <a:prstDash val="solid"/>
          </a:ln>
        </p:spPr>
      </p:sp>
      <p:sp>
        <p:nvSpPr>
          <p:cNvPr id="35" name="Connector line-1792365331262-758394398"/>
          <p:cNvSpPr/>
          <p:nvPr/>
        </p:nvSpPr>
        <p:spPr>
          <a:xfrm>
            <a:off x="990600" y="9486900"/>
            <a:ext cx="2957513" cy="0"/>
          </a:xfrm>
          <a:prstGeom prst="line">
            <a:avLst/>
          </a:prstGeom>
          <a:noFill/>
          <a:ln w="19050">
            <a:solidFill>
              <a:srgbClr val="14161C">
                <a:alpha val="35000"/>
              </a:srgbClr>
            </a:solidFill>
            <a:prstDash val="solid"/>
            <a:headEnd type="none"/>
            <a:tailEnd type="none"/>
          </a:ln>
        </p:spPr>
      </p:sp>
      <p:sp>
        <p:nvSpPr>
          <p:cNvPr id="36" name="Shape 34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37" name="Shape 35"/>
          <p:cNvSpPr/>
          <p:nvPr/>
        </p:nvSpPr>
        <p:spPr>
          <a:xfrm>
            <a:off x="1262063" y="9429750"/>
            <a:ext cx="114300" cy="1143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38" name="Shape 36"/>
          <p:cNvSpPr/>
          <p:nvPr/>
        </p:nvSpPr>
        <p:spPr>
          <a:xfrm>
            <a:off x="1590675" y="9429750"/>
            <a:ext cx="114300" cy="1143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39" name="Shape 37"/>
          <p:cNvSpPr/>
          <p:nvPr/>
        </p:nvSpPr>
        <p:spPr>
          <a:xfrm>
            <a:off x="1919288" y="9429750"/>
            <a:ext cx="114300" cy="1143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40" name="Shape 38"/>
          <p:cNvSpPr/>
          <p:nvPr/>
        </p:nvSpPr>
        <p:spPr>
          <a:xfrm>
            <a:off x="2247900" y="9429750"/>
            <a:ext cx="114300" cy="1143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41" name="Shape 39"/>
          <p:cNvSpPr/>
          <p:nvPr/>
        </p:nvSpPr>
        <p:spPr>
          <a:xfrm>
            <a:off x="2576513" y="9429750"/>
            <a:ext cx="114300" cy="1143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42" name="Shape 40"/>
          <p:cNvSpPr/>
          <p:nvPr/>
        </p:nvSpPr>
        <p:spPr>
          <a:xfrm>
            <a:off x="2905125" y="9429750"/>
            <a:ext cx="114300" cy="1143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43" name="Shape 41"/>
          <p:cNvSpPr/>
          <p:nvPr/>
        </p:nvSpPr>
        <p:spPr>
          <a:xfrm>
            <a:off x="3186113" y="9382125"/>
            <a:ext cx="209550" cy="20955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44" name="Shape 42"/>
          <p:cNvSpPr/>
          <p:nvPr/>
        </p:nvSpPr>
        <p:spPr>
          <a:xfrm>
            <a:off x="35623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3890962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914400" y="9715500"/>
            <a:ext cx="76200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21</a:t>
            </a:r>
            <a:r>
              <a:rPr lang="en-US" sz="16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08/10</a:t>
            </a:r>
            <a:endParaRPr lang="en-US" sz="1650" dirty="0"/>
          </a:p>
        </p:txBody>
      </p:sp>
      <p:sp>
        <p:nvSpPr>
          <p:cNvPr id="47" name="Shape 45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48" name="Moda image moda-export-watermark-906eda05-242b-4c8b-a58e-19ac3f7b9cd5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6667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98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KIỂM</a:t>
            </a:r>
            <a:r>
              <a:rPr lang="en-US" sz="1950" b="1" spc="299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TRA</a:t>
            </a:r>
            <a:r>
              <a:rPr lang="en-US" sz="1950" b="1" spc="300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NHANH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9334500" cy="1181100"/>
          </a:xfrm>
          <a:prstGeom prst="rect">
            <a:avLst/>
          </a:prstGeom>
          <a:noFill/>
          <a:ln/>
        </p:spPr>
        <p:txBody>
          <a:bodyPr wrap="square" lIns="0" tIns="64008" rIns="0" bIns="-64008" rtlCol="0" anchor="t"/>
          <a:lstStyle/>
          <a:p>
            <a:pPr algn="l" indent="0" marL="0">
              <a:lnSpc>
                <a:spcPts val="7488"/>
              </a:lnSpc>
              <a:buNone/>
            </a:pPr>
            <a:r>
              <a:rPr lang="en-US" sz="7200" dirty="0" spc="-2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Nhìn</a:t>
            </a:r>
            <a:r>
              <a:rPr lang="en-US" sz="7200" dirty="0" spc="-18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hình</a:t>
            </a:r>
            <a:r>
              <a:rPr lang="en-US" sz="7200" dirty="0" spc="-3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trả</a:t>
            </a:r>
            <a:r>
              <a:rPr lang="en-US" sz="7200" dirty="0" spc="-3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lời</a:t>
            </a:r>
            <a:endParaRPr lang="en-US" sz="7200" dirty="0"/>
          </a:p>
        </p:txBody>
      </p:sp>
      <p:sp>
        <p:nvSpPr>
          <p:cNvPr id="4" name="Text 2"/>
          <p:cNvSpPr/>
          <p:nvPr/>
        </p:nvSpPr>
        <p:spPr>
          <a:xfrm>
            <a:off x="914400" y="2590800"/>
            <a:ext cx="9182100" cy="2247900"/>
          </a:xfrm>
          <a:prstGeom prst="rect">
            <a:avLst/>
          </a:prstGeom>
          <a:noFill/>
          <a:ln/>
        </p:spPr>
        <p:txBody>
          <a:bodyPr wrap="square" lIns="0" tIns="9700" rIns="0" bIns="-9700" rtlCol="0" anchor="t"/>
          <a:lstStyle/>
          <a:p>
            <a:pPr algn="l" indent="0" marL="0">
              <a:lnSpc>
                <a:spcPts val="3443"/>
              </a:lnSpc>
              <a:buNone/>
            </a:pPr>
            <a:r>
              <a:rPr lang="en-US" sz="2550" dirty="0" spc="8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Hướng</a:t>
            </a:r>
            <a:r>
              <a:rPr lang="en-US" sz="2550" dirty="0" spc="-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dẫn</a:t>
            </a:r>
            <a:r>
              <a:rPr lang="en-US" sz="2550" dirty="0" spc="-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bảo bạn</a:t>
            </a:r>
            <a:r>
              <a:rPr lang="en-US" sz="2550" dirty="0" spc="-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cài</a:t>
            </a:r>
            <a:r>
              <a:rPr lang="en-US" sz="2550" dirty="0" spc="18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“chứng</a:t>
            </a:r>
            <a:r>
              <a:rPr lang="en-US" sz="2550" dirty="0" spc="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chỉ</a:t>
            </a:r>
            <a:r>
              <a:rPr lang="en-US" sz="2550" dirty="0" spc="-8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gốc”</a:t>
            </a:r>
            <a:r>
              <a:rPr lang="en-US" sz="2550" dirty="0" spc="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của</a:t>
            </a:r>
            <a:r>
              <a:rPr lang="en-US" sz="2550" dirty="0" spc="-1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một</a:t>
            </a:r>
            <a:r>
              <a:rPr lang="en-US" sz="2550" dirty="0" spc="-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công</a:t>
            </a:r>
            <a:r>
              <a:rPr lang="en-US" sz="2550" dirty="0" spc="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cụ</a:t>
            </a:r>
            <a:r>
              <a:rPr lang="en-US" sz="2550" dirty="0" spc="-7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lạ</a:t>
            </a:r>
            <a:r>
              <a:rPr lang="en-US" sz="2550" dirty="0" spc="1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để</a:t>
            </a:r>
            <a:r>
              <a:rPr lang="en-US" sz="2550" dirty="0" spc="-28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xem</a:t>
            </a:r>
            <a:r>
              <a:rPr lang="en-US" sz="2550" dirty="0" spc="25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lưu</a:t>
            </a:r>
            <a:r>
              <a:rPr lang="en-US" sz="2550" dirty="0" spc="6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lượng</a:t>
            </a:r>
            <a:r>
              <a:rPr lang="en-US" sz="2550" dirty="0" spc="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HTTPS. Sau</a:t>
            </a:r>
            <a:r>
              <a:rPr lang="en-US" sz="2550" dirty="0" spc="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khi</a:t>
            </a:r>
            <a:r>
              <a:rPr lang="en-US" sz="2550" dirty="0" spc="-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cài,</a:t>
            </a:r>
            <a:r>
              <a:rPr lang="en-US" sz="2550" dirty="0" spc="-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công</a:t>
            </a:r>
            <a:r>
              <a:rPr lang="en-US" sz="2550" dirty="0" spc="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cụ</a:t>
            </a:r>
            <a:r>
              <a:rPr lang="en-US" sz="2550" dirty="0" spc="-6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làm</a:t>
            </a:r>
            <a:r>
              <a:rPr lang="en-US" sz="2550" dirty="0" spc="1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được</a:t>
            </a:r>
            <a:r>
              <a:rPr lang="en-US" sz="2550" dirty="0" spc="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gì</a:t>
            </a:r>
            <a:r>
              <a:rPr lang="en-US" sz="2550" dirty="0" spc="-7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mà</a:t>
            </a:r>
            <a:r>
              <a:rPr lang="en-US" sz="2550" dirty="0" spc="6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trước</a:t>
            </a:r>
            <a:r>
              <a:rPr lang="en-US" sz="2550" dirty="0" spc="1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đó</a:t>
            </a:r>
            <a:r>
              <a:rPr lang="en-US" sz="2550" dirty="0" spc="-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không</a:t>
            </a:r>
            <a:r>
              <a:rPr lang="en-US" sz="2550" dirty="0" spc="-5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làm</a:t>
            </a:r>
            <a:r>
              <a:rPr lang="en-US" sz="2550" dirty="0" spc="9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được? Chưa</a:t>
            </a:r>
            <a:r>
              <a:rPr lang="en-US" sz="2550" dirty="0" spc="-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cài</a:t>
            </a:r>
            <a:r>
              <a:rPr lang="en-US" sz="2550" dirty="0" spc="-6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mà</a:t>
            </a:r>
            <a:r>
              <a:rPr lang="en-US" sz="2550" dirty="0" spc="25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lưu</a:t>
            </a:r>
            <a:r>
              <a:rPr lang="en-US" sz="2550" dirty="0" spc="6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lượng</a:t>
            </a:r>
            <a:r>
              <a:rPr lang="en-US" sz="2550" dirty="0" spc="-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bị dẫn</a:t>
            </a:r>
            <a:r>
              <a:rPr lang="en-US" sz="2550" dirty="0" spc="-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qua nó</a:t>
            </a:r>
            <a:r>
              <a:rPr lang="en-US" sz="2550" dirty="0" spc="-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thì sao?</a:t>
            </a:r>
            <a:endParaRPr lang="en-US" sz="2550" dirty="0"/>
          </a:p>
        </p:txBody>
      </p:sp>
      <p:sp>
        <p:nvSpPr>
          <p:cNvPr id="5" name="Shape 3"/>
          <p:cNvSpPr/>
          <p:nvPr/>
        </p:nvSpPr>
        <p:spPr>
          <a:xfrm>
            <a:off x="914400" y="4991100"/>
            <a:ext cx="9182100" cy="3867150"/>
          </a:xfrm>
          <a:prstGeom prst="roundRect">
            <a:avLst>
              <a:gd name="adj" fmla="val 5911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57300" y="5257800"/>
            <a:ext cx="3048000" cy="571500"/>
          </a:xfrm>
          <a:prstGeom prst="roundRect">
            <a:avLst>
              <a:gd name="adj" fmla="val 50000"/>
            </a:avLst>
          </a:prstGeom>
          <a:solidFill>
            <a:srgbClr val="14161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b="1" dirty="0" spc="-7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Kho</a:t>
            </a:r>
            <a:r>
              <a:rPr lang="en-US" sz="1950" b="1" dirty="0" spc="2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tin</a:t>
            </a:r>
            <a:r>
              <a:rPr lang="en-US" sz="1950" b="1" dirty="0" spc="-7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cậy</a:t>
            </a:r>
            <a:r>
              <a:rPr lang="en-US" sz="1950" b="1" dirty="0" spc="-2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1950" b="1" dirty="0" spc="2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bạn</a:t>
            </a:r>
            <a:endParaRPr lang="en-US" sz="1950" dirty="0"/>
          </a:p>
        </p:txBody>
      </p:sp>
      <p:sp>
        <p:nvSpPr>
          <p:cNvPr id="7" name="Text 5"/>
          <p:cNvSpPr/>
          <p:nvPr/>
        </p:nvSpPr>
        <p:spPr>
          <a:xfrm>
            <a:off x="4495800" y="5257800"/>
            <a:ext cx="5143500" cy="571500"/>
          </a:xfrm>
          <a:prstGeom prst="roundRect">
            <a:avLst>
              <a:gd name="adj" fmla="val 50000"/>
            </a:avLst>
          </a:prstGeom>
          <a:solidFill>
            <a:srgbClr val="FBF8F2"/>
          </a:solidFill>
          <a:ln w="28575">
            <a:solidFill>
              <a:srgbClr val="E8472B"/>
            </a:solidFill>
            <a:prstDash val="lgDash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 spc="-1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+</a:t>
            </a:r>
            <a:r>
              <a:rPr lang="en-US" sz="1800" b="1" dirty="0" spc="11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chứng</a:t>
            </a:r>
            <a:r>
              <a:rPr lang="en-US" sz="1800" b="1" dirty="0" spc="0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1800" b="1" dirty="0" spc="-8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gốc</a:t>
            </a:r>
            <a:r>
              <a:rPr lang="en-US" sz="1800" b="1" dirty="0" spc="-4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1800" b="1" dirty="0" spc="-7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công</a:t>
            </a:r>
            <a:r>
              <a:rPr lang="en-US" sz="1800" b="1" dirty="0" spc="-4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cụ</a:t>
            </a:r>
            <a:r>
              <a:rPr lang="en-US" sz="1800" b="1" dirty="0" spc="2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lạ?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257300" y="6381750"/>
            <a:ext cx="2000250" cy="571500"/>
          </a:xfrm>
          <a:prstGeom prst="roundRect">
            <a:avLst>
              <a:gd name="adj" fmla="val 50000"/>
            </a:avLst>
          </a:prstGeom>
          <a:solidFill>
            <a:srgbClr val="14161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b="1" dirty="0" spc="-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Máy</a:t>
            </a:r>
            <a:r>
              <a:rPr lang="en-US" sz="195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khách</a:t>
            </a:r>
            <a:endParaRPr lang="en-US" sz="1950" dirty="0"/>
          </a:p>
        </p:txBody>
      </p:sp>
      <p:sp>
        <p:nvSpPr>
          <p:cNvPr id="9" name="Connector line-1792383540009-91882978"/>
          <p:cNvSpPr/>
          <p:nvPr/>
        </p:nvSpPr>
        <p:spPr>
          <a:xfrm>
            <a:off x="3333750" y="6667500"/>
            <a:ext cx="1143000" cy="0"/>
          </a:xfrm>
          <a:prstGeom prst="line">
            <a:avLst/>
          </a:prstGeom>
          <a:noFill/>
          <a:ln w="38100">
            <a:solidFill>
              <a:srgbClr val="14161C"/>
            </a:solidFill>
            <a:prstDash val="solid"/>
            <a:headEnd type="triangle"/>
            <a:tailEnd type="triangle"/>
          </a:ln>
        </p:spPr>
      </p:sp>
      <p:sp>
        <p:nvSpPr>
          <p:cNvPr id="10" name="Text 8"/>
          <p:cNvSpPr/>
          <p:nvPr/>
        </p:nvSpPr>
        <p:spPr>
          <a:xfrm>
            <a:off x="4552950" y="6381750"/>
            <a:ext cx="2190750" cy="571500"/>
          </a:xfrm>
          <a:prstGeom prst="roundRect">
            <a:avLst>
              <a:gd name="adj" fmla="val 50000"/>
            </a:avLst>
          </a:prstGeom>
          <a:solidFill>
            <a:srgbClr val="E8472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b="1" dirty="0" spc="-8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Công</a:t>
            </a:r>
            <a:r>
              <a:rPr lang="en-US" sz="1950" b="1" dirty="0" spc="-1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cụ</a:t>
            </a:r>
            <a:r>
              <a:rPr lang="en-US" sz="1950" b="1" dirty="0" spc="-2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lạ</a:t>
            </a:r>
            <a:endParaRPr lang="en-US" sz="1950" dirty="0"/>
          </a:p>
        </p:txBody>
      </p:sp>
      <p:sp>
        <p:nvSpPr>
          <p:cNvPr id="11" name="Connector line-1792383540012-349463438"/>
          <p:cNvSpPr/>
          <p:nvPr/>
        </p:nvSpPr>
        <p:spPr>
          <a:xfrm>
            <a:off x="6819900" y="6667500"/>
            <a:ext cx="1143000" cy="0"/>
          </a:xfrm>
          <a:prstGeom prst="line">
            <a:avLst/>
          </a:prstGeom>
          <a:noFill/>
          <a:ln w="38100">
            <a:solidFill>
              <a:srgbClr val="14161C"/>
            </a:solidFill>
            <a:prstDash val="solid"/>
            <a:headEnd type="triangle"/>
            <a:tailEnd type="triangle"/>
          </a:ln>
        </p:spPr>
      </p:sp>
      <p:sp>
        <p:nvSpPr>
          <p:cNvPr id="12" name="Text 10"/>
          <p:cNvSpPr/>
          <p:nvPr/>
        </p:nvSpPr>
        <p:spPr>
          <a:xfrm>
            <a:off x="8039100" y="6381750"/>
            <a:ext cx="1905000" cy="571500"/>
          </a:xfrm>
          <a:prstGeom prst="roundRect">
            <a:avLst>
              <a:gd name="adj" fmla="val 50000"/>
            </a:avLst>
          </a:prstGeom>
          <a:solidFill>
            <a:srgbClr val="14161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b="1" dirty="0" spc="-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Máy</a:t>
            </a:r>
            <a:r>
              <a:rPr lang="en-US" sz="195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chủ</a:t>
            </a:r>
            <a:r>
              <a:rPr lang="en-US" sz="1950" b="1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thật</a:t>
            </a:r>
            <a:endParaRPr lang="en-US" sz="1950" dirty="0"/>
          </a:p>
        </p:txBody>
      </p:sp>
      <p:sp>
        <p:nvSpPr>
          <p:cNvPr id="13" name="Text 11"/>
          <p:cNvSpPr/>
          <p:nvPr/>
        </p:nvSpPr>
        <p:spPr>
          <a:xfrm>
            <a:off x="1257300" y="7581900"/>
            <a:ext cx="4476750" cy="590550"/>
          </a:xfrm>
          <a:prstGeom prst="roundRect">
            <a:avLst>
              <a:gd name="adj" fmla="val 50000"/>
            </a:avLst>
          </a:prstGeom>
          <a:solidFill>
            <a:srgbClr val="F8D9D0"/>
          </a:solidFill>
          <a:ln w="19050">
            <a:solidFill>
              <a:srgbClr val="E8472B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b="1" dirty="0" spc="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Đã</a:t>
            </a:r>
            <a:r>
              <a:rPr lang="en-US" sz="195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cài:</a:t>
            </a:r>
            <a:r>
              <a:rPr lang="en-US" sz="1950" b="1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công</a:t>
            </a:r>
            <a:r>
              <a:rPr lang="en-US" sz="195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cụ làm</a:t>
            </a:r>
            <a:r>
              <a:rPr lang="en-US" sz="1950" b="1" dirty="0" spc="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195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gì?</a:t>
            </a:r>
            <a:endParaRPr lang="en-US" sz="1950" dirty="0"/>
          </a:p>
        </p:txBody>
      </p:sp>
      <p:sp>
        <p:nvSpPr>
          <p:cNvPr id="14" name="Text 12"/>
          <p:cNvSpPr/>
          <p:nvPr/>
        </p:nvSpPr>
        <p:spPr>
          <a:xfrm>
            <a:off x="5924550" y="7581900"/>
            <a:ext cx="3238500" cy="590550"/>
          </a:xfrm>
          <a:prstGeom prst="roundRect">
            <a:avLst>
              <a:gd name="adj" fmla="val 50000"/>
            </a:avLst>
          </a:prstGeom>
          <a:solidFill>
            <a:srgbClr val="CFE8E2"/>
          </a:solidFill>
          <a:ln w="19050">
            <a:solidFill>
              <a:srgbClr val="0F766E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b="1" dirty="0" spc="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Chưa</a:t>
            </a:r>
            <a:r>
              <a:rPr lang="en-US" sz="195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cài</a:t>
            </a:r>
            <a:r>
              <a:rPr lang="en-US" sz="195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thì</a:t>
            </a:r>
            <a:r>
              <a:rPr lang="en-US" sz="195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sao?</a:t>
            </a:r>
            <a:endParaRPr lang="en-US" sz="1950" dirty="0"/>
          </a:p>
        </p:txBody>
      </p:sp>
      <p:sp>
        <p:nvSpPr>
          <p:cNvPr id="15" name="Shape 13"/>
          <p:cNvSpPr/>
          <p:nvPr/>
        </p:nvSpPr>
        <p:spPr>
          <a:xfrm>
            <a:off x="10668000" y="1333500"/>
            <a:ext cx="6705600" cy="7524750"/>
          </a:xfrm>
          <a:prstGeom prst="roundRect">
            <a:avLst>
              <a:gd name="adj" fmla="val 3977"/>
            </a:avLst>
          </a:prstGeom>
          <a:solidFill>
            <a:srgbClr val="1F3FD1"/>
          </a:solidFill>
          <a:ln/>
        </p:spPr>
      </p:sp>
      <p:sp>
        <p:nvSpPr>
          <p:cNvPr id="16" name="Shape 14"/>
          <p:cNvSpPr/>
          <p:nvPr/>
        </p:nvSpPr>
        <p:spPr>
          <a:xfrm>
            <a:off x="11125200" y="1676400"/>
            <a:ext cx="609600" cy="609600"/>
          </a:xfrm>
          <a:prstGeom prst="ellipse">
            <a:avLst/>
          </a:prstGeom>
          <a:noFill/>
          <a:ln w="38100">
            <a:solidFill>
              <a:srgbClr val="FFFFFF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1277600" y="1857375"/>
            <a:ext cx="314325" cy="247650"/>
          </a:xfrm>
          <a:custGeom>
            <a:avLst/>
            <a:gdLst/>
            <a:ahLst/>
            <a:cxnLst/>
            <a:rect l="l" t="t" r="r" b="b"/>
            <a:pathLst>
              <a:path w="314325" h="247650">
                <a:moveTo>
                  <a:pt x="0" y="133350"/>
                </a:moveTo>
                <a:lnTo>
                  <a:pt x="114300" y="247650"/>
                </a:lnTo>
                <a:lnTo>
                  <a:pt x="314325" y="0"/>
                </a:lnTo>
              </a:path>
            </a:pathLst>
          </a:custGeom>
          <a:ln w="47625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1125200" y="2533650"/>
            <a:ext cx="4762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201" kern="0" dirty="0">
                <a:solidFill>
                  <a:srgbClr val="DDE3FA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ĐÁP</a:t>
            </a:r>
            <a:r>
              <a:rPr lang="en-US" sz="1650" b="1" spc="224" kern="0" dirty="0">
                <a:solidFill>
                  <a:srgbClr val="DDE3FA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ÁN</a:t>
            </a:r>
            <a:endParaRPr lang="en-US" sz="1650" dirty="0"/>
          </a:p>
        </p:txBody>
      </p:sp>
      <p:sp>
        <p:nvSpPr>
          <p:cNvPr id="19" name="Text 17"/>
          <p:cNvSpPr/>
          <p:nvPr/>
        </p:nvSpPr>
        <p:spPr>
          <a:xfrm>
            <a:off x="11125200" y="2895600"/>
            <a:ext cx="5791200" cy="838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800" dirty="0" spc="-3" kern="0">
                <a:solidFill>
                  <a:srgbClr val="FFFF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Đọc</a:t>
            </a:r>
            <a:r>
              <a:rPr lang="en-US" sz="4800" dirty="0" spc="-60" kern="0">
                <a:solidFill>
                  <a:srgbClr val="FFFF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được</a:t>
            </a:r>
            <a:r>
              <a:rPr lang="en-US" sz="4800" dirty="0" spc="0" kern="0">
                <a:solidFill>
                  <a:srgbClr val="FFFF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chữ</a:t>
            </a:r>
            <a:r>
              <a:rPr lang="en-US" sz="4800" dirty="0" spc="-22" kern="0">
                <a:solidFill>
                  <a:srgbClr val="FFFF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rõ</a:t>
            </a:r>
            <a:endParaRPr lang="en-US" sz="4800" dirty="0"/>
          </a:p>
        </p:txBody>
      </p:sp>
      <p:sp>
        <p:nvSpPr>
          <p:cNvPr id="20" name="Text 18"/>
          <p:cNvSpPr/>
          <p:nvPr/>
        </p:nvSpPr>
        <p:spPr>
          <a:xfrm>
            <a:off x="11125200" y="3848100"/>
            <a:ext cx="2000250" cy="361950"/>
          </a:xfrm>
          <a:prstGeom prst="roundRect">
            <a:avLst>
              <a:gd name="adj" fmla="val 50000"/>
            </a:avLst>
          </a:prstGeom>
          <a:solidFill>
            <a:srgbClr val="FF6A4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50" b="1" spc="147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KHÁI</a:t>
            </a:r>
            <a:r>
              <a:rPr lang="en-US" sz="1650" b="1" spc="152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NIỆM</a:t>
            </a:r>
            <a:r>
              <a:rPr lang="en-US" sz="1650" b="1" spc="151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</a:t>
            </a:r>
            <a:endParaRPr lang="en-US" sz="1650" dirty="0"/>
          </a:p>
        </p:txBody>
      </p:sp>
      <p:sp>
        <p:nvSpPr>
          <p:cNvPr id="21" name="Text 19"/>
          <p:cNvSpPr/>
          <p:nvPr/>
        </p:nvSpPr>
        <p:spPr>
          <a:xfrm>
            <a:off x="11125200" y="4286250"/>
            <a:ext cx="5791200" cy="87630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t"/>
          <a:lstStyle/>
          <a:p>
            <a:pPr algn="l" indent="0" marL="0">
              <a:lnSpc>
                <a:spcPts val="3315"/>
              </a:lnSpc>
              <a:buNone/>
            </a:pPr>
            <a:r>
              <a:rPr lang="en-US" sz="2550" b="1" dirty="0" spc="1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Đã</a:t>
            </a:r>
            <a:r>
              <a:rPr lang="en-US" sz="2550" b="1" dirty="0" spc="2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cài:</a:t>
            </a:r>
            <a:pPr algn="l" indent="0" marL="0">
              <a:lnSpc>
                <a:spcPts val="3315"/>
              </a:lnSpc>
              <a:buNone/>
            </a:pPr>
            <a:r>
              <a:rPr lang="en-US" sz="2550" dirty="0" spc="-9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2550" dirty="0" spc="-3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bạn</a:t>
            </a:r>
            <a:r>
              <a:rPr lang="en-US" sz="2550" dirty="0" spc="0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chấp nhận</a:t>
            </a:r>
            <a:r>
              <a:rPr lang="en-US" sz="2550" dirty="0" spc="16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chứng</a:t>
            </a:r>
            <a:r>
              <a:rPr lang="en-US" sz="2550" dirty="0" spc="1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2550" dirty="0" spc="-2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550" dirty="0" spc="-19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relay.</a:t>
            </a:r>
            <a:endParaRPr lang="en-US" sz="2550" dirty="0"/>
          </a:p>
        </p:txBody>
      </p:sp>
      <p:sp>
        <p:nvSpPr>
          <p:cNvPr id="22" name="Text 20"/>
          <p:cNvSpPr/>
          <p:nvPr/>
        </p:nvSpPr>
        <p:spPr>
          <a:xfrm>
            <a:off x="11125200" y="5334000"/>
            <a:ext cx="2000250" cy="361950"/>
          </a:xfrm>
          <a:prstGeom prst="roundRect">
            <a:avLst>
              <a:gd name="adj" fmla="val 50000"/>
            </a:avLst>
          </a:prstGeom>
          <a:solidFill>
            <a:srgbClr val="3DD6A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50" b="1" spc="147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KHÁI</a:t>
            </a:r>
            <a:r>
              <a:rPr lang="en-US" sz="1650" b="1" spc="152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NIỆM</a:t>
            </a:r>
            <a:r>
              <a:rPr lang="en-US" sz="1650" b="1" spc="151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</a:t>
            </a:r>
            <a:endParaRPr lang="en-US" sz="1650" dirty="0"/>
          </a:p>
        </p:txBody>
      </p:sp>
      <p:sp>
        <p:nvSpPr>
          <p:cNvPr id="23" name="Text 21"/>
          <p:cNvSpPr/>
          <p:nvPr/>
        </p:nvSpPr>
        <p:spPr>
          <a:xfrm>
            <a:off x="11125200" y="5772150"/>
            <a:ext cx="5791200" cy="87630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t"/>
          <a:lstStyle/>
          <a:p>
            <a:pPr algn="l" indent="0" marL="0">
              <a:lnSpc>
                <a:spcPts val="3315"/>
              </a:lnSpc>
              <a:buNone/>
            </a:pPr>
            <a:r>
              <a:rPr lang="en-US" sz="2550" b="1" dirty="0" spc="14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Chưa</a:t>
            </a:r>
            <a:r>
              <a:rPr lang="en-US" sz="2550" b="1" dirty="0" spc="1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cài:</a:t>
            </a:r>
            <a:pPr algn="l" indent="0" marL="0">
              <a:lnSpc>
                <a:spcPts val="3315"/>
              </a:lnSpc>
              <a:buNone/>
            </a:pPr>
            <a:r>
              <a:rPr lang="en-US" sz="2550" dirty="0" spc="1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kiểm</a:t>
            </a:r>
            <a:r>
              <a:rPr lang="en-US" sz="2550" dirty="0" spc="16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chứng</a:t>
            </a:r>
            <a:r>
              <a:rPr lang="en-US" sz="2550" dirty="0" spc="1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2550" dirty="0" spc="-9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thất</a:t>
            </a:r>
            <a:r>
              <a:rPr lang="en-US" sz="2550" dirty="0" spc="-3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bại,</a:t>
            </a:r>
            <a:r>
              <a:rPr lang="en-US" sz="2550" dirty="0" spc="1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550" dirty="0" spc="-21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yêu</a:t>
            </a:r>
            <a:r>
              <a:rPr lang="en-US" sz="2550" dirty="0" spc="2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cầu</a:t>
            </a:r>
            <a:r>
              <a:rPr lang="en-US" sz="2550" dirty="0" spc="0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nào</a:t>
            </a:r>
            <a:r>
              <a:rPr lang="en-US" sz="2550" dirty="0" spc="-13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tới</a:t>
            </a:r>
            <a:r>
              <a:rPr lang="en-US" sz="2550" dirty="0" spc="-19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relay.</a:t>
            </a:r>
            <a:endParaRPr lang="en-US" sz="2550" dirty="0"/>
          </a:p>
        </p:txBody>
      </p:sp>
      <p:sp>
        <p:nvSpPr>
          <p:cNvPr id="24" name="Text 22"/>
          <p:cNvSpPr/>
          <p:nvPr/>
        </p:nvSpPr>
        <p:spPr>
          <a:xfrm>
            <a:off x="11125200" y="6877050"/>
            <a:ext cx="5791200" cy="190500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t"/>
          <a:lstStyle/>
          <a:p>
            <a:pPr algn="l" indent="0" marL="0">
              <a:lnSpc>
                <a:spcPts val="3315"/>
              </a:lnSpc>
              <a:spcAft>
                <a:spcPts val="1050"/>
              </a:spcAft>
              <a:buNone/>
            </a:pPr>
            <a:r>
              <a:rPr lang="en-US" sz="2550" b="1" dirty="0" spc="1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Giữ</a:t>
            </a:r>
            <a:r>
              <a:rPr lang="en-US" sz="2550" b="1" dirty="0" spc="-1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kín</a:t>
            </a:r>
            <a:r>
              <a:rPr lang="en-US" sz="2550" b="1" dirty="0" spc="-4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nhất:</a:t>
            </a:r>
            <a:pPr algn="l" indent="0" marL="0">
              <a:lnSpc>
                <a:spcPts val="3315"/>
              </a:lnSpc>
              <a:spcAft>
                <a:spcPts val="1050"/>
              </a:spcAft>
              <a:buNone/>
            </a:pPr>
            <a:r>
              <a:rPr lang="en-US" sz="2550" dirty="0" spc="-2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khóa</a:t>
            </a:r>
            <a:r>
              <a:rPr lang="en-US" sz="2550" dirty="0" spc="8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riêng</a:t>
            </a:r>
            <a:r>
              <a:rPr lang="en-US" sz="2550" dirty="0" spc="-1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550" dirty="0" spc="-34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CA</a:t>
            </a:r>
            <a:r>
              <a:rPr lang="en-US" sz="2550" dirty="0" spc="18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đã</a:t>
            </a:r>
            <a:r>
              <a:rPr lang="en-US" sz="2550" dirty="0" spc="7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2550" dirty="0" spc="0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tin.</a:t>
            </a:r>
            <a:endParaRPr lang="en-US" sz="2550" dirty="0"/>
          </a:p>
          <a:p>
            <a:pPr algn="l" indent="0" marL="0">
              <a:lnSpc>
                <a:spcPts val="3315"/>
              </a:lnSpc>
              <a:buNone/>
            </a:pPr>
            <a:r>
              <a:rPr lang="en-US" sz="2550" dirty="0" spc="1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Chỉ</a:t>
            </a:r>
            <a:r>
              <a:rPr lang="en-US" sz="2550" dirty="0" spc="0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cài</a:t>
            </a:r>
            <a:r>
              <a:rPr lang="en-US" sz="2550" dirty="0" spc="-33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CA</a:t>
            </a:r>
            <a:r>
              <a:rPr lang="en-US" sz="2550" dirty="0" spc="0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khi</a:t>
            </a:r>
            <a:r>
              <a:rPr lang="en-US" sz="2550" dirty="0" spc="-4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biết</a:t>
            </a:r>
            <a:r>
              <a:rPr lang="en-US" sz="2550" dirty="0" spc="-2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ai</a:t>
            </a:r>
            <a:r>
              <a:rPr lang="en-US" sz="2550" dirty="0" spc="-1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giữ nó</a:t>
            </a:r>
            <a:r>
              <a:rPr lang="en-US" sz="2550" dirty="0" spc="-19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550" dirty="0" spc="18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để</a:t>
            </a:r>
            <a:r>
              <a:rPr lang="en-US" sz="2550" dirty="0" spc="1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làm</a:t>
            </a:r>
            <a:r>
              <a:rPr lang="en-US" sz="2550" dirty="0" spc="3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gì.</a:t>
            </a:r>
            <a:endParaRPr lang="en-US" sz="2550" dirty="0"/>
          </a:p>
        </p:txBody>
      </p:sp>
      <p:sp>
        <p:nvSpPr>
          <p:cNvPr id="25" name="Connector line-1792383540056-32351829"/>
          <p:cNvSpPr/>
          <p:nvPr/>
        </p:nvSpPr>
        <p:spPr>
          <a:xfrm>
            <a:off x="990600" y="9486900"/>
            <a:ext cx="2957513" cy="0"/>
          </a:xfrm>
          <a:prstGeom prst="line">
            <a:avLst/>
          </a:prstGeom>
          <a:noFill/>
          <a:ln w="19050">
            <a:solidFill>
              <a:srgbClr val="14161C">
                <a:alpha val="35000"/>
              </a:srgbClr>
            </a:solidFill>
            <a:prstDash val="solid"/>
            <a:headEnd type="none"/>
            <a:tailEnd type="none"/>
          </a:ln>
        </p:spPr>
      </p:sp>
      <p:sp>
        <p:nvSpPr>
          <p:cNvPr id="26" name="Shape 24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27" name="Shape 25"/>
          <p:cNvSpPr/>
          <p:nvPr/>
        </p:nvSpPr>
        <p:spPr>
          <a:xfrm>
            <a:off x="1262063" y="9429750"/>
            <a:ext cx="114300" cy="1143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28" name="Shape 26"/>
          <p:cNvSpPr/>
          <p:nvPr/>
        </p:nvSpPr>
        <p:spPr>
          <a:xfrm>
            <a:off x="1590675" y="9429750"/>
            <a:ext cx="114300" cy="1143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29" name="Shape 27"/>
          <p:cNvSpPr/>
          <p:nvPr/>
        </p:nvSpPr>
        <p:spPr>
          <a:xfrm>
            <a:off x="1919288" y="9429750"/>
            <a:ext cx="114300" cy="1143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30" name="Shape 28"/>
          <p:cNvSpPr/>
          <p:nvPr/>
        </p:nvSpPr>
        <p:spPr>
          <a:xfrm>
            <a:off x="2247900" y="9429750"/>
            <a:ext cx="114300" cy="1143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31" name="Shape 29"/>
          <p:cNvSpPr/>
          <p:nvPr/>
        </p:nvSpPr>
        <p:spPr>
          <a:xfrm>
            <a:off x="2576513" y="9429750"/>
            <a:ext cx="114300" cy="1143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32" name="Shape 30"/>
          <p:cNvSpPr/>
          <p:nvPr/>
        </p:nvSpPr>
        <p:spPr>
          <a:xfrm>
            <a:off x="2905125" y="9429750"/>
            <a:ext cx="114300" cy="1143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33" name="Shape 31"/>
          <p:cNvSpPr/>
          <p:nvPr/>
        </p:nvSpPr>
        <p:spPr>
          <a:xfrm>
            <a:off x="3233738" y="9429750"/>
            <a:ext cx="114300" cy="1143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34" name="Shape 32"/>
          <p:cNvSpPr/>
          <p:nvPr/>
        </p:nvSpPr>
        <p:spPr>
          <a:xfrm>
            <a:off x="3514725" y="9382125"/>
            <a:ext cx="209550" cy="20955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35" name="Shape 33"/>
          <p:cNvSpPr/>
          <p:nvPr/>
        </p:nvSpPr>
        <p:spPr>
          <a:xfrm>
            <a:off x="3890962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914400" y="9715500"/>
            <a:ext cx="76200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21</a:t>
            </a:r>
            <a:r>
              <a:rPr lang="en-US" sz="16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09/10</a:t>
            </a:r>
            <a:endParaRPr lang="en-US" sz="1650" dirty="0"/>
          </a:p>
        </p:txBody>
      </p:sp>
      <p:sp>
        <p:nvSpPr>
          <p:cNvPr id="37" name="Shape 35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8" name="Moda image moda-export-watermark-7e38f08b-a2a6-425a-9d07-abb3bcec7a55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6667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2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TỪ</a:t>
            </a:r>
            <a:r>
              <a:rPr lang="en-US" sz="1950" b="1" spc="284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KHÓA</a:t>
            </a:r>
            <a:r>
              <a:rPr lang="en-US" sz="1950" b="1" spc="250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spc="300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1430000" cy="1143000"/>
          </a:xfrm>
          <a:prstGeom prst="rect">
            <a:avLst/>
          </a:prstGeom>
          <a:noFill/>
          <a:ln/>
        </p:spPr>
        <p:txBody>
          <a:bodyPr wrap="square" lIns="0" tIns="61341" rIns="0" bIns="-61341" rtlCol="0" anchor="t"/>
          <a:lstStyle/>
          <a:p>
            <a:pPr algn="l" indent="0" marL="0">
              <a:lnSpc>
                <a:spcPts val="7176"/>
              </a:lnSpc>
              <a:buNone/>
            </a:pPr>
            <a:r>
              <a:rPr lang="en-US" sz="6900" dirty="0" spc="-59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Từ</a:t>
            </a:r>
            <a:r>
              <a:rPr lang="en-US" sz="6900" dirty="0" spc="-8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khóa</a:t>
            </a:r>
            <a:r>
              <a:rPr lang="en-US" sz="6900" dirty="0" spc="-7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và</a:t>
            </a:r>
            <a:r>
              <a:rPr lang="en-US" sz="69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nguồn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2628900"/>
            <a:ext cx="3886200" cy="2247900"/>
          </a:xfrm>
          <a:prstGeom prst="roundRect">
            <a:avLst>
              <a:gd name="adj" fmla="val 9322"/>
            </a:avLst>
          </a:prstGeom>
          <a:solidFill>
            <a:srgbClr val="1E212B"/>
          </a:solidFill>
          <a:ln w="19050">
            <a:solidFill>
              <a:srgbClr val="2A2D3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181100" y="2819400"/>
            <a:ext cx="33528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50" dirty="0" spc="1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HTTPS</a:t>
            </a:r>
            <a:endParaRPr lang="en-US" sz="3450" dirty="0"/>
          </a:p>
        </p:txBody>
      </p:sp>
      <p:sp>
        <p:nvSpPr>
          <p:cNvPr id="6" name="Text 4"/>
          <p:cNvSpPr/>
          <p:nvPr/>
        </p:nvSpPr>
        <p:spPr>
          <a:xfrm>
            <a:off x="1181100" y="3429000"/>
            <a:ext cx="3352800" cy="590550"/>
          </a:xfrm>
          <a:prstGeom prst="rect">
            <a:avLst/>
          </a:prstGeom>
          <a:noFill/>
          <a:ln/>
        </p:spPr>
        <p:txBody>
          <a:bodyPr wrap="square" lIns="0" tIns="11509" rIns="0" bIns="-11509" rtlCol="0" anchor="t"/>
          <a:lstStyle/>
          <a:p>
            <a:pPr algn="l" indent="0" marL="0">
              <a:lnSpc>
                <a:spcPts val="2063"/>
              </a:lnSpc>
              <a:buNone/>
            </a:pPr>
            <a:r>
              <a:rPr lang="en-US" sz="1650" dirty="0" spc="-3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HyperText</a:t>
            </a:r>
            <a:r>
              <a:rPr lang="en-US" sz="1650" dirty="0" spc="-27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Transfer</a:t>
            </a:r>
            <a:r>
              <a:rPr lang="en-US" sz="1650" dirty="0" spc="-14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Protocol</a:t>
            </a:r>
            <a:r>
              <a:rPr lang="en-US" sz="1650" dirty="0" spc="-1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Secure</a:t>
            </a:r>
            <a:endParaRPr lang="en-US" sz="1650" dirty="0"/>
          </a:p>
        </p:txBody>
      </p:sp>
      <p:sp>
        <p:nvSpPr>
          <p:cNvPr id="7" name="Text 5"/>
          <p:cNvSpPr/>
          <p:nvPr/>
        </p:nvSpPr>
        <p:spPr>
          <a:xfrm>
            <a:off x="1181100" y="4095750"/>
            <a:ext cx="3352800" cy="628650"/>
          </a:xfrm>
          <a:prstGeom prst="rect">
            <a:avLst/>
          </a:prstGeom>
          <a:noFill/>
          <a:ln/>
        </p:spPr>
        <p:txBody>
          <a:bodyPr wrap="square" lIns="0" tIns="9716" rIns="0" bIns="-9716" rtlCol="0" anchor="t"/>
          <a:lstStyle/>
          <a:p>
            <a:pPr algn="l" indent="0" marL="0">
              <a:lnSpc>
                <a:spcPts val="2340"/>
              </a:lnSpc>
              <a:buNone/>
            </a:pPr>
            <a:r>
              <a:rPr lang="en-US" sz="1800" dirty="0" spc="-3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HTTP</a:t>
            </a:r>
            <a:r>
              <a:rPr lang="en-US" sz="1800" dirty="0" spc="-5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chạy</a:t>
            </a:r>
            <a:r>
              <a:rPr lang="en-US" sz="1800" dirty="0" spc="-15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trên</a:t>
            </a:r>
            <a:r>
              <a:rPr lang="en-US" sz="1800" dirty="0" spc="-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TLS,</a:t>
            </a:r>
            <a:r>
              <a:rPr lang="en-US" sz="1800" dirty="0" spc="-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nội</a:t>
            </a:r>
            <a:r>
              <a:rPr lang="en-US" sz="1800" dirty="0" spc="-3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dung</a:t>
            </a:r>
            <a:r>
              <a:rPr lang="en-US" sz="1800" dirty="0" spc="6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1800" dirty="0" spc="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</a:t>
            </a:r>
            <a:r>
              <a:rPr lang="en-US" sz="1800" dirty="0" spc="-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hóa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5105400" y="2628900"/>
            <a:ext cx="3886200" cy="2247900"/>
          </a:xfrm>
          <a:prstGeom prst="roundRect">
            <a:avLst>
              <a:gd name="adj" fmla="val 9322"/>
            </a:avLst>
          </a:prstGeom>
          <a:solidFill>
            <a:srgbClr val="1E212B"/>
          </a:solidFill>
          <a:ln w="19050">
            <a:solidFill>
              <a:srgbClr val="2A2D3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372100" y="2819400"/>
            <a:ext cx="33528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50" dirty="0" spc="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TLS</a:t>
            </a:r>
            <a:endParaRPr lang="en-US" sz="3450" dirty="0"/>
          </a:p>
        </p:txBody>
      </p:sp>
      <p:sp>
        <p:nvSpPr>
          <p:cNvPr id="10" name="Text 8"/>
          <p:cNvSpPr/>
          <p:nvPr/>
        </p:nvSpPr>
        <p:spPr>
          <a:xfrm>
            <a:off x="5372100" y="3429000"/>
            <a:ext cx="3352800" cy="590550"/>
          </a:xfrm>
          <a:prstGeom prst="rect">
            <a:avLst/>
          </a:prstGeom>
          <a:noFill/>
          <a:ln/>
        </p:spPr>
        <p:txBody>
          <a:bodyPr wrap="square" lIns="0" tIns="11509" rIns="0" bIns="-11509" rtlCol="0" anchor="t"/>
          <a:lstStyle/>
          <a:p>
            <a:pPr algn="l" indent="0" marL="0">
              <a:lnSpc>
                <a:spcPts val="2063"/>
              </a:lnSpc>
              <a:buNone/>
            </a:pPr>
            <a:r>
              <a:rPr lang="en-US" sz="1650" dirty="0" spc="-2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Transport</a:t>
            </a:r>
            <a:r>
              <a:rPr lang="en-US" sz="1650" dirty="0" spc="-25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Layer</a:t>
            </a:r>
            <a:r>
              <a:rPr lang="en-US" sz="1650" dirty="0" spc="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Security</a:t>
            </a:r>
            <a:endParaRPr lang="en-US" sz="1650" dirty="0"/>
          </a:p>
        </p:txBody>
      </p:sp>
      <p:sp>
        <p:nvSpPr>
          <p:cNvPr id="11" name="Text 9"/>
          <p:cNvSpPr/>
          <p:nvPr/>
        </p:nvSpPr>
        <p:spPr>
          <a:xfrm>
            <a:off x="5372100" y="4095750"/>
            <a:ext cx="3352800" cy="628650"/>
          </a:xfrm>
          <a:prstGeom prst="rect">
            <a:avLst/>
          </a:prstGeom>
          <a:noFill/>
          <a:ln/>
        </p:spPr>
        <p:txBody>
          <a:bodyPr wrap="square" lIns="0" tIns="9716" rIns="0" bIns="-9716" rtlCol="0" anchor="t"/>
          <a:lstStyle/>
          <a:p>
            <a:pPr algn="l" indent="0" marL="0">
              <a:lnSpc>
                <a:spcPts val="2340"/>
              </a:lnSpc>
              <a:buNone/>
            </a:pPr>
            <a:r>
              <a:rPr lang="en-US" sz="1800" dirty="0" spc="-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lớp</a:t>
            </a:r>
            <a:r>
              <a:rPr lang="en-US" sz="1800" dirty="0" spc="-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 hóa giữ</a:t>
            </a:r>
            <a:r>
              <a:rPr lang="en-US" sz="1800" dirty="0" spc="-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kín</a:t>
            </a:r>
            <a:r>
              <a:rPr lang="en-US" sz="1800" dirty="0" spc="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dữ</a:t>
            </a:r>
            <a:r>
              <a:rPr lang="en-US" sz="1800" dirty="0" spc="-3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1800" dirty="0" spc="7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giữa</a:t>
            </a:r>
            <a:r>
              <a:rPr lang="en-US" sz="1800" dirty="0" spc="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hai</a:t>
            </a:r>
            <a:r>
              <a:rPr lang="en-US" sz="1800" dirty="0" spc="9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đầu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9296400" y="2628900"/>
            <a:ext cx="3886200" cy="2247900"/>
          </a:xfrm>
          <a:prstGeom prst="roundRect">
            <a:avLst>
              <a:gd name="adj" fmla="val 9322"/>
            </a:avLst>
          </a:prstGeom>
          <a:solidFill>
            <a:srgbClr val="1E212B"/>
          </a:solidFill>
          <a:ln w="19050">
            <a:solidFill>
              <a:srgbClr val="2A2D3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563100" y="2819400"/>
            <a:ext cx="33528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50" dirty="0" spc="8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SSL</a:t>
            </a:r>
            <a:endParaRPr lang="en-US" sz="3450" dirty="0"/>
          </a:p>
        </p:txBody>
      </p:sp>
      <p:sp>
        <p:nvSpPr>
          <p:cNvPr id="14" name="Text 12"/>
          <p:cNvSpPr/>
          <p:nvPr/>
        </p:nvSpPr>
        <p:spPr>
          <a:xfrm>
            <a:off x="9563100" y="3429000"/>
            <a:ext cx="3352800" cy="590550"/>
          </a:xfrm>
          <a:prstGeom prst="rect">
            <a:avLst/>
          </a:prstGeom>
          <a:noFill/>
          <a:ln/>
        </p:spPr>
        <p:txBody>
          <a:bodyPr wrap="square" lIns="0" tIns="11509" rIns="0" bIns="-11509" rtlCol="0" anchor="t"/>
          <a:lstStyle/>
          <a:p>
            <a:pPr algn="l" indent="0" marL="0">
              <a:lnSpc>
                <a:spcPts val="2063"/>
              </a:lnSpc>
              <a:buNone/>
            </a:pPr>
            <a:r>
              <a:rPr lang="en-US" sz="1650" dirty="0" spc="-14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Secure</a:t>
            </a:r>
            <a:r>
              <a:rPr lang="en-US" sz="1650" dirty="0" spc="-1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Sockets</a:t>
            </a:r>
            <a:r>
              <a:rPr lang="en-US" sz="1650" dirty="0" spc="-24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Layer</a:t>
            </a:r>
            <a:endParaRPr lang="en-US" sz="1650" dirty="0"/>
          </a:p>
        </p:txBody>
      </p:sp>
      <p:sp>
        <p:nvSpPr>
          <p:cNvPr id="15" name="Text 13"/>
          <p:cNvSpPr/>
          <p:nvPr/>
        </p:nvSpPr>
        <p:spPr>
          <a:xfrm>
            <a:off x="9563100" y="4095750"/>
            <a:ext cx="3352800" cy="628650"/>
          </a:xfrm>
          <a:prstGeom prst="rect">
            <a:avLst/>
          </a:prstGeom>
          <a:noFill/>
          <a:ln/>
        </p:spPr>
        <p:txBody>
          <a:bodyPr wrap="square" lIns="0" tIns="9716" rIns="0" bIns="-9716" rtlCol="0" anchor="t"/>
          <a:lstStyle/>
          <a:p>
            <a:pPr algn="l" indent="0" marL="0">
              <a:lnSpc>
                <a:spcPts val="2340"/>
              </a:lnSpc>
              <a:buNone/>
            </a:pPr>
            <a:r>
              <a:rPr lang="en-US" sz="1800" dirty="0" spc="-17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tên</a:t>
            </a:r>
            <a:r>
              <a:rPr lang="en-US" sz="1800" dirty="0" spc="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cũ</a:t>
            </a:r>
            <a:r>
              <a:rPr lang="en-US" sz="1800" dirty="0" spc="3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1800" dirty="0" spc="-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TLS,</a:t>
            </a:r>
            <a:r>
              <a:rPr lang="en-US" sz="1800" dirty="0" spc="-6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nay</a:t>
            </a:r>
            <a:r>
              <a:rPr lang="en-US" sz="1800" dirty="0" spc="13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đã</a:t>
            </a:r>
            <a:r>
              <a:rPr lang="en-US" sz="1800" dirty="0" spc="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lỗi</a:t>
            </a:r>
            <a:r>
              <a:rPr lang="en-US" sz="1800" dirty="0" spc="-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thời</a:t>
            </a:r>
            <a:endParaRPr lang="en-US" sz="1800" dirty="0"/>
          </a:p>
        </p:txBody>
      </p:sp>
      <p:sp>
        <p:nvSpPr>
          <p:cNvPr id="16" name="Shape 14"/>
          <p:cNvSpPr/>
          <p:nvPr/>
        </p:nvSpPr>
        <p:spPr>
          <a:xfrm>
            <a:off x="13487400" y="2628900"/>
            <a:ext cx="3886200" cy="2247900"/>
          </a:xfrm>
          <a:prstGeom prst="roundRect">
            <a:avLst>
              <a:gd name="adj" fmla="val 9322"/>
            </a:avLst>
          </a:prstGeom>
          <a:solidFill>
            <a:srgbClr val="1E212B"/>
          </a:solidFill>
          <a:ln w="19050">
            <a:solidFill>
              <a:srgbClr val="2A2D3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3754100" y="2819400"/>
            <a:ext cx="33528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50" dirty="0" spc="-4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CA</a:t>
            </a:r>
            <a:endParaRPr lang="en-US" sz="3450" dirty="0"/>
          </a:p>
        </p:txBody>
      </p:sp>
      <p:sp>
        <p:nvSpPr>
          <p:cNvPr id="18" name="Text 16"/>
          <p:cNvSpPr/>
          <p:nvPr/>
        </p:nvSpPr>
        <p:spPr>
          <a:xfrm>
            <a:off x="13754100" y="3429000"/>
            <a:ext cx="3352800" cy="590550"/>
          </a:xfrm>
          <a:prstGeom prst="rect">
            <a:avLst/>
          </a:prstGeom>
          <a:noFill/>
          <a:ln/>
        </p:spPr>
        <p:txBody>
          <a:bodyPr wrap="square" lIns="0" tIns="11509" rIns="0" bIns="-11509" rtlCol="0" anchor="t"/>
          <a:lstStyle/>
          <a:p>
            <a:pPr algn="l" indent="0" marL="0">
              <a:lnSpc>
                <a:spcPts val="2063"/>
              </a:lnSpc>
              <a:buNone/>
            </a:pPr>
            <a:r>
              <a:rPr lang="en-US" sz="1650" dirty="0" spc="-5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Certificate</a:t>
            </a:r>
            <a:r>
              <a:rPr lang="en-US" sz="1650" dirty="0" spc="-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Authority</a:t>
            </a:r>
            <a:endParaRPr lang="en-US" sz="1650" dirty="0"/>
          </a:p>
        </p:txBody>
      </p:sp>
      <p:sp>
        <p:nvSpPr>
          <p:cNvPr id="19" name="Text 17"/>
          <p:cNvSpPr/>
          <p:nvPr/>
        </p:nvSpPr>
        <p:spPr>
          <a:xfrm>
            <a:off x="13754100" y="4095750"/>
            <a:ext cx="3352800" cy="628650"/>
          </a:xfrm>
          <a:prstGeom prst="rect">
            <a:avLst/>
          </a:prstGeom>
          <a:noFill/>
          <a:ln/>
        </p:spPr>
        <p:txBody>
          <a:bodyPr wrap="square" lIns="0" tIns="9716" rIns="0" bIns="-9716" rtlCol="0" anchor="t"/>
          <a:lstStyle/>
          <a:p>
            <a:pPr algn="l" indent="0" marL="0">
              <a:lnSpc>
                <a:spcPts val="2340"/>
              </a:lnSpc>
              <a:buNone/>
            </a:pPr>
            <a:r>
              <a:rPr lang="en-US" sz="1800" dirty="0" spc="-7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bên</a:t>
            </a:r>
            <a:r>
              <a:rPr lang="en-US" sz="1800" dirty="0" spc="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ký</a:t>
            </a:r>
            <a:r>
              <a:rPr lang="en-US" sz="1800" dirty="0" spc="-1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xác</a:t>
            </a:r>
            <a:r>
              <a:rPr lang="en-US" sz="1800" dirty="0" spc="-3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nhận</a:t>
            </a:r>
            <a:r>
              <a:rPr lang="en-US" sz="1800" dirty="0" spc="-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khóa công</a:t>
            </a:r>
            <a:r>
              <a:rPr lang="en-US" sz="1800" dirty="0" spc="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khai</a:t>
            </a:r>
            <a:r>
              <a:rPr lang="en-US" sz="1800" dirty="0" spc="-3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thuộc</a:t>
            </a:r>
            <a:r>
              <a:rPr lang="en-US" sz="1800" dirty="0" spc="-13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về</a:t>
            </a:r>
            <a:r>
              <a:rPr lang="en-US" sz="1800" dirty="0" spc="-7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1800" dirty="0" spc="-1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tên</a:t>
            </a:r>
            <a:endParaRPr lang="en-US" sz="1800" dirty="0"/>
          </a:p>
        </p:txBody>
      </p:sp>
      <p:sp>
        <p:nvSpPr>
          <p:cNvPr id="20" name="Shape 18"/>
          <p:cNvSpPr/>
          <p:nvPr/>
        </p:nvSpPr>
        <p:spPr>
          <a:xfrm>
            <a:off x="914400" y="5105400"/>
            <a:ext cx="3886200" cy="2247900"/>
          </a:xfrm>
          <a:prstGeom prst="roundRect">
            <a:avLst>
              <a:gd name="adj" fmla="val 9322"/>
            </a:avLst>
          </a:prstGeom>
          <a:solidFill>
            <a:srgbClr val="1E212B"/>
          </a:solidFill>
          <a:ln w="19050">
            <a:solidFill>
              <a:srgbClr val="2A2D38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1181100" y="5295900"/>
            <a:ext cx="33528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50" dirty="0" spc="-2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RSA</a:t>
            </a:r>
            <a:endParaRPr lang="en-US" sz="3450" dirty="0"/>
          </a:p>
        </p:txBody>
      </p:sp>
      <p:sp>
        <p:nvSpPr>
          <p:cNvPr id="22" name="Text 20"/>
          <p:cNvSpPr/>
          <p:nvPr/>
        </p:nvSpPr>
        <p:spPr>
          <a:xfrm>
            <a:off x="1181100" y="5905500"/>
            <a:ext cx="3352800" cy="590550"/>
          </a:xfrm>
          <a:prstGeom prst="rect">
            <a:avLst/>
          </a:prstGeom>
          <a:noFill/>
          <a:ln/>
        </p:spPr>
        <p:txBody>
          <a:bodyPr wrap="square" lIns="0" tIns="11509" rIns="0" bIns="-11509" rtlCol="0" anchor="t"/>
          <a:lstStyle/>
          <a:p>
            <a:pPr algn="l" indent="0" marL="0">
              <a:lnSpc>
                <a:spcPts val="2063"/>
              </a:lnSpc>
              <a:buNone/>
            </a:pPr>
            <a:r>
              <a:rPr lang="en-US" sz="1650" dirty="0" spc="-4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Rivest-Shamir-Adleman</a:t>
            </a:r>
            <a:endParaRPr lang="en-US" sz="1650" dirty="0"/>
          </a:p>
        </p:txBody>
      </p:sp>
      <p:sp>
        <p:nvSpPr>
          <p:cNvPr id="23" name="Text 21"/>
          <p:cNvSpPr/>
          <p:nvPr/>
        </p:nvSpPr>
        <p:spPr>
          <a:xfrm>
            <a:off x="1181100" y="6572250"/>
            <a:ext cx="3352800" cy="628650"/>
          </a:xfrm>
          <a:prstGeom prst="rect">
            <a:avLst/>
          </a:prstGeom>
          <a:noFill/>
          <a:ln/>
        </p:spPr>
        <p:txBody>
          <a:bodyPr wrap="square" lIns="0" tIns="9716" rIns="0" bIns="-9716" rtlCol="0" anchor="t"/>
          <a:lstStyle/>
          <a:p>
            <a:pPr algn="l" indent="0" marL="0">
              <a:lnSpc>
                <a:spcPts val="2340"/>
              </a:lnSpc>
              <a:buNone/>
            </a:pPr>
            <a:r>
              <a:rPr lang="en-US" sz="1800" dirty="0" spc="-1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thuật toán</a:t>
            </a:r>
            <a:r>
              <a:rPr lang="en-US" sz="1800" dirty="0" spc="-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khóa công</a:t>
            </a:r>
            <a:r>
              <a:rPr lang="en-US" sz="1800" dirty="0" spc="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khai,</a:t>
            </a:r>
            <a:r>
              <a:rPr lang="en-US" sz="1800" dirty="0" spc="-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kiểu</a:t>
            </a:r>
            <a:r>
              <a:rPr lang="en-US" sz="1800" dirty="0" spc="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TLS</a:t>
            </a:r>
            <a:r>
              <a:rPr lang="en-US" sz="1800" dirty="0" spc="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cũ</a:t>
            </a:r>
            <a:endParaRPr lang="en-US" sz="1800" dirty="0"/>
          </a:p>
        </p:txBody>
      </p:sp>
      <p:sp>
        <p:nvSpPr>
          <p:cNvPr id="24" name="Shape 22"/>
          <p:cNvSpPr/>
          <p:nvPr/>
        </p:nvSpPr>
        <p:spPr>
          <a:xfrm>
            <a:off x="5105400" y="5105400"/>
            <a:ext cx="3886200" cy="2247900"/>
          </a:xfrm>
          <a:prstGeom prst="roundRect">
            <a:avLst>
              <a:gd name="adj" fmla="val 9322"/>
            </a:avLst>
          </a:prstGeom>
          <a:solidFill>
            <a:srgbClr val="1E212B"/>
          </a:solidFill>
          <a:ln w="19050">
            <a:solidFill>
              <a:srgbClr val="2A2D38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372100" y="5295900"/>
            <a:ext cx="33528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50" dirty="0" spc="-2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RFC</a:t>
            </a:r>
            <a:endParaRPr lang="en-US" sz="3450" dirty="0"/>
          </a:p>
        </p:txBody>
      </p:sp>
      <p:sp>
        <p:nvSpPr>
          <p:cNvPr id="26" name="Text 24"/>
          <p:cNvSpPr/>
          <p:nvPr/>
        </p:nvSpPr>
        <p:spPr>
          <a:xfrm>
            <a:off x="5372100" y="5905500"/>
            <a:ext cx="3352800" cy="590550"/>
          </a:xfrm>
          <a:prstGeom prst="rect">
            <a:avLst/>
          </a:prstGeom>
          <a:noFill/>
          <a:ln/>
        </p:spPr>
        <p:txBody>
          <a:bodyPr wrap="square" lIns="0" tIns="11509" rIns="0" bIns="-11509" rtlCol="0" anchor="t"/>
          <a:lstStyle/>
          <a:p>
            <a:pPr algn="l" indent="0" marL="0">
              <a:lnSpc>
                <a:spcPts val="2063"/>
              </a:lnSpc>
              <a:buNone/>
            </a:pPr>
            <a:r>
              <a:rPr lang="en-US" sz="1650" dirty="0" spc="-14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Request</a:t>
            </a:r>
            <a:r>
              <a:rPr lang="en-US" sz="1650" dirty="0" spc="-13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for</a:t>
            </a:r>
            <a:r>
              <a:rPr lang="en-US" sz="1650" dirty="0" spc="-3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Comments</a:t>
            </a:r>
            <a:endParaRPr lang="en-US" sz="1650" dirty="0"/>
          </a:p>
        </p:txBody>
      </p:sp>
      <p:sp>
        <p:nvSpPr>
          <p:cNvPr id="27" name="Text 25"/>
          <p:cNvSpPr/>
          <p:nvPr/>
        </p:nvSpPr>
        <p:spPr>
          <a:xfrm>
            <a:off x="5372100" y="6572250"/>
            <a:ext cx="3352800" cy="628650"/>
          </a:xfrm>
          <a:prstGeom prst="rect">
            <a:avLst/>
          </a:prstGeom>
          <a:noFill/>
          <a:ln/>
        </p:spPr>
        <p:txBody>
          <a:bodyPr wrap="square" lIns="0" tIns="9716" rIns="0" bIns="-9716" rtlCol="0" anchor="t"/>
          <a:lstStyle/>
          <a:p>
            <a:pPr algn="l" indent="0" marL="0">
              <a:lnSpc>
                <a:spcPts val="2340"/>
              </a:lnSpc>
              <a:buNone/>
            </a:pPr>
            <a:r>
              <a:rPr lang="en-US" sz="1800" dirty="0" spc="-1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RFC</a:t>
            </a:r>
            <a:r>
              <a:rPr lang="en-US" sz="1800" dirty="0" spc="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8446</a:t>
            </a:r>
            <a:r>
              <a:rPr lang="en-US" sz="1800" dirty="0" spc="-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1800" dirty="0" spc="1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đặc</a:t>
            </a:r>
            <a:r>
              <a:rPr lang="en-US" sz="1800" dirty="0" spc="-13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tả</a:t>
            </a:r>
            <a:r>
              <a:rPr lang="en-US" sz="1800" dirty="0" spc="3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1800" dirty="0" spc="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TLS</a:t>
            </a:r>
            <a:r>
              <a:rPr lang="en-US" sz="1800" dirty="0" spc="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1.3</a:t>
            </a:r>
            <a:endParaRPr lang="en-US" sz="1800" dirty="0"/>
          </a:p>
        </p:txBody>
      </p:sp>
      <p:sp>
        <p:nvSpPr>
          <p:cNvPr id="28" name="Shape 26"/>
          <p:cNvSpPr/>
          <p:nvPr/>
        </p:nvSpPr>
        <p:spPr>
          <a:xfrm>
            <a:off x="9296400" y="5105400"/>
            <a:ext cx="3886200" cy="2247900"/>
          </a:xfrm>
          <a:prstGeom prst="roundRect">
            <a:avLst>
              <a:gd name="adj" fmla="val 9322"/>
            </a:avLst>
          </a:prstGeom>
          <a:solidFill>
            <a:srgbClr val="1E212B"/>
          </a:solidFill>
          <a:ln w="19050">
            <a:solidFill>
              <a:srgbClr val="2A2D3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9563100" y="5295900"/>
            <a:ext cx="33528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50" dirty="0" spc="-8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OWASP</a:t>
            </a:r>
            <a:endParaRPr lang="en-US" sz="3450" dirty="0"/>
          </a:p>
        </p:txBody>
      </p:sp>
      <p:sp>
        <p:nvSpPr>
          <p:cNvPr id="30" name="Text 28"/>
          <p:cNvSpPr/>
          <p:nvPr/>
        </p:nvSpPr>
        <p:spPr>
          <a:xfrm>
            <a:off x="9563100" y="5905500"/>
            <a:ext cx="3352800" cy="590550"/>
          </a:xfrm>
          <a:prstGeom prst="rect">
            <a:avLst/>
          </a:prstGeom>
          <a:noFill/>
          <a:ln/>
        </p:spPr>
        <p:txBody>
          <a:bodyPr wrap="square" lIns="0" tIns="11509" rIns="0" bIns="-11509" rtlCol="0" anchor="t"/>
          <a:lstStyle/>
          <a:p>
            <a:pPr algn="l" indent="0" marL="0">
              <a:lnSpc>
                <a:spcPts val="2063"/>
              </a:lnSpc>
              <a:buNone/>
            </a:pPr>
            <a:r>
              <a:rPr lang="en-US" sz="1650" dirty="0" spc="-3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Open</a:t>
            </a:r>
            <a:r>
              <a:rPr lang="en-US" sz="1650" dirty="0" spc="-8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Worldwide</a:t>
            </a:r>
            <a:r>
              <a:rPr lang="en-US" sz="1650" dirty="0" spc="-4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Application</a:t>
            </a:r>
            <a:r>
              <a:rPr lang="en-US" sz="1650" dirty="0" spc="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Security</a:t>
            </a:r>
            <a:r>
              <a:rPr lang="en-US" sz="1650" dirty="0" spc="-16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Project</a:t>
            </a:r>
            <a:endParaRPr lang="en-US" sz="1650" dirty="0"/>
          </a:p>
        </p:txBody>
      </p:sp>
      <p:sp>
        <p:nvSpPr>
          <p:cNvPr id="31" name="Text 29"/>
          <p:cNvSpPr/>
          <p:nvPr/>
        </p:nvSpPr>
        <p:spPr>
          <a:xfrm>
            <a:off x="9563100" y="6572250"/>
            <a:ext cx="3352800" cy="628650"/>
          </a:xfrm>
          <a:prstGeom prst="rect">
            <a:avLst/>
          </a:prstGeom>
          <a:noFill/>
          <a:ln/>
        </p:spPr>
        <p:txBody>
          <a:bodyPr wrap="square" lIns="0" tIns="9716" rIns="0" bIns="-9716" rtlCol="0" anchor="t"/>
          <a:lstStyle/>
          <a:p>
            <a:pPr algn="l" indent="0" marL="0">
              <a:lnSpc>
                <a:spcPts val="2340"/>
              </a:lnSpc>
              <a:buNone/>
            </a:pPr>
            <a:r>
              <a:rPr lang="en-US" sz="1800" dirty="0" spc="-2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tổ</a:t>
            </a:r>
            <a:r>
              <a:rPr lang="en-US" sz="1800" dirty="0" spc="7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chức</a:t>
            </a:r>
            <a:r>
              <a:rPr lang="en-US" sz="1800" dirty="0" spc="-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cộng</a:t>
            </a:r>
            <a:r>
              <a:rPr lang="en-US" sz="1800" dirty="0" spc="5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đồng</a:t>
            </a:r>
            <a:r>
              <a:rPr lang="en-US" sz="1800" dirty="0" spc="-1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về</a:t>
            </a:r>
            <a:r>
              <a:rPr lang="en-US" sz="1800" dirty="0" spc="-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bảo</a:t>
            </a:r>
            <a:r>
              <a:rPr lang="en-US" sz="1800" dirty="0" spc="-1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mật</a:t>
            </a:r>
            <a:r>
              <a:rPr lang="en-US" sz="1800" dirty="0" spc="16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ứng</a:t>
            </a:r>
            <a:r>
              <a:rPr lang="en-US" sz="1800" dirty="0" spc="-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dụng</a:t>
            </a:r>
            <a:endParaRPr lang="en-US" sz="1800" dirty="0"/>
          </a:p>
        </p:txBody>
      </p:sp>
      <p:sp>
        <p:nvSpPr>
          <p:cNvPr id="32" name="Shape 30"/>
          <p:cNvSpPr/>
          <p:nvPr/>
        </p:nvSpPr>
        <p:spPr>
          <a:xfrm>
            <a:off x="13487400" y="5105400"/>
            <a:ext cx="3886200" cy="2247900"/>
          </a:xfrm>
          <a:prstGeom prst="roundRect">
            <a:avLst>
              <a:gd name="adj" fmla="val 9322"/>
            </a:avLst>
          </a:prstGeom>
          <a:solidFill>
            <a:srgbClr val="1E212B"/>
          </a:solidFill>
          <a:ln w="19050">
            <a:solidFill>
              <a:srgbClr val="2A2D3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13754100" y="5295900"/>
            <a:ext cx="33528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5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MDN</a:t>
            </a:r>
            <a:endParaRPr lang="en-US" sz="3450" dirty="0"/>
          </a:p>
        </p:txBody>
      </p:sp>
      <p:sp>
        <p:nvSpPr>
          <p:cNvPr id="34" name="Text 32"/>
          <p:cNvSpPr/>
          <p:nvPr/>
        </p:nvSpPr>
        <p:spPr>
          <a:xfrm>
            <a:off x="13754100" y="5905500"/>
            <a:ext cx="3352800" cy="590550"/>
          </a:xfrm>
          <a:prstGeom prst="rect">
            <a:avLst/>
          </a:prstGeom>
          <a:noFill/>
          <a:ln/>
        </p:spPr>
        <p:txBody>
          <a:bodyPr wrap="square" lIns="0" tIns="11509" rIns="0" bIns="-11509" rtlCol="0" anchor="t"/>
          <a:lstStyle/>
          <a:p>
            <a:pPr algn="l" indent="0" marL="0">
              <a:lnSpc>
                <a:spcPts val="2063"/>
              </a:lnSpc>
              <a:buNone/>
            </a:pPr>
            <a:r>
              <a:rPr lang="en-US" sz="1650" dirty="0" spc="-3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Mozilla</a:t>
            </a:r>
            <a:r>
              <a:rPr lang="en-US" sz="1650" dirty="0" spc="-7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Developer</a:t>
            </a:r>
            <a:r>
              <a:rPr lang="en-US" sz="1650" dirty="0" spc="-6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Network</a:t>
            </a:r>
            <a:endParaRPr lang="en-US" sz="1650" dirty="0"/>
          </a:p>
        </p:txBody>
      </p:sp>
      <p:sp>
        <p:nvSpPr>
          <p:cNvPr id="35" name="Text 33"/>
          <p:cNvSpPr/>
          <p:nvPr/>
        </p:nvSpPr>
        <p:spPr>
          <a:xfrm>
            <a:off x="13754100" y="6572250"/>
            <a:ext cx="3352800" cy="628650"/>
          </a:xfrm>
          <a:prstGeom prst="rect">
            <a:avLst/>
          </a:prstGeom>
          <a:noFill/>
          <a:ln/>
        </p:spPr>
        <p:txBody>
          <a:bodyPr wrap="square" lIns="0" tIns="9716" rIns="0" bIns="-9716" rtlCol="0" anchor="t"/>
          <a:lstStyle/>
          <a:p>
            <a:pPr algn="l" indent="0" marL="0">
              <a:lnSpc>
                <a:spcPts val="2340"/>
              </a:lnSpc>
              <a:buNone/>
            </a:pPr>
            <a:r>
              <a:rPr lang="en-US" sz="1800" dirty="0" spc="-6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bộ</a:t>
            </a:r>
            <a:r>
              <a:rPr lang="en-US" sz="1800" dirty="0" spc="-1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tài</a:t>
            </a:r>
            <a:r>
              <a:rPr lang="en-US" sz="1800" dirty="0" spc="-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1800" dirty="0" spc="-16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tra</a:t>
            </a:r>
            <a:r>
              <a:rPr lang="en-US" sz="1800" dirty="0" spc="13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cứu</a:t>
            </a:r>
            <a:r>
              <a:rPr lang="en-US" sz="1800" dirty="0" spc="-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công</a:t>
            </a:r>
            <a:r>
              <a:rPr lang="en-US" sz="1800" dirty="0" spc="-3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nghệ</a:t>
            </a:r>
            <a:r>
              <a:rPr lang="en-US" sz="1800" dirty="0" spc="-7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web</a:t>
            </a:r>
            <a:endParaRPr lang="en-US" sz="1800" dirty="0"/>
          </a:p>
        </p:txBody>
      </p:sp>
      <p:sp>
        <p:nvSpPr>
          <p:cNvPr id="36" name="Text 34"/>
          <p:cNvSpPr/>
          <p:nvPr/>
        </p:nvSpPr>
        <p:spPr>
          <a:xfrm>
            <a:off x="914400" y="7696200"/>
            <a:ext cx="6667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227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</a:t>
            </a:r>
            <a:r>
              <a:rPr lang="en-US" sz="1650" b="1" spc="229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ĐỐI</a:t>
            </a:r>
            <a:r>
              <a:rPr lang="en-US" sz="1650" b="1" spc="227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CHIẾU</a:t>
            </a:r>
            <a:endParaRPr lang="en-US" sz="1650" dirty="0"/>
          </a:p>
        </p:txBody>
      </p:sp>
      <p:sp>
        <p:nvSpPr>
          <p:cNvPr id="37" name="Text 35"/>
          <p:cNvSpPr/>
          <p:nvPr/>
        </p:nvSpPr>
        <p:spPr>
          <a:xfrm>
            <a:off x="914400" y="8058150"/>
            <a:ext cx="164592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4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ByteByteGo</a:t>
            </a:r>
            <a:r>
              <a:rPr lang="en-US" sz="1800" dirty="0" spc="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(bài</a:t>
            </a:r>
            <a:r>
              <a:rPr lang="en-US" sz="1800" dirty="0" spc="-3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nguồn)</a:t>
            </a:r>
            <a:r>
              <a:rPr lang="en-US" sz="1800" dirty="0" spc="-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MDN</a:t>
            </a:r>
            <a:r>
              <a:rPr lang="en-US" sz="1800" dirty="0" spc="-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-39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OWASP</a:t>
            </a:r>
            <a:r>
              <a:rPr lang="en-US" sz="1800" dirty="0" spc="-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4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Python</a:t>
            </a:r>
            <a:r>
              <a:rPr lang="en-US" sz="1800" dirty="0" spc="-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(mô-đun</a:t>
            </a:r>
            <a:r>
              <a:rPr lang="en-US" sz="1800" dirty="0" spc="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ssl)</a:t>
            </a:r>
            <a:r>
              <a:rPr lang="en-US" sz="1800" dirty="0" spc="-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OpenSSL</a:t>
            </a:r>
            <a:r>
              <a:rPr lang="en-US" sz="1800" dirty="0" spc="-3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(s_client) ·</a:t>
            </a:r>
            <a:r>
              <a:rPr lang="en-US" sz="1800" dirty="0" spc="-2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pyca/cryptography</a:t>
            </a:r>
            <a:r>
              <a:rPr lang="en-US" sz="1800" dirty="0" spc="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(x509)</a:t>
            </a:r>
            <a:endParaRPr lang="en-US" sz="1800" dirty="0"/>
          </a:p>
        </p:txBody>
      </p:sp>
      <p:sp>
        <p:nvSpPr>
          <p:cNvPr id="38" name="Text 36"/>
          <p:cNvSpPr/>
          <p:nvPr/>
        </p:nvSpPr>
        <p:spPr>
          <a:xfrm>
            <a:off x="914400" y="8553450"/>
            <a:ext cx="164592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3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Đã</a:t>
            </a:r>
            <a:r>
              <a:rPr lang="en-US" sz="1800" dirty="0" spc="1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đối</a:t>
            </a:r>
            <a:r>
              <a:rPr lang="en-US" sz="1800" dirty="0" spc="-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chiếu</a:t>
            </a:r>
            <a:r>
              <a:rPr lang="en-US" sz="1800" dirty="0" spc="-14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ngày</a:t>
            </a:r>
            <a:r>
              <a:rPr lang="en-US" sz="1800" dirty="0" spc="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2026-10-18.</a:t>
            </a:r>
            <a:r>
              <a:rPr lang="en-US" sz="1800" dirty="0" spc="-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</a:t>
            </a:r>
            <a:r>
              <a:rPr lang="en-US" sz="1800" dirty="0" spc="-3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minh</a:t>
            </a:r>
            <a:r>
              <a:rPr lang="en-US" sz="1800" dirty="0" spc="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họa</a:t>
            </a:r>
            <a:r>
              <a:rPr lang="en-US" sz="1800" dirty="0" spc="-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1800" dirty="0" spc="-5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thiết</a:t>
            </a:r>
            <a:r>
              <a:rPr lang="en-US" sz="1800" dirty="0" spc="-28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kế</a:t>
            </a:r>
            <a:r>
              <a:rPr lang="en-US" sz="1800" dirty="0" spc="-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mới.</a:t>
            </a:r>
            <a:endParaRPr lang="en-US" sz="1800" dirty="0"/>
          </a:p>
        </p:txBody>
      </p:sp>
      <p:sp>
        <p:nvSpPr>
          <p:cNvPr id="39" name="Connector line-1792367682702-43995417"/>
          <p:cNvSpPr/>
          <p:nvPr/>
        </p:nvSpPr>
        <p:spPr>
          <a:xfrm>
            <a:off x="990600" y="9486900"/>
            <a:ext cx="2957513" cy="0"/>
          </a:xfrm>
          <a:prstGeom prst="line">
            <a:avLst/>
          </a:prstGeom>
          <a:noFill/>
          <a:ln w="19050">
            <a:solidFill>
              <a:srgbClr val="F3EEE3">
                <a:alpha val="35000"/>
              </a:srgbClr>
            </a:solidFill>
            <a:prstDash val="solid"/>
            <a:headEnd type="none"/>
            <a:tailEnd type="none"/>
          </a:ln>
        </p:spPr>
      </p:sp>
      <p:sp>
        <p:nvSpPr>
          <p:cNvPr id="40" name="Shape 38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41" name="Shape 39"/>
          <p:cNvSpPr/>
          <p:nvPr/>
        </p:nvSpPr>
        <p:spPr>
          <a:xfrm>
            <a:off x="1262063" y="9429750"/>
            <a:ext cx="114300" cy="1143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42" name="Shape 40"/>
          <p:cNvSpPr/>
          <p:nvPr/>
        </p:nvSpPr>
        <p:spPr>
          <a:xfrm>
            <a:off x="1590675" y="9429750"/>
            <a:ext cx="114300" cy="1143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43" name="Shape 41"/>
          <p:cNvSpPr/>
          <p:nvPr/>
        </p:nvSpPr>
        <p:spPr>
          <a:xfrm>
            <a:off x="1919288" y="9429750"/>
            <a:ext cx="114300" cy="1143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44" name="Shape 42"/>
          <p:cNvSpPr/>
          <p:nvPr/>
        </p:nvSpPr>
        <p:spPr>
          <a:xfrm>
            <a:off x="2247900" y="9429750"/>
            <a:ext cx="114300" cy="1143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45" name="Shape 43"/>
          <p:cNvSpPr/>
          <p:nvPr/>
        </p:nvSpPr>
        <p:spPr>
          <a:xfrm>
            <a:off x="2576513" y="9429750"/>
            <a:ext cx="114300" cy="1143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46" name="Shape 44"/>
          <p:cNvSpPr/>
          <p:nvPr/>
        </p:nvSpPr>
        <p:spPr>
          <a:xfrm>
            <a:off x="2905125" y="9429750"/>
            <a:ext cx="114300" cy="1143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47" name="Shape 45"/>
          <p:cNvSpPr/>
          <p:nvPr/>
        </p:nvSpPr>
        <p:spPr>
          <a:xfrm>
            <a:off x="3233738" y="9429750"/>
            <a:ext cx="114300" cy="1143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48" name="Shape 46"/>
          <p:cNvSpPr/>
          <p:nvPr/>
        </p:nvSpPr>
        <p:spPr>
          <a:xfrm>
            <a:off x="3562350" y="9429750"/>
            <a:ext cx="114300" cy="1143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49" name="Shape 47"/>
          <p:cNvSpPr/>
          <p:nvPr/>
        </p:nvSpPr>
        <p:spPr>
          <a:xfrm>
            <a:off x="3843338" y="9382125"/>
            <a:ext cx="209550" cy="209550"/>
          </a:xfrm>
          <a:prstGeom prst="ellipse">
            <a:avLst/>
          </a:prstGeom>
          <a:solidFill>
            <a:srgbClr val="FF6A4D"/>
          </a:solidFill>
          <a:ln/>
        </p:spPr>
      </p:sp>
      <p:sp>
        <p:nvSpPr>
          <p:cNvPr id="50" name="Text 48"/>
          <p:cNvSpPr/>
          <p:nvPr/>
        </p:nvSpPr>
        <p:spPr>
          <a:xfrm>
            <a:off x="914400" y="9715500"/>
            <a:ext cx="76200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21</a:t>
            </a:r>
            <a:r>
              <a:rPr lang="en-US" sz="1650" dirty="0" spc="-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10/10</a:t>
            </a:r>
            <a:endParaRPr lang="en-US" sz="1650" dirty="0"/>
          </a:p>
        </p:txBody>
      </p:sp>
      <p:sp>
        <p:nvSpPr>
          <p:cNvPr id="51" name="Shape 49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52" name="Moda image moda-export-watermark-775c1219-a801-4c03-be97-048c2daff4c5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2026-10-19T04:21:02Z</dcterms:created>
  <dcterms:modified xsi:type="dcterms:W3CDTF">2026-10-19T04:21:02Z</dcterms:modified>
</cp:coreProperties>
</file>