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87616306-184150563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82250" y="3810000"/>
            <a:ext cx="219075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239750" y="3810000"/>
            <a:ext cx="180975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716250" y="3810000"/>
            <a:ext cx="180975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2250" dirty="0"/>
          </a:p>
        </p:txBody>
      </p:sp>
      <p:sp>
        <p:nvSpPr>
          <p:cNvPr id="10" name="Connector line-1792387616328-461005976"/>
          <p:cNvSpPr/>
          <p:nvPr/>
        </p:nvSpPr>
        <p:spPr>
          <a:xfrm>
            <a:off x="12573000" y="4286250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7616328-925614678"/>
          <p:cNvSpPr/>
          <p:nvPr/>
        </p:nvSpPr>
        <p:spPr>
          <a:xfrm>
            <a:off x="15049500" y="4286250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382250" y="533400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mẫu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7458d4b9-99fd-4672-aed7-8ebee8e6db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7617325-149983148"/>
          <p:cNvSpPr/>
          <p:nvPr/>
        </p:nvSpPr>
        <p:spPr>
          <a:xfrm>
            <a:off x="12954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biệt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"Universal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Plug"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"Time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Capsule".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2850" dirty="0"/>
          </a:p>
        </p:txBody>
      </p:sp>
      <p:sp>
        <p:nvSpPr>
          <p:cNvPr id="9" name="Text richtext-1792387617346-30359378"/>
          <p:cNvSpPr/>
          <p:nvPr/>
        </p:nvSpPr>
        <p:spPr>
          <a:xfrm>
            <a:off x="97536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mỗi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550" dirty="0"/>
          </a:p>
        </p:txBody>
      </p:sp>
      <p:sp>
        <p:nvSpPr>
          <p:cNvPr id="10" name="Connector line-1792387617354-97165169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357423a-5474-4975-a96e-0b3fe1e3be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1800" b="1" spc="2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 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-4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rõ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7500" dirty="0" spc="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đúng,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5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8D9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60960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được: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Abstract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Factory,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Bridge,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Mediator.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Python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có.</a:t>
            </a:r>
            <a:endParaRPr lang="en-US" sz="2400" dirty="0"/>
          </a:p>
        </p:txBody>
      </p:sp>
      <p:sp>
        <p:nvSpPr>
          <p:cNvPr id="6" name="Connector line-1792387618151-60794040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27d982b-3659-49fa-bfd4-e39be1b783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VÍ DỤ</a:t>
            </a:r>
            <a:r>
              <a:rPr lang="en-US" sz="1800" b="1" spc="2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mẫu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571500"/>
          </a:xfrm>
          <a:prstGeom prst="roundRect">
            <a:avLst>
              <a:gd name="adj" fmla="val 26667"/>
            </a:avLst>
          </a:prstGeom>
          <a:solidFill>
            <a:srgbClr val="2C304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67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248400" y="266700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5280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35280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Adapter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48400" y="335280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io.TextIOWrapper: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409575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09575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Composite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48400" y="409575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ElementTree: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483870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483870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Decorator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48400" y="483870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bọc,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functools.wraps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58165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58165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Facade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248400" y="558165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shutil.make_archive: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632460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32460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Flyweight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248400" y="632460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dùng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sys.intern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706755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7067550"/>
            <a:ext cx="95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95400" y="706755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48400" y="706755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weakref.proxy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781050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781050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Iterator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248400" y="781050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__iter__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__next__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8553450"/>
            <a:ext cx="164592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" y="8553450"/>
            <a:ext cx="4572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Memento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Visitor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248400" y="8553450"/>
            <a:ext cx="1047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random.getstate/setstate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ast.NodeVisitor</a:t>
            </a:r>
            <a:endParaRPr lang="en-US" sz="2100" dirty="0"/>
          </a:p>
        </p:txBody>
      </p:sp>
      <p:sp>
        <p:nvSpPr>
          <p:cNvPr id="32" name="Connector line-1792387619112-86220804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c0990e1a-442e-4074-8ce5-972ec14c41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Mẫu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kiệm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F3DFB8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445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Decorator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3905250"/>
            <a:ext cx="4457700" cy="1238250"/>
          </a:xfrm>
          <a:prstGeom prst="rect">
            <a:avLst/>
          </a:prstGeom>
          <a:noFill/>
          <a:ln/>
        </p:spPr>
        <p:txBody>
          <a:bodyPr wrap="square" lIns="0" tIns="57912" rIns="0" bIns="-57912" rtlCol="0" anchor="ctr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dirty="0" spc="-5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+55</a:t>
            </a:r>
            <a:r>
              <a:rPr lang="en-US" sz="5700" dirty="0" spc="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60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295400" y="5143500"/>
            <a:ext cx="44577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nano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15150" y="3200400"/>
            <a:ext cx="445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15150" y="3905250"/>
            <a:ext cx="4457700" cy="1238250"/>
          </a:xfrm>
          <a:prstGeom prst="rect">
            <a:avLst/>
          </a:prstGeom>
          <a:noFill/>
          <a:ln/>
        </p:spPr>
        <p:txBody>
          <a:bodyPr wrap="square" lIns="0" tIns="57912" rIns="0" bIns="-57912" rtlCol="0" anchor="ctr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dirty="0" spc="-1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+13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6915150" y="5143500"/>
            <a:ext cx="44577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nano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weakref.proxy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534900" y="3200400"/>
            <a:ext cx="445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Flyweight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534900" y="3905250"/>
            <a:ext cx="4457700" cy="1238250"/>
          </a:xfrm>
          <a:prstGeom prst="rect">
            <a:avLst/>
          </a:prstGeom>
          <a:noFill/>
          <a:ln/>
        </p:spPr>
        <p:txBody>
          <a:bodyPr wrap="square" lIns="0" tIns="47244" rIns="0" bIns="-47244" rtlCol="0" anchor="ctr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53,3</a:t>
            </a:r>
            <a:r>
              <a:rPr lang="en-US" sz="46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465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8,5</a:t>
            </a:r>
            <a:endParaRPr lang="en-US" sz="4650" dirty="0"/>
          </a:p>
        </p:txBody>
      </p:sp>
      <p:sp>
        <p:nvSpPr>
          <p:cNvPr id="15" name="Text 13"/>
          <p:cNvSpPr/>
          <p:nvPr/>
        </p:nvSpPr>
        <p:spPr>
          <a:xfrm>
            <a:off x="12534900" y="5143500"/>
            <a:ext cx="44577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triệu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chuỗi,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 tiếp;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chung.</a:t>
            </a:r>
            <a:endParaRPr lang="en-US" sz="2250" dirty="0"/>
          </a:p>
        </p:txBody>
      </p:sp>
      <p:sp>
        <p:nvSpPr>
          <p:cNvPr id="17" name="Connector line-1792387620115-63493314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c2215b3-3b43-4e2e-b8ec-752f9dfc58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2057400" y="2857500"/>
            <a:ext cx="14173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38400" y="2857500"/>
            <a:ext cx="13411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tác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485900" y="4667250"/>
            <a:ext cx="1531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667250"/>
            <a:ext cx="14554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4770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0" name="Connector line-1792387620904-17747690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261c0e3-580a-4d16-8741-e5a3603540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mọi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 không</a:t>
            </a:r>
            <a:r>
              <a:rPr lang="en-US" sz="24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hàm: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442912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0" y="4191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Decorator: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585787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5619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functools.wraps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728662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86000" y="7048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55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nano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400" dirty="0"/>
          </a:p>
        </p:txBody>
      </p:sp>
      <p:sp>
        <p:nvSpPr>
          <p:cNvPr id="15" name="Connector line-1792387621744-81986205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8214f60-cf60-4579-9967-650119cf47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endParaRPr lang="en-US" sz="6900" dirty="0"/>
          </a:p>
        </p:txBody>
      </p:sp>
      <p:sp>
        <p:nvSpPr>
          <p:cNvPr id="4" name="Connector line-1792387622510-783842999"/>
          <p:cNvSpPr/>
          <p:nvPr/>
        </p:nvSpPr>
        <p:spPr>
          <a:xfrm>
            <a:off x="1428750" y="4000500"/>
            <a:ext cx="1571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52650" y="36766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6724650" y="36766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1296650" y="36766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5868650" y="36766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62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334000" y="2762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906000" y="2762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4478000" y="2762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62000" y="4762500"/>
            <a:ext cx="3429000" cy="1905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 của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mẫu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334000" y="4762500"/>
            <a:ext cx="3429000" cy="1905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06000" y="4762500"/>
            <a:ext cx="3429000" cy="1905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478000" y="4762500"/>
            <a:ext cx="3429000" cy="1905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thẳng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endParaRPr lang="en-US" sz="2100" dirty="0"/>
          </a:p>
        </p:txBody>
      </p:sp>
      <p:sp>
        <p:nvSpPr>
          <p:cNvPr id="17" name="Connector line-1792387622528-70390777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177c8c1-016b-4f69-9571-30074d7487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 hay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00375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Decorator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667250" y="2762250"/>
            <a:ext cx="1238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0005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4238625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Proxy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67250" y="4000500"/>
            <a:ext cx="1238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diện: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truy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5476875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Flyweight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7250" y="5238750"/>
            <a:ext cx="1238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0485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7524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5" name="Connector line-1792387623383-24039912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adeab89-6cab-4b7e-aa1b-8d54f9730c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2026-10-19T05:27:42Z</dcterms:created>
  <dcterms:modified xsi:type="dcterms:W3CDTF">2026-10-19T05:27:42Z</dcterms:modified>
</cp:coreProperties>
</file>