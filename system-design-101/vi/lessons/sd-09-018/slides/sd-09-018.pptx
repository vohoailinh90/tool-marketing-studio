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4287500" cy="24765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75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dev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tools</a:t>
            </a:r>
            <a:r>
              <a:rPr lang="en-US" sz="75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 lại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3619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250" dirty="0"/>
          </a:p>
        </p:txBody>
      </p:sp>
      <p:sp>
        <p:nvSpPr>
          <p:cNvPr id="6" name="Connector line-1792391258722-342296811"/>
          <p:cNvSpPr/>
          <p:nvPr/>
        </p:nvSpPr>
        <p:spPr>
          <a:xfrm>
            <a:off x="4724400" y="6572250"/>
            <a:ext cx="571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0" y="5905500"/>
            <a:ext cx="3619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2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250" dirty="0"/>
          </a:p>
        </p:txBody>
      </p:sp>
      <p:sp>
        <p:nvSpPr>
          <p:cNvPr id="8" name="Connector line-1792391258726-468482272"/>
          <p:cNvSpPr/>
          <p:nvPr/>
        </p:nvSpPr>
        <p:spPr>
          <a:xfrm>
            <a:off x="9296400" y="6572250"/>
            <a:ext cx="571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058400" y="5905500"/>
            <a:ext cx="3619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250" dirty="0"/>
          </a:p>
        </p:txBody>
      </p:sp>
      <p:sp>
        <p:nvSpPr>
          <p:cNvPr id="10" name="Connector line-1792391258729-18530085"/>
          <p:cNvSpPr/>
          <p:nvPr/>
        </p:nvSpPr>
        <p:spPr>
          <a:xfrm>
            <a:off x="13868400" y="6572250"/>
            <a:ext cx="571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4630400" y="5905500"/>
            <a:ext cx="2743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b="1" dirty="0" spc="-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8a00e9f1-8fb9-4271-9bfe-2127b19176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52750"/>
            <a:ext cx="15430500" cy="2381250"/>
          </a:xfrm>
          <a:prstGeom prst="rect">
            <a:avLst/>
          </a:prstGeom>
          <a:noFill/>
          <a:ln/>
        </p:spPr>
        <p:txBody>
          <a:bodyPr wrap="square" lIns="0" tIns="32385" rIns="0" bIns="-32385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sz="51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Biến</a:t>
            </a:r>
            <a:r>
              <a:rPr lang="en-US" sz="51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1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51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thành quy</a:t>
            </a:r>
            <a:r>
              <a:rPr lang="en-US" sz="51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1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thể</a:t>
            </a:r>
            <a:r>
              <a:rPr lang="en-US" sz="51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5100" dirty="0" spc="-1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1313ed48-487c-4192-bd09-9c5b2e2c3a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6900" dirty="0" spc="-4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1295400" y="2476500"/>
            <a:ext cx="857250" cy="8572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4765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71750" y="23812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71750" y="29527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3905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295400" y="4048125"/>
            <a:ext cx="857250" cy="8572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04812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71750" y="4238625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334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5400" y="5476875"/>
            <a:ext cx="857250" cy="8572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47687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71750" y="5667375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67627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295400" y="6905625"/>
            <a:ext cx="857250" cy="8572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90562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571750" y="7096125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 03/10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ad9cc91-e5e4-4cd0-a8ff-b11734c2ec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8867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52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Formatter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33500" y="4191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86900" y="2476500"/>
            <a:ext cx="78867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952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4800" dirty="0" spc="-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480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906000" y="4191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0a563b78-1460-4523-adf1-48919576d7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4762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300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 trong repo</a:t>
            </a:r>
            <a:endParaRPr lang="en-US" sz="3000" dirty="0"/>
          </a:p>
        </p:txBody>
      </p:sp>
      <p:sp>
        <p:nvSpPr>
          <p:cNvPr id="4" name="Connector line-1792391262968-478680156"/>
          <p:cNvSpPr/>
          <p:nvPr/>
        </p:nvSpPr>
        <p:spPr>
          <a:xfrm>
            <a:off x="5867400" y="3429000"/>
            <a:ext cx="762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819900" y="2476500"/>
            <a:ext cx="4572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0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3000" dirty="0" spc="-2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6" name="Connector line-1792391262969-98668310"/>
          <p:cNvSpPr/>
          <p:nvPr/>
        </p:nvSpPr>
        <p:spPr>
          <a:xfrm>
            <a:off x="11582400" y="3429000"/>
            <a:ext cx="762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2534900" y="2476500"/>
            <a:ext cx="4838700" cy="1905000"/>
          </a:xfrm>
          <a:prstGeom prst="roundRect">
            <a:avLst>
              <a:gd name="adj" fmla="val 12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5334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 dùng cùng</a:t>
            </a: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1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 với</a:t>
            </a:r>
            <a:r>
              <a:rPr lang="en-US" sz="31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dirty="0" spc="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df99035d-c72c-4a38-a7fd-ac78be5621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Đánh</a:t>
            </a:r>
            <a:r>
              <a:rPr lang="en-US" sz="6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-3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7886700" cy="3429000"/>
          </a:xfrm>
          <a:prstGeom prst="roundRect">
            <a:avLst>
              <a:gd name="adj" fmla="val 7778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Ít</a:t>
            </a:r>
            <a:r>
              <a:rPr lang="en-US" sz="54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486900" y="2476500"/>
            <a:ext cx="7886700" cy="3429000"/>
          </a:xfrm>
          <a:prstGeom prst="roundRect">
            <a:avLst>
              <a:gd name="adj" fmla="val 7778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Dễ</a:t>
            </a:r>
            <a:r>
              <a:rPr lang="en-US" sz="54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review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6667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30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f9364482-5cd8-4479-8438-0bb3158946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4762500" cy="2190750"/>
          </a:xfrm>
          <a:prstGeom prst="roundRect">
            <a:avLst>
              <a:gd name="adj" fmla="val 869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0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6000" y="2476500"/>
            <a:ext cx="11277600" cy="2190750"/>
          </a:xfrm>
          <a:prstGeom prst="roundRect">
            <a:avLst>
              <a:gd name="adj" fmla="val 869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4762500" cy="2190750"/>
          </a:xfrm>
          <a:prstGeom prst="roundRect">
            <a:avLst>
              <a:gd name="adj" fmla="val 869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Cài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0" y="5048250"/>
            <a:ext cx="11277600" cy="2190750"/>
          </a:xfrm>
          <a:prstGeom prst="roundRect">
            <a:avLst>
              <a:gd name="adj" fmla="val 869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làm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01239936-0e53-4edb-a2fd-bae51ff6d4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formatter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cấu hình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0" dirty="0" spc="-10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135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chắc.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Thống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0476f66c-f2cb-4273-81ac-c1a8fc97cc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việc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3" name="Connector line-1792391266263-391872090"/>
          <p:cNvSpPr/>
          <p:nvPr/>
        </p:nvSpPr>
        <p:spPr>
          <a:xfrm>
            <a:off x="1905000" y="3810000"/>
            <a:ext cx="14478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552700" y="35052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8839200" y="35052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15125700" y="3505200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3815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667500" y="438150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954000" y="438150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hồi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6477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a56c737a-831b-4af6-8347-c253cbb46f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8001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5527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295400" y="3333750"/>
            <a:ext cx="723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8001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4577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95400" y="5238750"/>
            <a:ext cx="723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tục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1912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63627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10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295400" y="71437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72600" y="23812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72600" y="3048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372600" y="40957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VS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debugging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72600" y="51435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ESLint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372600" y="61912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cc31cbe-f461-4518-a57b-bd04ff564e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2026-10-19T06:28:13Z</dcterms:created>
  <dcterms:modified xsi:type="dcterms:W3CDTF">2026-10-19T06:28:13Z</dcterms:modified>
</cp:coreProperties>
</file>