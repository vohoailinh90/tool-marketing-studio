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200150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thống: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81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12001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8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buổi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2828925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7029450"/>
            <a:ext cx="2371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143000" y="7905750"/>
            <a:ext cx="23717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16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971925" y="6858000"/>
            <a:ext cx="2828925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4200525" y="7029450"/>
            <a:ext cx="2371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pPr algn="l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48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pPr algn="l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200525" y="7905750"/>
            <a:ext cx="23717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6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6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6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029450" y="6858000"/>
            <a:ext cx="2828925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7258050" y="7029450"/>
            <a:ext cx="2371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7258050" y="7905750"/>
            <a:ext cx="23717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16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0086975" y="6858000"/>
            <a:ext cx="2828925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0315575" y="7029450"/>
            <a:ext cx="2371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0315575" y="7905750"/>
            <a:ext cx="23717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6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nhớ</a:t>
            </a:r>
            <a:r>
              <a:rPr lang="en-US" sz="16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3335000" y="914400"/>
            <a:ext cx="4038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39800" y="1143000"/>
            <a:ext cx="342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39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900" dirty="0"/>
          </a:p>
        </p:txBody>
      </p:sp>
      <p:sp>
        <p:nvSpPr>
          <p:cNvPr id="19" name="Shape 17"/>
          <p:cNvSpPr/>
          <p:nvPr/>
        </p:nvSpPr>
        <p:spPr>
          <a:xfrm>
            <a:off x="136509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0" name="Shape 18"/>
          <p:cNvSpPr/>
          <p:nvPr/>
        </p:nvSpPr>
        <p:spPr>
          <a:xfrm>
            <a:off x="142224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1" name="Shape 19"/>
          <p:cNvSpPr/>
          <p:nvPr/>
        </p:nvSpPr>
        <p:spPr>
          <a:xfrm>
            <a:off x="147939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53654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369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4" name="Text 22"/>
          <p:cNvSpPr/>
          <p:nvPr/>
        </p:nvSpPr>
        <p:spPr>
          <a:xfrm>
            <a:off x="13639800" y="26289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3335000" y="3505200"/>
            <a:ext cx="4038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39800" y="3733800"/>
            <a:ext cx="342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900" dirty="0"/>
          </a:p>
        </p:txBody>
      </p:sp>
      <p:sp>
        <p:nvSpPr>
          <p:cNvPr id="27" name="Shape 25"/>
          <p:cNvSpPr/>
          <p:nvPr/>
        </p:nvSpPr>
        <p:spPr>
          <a:xfrm>
            <a:off x="136509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FFB454"/>
          </a:solidFill>
          <a:ln/>
        </p:spPr>
      </p:sp>
      <p:sp>
        <p:nvSpPr>
          <p:cNvPr id="28" name="Shape 26"/>
          <p:cNvSpPr/>
          <p:nvPr/>
        </p:nvSpPr>
        <p:spPr>
          <a:xfrm>
            <a:off x="142224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FFB454"/>
          </a:solidFill>
          <a:ln/>
        </p:spPr>
      </p:sp>
      <p:sp>
        <p:nvSpPr>
          <p:cNvPr id="29" name="Shape 27"/>
          <p:cNvSpPr/>
          <p:nvPr/>
        </p:nvSpPr>
        <p:spPr>
          <a:xfrm>
            <a:off x="147939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FFB454"/>
          </a:solidFill>
          <a:ln/>
        </p:spPr>
      </p:sp>
      <p:sp>
        <p:nvSpPr>
          <p:cNvPr id="30" name="Shape 28"/>
          <p:cNvSpPr/>
          <p:nvPr/>
        </p:nvSpPr>
        <p:spPr>
          <a:xfrm>
            <a:off x="153654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369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2" name="Text 30"/>
          <p:cNvSpPr/>
          <p:nvPr/>
        </p:nvSpPr>
        <p:spPr>
          <a:xfrm>
            <a:off x="13639800" y="52197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33" name="Shape 31"/>
          <p:cNvSpPr/>
          <p:nvPr/>
        </p:nvSpPr>
        <p:spPr>
          <a:xfrm>
            <a:off x="13335000" y="6096000"/>
            <a:ext cx="4038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639800" y="6324600"/>
            <a:ext cx="342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900" dirty="0"/>
          </a:p>
        </p:txBody>
      </p:sp>
      <p:sp>
        <p:nvSpPr>
          <p:cNvPr id="35" name="Shape 33"/>
          <p:cNvSpPr/>
          <p:nvPr/>
        </p:nvSpPr>
        <p:spPr>
          <a:xfrm>
            <a:off x="136509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3DD6A0"/>
          </a:solidFill>
          <a:ln/>
        </p:spPr>
      </p:sp>
      <p:sp>
        <p:nvSpPr>
          <p:cNvPr id="36" name="Shape 34"/>
          <p:cNvSpPr/>
          <p:nvPr/>
        </p:nvSpPr>
        <p:spPr>
          <a:xfrm>
            <a:off x="142224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7" name="Shape 35"/>
          <p:cNvSpPr/>
          <p:nvPr/>
        </p:nvSpPr>
        <p:spPr>
          <a:xfrm>
            <a:off x="147939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8" name="Shape 36"/>
          <p:cNvSpPr/>
          <p:nvPr/>
        </p:nvSpPr>
        <p:spPr>
          <a:xfrm>
            <a:off x="153654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9" name="Shape 37"/>
          <p:cNvSpPr/>
          <p:nvPr/>
        </p:nvSpPr>
        <p:spPr>
          <a:xfrm>
            <a:off x="159369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40" name="Text 38"/>
          <p:cNvSpPr/>
          <p:nvPr/>
        </p:nvSpPr>
        <p:spPr>
          <a:xfrm>
            <a:off x="13639800" y="78105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Nâng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d276a0f2-bb4c-46b8-8c33-69c2a9261a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7810500" cy="2286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2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72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thành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7620000" cy="2095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buổi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thang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590550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191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8" name="Text richtext-1792338234095-765644144"/>
          <p:cNvSpPr/>
          <p:nvPr/>
        </p:nvSpPr>
        <p:spPr>
          <a:xfrm>
            <a:off x="1257300" y="6648450"/>
            <a:ext cx="6953250" cy="1619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 nhấn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601200" y="1295400"/>
            <a:ext cx="7315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9829800" y="1428750"/>
            <a:ext cx="6858000" cy="9715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24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nằm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không dùng</a:t>
            </a:r>
            <a:endParaRPr lang="en-US" sz="2400" dirty="0"/>
          </a:p>
        </p:txBody>
      </p:sp>
      <p:sp>
        <p:nvSpPr>
          <p:cNvPr id="11" name="Connector line-1792338234134-396813060"/>
          <p:cNvSpPr/>
          <p:nvPr/>
        </p:nvSpPr>
        <p:spPr>
          <a:xfrm>
            <a:off x="13258800" y="2590800"/>
            <a:ext cx="0" cy="53340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601200" y="3200400"/>
            <a:ext cx="7315200" cy="990600"/>
          </a:xfrm>
          <a:prstGeom prst="roundRect">
            <a:avLst>
              <a:gd name="adj" fmla="val 19231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0" y="33909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 sao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43349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5" name="Shape 13"/>
          <p:cNvSpPr/>
          <p:nvPr/>
        </p:nvSpPr>
        <p:spPr>
          <a:xfrm>
            <a:off x="148302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6" name="Shape 14"/>
          <p:cNvSpPr/>
          <p:nvPr/>
        </p:nvSpPr>
        <p:spPr>
          <a:xfrm>
            <a:off x="153255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7" name="Shape 15"/>
          <p:cNvSpPr/>
          <p:nvPr/>
        </p:nvSpPr>
        <p:spPr>
          <a:xfrm>
            <a:off x="158208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8" name="Shape 16"/>
          <p:cNvSpPr/>
          <p:nvPr/>
        </p:nvSpPr>
        <p:spPr>
          <a:xfrm>
            <a:off x="163161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0" y="4343400"/>
            <a:ext cx="7315200" cy="990600"/>
          </a:xfrm>
          <a:prstGeom prst="roundRect">
            <a:avLst>
              <a:gd name="adj" fmla="val 19231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906000" y="45339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143349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22" name="Shape 20"/>
          <p:cNvSpPr/>
          <p:nvPr/>
        </p:nvSpPr>
        <p:spPr>
          <a:xfrm>
            <a:off x="148302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23" name="Shape 21"/>
          <p:cNvSpPr/>
          <p:nvPr/>
        </p:nvSpPr>
        <p:spPr>
          <a:xfrm>
            <a:off x="153255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24" name="Shape 22"/>
          <p:cNvSpPr/>
          <p:nvPr/>
        </p:nvSpPr>
        <p:spPr>
          <a:xfrm>
            <a:off x="158208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5" name="Shape 23"/>
          <p:cNvSpPr/>
          <p:nvPr/>
        </p:nvSpPr>
        <p:spPr>
          <a:xfrm>
            <a:off x="163161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6" name="Shape 24"/>
          <p:cNvSpPr/>
          <p:nvPr/>
        </p:nvSpPr>
        <p:spPr>
          <a:xfrm>
            <a:off x="9601200" y="5486400"/>
            <a:ext cx="7315200" cy="990600"/>
          </a:xfrm>
          <a:prstGeom prst="roundRect">
            <a:avLst>
              <a:gd name="adj" fmla="val 19231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9906000" y="56769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000" dirty="0"/>
          </a:p>
        </p:txBody>
      </p:sp>
      <p:sp>
        <p:nvSpPr>
          <p:cNvPr id="28" name="Shape 26"/>
          <p:cNvSpPr/>
          <p:nvPr/>
        </p:nvSpPr>
        <p:spPr>
          <a:xfrm>
            <a:off x="143349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148302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30" name="Shape 28"/>
          <p:cNvSpPr/>
          <p:nvPr/>
        </p:nvSpPr>
        <p:spPr>
          <a:xfrm>
            <a:off x="153255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31" name="Shape 29"/>
          <p:cNvSpPr/>
          <p:nvPr/>
        </p:nvSpPr>
        <p:spPr>
          <a:xfrm>
            <a:off x="158208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32" name="Shape 30"/>
          <p:cNvSpPr/>
          <p:nvPr/>
        </p:nvSpPr>
        <p:spPr>
          <a:xfrm>
            <a:off x="163161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33" name="Connector line-1792338234142-552138713"/>
          <p:cNvSpPr/>
          <p:nvPr/>
        </p:nvSpPr>
        <p:spPr>
          <a:xfrm>
            <a:off x="13258800" y="6534150"/>
            <a:ext cx="0" cy="53340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9601200" y="7143750"/>
            <a:ext cx="7315200" cy="1238250"/>
          </a:xfrm>
          <a:prstGeom prst="roundRect">
            <a:avLst>
              <a:gd name="adj" fmla="val 1846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đọc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thang</a:t>
            </a:r>
            <a:endParaRPr lang="en-US" sz="25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72dfbf17-3eba-4fb6-b959-3b5d7eb541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950" b="1" spc="16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95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3143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thường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hơn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cài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đặt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620000" cy="1619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 danh</a:t>
            </a:r>
            <a:r>
              <a:rPr lang="en-US" sz="27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buổi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7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191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4579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6896100"/>
            <a:ext cx="6934200" cy="13716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"các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hệ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thật"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quan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601200" y="1295400"/>
            <a:ext cx="7315200" cy="2381250"/>
          </a:xfrm>
          <a:prstGeom prst="roundRect">
            <a:avLst>
              <a:gd name="adj" fmla="val 96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44100" y="15621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1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944100" y="2019300"/>
            <a:ext cx="6629400" cy="1428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33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3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3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3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thật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0401300" y="3905250"/>
            <a:ext cx="571500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601200" y="4781550"/>
            <a:ext cx="73152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28575">
            <a:solidFill>
              <a:srgbClr val="2A2E3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3300" b="1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3300" b="1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 đặt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9601200" y="6896100"/>
            <a:ext cx="7315200" cy="1485900"/>
          </a:xfrm>
          <a:prstGeom prst="roundRect">
            <a:avLst>
              <a:gd name="adj" fmla="val 15385"/>
            </a:avLst>
          </a:prstGeom>
          <a:noFill/>
          <a:ln w="19050">
            <a:solidFill>
              <a:srgbClr val="9AA0B5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944100" y="7048500"/>
            <a:ext cx="6629400" cy="11811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ctr"/>
          <a:lstStyle/>
          <a:p>
            <a:pPr algn="ctr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vấn:</a:t>
            </a:r>
            <a:r>
              <a:rPr lang="en-US" sz="24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sư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03/08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941d1fe-0fc2-43e4-a1c6-6d216fd120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950" b="1" spc="1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5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sao,</a:t>
            </a:r>
            <a:r>
              <a:rPr lang="en-US" sz="75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sao,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5257800" cy="5715000"/>
          </a:xfrm>
          <a:prstGeom prst="roundRect">
            <a:avLst>
              <a:gd name="adj" fmla="val 5072"/>
            </a:avLst>
          </a:prstGeom>
          <a:solidFill>
            <a:srgbClr val="DDE3FA"/>
          </a:solidFill>
          <a:ln/>
        </p:spPr>
      </p:sp>
      <p:sp>
        <p:nvSpPr>
          <p:cNvPr id="5" name="Shape 3"/>
          <p:cNvSpPr/>
          <p:nvPr/>
        </p:nvSpPr>
        <p:spPr>
          <a:xfrm>
            <a:off x="12369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6" name="Shape 4"/>
          <p:cNvSpPr/>
          <p:nvPr/>
        </p:nvSpPr>
        <p:spPr>
          <a:xfrm>
            <a:off x="20370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7" name="Shape 5"/>
          <p:cNvSpPr/>
          <p:nvPr/>
        </p:nvSpPr>
        <p:spPr>
          <a:xfrm>
            <a:off x="28371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8" name="Shape 6"/>
          <p:cNvSpPr/>
          <p:nvPr/>
        </p:nvSpPr>
        <p:spPr>
          <a:xfrm>
            <a:off x="36372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9" name="Shape 7"/>
          <p:cNvSpPr/>
          <p:nvPr/>
        </p:nvSpPr>
        <p:spPr>
          <a:xfrm>
            <a:off x="44373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4248150"/>
            <a:ext cx="4648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57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5700" dirty="0"/>
          </a:p>
        </p:txBody>
      </p:sp>
      <p:sp>
        <p:nvSpPr>
          <p:cNvPr id="11" name="Text 9"/>
          <p:cNvSpPr/>
          <p:nvPr/>
        </p:nvSpPr>
        <p:spPr>
          <a:xfrm>
            <a:off x="1219200" y="5391150"/>
            <a:ext cx="46482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19200" y="6381750"/>
            <a:ext cx="46482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Cố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6515100" y="2819400"/>
            <a:ext cx="5257800" cy="5715000"/>
          </a:xfrm>
          <a:prstGeom prst="roundRect">
            <a:avLst>
              <a:gd name="adj" fmla="val 5072"/>
            </a:avLst>
          </a:prstGeom>
          <a:solidFill>
            <a:srgbClr val="F3D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68376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15" name="Shape 13"/>
          <p:cNvSpPr/>
          <p:nvPr/>
        </p:nvSpPr>
        <p:spPr>
          <a:xfrm>
            <a:off x="76377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16" name="Shape 14"/>
          <p:cNvSpPr/>
          <p:nvPr/>
        </p:nvSpPr>
        <p:spPr>
          <a:xfrm>
            <a:off x="84378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17" name="Shape 15"/>
          <p:cNvSpPr/>
          <p:nvPr/>
        </p:nvSpPr>
        <p:spPr>
          <a:xfrm>
            <a:off x="92379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18" name="Shape 16"/>
          <p:cNvSpPr/>
          <p:nvPr/>
        </p:nvSpPr>
        <p:spPr>
          <a:xfrm>
            <a:off x="100380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19" name="Text 17"/>
          <p:cNvSpPr/>
          <p:nvPr/>
        </p:nvSpPr>
        <p:spPr>
          <a:xfrm>
            <a:off x="6819900" y="4248150"/>
            <a:ext cx="4648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5700" dirty="0"/>
          </a:p>
        </p:txBody>
      </p:sp>
      <p:sp>
        <p:nvSpPr>
          <p:cNvPr id="20" name="Text 18"/>
          <p:cNvSpPr/>
          <p:nvPr/>
        </p:nvSpPr>
        <p:spPr>
          <a:xfrm>
            <a:off x="6819900" y="5391150"/>
            <a:ext cx="46482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22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6819900" y="6381750"/>
            <a:ext cx="46482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850" dirty="0"/>
          </a:p>
        </p:txBody>
      </p:sp>
      <p:sp>
        <p:nvSpPr>
          <p:cNvPr id="22" name="Shape 20"/>
          <p:cNvSpPr/>
          <p:nvPr/>
        </p:nvSpPr>
        <p:spPr>
          <a:xfrm>
            <a:off x="12115800" y="2819400"/>
            <a:ext cx="5257800" cy="5715000"/>
          </a:xfrm>
          <a:prstGeom prst="roundRect">
            <a:avLst>
              <a:gd name="adj" fmla="val 5072"/>
            </a:avLst>
          </a:prstGeom>
          <a:solidFill>
            <a:srgbClr val="CFE8E2"/>
          </a:solidFill>
          <a:ln/>
        </p:spPr>
      </p:sp>
      <p:sp>
        <p:nvSpPr>
          <p:cNvPr id="23" name="Shape 21"/>
          <p:cNvSpPr/>
          <p:nvPr/>
        </p:nvSpPr>
        <p:spPr>
          <a:xfrm>
            <a:off x="124383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0F766E"/>
          </a:solidFill>
          <a:ln/>
        </p:spPr>
      </p:sp>
      <p:sp>
        <p:nvSpPr>
          <p:cNvPr id="24" name="Shape 22"/>
          <p:cNvSpPr/>
          <p:nvPr/>
        </p:nvSpPr>
        <p:spPr>
          <a:xfrm>
            <a:off x="132384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5" name="Shape 23"/>
          <p:cNvSpPr/>
          <p:nvPr/>
        </p:nvSpPr>
        <p:spPr>
          <a:xfrm>
            <a:off x="140385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6" name="Shape 24"/>
          <p:cNvSpPr/>
          <p:nvPr/>
        </p:nvSpPr>
        <p:spPr>
          <a:xfrm>
            <a:off x="148386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7" name="Shape 25"/>
          <p:cNvSpPr/>
          <p:nvPr/>
        </p:nvSpPr>
        <p:spPr>
          <a:xfrm>
            <a:off x="156387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8" name="Text 26"/>
          <p:cNvSpPr/>
          <p:nvPr/>
        </p:nvSpPr>
        <p:spPr>
          <a:xfrm>
            <a:off x="12420600" y="4248150"/>
            <a:ext cx="4648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1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5700" dirty="0"/>
          </a:p>
        </p:txBody>
      </p:sp>
      <p:sp>
        <p:nvSpPr>
          <p:cNvPr id="29" name="Text 27"/>
          <p:cNvSpPr/>
          <p:nvPr/>
        </p:nvSpPr>
        <p:spPr>
          <a:xfrm>
            <a:off x="12420600" y="5391150"/>
            <a:ext cx="46482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Nâng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2420600" y="6381750"/>
            <a:ext cx="46482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(senior).</a:t>
            </a:r>
            <a:endParaRPr lang="en-US" sz="28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b4af86be-c34c-4b76-98fb-2389b5bfd1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THANG</a:t>
            </a:r>
            <a:r>
              <a:rPr lang="en-US" sz="1950" b="1" spc="1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3333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1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Xếp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hạng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khách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rất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666750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69151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601200" y="1295400"/>
            <a:ext cx="73152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44100" y="1485900"/>
            <a:ext cx="4953000" cy="1428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ctr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5080671" y="1952625"/>
            <a:ext cx="471058" cy="448003"/>
          </a:xfrm>
          <a:custGeom>
            <a:avLst/>
            <a:gdLst/>
            <a:ahLst/>
            <a:cxnLst/>
            <a:rect l="l" t="t" r="r" b="b"/>
            <a:pathLst>
              <a:path w="471058" h="448003">
                <a:moveTo>
                  <a:pt x="235529" y="0"/>
                </a:moveTo>
                <a:lnTo>
                  <a:pt x="293755" y="167509"/>
                </a:lnTo>
                <a:lnTo>
                  <a:pt x="471058" y="171122"/>
                </a:lnTo>
                <a:lnTo>
                  <a:pt x="329741" y="278261"/>
                </a:lnTo>
                <a:lnTo>
                  <a:pt x="381094" y="448003"/>
                </a:lnTo>
                <a:lnTo>
                  <a:pt x="235529" y="346710"/>
                </a:lnTo>
                <a:lnTo>
                  <a:pt x="89964" y="448003"/>
                </a:lnTo>
                <a:lnTo>
                  <a:pt x="141317" y="278261"/>
                </a:lnTo>
                <a:lnTo>
                  <a:pt x="0" y="171122"/>
                </a:lnTo>
                <a:lnTo>
                  <a:pt x="177303" y="167509"/>
                </a:lnTo>
                <a:lnTo>
                  <a:pt x="235529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10" name="Shape 8"/>
          <p:cNvSpPr/>
          <p:nvPr/>
        </p:nvSpPr>
        <p:spPr>
          <a:xfrm>
            <a:off x="15690271" y="1952625"/>
            <a:ext cx="471058" cy="448003"/>
          </a:xfrm>
          <a:custGeom>
            <a:avLst/>
            <a:gdLst/>
            <a:ahLst/>
            <a:cxnLst/>
            <a:rect l="l" t="t" r="r" b="b"/>
            <a:pathLst>
              <a:path w="471058" h="448003">
                <a:moveTo>
                  <a:pt x="235529" y="0"/>
                </a:moveTo>
                <a:lnTo>
                  <a:pt x="293755" y="167509"/>
                </a:lnTo>
                <a:lnTo>
                  <a:pt x="471058" y="171122"/>
                </a:lnTo>
                <a:lnTo>
                  <a:pt x="329741" y="278261"/>
                </a:lnTo>
                <a:lnTo>
                  <a:pt x="381094" y="448003"/>
                </a:lnTo>
                <a:lnTo>
                  <a:pt x="235529" y="346710"/>
                </a:lnTo>
                <a:lnTo>
                  <a:pt x="89964" y="448003"/>
                </a:lnTo>
                <a:lnTo>
                  <a:pt x="141317" y="278261"/>
                </a:lnTo>
                <a:lnTo>
                  <a:pt x="0" y="171122"/>
                </a:lnTo>
                <a:lnTo>
                  <a:pt x="177303" y="167509"/>
                </a:lnTo>
                <a:lnTo>
                  <a:pt x="235529" y="0"/>
                </a:lnTo>
                <a:close/>
              </a:path>
            </a:pathLst>
          </a:custGeom>
          <a:solidFill>
            <a:srgbClr val="FFB454"/>
          </a:solidFill>
          <a:ln/>
        </p:spPr>
      </p:sp>
      <p:sp>
        <p:nvSpPr>
          <p:cNvPr id="11" name="Shape 9"/>
          <p:cNvSpPr/>
          <p:nvPr/>
        </p:nvSpPr>
        <p:spPr>
          <a:xfrm>
            <a:off x="16299871" y="1952625"/>
            <a:ext cx="471058" cy="448003"/>
          </a:xfrm>
          <a:custGeom>
            <a:avLst/>
            <a:gdLst/>
            <a:ahLst/>
            <a:cxnLst/>
            <a:rect l="l" t="t" r="r" b="b"/>
            <a:pathLst>
              <a:path w="471058" h="448003">
                <a:moveTo>
                  <a:pt x="235529" y="0"/>
                </a:moveTo>
                <a:lnTo>
                  <a:pt x="293755" y="167509"/>
                </a:lnTo>
                <a:lnTo>
                  <a:pt x="471058" y="171122"/>
                </a:lnTo>
                <a:lnTo>
                  <a:pt x="329741" y="278261"/>
                </a:lnTo>
                <a:lnTo>
                  <a:pt x="381094" y="448003"/>
                </a:lnTo>
                <a:lnTo>
                  <a:pt x="235529" y="346710"/>
                </a:lnTo>
                <a:lnTo>
                  <a:pt x="89964" y="448003"/>
                </a:lnTo>
                <a:lnTo>
                  <a:pt x="141317" y="278261"/>
                </a:lnTo>
                <a:lnTo>
                  <a:pt x="0" y="171122"/>
                </a:lnTo>
                <a:lnTo>
                  <a:pt x="177303" y="167509"/>
                </a:lnTo>
                <a:lnTo>
                  <a:pt x="235529" y="0"/>
                </a:lnTo>
                <a:close/>
              </a:path>
            </a:pathLst>
          </a:custGeom>
          <a:solidFill>
            <a:srgbClr val="3DD6A0"/>
          </a:solidFill>
          <a:ln/>
        </p:spPr>
      </p:sp>
      <p:sp>
        <p:nvSpPr>
          <p:cNvPr id="12" name="Connector line-1792338444901-176477059"/>
          <p:cNvSpPr/>
          <p:nvPr/>
        </p:nvSpPr>
        <p:spPr>
          <a:xfrm>
            <a:off x="13258800" y="3162300"/>
            <a:ext cx="0" cy="5524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601200" y="3790950"/>
            <a:ext cx="73152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44100" y="40386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944100" y="4457700"/>
            <a:ext cx="66294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5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b="1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khách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endParaRPr lang="en-US" sz="3000" dirty="0"/>
          </a:p>
        </p:txBody>
      </p:sp>
      <p:sp>
        <p:nvSpPr>
          <p:cNvPr id="16" name="Connector line-1792338444906-94315203"/>
          <p:cNvSpPr/>
          <p:nvPr/>
        </p:nvSpPr>
        <p:spPr>
          <a:xfrm>
            <a:off x="13258800" y="5657850"/>
            <a:ext cx="0" cy="5524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601200" y="6286500"/>
            <a:ext cx="7315200" cy="1809750"/>
          </a:xfrm>
          <a:prstGeom prst="roundRect">
            <a:avLst>
              <a:gd name="adj" fmla="val 12632"/>
            </a:avLst>
          </a:prstGeom>
          <a:solidFill>
            <a:srgbClr val="FF6A4D"/>
          </a:solidFill>
          <a:ln/>
        </p:spPr>
      </p:sp>
      <p:sp>
        <p:nvSpPr>
          <p:cNvPr id="18" name="Text 16"/>
          <p:cNvSpPr/>
          <p:nvPr/>
        </p:nvSpPr>
        <p:spPr>
          <a:xfrm>
            <a:off x="9944100" y="65341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80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180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944100" y="6953250"/>
            <a:ext cx="66294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lòng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3000" dirty="0"/>
          </a:p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thang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14400" y="48577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4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7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quan.</a:t>
            </a:r>
            <a:endParaRPr lang="en-US" sz="2700" dirty="0"/>
          </a:p>
        </p:txBody>
      </p:sp>
      <p:sp>
        <p:nvSpPr>
          <p:cNvPr id="30" name="Text 28"/>
          <p:cNvSpPr/>
          <p:nvPr/>
        </p:nvSpPr>
        <p:spPr>
          <a:xfrm>
            <a:off x="1257300" y="73533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lòng nhận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5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27117fd4-5916-4338-b4c3-6a26d03c36f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2381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7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914400" y="39052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 chỉ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nguồn: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lời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 lời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3627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681990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dạy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601200" y="12954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9906000" y="15621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820400" y="15621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700" dirty="0"/>
          </a:p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820400" y="2590800"/>
            <a:ext cx="5810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 nguồn,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601200" y="37338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9906000" y="40005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820400" y="40005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Thang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 kiến</a:t>
            </a:r>
            <a:endParaRPr lang="en-US" sz="2700" dirty="0"/>
          </a:p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820400" y="5029200"/>
            <a:ext cx="5810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601200" y="61722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E8E0CF"/>
          </a:solidFill>
          <a:ln/>
        </p:spPr>
      </p:sp>
      <p:sp>
        <p:nvSpPr>
          <p:cNvPr id="18" name="Text 16"/>
          <p:cNvSpPr/>
          <p:nvPr/>
        </p:nvSpPr>
        <p:spPr>
          <a:xfrm>
            <a:off x="9906000" y="64389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820400" y="64389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"Cấp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cao"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700" dirty="0"/>
          </a:p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0820400" y="7467600"/>
            <a:ext cx="5810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d34ebc70-dbf3-4e89-bdbd-4577afca5a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2381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76200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4767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57300" y="4953000"/>
            <a:ext cx="7048500" cy="3238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spcAft>
                <a:spcPts val="1350"/>
              </a:spcAft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 thuật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  <a:p>
            <a:pPr algn="l" indent="0" marL="0">
              <a:lnSpc>
                <a:spcPts val="3645"/>
              </a:lnSpc>
              <a:spcAft>
                <a:spcPts val="1350"/>
              </a:spcAft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endParaRPr lang="en-US" sz="2700" dirty="0"/>
          </a:p>
          <a:p>
            <a:pPr algn="l" indent="0" marL="0">
              <a:lnSpc>
                <a:spcPts val="3645"/>
              </a:lnSpc>
              <a:spcAft>
                <a:spcPts val="1350"/>
              </a:spcAft>
              <a:buNone/>
            </a:pP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nắm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700" dirty="0"/>
          </a:p>
          <a:p>
            <a:pPr algn="l" indent="0" marL="0">
              <a:lnSpc>
                <a:spcPts val="3645"/>
              </a:lnSpc>
              <a:spcAft>
                <a:spcPts val="1350"/>
              </a:spcAft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cố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601200" y="12954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06000" y="15621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820400" y="15621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1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7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820400" y="21336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 cao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(senior).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601200" y="37338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06000" y="40005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0820400" y="40005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27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7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7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7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820400" y="45720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nhấn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601200" y="61722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06000" y="64389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820400" y="64389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7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7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820400" y="70104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Cố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13864ac-1680-4b99-8d50-fb63be59bb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0480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9200" y="3486150"/>
            <a:ext cx="464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 dùng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219200" y="434340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19200" y="495300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hơn chi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65151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9900" y="30480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19900" y="3486150"/>
            <a:ext cx="464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Thang</a:t>
            </a: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819900" y="434340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819900" y="495300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khó;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21158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20600" y="30480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420600" y="3486150"/>
            <a:ext cx="464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Ảnh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12420600" y="434340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420600" y="495300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 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nằm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6877050"/>
            <a:ext cx="164592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7300" y="71247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57300" y="7562850"/>
            <a:ext cx="1577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r>
              <a:rPr lang="en-US" sz="22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thang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sao;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257300" y="8172450"/>
            <a:ext cx="15773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834eaee7-e19c-4796-9003-bbdd72c362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2026-10-18T15:53:53Z</dcterms:created>
  <dcterms:modified xsi:type="dcterms:W3CDTF">2026-10-18T15:53:53Z</dcterms:modified>
</cp:coreProperties>
</file>