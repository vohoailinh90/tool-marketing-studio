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1811000" cy="11811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DevSecOps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mã: chặng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r>
              <a:rPr lang="en-US" sz="300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3000" dirty="0"/>
          </a:p>
        </p:txBody>
      </p:sp>
      <p:sp>
        <p:nvSpPr>
          <p:cNvPr id="5" name="Connector line-1792305626155-257681524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532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Bảy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chặng, mỗi chặng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906250" y="2476500"/>
            <a:ext cx="1657350" cy="2667000"/>
          </a:xfrm>
          <a:custGeom>
            <a:avLst/>
            <a:gdLst/>
            <a:ahLst/>
            <a:cxnLst/>
            <a:rect l="l" t="t" r="r" b="b"/>
            <a:pathLst>
              <a:path w="1657350" h="2667000">
                <a:moveTo>
                  <a:pt x="0" y="2667000"/>
                </a:moveTo>
                <a:cubicBezTo>
                  <a:pt x="828675" y="266700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0" y="3810000"/>
            <a:ext cx="1657350" cy="1333500"/>
          </a:xfrm>
          <a:custGeom>
            <a:avLst/>
            <a:gdLst/>
            <a:ahLst/>
            <a:cxnLst/>
            <a:rect l="l" t="t" r="r" b="b"/>
            <a:pathLst>
              <a:path w="1657350" h="1333500">
                <a:moveTo>
                  <a:pt x="0" y="1333500"/>
                </a:moveTo>
                <a:cubicBezTo>
                  <a:pt x="828675" y="133350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0" name="Connector line-1792305626171-244801392"/>
          <p:cNvSpPr/>
          <p:nvPr/>
        </p:nvSpPr>
        <p:spPr>
          <a:xfrm>
            <a:off x="11906250" y="5143500"/>
            <a:ext cx="14668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906250" y="5143500"/>
            <a:ext cx="1657350" cy="1333500"/>
          </a:xfrm>
          <a:custGeom>
            <a:avLst/>
            <a:gdLst/>
            <a:ahLst/>
            <a:cxnLst/>
            <a:rect l="l" t="t" r="r" b="b"/>
            <a:pathLst>
              <a:path w="1657350" h="1333500">
                <a:moveTo>
                  <a:pt x="0" y="0"/>
                </a:moveTo>
                <a:cubicBezTo>
                  <a:pt x="828675" y="0"/>
                  <a:pt x="828675" y="1333500"/>
                  <a:pt x="1657350" y="133350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06250" y="5143500"/>
            <a:ext cx="1657350" cy="2667000"/>
          </a:xfrm>
          <a:custGeom>
            <a:avLst/>
            <a:gdLst/>
            <a:ahLst/>
            <a:cxnLst/>
            <a:rect l="l" t="t" r="r" b="b"/>
            <a:pathLst>
              <a:path w="1657350" h="2667000">
                <a:moveTo>
                  <a:pt x="0" y="0"/>
                </a:moveTo>
                <a:cubicBezTo>
                  <a:pt x="828675" y="0"/>
                  <a:pt x="828675" y="2667000"/>
                  <a:pt x="1657350" y="2667000"/>
                </a:cubicBez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8225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0382250" y="48768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CI/CD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906000" y="60579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73100" y="2114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100" b="1" dirty="0" spc="-3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b="1" dirty="0" spc="-1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373100" y="34480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</a:t>
            </a:r>
            <a:r>
              <a:rPr lang="en-US" sz="2100" b="1" dirty="0" spc="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10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3731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b="1" dirty="0" spc="-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373100" y="61150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373100" y="7448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1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e80f74d-4767-47f4-9dad-3fc7f3f1c9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OWASP: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8250" y="340995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DỒN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38100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95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533775" y="38100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9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829300" y="38100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</a:t>
            </a:r>
            <a:r>
              <a:rPr lang="en-US" sz="1950" b="1" dirty="0" spc="1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124825" y="38100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420350" y="38100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715875" y="38100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011400" y="38100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19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935200" y="4552950"/>
            <a:ext cx="21907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6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5334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" y="550545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DEVSECOPS: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b="1" spc="24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38250" y="59055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95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533775" y="59055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9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829300" y="59055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</a:t>
            </a:r>
            <a:r>
              <a:rPr lang="en-US" sz="1950" b="1" dirty="0" spc="1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124825" y="59055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20350" y="59055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715875" y="59055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5011400" y="5905500"/>
            <a:ext cx="2038350" cy="571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19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14450" y="66484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3609975" y="66484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905500" y="66484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201025" y="66484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496550" y="66484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792075" y="66484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5087600" y="66484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6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14400" y="75247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/>
        </p:spPr>
      </p:sp>
      <p:sp>
        <p:nvSpPr>
          <p:cNvPr id="32" name="Text 30"/>
          <p:cNvSpPr/>
          <p:nvPr/>
        </p:nvSpPr>
        <p:spPr>
          <a:xfrm>
            <a:off x="1238250" y="775335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38250" y="8153400"/>
            <a:ext cx="15811500" cy="666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30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r>
              <a:rPr lang="en-US" sz="30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0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3000" dirty="0"/>
          </a:p>
        </p:txBody>
      </p:sp>
      <p:sp>
        <p:nvSpPr>
          <p:cNvPr id="34" name="Connector line-1792305688507-4774437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181b02e5-a9b9-40c1-aa5f-4f6979b14b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THIẾT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/  2 ·</a:t>
            </a:r>
            <a:r>
              <a:rPr lang="en-US" sz="1800" b="1" spc="26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Phòng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43250"/>
            <a:ext cx="238125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3790950"/>
            <a:ext cx="4305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công,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1800" dirty="0"/>
          </a:p>
        </p:txBody>
      </p:sp>
      <p:sp>
        <p:nvSpPr>
          <p:cNvPr id="7" name="Text richtext-1792305720221-908086729"/>
          <p:cNvSpPr/>
          <p:nvPr/>
        </p:nvSpPr>
        <p:spPr>
          <a:xfrm>
            <a:off x="1238250" y="4362450"/>
            <a:ext cx="4305300" cy="2190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mối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2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2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8" name="Connector line-1792305720248-471572115"/>
          <p:cNvSpPr/>
          <p:nvPr/>
        </p:nvSpPr>
        <p:spPr>
          <a:xfrm>
            <a:off x="6019800" y="4857750"/>
            <a:ext cx="6096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81800" y="2857500"/>
            <a:ext cx="4953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5650" y="3143250"/>
            <a:ext cx="238125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1950" dirty="0"/>
          </a:p>
        </p:txBody>
      </p:sp>
      <p:sp>
        <p:nvSpPr>
          <p:cNvPr id="11" name="Text richtext-1792305720250-901187680"/>
          <p:cNvSpPr/>
          <p:nvPr/>
        </p:nvSpPr>
        <p:spPr>
          <a:xfrm>
            <a:off x="7105650" y="4362450"/>
            <a:ext cx="4305300" cy="2190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mật: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commit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250" dirty="0"/>
          </a:p>
        </p:txBody>
      </p:sp>
      <p:sp>
        <p:nvSpPr>
          <p:cNvPr id="12" name="Connector line-1792305720257-65108854"/>
          <p:cNvSpPr/>
          <p:nvPr/>
        </p:nvSpPr>
        <p:spPr>
          <a:xfrm>
            <a:off x="11887200" y="4857750"/>
            <a:ext cx="17907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687300" y="4286250"/>
            <a:ext cx="13335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1772900" y="5581650"/>
            <a:ext cx="19621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16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16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16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16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830300" y="4191000"/>
            <a:ext cx="3543300" cy="1333500"/>
          </a:xfrm>
          <a:prstGeom prst="roundRect">
            <a:avLst>
              <a:gd name="adj" fmla="val 2285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830300" y="5715000"/>
            <a:ext cx="3543300" cy="6667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 vào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DDE3FA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Càng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sớm, khóa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càng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lọt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lịch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mã.</a:t>
            </a:r>
            <a:endParaRPr lang="en-US" sz="2400" dirty="0"/>
          </a:p>
        </p:txBody>
      </p:sp>
      <p:sp>
        <p:nvSpPr>
          <p:cNvPr id="19" name="Connector line-1792305720268-34338934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105650" y="3790950"/>
            <a:ext cx="4305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mà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 bí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ec93b327-a797-4dd2-a47a-c640dd8b65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1800" b="1" spc="31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69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quét,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 chặn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886200" cy="2190750"/>
          </a:xfrm>
          <a:prstGeom prst="roundRect">
            <a:avLst>
              <a:gd name="adj" fmla="val 13913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10515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4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SAST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81100" y="3848100"/>
            <a:ext cx="33528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 trong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105400" y="2857500"/>
            <a:ext cx="3886200" cy="2190750"/>
          </a:xfrm>
          <a:prstGeom prst="roundRect">
            <a:avLst>
              <a:gd name="adj" fmla="val 13913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5372100" y="310515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2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SCA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5372100" y="3848100"/>
            <a:ext cx="33528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lỗ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hổng</a:t>
            </a:r>
            <a:r>
              <a:rPr lang="en-US" sz="21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296400" y="2857500"/>
            <a:ext cx="3886200" cy="2190750"/>
          </a:xfrm>
          <a:prstGeom prst="roundRect">
            <a:avLst>
              <a:gd name="adj" fmla="val 13913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9563100" y="310515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Quét</a:t>
            </a:r>
            <a:r>
              <a:rPr lang="en-US" sz="34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container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9563100" y="3848100"/>
            <a:ext cx="33528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3487400" y="2857500"/>
            <a:ext cx="3886200" cy="2190750"/>
          </a:xfrm>
          <a:prstGeom prst="roundRect">
            <a:avLst>
              <a:gd name="adj" fmla="val 13913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13754100" y="310515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Quét</a:t>
            </a:r>
            <a:r>
              <a:rPr lang="en-US" sz="34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IaC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3754100" y="3848100"/>
            <a:ext cx="33528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 bằng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16" name="Connector line-1792305783491-551603435"/>
          <p:cNvSpPr/>
          <p:nvPr/>
        </p:nvSpPr>
        <p:spPr>
          <a:xfrm>
            <a:off x="2857500" y="5048250"/>
            <a:ext cx="0" cy="428625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7" name="Connector line-1792305783491-397124519"/>
          <p:cNvSpPr/>
          <p:nvPr/>
        </p:nvSpPr>
        <p:spPr>
          <a:xfrm>
            <a:off x="7048500" y="5048250"/>
            <a:ext cx="0" cy="428625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8" name="Connector line-1792305783492-899873621"/>
          <p:cNvSpPr/>
          <p:nvPr/>
        </p:nvSpPr>
        <p:spPr>
          <a:xfrm>
            <a:off x="11239500" y="5048250"/>
            <a:ext cx="0" cy="428625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9" name="Connector line-1792305783492-48358984"/>
          <p:cNvSpPr/>
          <p:nvPr/>
        </p:nvSpPr>
        <p:spPr>
          <a:xfrm>
            <a:off x="15430500" y="5048250"/>
            <a:ext cx="0" cy="428625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0" name="Connector line-1792305783492-546265647"/>
          <p:cNvSpPr/>
          <p:nvPr/>
        </p:nvSpPr>
        <p:spPr>
          <a:xfrm>
            <a:off x="2857500" y="5476875"/>
            <a:ext cx="12573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1" name="Connector line-1792305783492-172360380"/>
          <p:cNvSpPr/>
          <p:nvPr/>
        </p:nvSpPr>
        <p:spPr>
          <a:xfrm>
            <a:off x="3390900" y="5476875"/>
            <a:ext cx="0" cy="561975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" y="6096000"/>
            <a:ext cx="4953000" cy="190500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" y="6438900"/>
            <a:ext cx="4305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38250" y="7105650"/>
            <a:ext cx="430530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100" dirty="0" spc="-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5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r>
              <a:rPr lang="en-US" sz="2100" dirty="0" spc="-3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100" dirty="0" spc="0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100" dirty="0" spc="-31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2100" dirty="0"/>
          </a:p>
        </p:txBody>
      </p:sp>
      <p:sp>
        <p:nvSpPr>
          <p:cNvPr id="25" name="Connector line-1792305783496-433781984"/>
          <p:cNvSpPr/>
          <p:nvPr/>
        </p:nvSpPr>
        <p:spPr>
          <a:xfrm>
            <a:off x="6019800" y="7048500"/>
            <a:ext cx="1143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15200" y="6096000"/>
            <a:ext cx="41910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9050" y="6438900"/>
            <a:ext cx="3543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639050" y="7105650"/>
            <a:ext cx="354330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100" dirty="0"/>
          </a:p>
        </p:txBody>
      </p:sp>
      <p:sp>
        <p:nvSpPr>
          <p:cNvPr id="29" name="Connector line-1792305783501-406090247"/>
          <p:cNvSpPr/>
          <p:nvPr/>
        </p:nvSpPr>
        <p:spPr>
          <a:xfrm>
            <a:off x="11506200" y="7048500"/>
            <a:ext cx="6096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lgDash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2115800" y="6096000"/>
            <a:ext cx="5257800" cy="19050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439650" y="6343650"/>
            <a:ext cx="4610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SBOM</a:t>
            </a:r>
            <a:endParaRPr lang="en-US" sz="3450" dirty="0"/>
          </a:p>
        </p:txBody>
      </p:sp>
      <p:sp>
        <p:nvSpPr>
          <p:cNvPr id="32" name="Text 30"/>
          <p:cNvSpPr/>
          <p:nvPr/>
        </p:nvSpPr>
        <p:spPr>
          <a:xfrm>
            <a:off x="12439650" y="7105650"/>
            <a:ext cx="461010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endParaRPr lang="en-US" sz="2100" dirty="0"/>
          </a:p>
        </p:txBody>
      </p:sp>
      <p:sp>
        <p:nvSpPr>
          <p:cNvPr id="33" name="Connector line-1792305783505-88626841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3e9dce09-ed03-4f50-9490-ded346c2b8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KIỂM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6096000" y="2952750"/>
            <a:ext cx="6096000" cy="4476750"/>
          </a:xfrm>
          <a:prstGeom prst="roundRect">
            <a:avLst>
              <a:gd name="adj" fmla="val 8511"/>
            </a:avLst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77000" y="327660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6572250" y="4286250"/>
            <a:ext cx="5143500" cy="1809750"/>
          </a:xfrm>
          <a:prstGeom prst="roundRect">
            <a:avLst>
              <a:gd name="adj" fmla="val 14737"/>
            </a:avLst>
          </a:prstGeom>
          <a:solidFill>
            <a:srgbClr val="F3DFB8"/>
          </a:solidFill>
          <a:ln/>
        </p:spPr>
      </p:sp>
      <p:sp>
        <p:nvSpPr>
          <p:cNvPr id="7" name="Text 5"/>
          <p:cNvSpPr/>
          <p:nvPr/>
        </p:nvSpPr>
        <p:spPr>
          <a:xfrm>
            <a:off x="6877050" y="4514850"/>
            <a:ext cx="453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3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IAST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6877050" y="5219700"/>
            <a:ext cx="453390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000500"/>
            <a:ext cx="4000500" cy="2381250"/>
          </a:xfrm>
          <a:prstGeom prst="roundRect">
            <a:avLst>
              <a:gd name="adj" fmla="val 12800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" y="426720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6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DAST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238250" y="5048250"/>
            <a:ext cx="335280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Tấn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250" dirty="0"/>
          </a:p>
        </p:txBody>
      </p:sp>
      <p:sp>
        <p:nvSpPr>
          <p:cNvPr id="12" name="Connector line-1792305858977-540239141"/>
          <p:cNvSpPr/>
          <p:nvPr/>
        </p:nvSpPr>
        <p:spPr>
          <a:xfrm>
            <a:off x="4991100" y="5191125"/>
            <a:ext cx="990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373100" y="4000500"/>
            <a:ext cx="4000500" cy="2381250"/>
          </a:xfrm>
          <a:prstGeom prst="roundRect">
            <a:avLst>
              <a:gd name="adj" fmla="val 128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96950" y="426720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3696950" y="5048250"/>
            <a:ext cx="335280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kiểm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250" dirty="0"/>
          </a:p>
        </p:txBody>
      </p:sp>
      <p:sp>
        <p:nvSpPr>
          <p:cNvPr id="16" name="Connector line-1792305858981-4618237"/>
          <p:cNvSpPr/>
          <p:nvPr/>
        </p:nvSpPr>
        <p:spPr>
          <a:xfrm flipH="1">
            <a:off x="12306300" y="5191125"/>
            <a:ext cx="990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F3DFB8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7905750"/>
            <a:ext cx="1569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DAST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nhìn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vào,</a:t>
            </a:r>
            <a:r>
              <a:rPr lang="en-US" sz="25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IAST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nhìn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ra.</a:t>
            </a:r>
            <a:endParaRPr lang="en-US" sz="2550" dirty="0"/>
          </a:p>
        </p:txBody>
      </p:sp>
      <p:sp>
        <p:nvSpPr>
          <p:cNvPr id="19" name="Connector line-1792305858984-69307222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5d69e4c4-0fcb-43a5-8e3a-aeffe770b8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 /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6 ·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chạy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810500" cy="4095750"/>
          </a:xfrm>
          <a:prstGeom prst="roundRect">
            <a:avLst>
              <a:gd name="adj" fmla="val 744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4325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6" name="Text richtext-1792305859947-792160224"/>
          <p:cNvSpPr/>
          <p:nvPr/>
        </p:nvSpPr>
        <p:spPr>
          <a:xfrm>
            <a:off x="1238250" y="4000500"/>
            <a:ext cx="7162800" cy="2667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marL="342900" indent="-244981">
              <a:lnSpc>
                <a:spcPts val="337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9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build,</a:t>
            </a:r>
            <a:r>
              <a:rPr lang="en-US" sz="27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đính</a:t>
            </a:r>
            <a:r>
              <a:rPr lang="en-US" sz="27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SBOM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700" dirty="0"/>
          </a:p>
        </p:txBody>
      </p:sp>
      <p:sp>
        <p:nvSpPr>
          <p:cNvPr id="7" name="Connector line-1792305859955-411658016"/>
          <p:cNvSpPr/>
          <p:nvPr/>
        </p:nvSpPr>
        <p:spPr>
          <a:xfrm>
            <a:off x="8877300" y="4905375"/>
            <a:ext cx="533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563100" y="2857500"/>
            <a:ext cx="7810500" cy="4095750"/>
          </a:xfrm>
          <a:prstGeom prst="roundRect">
            <a:avLst>
              <a:gd name="adj" fmla="val 744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86950" y="314325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950" dirty="0"/>
          </a:p>
        </p:txBody>
      </p:sp>
      <p:sp>
        <p:nvSpPr>
          <p:cNvPr id="10" name="Text richtext-1792305859958-199615283"/>
          <p:cNvSpPr/>
          <p:nvPr/>
        </p:nvSpPr>
        <p:spPr>
          <a:xfrm>
            <a:off x="9886950" y="4000500"/>
            <a:ext cx="7162800" cy="2667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marL="342900" indent="-244981">
              <a:lnSpc>
                <a:spcPts val="337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ký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GitOps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CFE8E2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build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chạy.</a:t>
            </a:r>
            <a:endParaRPr lang="en-US" sz="2400" dirty="0"/>
          </a:p>
        </p:txBody>
      </p:sp>
      <p:sp>
        <p:nvSpPr>
          <p:cNvPr id="13" name="Connector line-1792305859966-90093597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9a7e10f8-3423-4c97-a750-2870d3dad7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 /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XUYÊN</a:t>
            </a: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SUỐT:</a:t>
            </a:r>
            <a:r>
              <a:rPr lang="en-US" sz="1800" b="1" spc="2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Vận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xuyên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suốt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95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314700" y="276225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9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715000" y="276225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</a:t>
            </a:r>
            <a:r>
              <a:rPr lang="en-US" sz="1950" b="1" dirty="0" spc="1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115300" y="276225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515600" y="276225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15900" y="276225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316200" y="276225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358140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trị: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tuân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22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sách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4857750"/>
            <a:ext cx="16459200" cy="2762250"/>
          </a:xfrm>
          <a:prstGeom prst="roundRect">
            <a:avLst>
              <a:gd name="adj" fmla="val 12414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143500"/>
            <a:ext cx="857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r>
              <a:rPr lang="en-US" sz="36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600" dirty="0" spc="-5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36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295400" y="6096000"/>
            <a:ext cx="49530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667500" y="6096000"/>
            <a:ext cx="49530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hổng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039600" y="6096000"/>
            <a:ext cx="49530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xâm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8001000"/>
            <a:ext cx="16459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4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nào: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cả</a:t>
            </a:r>
            <a:r>
              <a:rPr lang="en-US" sz="24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chặng.</a:t>
            </a:r>
            <a:endParaRPr lang="en-US" sz="2400" dirty="0"/>
          </a:p>
        </p:txBody>
      </p:sp>
      <p:sp>
        <p:nvSpPr>
          <p:cNvPr id="18" name="Connector line-1792305860795-41293443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e673705-b812-4142-95fe-2d6acaedfb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ống cũng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9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2571750"/>
          </a:xfrm>
          <a:prstGeom prst="roundRect">
            <a:avLst>
              <a:gd name="adj" fmla="val 13333"/>
            </a:avLst>
          </a:prstGeom>
          <a:noFill/>
          <a:ln w="28575">
            <a:solidFill>
              <a:srgbClr val="FF6A4D"/>
            </a:solidFill>
            <a:prstDash val="lgDash"/>
          </a:ln>
        </p:spPr>
      </p:sp>
      <p:sp>
        <p:nvSpPr>
          <p:cNvPr id="5" name="Text 3"/>
          <p:cNvSpPr/>
          <p:nvPr/>
        </p:nvSpPr>
        <p:spPr>
          <a:xfrm>
            <a:off x="1295400" y="310515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 CI/CD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58140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950" b="1" dirty="0" spc="-2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562350" y="358140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9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829300" y="358140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</a:t>
            </a:r>
            <a:r>
              <a:rPr lang="en-US" sz="1950" b="1" dirty="0" spc="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096250" y="358140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363200" y="358140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630150" y="358140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897100" y="3581400"/>
            <a:ext cx="20574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19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95400" y="4552950"/>
            <a:ext cx="15697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5905500"/>
            <a:ext cx="8058150" cy="2190750"/>
          </a:xfrm>
          <a:prstGeom prst="roundRect">
            <a:avLst>
              <a:gd name="adj" fmla="val 13913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1912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650" b="1" spc="19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95400" y="6667500"/>
            <a:ext cx="729615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 nằm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85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850" b="1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dựng.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315450" y="5905500"/>
            <a:ext cx="8058150" cy="2190750"/>
          </a:xfrm>
          <a:prstGeom prst="roundRect">
            <a:avLst>
              <a:gd name="adj" fmla="val 13913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9696450" y="61912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1650" b="1" spc="21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696450" y="6667500"/>
            <a:ext cx="729615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sót.</a:t>
            </a:r>
            <a:endParaRPr lang="en-US" sz="2850" dirty="0"/>
          </a:p>
        </p:txBody>
      </p:sp>
      <p:sp>
        <p:nvSpPr>
          <p:cNvPr id="20" name="Connector line-1792305922835-35612264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cf6a9f30-0d53-4d76-a414-606e5b3f65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5715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6019800" cy="4191000"/>
          </a:xfrm>
          <a:prstGeom prst="rect">
            <a:avLst/>
          </a:prstGeom>
          <a:noFill/>
          <a:ln/>
        </p:spPr>
        <p:txBody>
          <a:bodyPr wrap="square" lIns="0" tIns="27241" rIns="0" bIns="-27241" rtlCol="0" anchor="t"/>
          <a:lstStyle/>
          <a:p>
            <a:pPr algn="l" indent="0" marL="0">
              <a:lnSpc>
                <a:spcPts val="4875"/>
              </a:lnSpc>
              <a:buNone/>
            </a:pPr>
            <a:r>
              <a:rPr lang="en-US" sz="39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9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9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39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39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39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9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39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9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r>
              <a:rPr lang="en-US" sz="39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39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r>
              <a:rPr lang="en-US" sz="39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9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9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9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39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9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9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7924800" y="2857500"/>
            <a:ext cx="9448800" cy="571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058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05800" y="3657600"/>
            <a:ext cx="8686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95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Chặng</a:t>
            </a:r>
            <a:r>
              <a:rPr lang="en-US" sz="495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495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triển</a:t>
            </a:r>
            <a:endParaRPr lang="en-US" sz="4950" dirty="0"/>
          </a:p>
        </p:txBody>
      </p:sp>
      <p:sp>
        <p:nvSpPr>
          <p:cNvPr id="10" name="Text richtext-1792305923654-278688910"/>
          <p:cNvSpPr/>
          <p:nvPr/>
        </p:nvSpPr>
        <p:spPr>
          <a:xfrm>
            <a:off x="8305800" y="4857750"/>
            <a:ext cx="8686800" cy="3429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marL="381000" indent="-272202">
              <a:lnSpc>
                <a:spcPts val="3750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0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3000" dirty="0"/>
          </a:p>
          <a:p>
            <a:pPr algn="l" marL="381000" indent="-272202">
              <a:lnSpc>
                <a:spcPts val="3750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30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mã</a:t>
            </a:r>
            <a:endParaRPr lang="en-US" sz="3000" dirty="0"/>
          </a:p>
          <a:p>
            <a:pPr algn="l" marL="381000" indent="-272202">
              <a:lnSpc>
                <a:spcPts val="3750"/>
              </a:lnSpc>
              <a:buSzPct val="100000"/>
              <a:buFont typeface="Arial"/>
              <a:buChar char="•"/>
            </a:pP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30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lộ:</a:t>
            </a:r>
            <a:r>
              <a:rPr lang="en-US" sz="30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30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xoay</a:t>
            </a:r>
            <a:r>
              <a:rPr lang="en-US" sz="30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3000" dirty="0"/>
          </a:p>
        </p:txBody>
      </p:sp>
      <p:sp>
        <p:nvSpPr>
          <p:cNvPr id="11" name="Connector line-1792305923662-3988581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a4dc1dc-f111-43c8-aba2-7dc787d517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7241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DevSecOps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067050" y="26289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Development,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 and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Operations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067050" y="29337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 trong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4671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6385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067050" y="35433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067050" y="38481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3815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5529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SAST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067050" y="44577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Static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067050" y="47625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2959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54673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067050" y="53721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Software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Composition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Analysis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067050" y="56769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lỗ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hổng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62103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63817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SBOM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067050" y="62865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Software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Bill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Materials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067050" y="65913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71247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72961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IAST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3067050" y="72009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Interactive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Testing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067050" y="75057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372600" y="25527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0" y="27241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DAST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525250" y="26289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Dynamic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Testing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525250" y="29337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Tấn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372600" y="34671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0" y="36385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525250" y="35433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525250" y="38481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372600" y="43815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25000" y="45529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525250" y="44577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Continuous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Integration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525250" y="47625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9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372600" y="52959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41" name="Text 39"/>
          <p:cNvSpPr/>
          <p:nvPr/>
        </p:nvSpPr>
        <p:spPr>
          <a:xfrm>
            <a:off x="9525000" y="54673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1525250" y="53721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Continuous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1525250" y="56769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9372600" y="62103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0" y="63817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IaC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525250" y="62865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Infrastructure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 Code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525250" y="65913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9372600" y="7124700"/>
            <a:ext cx="8001000" cy="838200"/>
          </a:xfrm>
          <a:prstGeom prst="roundRect">
            <a:avLst>
              <a:gd name="adj" fmla="val 27273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25000" y="72961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GitOps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1525250" y="7200900"/>
            <a:ext cx="569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Operations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1525250" y="75057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914400" y="824865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914400" y="859155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800" dirty="0" spc="-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1800" dirty="0" spc="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1800" dirty="0" spc="-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9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800" dirty="0" spc="-3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DevSecOps</a:t>
            </a:r>
            <a:r>
              <a:rPr lang="en-US" sz="1800" dirty="0" spc="-1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Guideline</a:t>
            </a:r>
            <a:r>
              <a:rPr lang="en-US" sz="1800" dirty="0" spc="-3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9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800" dirty="0" spc="-10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Secrets</a:t>
            </a:r>
            <a:r>
              <a:rPr lang="en-US" sz="1800" dirty="0" spc="-7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</a:t>
            </a:r>
            <a:r>
              <a:rPr lang="en-US" sz="1800" dirty="0" spc="-8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1800" dirty="0" spc="-3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1800" dirty="0" spc="-2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4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8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14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C9C6B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</a:t>
            </a:r>
            <a:endParaRPr lang="en-US" sz="1800" dirty="0"/>
          </a:p>
        </p:txBody>
      </p:sp>
      <p:sp>
        <p:nvSpPr>
          <p:cNvPr id="54" name="Connector line-1792305924556-35396376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5" name="Text 6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1cb5c879-e929-4edf-9eb7-48cfaec4bd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2026-10-19T18:08:59Z</dcterms:created>
  <dcterms:modified xsi:type="dcterms:W3CDTF">2026-10-19T18:08:59Z</dcterms:modified>
</cp:coreProperties>
</file>