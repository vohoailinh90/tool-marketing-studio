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r>
              <a:rPr lang="en-US" sz="6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geohash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ô,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tố,</a:t>
            </a:r>
            <a:r>
              <a:rPr lang="en-US" sz="27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2700" dirty="0"/>
          </a:p>
        </p:txBody>
      </p:sp>
      <p:sp>
        <p:nvSpPr>
          <p:cNvPr id="5" name="Connector line-1792425805872-755932916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Cỡ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ô,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giới,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FFB45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tọa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geohash sót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34117f4-75f1-41ad-940f-434110d9bb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7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8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giống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 tiền</a:t>
            </a:r>
            <a:r>
              <a:rPr lang="en-US" sz="300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596b316-db3b-48e9-9448-4ebfd7f00a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GEOHASH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 bit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112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10" dirty="0" spc="-11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w7er8u</a:t>
            </a:r>
            <a:endParaRPr lang="en-US" sz="10510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 ký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tâm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 Nội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Bit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2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xen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vĩ</a:t>
            </a:r>
            <a:r>
              <a:rPr lang="en-US" sz="22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b21e5d3-59eb-48d1-a6e5-607e7830c3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GEOHASH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tọa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015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xích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</a:t>
            </a:r>
            <a:endParaRPr lang="en-US" sz="2550" dirty="0"/>
          </a:p>
        </p:txBody>
      </p:sp>
      <p:sp>
        <p:nvSpPr>
          <p:cNvPr id="7" name="Connector line-1792425811537-402059364"/>
          <p:cNvSpPr/>
          <p:nvPr/>
        </p:nvSpPr>
        <p:spPr>
          <a:xfrm>
            <a:off x="4781550" y="4714875"/>
            <a:ext cx="3048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445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1020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 thành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endParaRPr lang="en-US" sz="2550" dirty="0"/>
          </a:p>
        </p:txBody>
      </p:sp>
      <p:sp>
        <p:nvSpPr>
          <p:cNvPr id="11" name="Connector line-1792425811541-858479916"/>
          <p:cNvSpPr/>
          <p:nvPr/>
        </p:nvSpPr>
        <p:spPr>
          <a:xfrm>
            <a:off x="8991600" y="4714875"/>
            <a:ext cx="3048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3450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025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025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5" name="Connector line-1792425811544-368590859"/>
          <p:cNvSpPr/>
          <p:nvPr/>
        </p:nvSpPr>
        <p:spPr>
          <a:xfrm>
            <a:off x="13201650" y="4714875"/>
            <a:ext cx="3048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54455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B45309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3030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83030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5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4fcf28c-4367-4e1d-b034-8bb6d6e9fd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Cỡ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 mã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800" b="1" spc="20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2762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1800" b="1" spc="21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80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180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333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36,5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19,6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857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ký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4857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4,57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4,89 km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6381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0" y="6381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1,14</a:t>
            </a: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0,61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00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vĩ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bdf186e-2ee2-4882-ab22-cb29696639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 GIỚI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Quán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sót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endParaRPr lang="en-US" sz="2100" dirty="0"/>
          </a:p>
        </p:txBody>
      </p:sp>
      <p:sp>
        <p:nvSpPr>
          <p:cNvPr id="6" name="Text richtext-1792425842409-658749987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 ký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tự: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15,7%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tự: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79,1%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100" b="1" spc="17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</a:t>
            </a:r>
            <a:endParaRPr lang="en-US" sz="2100" dirty="0"/>
          </a:p>
        </p:txBody>
      </p:sp>
      <p:sp>
        <p:nvSpPr>
          <p:cNvPr id="9" name="Text richtext-1792425842438-357918596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 ký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tự: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0%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tự: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6,5%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8e68ce4-b9a1-47d8-a3af-74f79e9a27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Ô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kính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31" dirty="0" spc="-10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6,5%</a:t>
            </a:r>
            <a:endParaRPr lang="en-US" sz="27531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quán</a:t>
            </a:r>
            <a:r>
              <a:rPr lang="en-US" sz="24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 sót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4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4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0,61 km,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km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8fb3701-dd35-4ca5-8b56-0239196044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km bằng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cỡ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1,14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×</a:t>
            </a:r>
            <a:r>
              <a:rPr lang="en-US" sz="69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0,61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3,4 ×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1,8 km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Quán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 hơn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7106f49-878b-4e43-bfd1-85538b78d5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cơ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100" dirty="0"/>
          </a:p>
        </p:txBody>
      </p:sp>
      <p:sp>
        <p:nvSpPr>
          <p:cNvPr id="10" name="Connector line-1792425845207-848213359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2" name="Text richtext-1792425845209-882608012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9250e10-3dab-4885-ba71-96ff432a98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2026-10-19T16:05:49Z</dcterms:created>
  <dcterms:modified xsi:type="dcterms:W3CDTF">2026-10-19T16:05:49Z</dcterms:modified>
</cp:coreProperties>
</file>