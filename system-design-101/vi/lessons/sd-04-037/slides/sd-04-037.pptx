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false" autoCompressPictures="0" embedTrueTypeFonts="true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8288000" cy="10287000"/>
  <p:notesSz cx="10287000" cy="18288000"/>
  <p:embeddedFontLst>
    <p:embeddedFont>
      <p:font typeface="Be Vietnam Pro"/>
      <p:regular r:id="rId19"/>
      <p:bold r:id="rId17"/>
    </p:embeddedFont>
    <p:embeddedFont>
      <p:font typeface="Bricolage Grotesque ExtraBold"/>
      <p:regular r:id="rId18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17" Type="http://schemas.openxmlformats.org/officeDocument/2006/relationships/font" Target="fonts/font1.fntdata"/><Relationship Id="rId18" Type="http://schemas.openxmlformats.org/officeDocument/2006/relationships/font" Target="fonts/font2.fntdata"/><Relationship Id="rId19" Type="http://schemas.openxmlformats.org/officeDocument/2006/relationships/font" Target="fonts/font3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85725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7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b="1" spc="29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b="1" spc="29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37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428750"/>
            <a:ext cx="8953500" cy="2286000"/>
          </a:xfrm>
          <a:prstGeom prst="rect">
            <a:avLst/>
          </a:prstGeom>
          <a:noFill/>
          <a:ln/>
        </p:spPr>
        <p:txBody>
          <a:bodyPr wrap="square" lIns="0" tIns="69437" rIns="0" bIns="-69437" rtlCol="0" anchor="t"/>
          <a:lstStyle/>
          <a:p>
            <a:pPr algn="l" indent="0" marL="0">
              <a:lnSpc>
                <a:spcPts val="8505"/>
              </a:lnSpc>
              <a:buNone/>
            </a:pPr>
            <a:r>
              <a:rPr lang="en-US" sz="8100" dirty="0" spc="-6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Từ</a:t>
            </a:r>
            <a:r>
              <a:rPr lang="en-US" sz="81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hàng</a:t>
            </a:r>
            <a:r>
              <a:rPr lang="en-US" sz="8100" dirty="0" spc="-2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đợi</a:t>
            </a:r>
            <a:r>
              <a:rPr lang="en-US" sz="8100" dirty="0" spc="-7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tới</a:t>
            </a:r>
            <a:r>
              <a:rPr lang="en-US" sz="81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nhật</a:t>
            </a:r>
            <a:r>
              <a:rPr lang="en-US" sz="8100" dirty="0" spc="-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ký</a:t>
            </a:r>
            <a:endParaRPr lang="en-US" sz="8100" dirty="0"/>
          </a:p>
        </p:txBody>
      </p:sp>
      <p:sp>
        <p:nvSpPr>
          <p:cNvPr id="4" name="Text 2"/>
          <p:cNvSpPr/>
          <p:nvPr/>
        </p:nvSpPr>
        <p:spPr>
          <a:xfrm>
            <a:off x="914400" y="4191000"/>
            <a:ext cx="8572500" cy="685800"/>
          </a:xfrm>
          <a:prstGeom prst="rect">
            <a:avLst/>
          </a:prstGeom>
          <a:noFill/>
          <a:ln/>
        </p:spPr>
        <p:txBody>
          <a:bodyPr wrap="square" lIns="0" tIns="14802" rIns="0" bIns="-14802" rtlCol="0" anchor="t"/>
          <a:lstStyle/>
          <a:p>
            <a:pPr algn="l" indent="0" marL="0">
              <a:lnSpc>
                <a:spcPts val="3566"/>
              </a:lnSpc>
              <a:buNone/>
            </a:pPr>
            <a:r>
              <a:rPr lang="en-US" sz="2743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Bốn</a:t>
            </a:r>
            <a:r>
              <a:rPr lang="en-US" sz="2743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hệ,</a:t>
            </a:r>
            <a:r>
              <a:rPr lang="en-US" sz="2743" dirty="0" spc="-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743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câu</a:t>
            </a:r>
            <a:r>
              <a:rPr lang="en-US" sz="2743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hỏi: tin còn</a:t>
            </a:r>
            <a:r>
              <a:rPr lang="en-US" sz="2743" dirty="0" spc="-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sau</a:t>
            </a:r>
            <a:r>
              <a:rPr lang="en-US" sz="2743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khi</a:t>
            </a:r>
            <a:r>
              <a:rPr lang="en-US" sz="2743" dirty="0" spc="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đọc?</a:t>
            </a:r>
            <a:endParaRPr lang="en-US" sz="2743" dirty="0"/>
          </a:p>
        </p:txBody>
      </p:sp>
      <p:sp>
        <p:nvSpPr>
          <p:cNvPr id="5" name="Text 3"/>
          <p:cNvSpPr/>
          <p:nvPr/>
        </p:nvSpPr>
        <p:spPr>
          <a:xfrm>
            <a:off x="914400" y="5715000"/>
            <a:ext cx="8382000" cy="485775"/>
          </a:xfrm>
          <a:prstGeom prst="rect">
            <a:avLst/>
          </a:prstGeom>
          <a:noFill/>
          <a:ln/>
        </p:spPr>
        <p:txBody>
          <a:bodyPr wrap="square" lIns="0" tIns="5001" rIns="0" bIns="-5001" rtlCol="0" anchor="t"/>
          <a:lstStyle/>
          <a:p>
            <a:pPr algn="l" indent="0" marL="0">
              <a:lnSpc>
                <a:spcPts val="3150"/>
              </a:lnSpc>
              <a:buNone/>
            </a:pPr>
            <a:r>
              <a:rPr lang="en-US" sz="2250" dirty="0" spc="1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Bước</a:t>
            </a:r>
            <a:r>
              <a:rPr lang="en-US" sz="2250" dirty="0" spc="-18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ngoặt</a:t>
            </a:r>
            <a:r>
              <a:rPr lang="en-US" sz="22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lớn</a:t>
            </a:r>
            <a:r>
              <a:rPr lang="en-US" sz="225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nhất:</a:t>
            </a:r>
            <a:r>
              <a:rPr lang="en-US" sz="22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tin</a:t>
            </a:r>
            <a:r>
              <a:rPr lang="en-US" sz="22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 bị</a:t>
            </a:r>
            <a:r>
              <a:rPr lang="en-US" sz="2250" dirty="0" spc="-2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xóa</a:t>
            </a:r>
            <a:r>
              <a:rPr lang="en-US" sz="22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khi</a:t>
            </a:r>
            <a:r>
              <a:rPr lang="en-US" sz="2250" dirty="0" spc="1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đọc.</a:t>
            </a:r>
            <a:endParaRPr lang="en-US" sz="2250" dirty="0"/>
          </a:p>
        </p:txBody>
      </p:sp>
      <p:sp>
        <p:nvSpPr>
          <p:cNvPr id="6" name="Text 4"/>
          <p:cNvSpPr/>
          <p:nvPr/>
        </p:nvSpPr>
        <p:spPr>
          <a:xfrm>
            <a:off x="914400" y="9525000"/>
            <a:ext cx="85725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system-design-101</a:t>
            </a:r>
            <a:r>
              <a:rPr lang="en-US" sz="165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sd-04-037</a:t>
            </a:r>
            <a:endParaRPr lang="en-US" sz="1650" dirty="0"/>
          </a:p>
        </p:txBody>
      </p:sp>
      <p:sp>
        <p:nvSpPr>
          <p:cNvPr id="7" name="Connector line-1792374299788-759199164"/>
          <p:cNvSpPr/>
          <p:nvPr/>
        </p:nvSpPr>
        <p:spPr>
          <a:xfrm>
            <a:off x="10763250" y="1428750"/>
            <a:ext cx="0" cy="6953250"/>
          </a:xfrm>
          <a:prstGeom prst="line">
            <a:avLst/>
          </a:prstGeom>
          <a:noFill/>
          <a:ln w="38100">
            <a:solidFill>
              <a:srgbClr val="3A3F4D"/>
            </a:solidFill>
            <a:prstDash val="solid"/>
            <a:headEnd type="none"/>
            <a:tailEnd type="none"/>
          </a:ln>
        </p:spPr>
      </p:sp>
      <p:sp>
        <p:nvSpPr>
          <p:cNvPr id="8" name="Shape 6"/>
          <p:cNvSpPr/>
          <p:nvPr/>
        </p:nvSpPr>
        <p:spPr>
          <a:xfrm>
            <a:off x="10591800" y="1638300"/>
            <a:ext cx="342900" cy="342900"/>
          </a:xfrm>
          <a:prstGeom prst="ellipse">
            <a:avLst/>
          </a:prstGeom>
          <a:solidFill>
            <a:srgbClr val="FFB454"/>
          </a:solidFill>
          <a:ln/>
        </p:spPr>
      </p:sp>
      <p:sp>
        <p:nvSpPr>
          <p:cNvPr id="9" name="Shape 7"/>
          <p:cNvSpPr/>
          <p:nvPr/>
        </p:nvSpPr>
        <p:spPr>
          <a:xfrm>
            <a:off x="10591800" y="3448050"/>
            <a:ext cx="342900" cy="342900"/>
          </a:xfrm>
          <a:prstGeom prst="ellipse">
            <a:avLst/>
          </a:prstGeom>
          <a:solidFill>
            <a:srgbClr val="3DD6A0"/>
          </a:solidFill>
          <a:ln/>
        </p:spPr>
      </p:sp>
      <p:sp>
        <p:nvSpPr>
          <p:cNvPr id="10" name="Shape 8"/>
          <p:cNvSpPr/>
          <p:nvPr/>
        </p:nvSpPr>
        <p:spPr>
          <a:xfrm>
            <a:off x="10591800" y="5257800"/>
            <a:ext cx="342900" cy="342900"/>
          </a:xfrm>
          <a:prstGeom prst="ellipse">
            <a:avLst/>
          </a:prstGeom>
          <a:solidFill>
            <a:srgbClr val="FF6A4D"/>
          </a:solidFill>
          <a:ln/>
        </p:spPr>
      </p:sp>
      <p:sp>
        <p:nvSpPr>
          <p:cNvPr id="11" name="Shape 9"/>
          <p:cNvSpPr/>
          <p:nvPr/>
        </p:nvSpPr>
        <p:spPr>
          <a:xfrm>
            <a:off x="10591800" y="7067550"/>
            <a:ext cx="342900" cy="342900"/>
          </a:xfrm>
          <a:prstGeom prst="ellipse">
            <a:avLst/>
          </a:prstGeom>
          <a:solidFill>
            <a:srgbClr val="7C93FF"/>
          </a:solidFill>
          <a:ln/>
        </p:spPr>
      </p:sp>
      <p:sp>
        <p:nvSpPr>
          <p:cNvPr id="12" name="Shape 10"/>
          <p:cNvSpPr/>
          <p:nvPr/>
        </p:nvSpPr>
        <p:spPr>
          <a:xfrm>
            <a:off x="11334750" y="1143000"/>
            <a:ext cx="6038850" cy="1428750"/>
          </a:xfrm>
          <a:prstGeom prst="roundRect">
            <a:avLst>
              <a:gd name="adj" fmla="val 16000"/>
            </a:avLst>
          </a:prstGeom>
          <a:solidFill>
            <a:srgbClr val="1E212B"/>
          </a:solidFill>
          <a:ln/>
        </p:spPr>
      </p:sp>
      <p:sp>
        <p:nvSpPr>
          <p:cNvPr id="13" name="Text 11"/>
          <p:cNvSpPr/>
          <p:nvPr/>
        </p:nvSpPr>
        <p:spPr>
          <a:xfrm>
            <a:off x="11677650" y="1333500"/>
            <a:ext cx="53340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4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IBM</a:t>
            </a:r>
            <a:r>
              <a:rPr lang="en-US" sz="1800" b="1" spc="225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MQ ·</a:t>
            </a:r>
            <a:r>
              <a:rPr lang="en-US" sz="1800" b="1" spc="224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1993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1677650" y="1752600"/>
            <a:ext cx="5334000" cy="781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dirty="0" spc="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Hàng</a:t>
            </a:r>
            <a:r>
              <a:rPr lang="en-US" sz="3600" dirty="0" spc="-1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đợi</a:t>
            </a:r>
            <a:r>
              <a:rPr lang="en-US" sz="3600" dirty="0" spc="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tin</a:t>
            </a:r>
            <a:r>
              <a:rPr lang="en-US" sz="36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nhắn</a:t>
            </a:r>
            <a:endParaRPr lang="en-US" sz="3600" dirty="0"/>
          </a:p>
        </p:txBody>
      </p:sp>
      <p:sp>
        <p:nvSpPr>
          <p:cNvPr id="15" name="Shape 13"/>
          <p:cNvSpPr/>
          <p:nvPr/>
        </p:nvSpPr>
        <p:spPr>
          <a:xfrm>
            <a:off x="11334750" y="2952750"/>
            <a:ext cx="6038850" cy="1428750"/>
          </a:xfrm>
          <a:prstGeom prst="roundRect">
            <a:avLst>
              <a:gd name="adj" fmla="val 16000"/>
            </a:avLst>
          </a:prstGeom>
          <a:solidFill>
            <a:srgbClr val="1E212B"/>
          </a:solidFill>
          <a:ln/>
        </p:spPr>
      </p:sp>
      <p:sp>
        <p:nvSpPr>
          <p:cNvPr id="16" name="Text 14"/>
          <p:cNvSpPr/>
          <p:nvPr/>
        </p:nvSpPr>
        <p:spPr>
          <a:xfrm>
            <a:off x="11677650" y="3143250"/>
            <a:ext cx="53340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3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RABBITMQ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1677650" y="3562350"/>
            <a:ext cx="5334000" cy="781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dirty="0" spc="-3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Exchange</a:t>
            </a:r>
            <a:r>
              <a:rPr lang="en-US" sz="3600" dirty="0" spc="1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định</a:t>
            </a:r>
            <a:r>
              <a:rPr lang="en-US" sz="36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tuyến</a:t>
            </a:r>
            <a:endParaRPr lang="en-US" sz="3600" dirty="0"/>
          </a:p>
        </p:txBody>
      </p:sp>
      <p:sp>
        <p:nvSpPr>
          <p:cNvPr id="18" name="Shape 16"/>
          <p:cNvSpPr/>
          <p:nvPr/>
        </p:nvSpPr>
        <p:spPr>
          <a:xfrm>
            <a:off x="11334750" y="4762500"/>
            <a:ext cx="6038850" cy="1428750"/>
          </a:xfrm>
          <a:prstGeom prst="roundRect">
            <a:avLst>
              <a:gd name="adj" fmla="val 16000"/>
            </a:avLst>
          </a:prstGeom>
          <a:solidFill>
            <a:srgbClr val="1E212B"/>
          </a:solidFill>
          <a:ln/>
        </p:spPr>
      </p:sp>
      <p:sp>
        <p:nvSpPr>
          <p:cNvPr id="19" name="Text 17"/>
          <p:cNvSpPr/>
          <p:nvPr/>
        </p:nvSpPr>
        <p:spPr>
          <a:xfrm>
            <a:off x="11677650" y="4953000"/>
            <a:ext cx="53340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4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KAFKA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11677650" y="5372100"/>
            <a:ext cx="5334000" cy="781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329" dirty="0" spc="-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Nhật</a:t>
            </a:r>
            <a:r>
              <a:rPr lang="en-US" sz="3329" dirty="0" spc="-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ký,</a:t>
            </a:r>
            <a:r>
              <a:rPr lang="en-US" sz="3329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giữ</a:t>
            </a:r>
            <a:r>
              <a:rPr lang="en-US" sz="3329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theo</a:t>
            </a:r>
            <a:r>
              <a:rPr lang="en-US" sz="3329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hạn</a:t>
            </a:r>
            <a:endParaRPr lang="en-US" sz="3329" dirty="0"/>
          </a:p>
        </p:txBody>
      </p:sp>
      <p:sp>
        <p:nvSpPr>
          <p:cNvPr id="21" name="Shape 19"/>
          <p:cNvSpPr/>
          <p:nvPr/>
        </p:nvSpPr>
        <p:spPr>
          <a:xfrm>
            <a:off x="11334750" y="6572250"/>
            <a:ext cx="6038850" cy="1428750"/>
          </a:xfrm>
          <a:prstGeom prst="roundRect">
            <a:avLst>
              <a:gd name="adj" fmla="val 16000"/>
            </a:avLst>
          </a:prstGeom>
          <a:solidFill>
            <a:srgbClr val="1E212B"/>
          </a:solidFill>
          <a:ln/>
        </p:spPr>
      </p:sp>
      <p:sp>
        <p:nvSpPr>
          <p:cNvPr id="22" name="Text 20"/>
          <p:cNvSpPr/>
          <p:nvPr/>
        </p:nvSpPr>
        <p:spPr>
          <a:xfrm>
            <a:off x="11677650" y="6762750"/>
            <a:ext cx="53340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15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PULSAR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11677650" y="7181850"/>
            <a:ext cx="5334000" cy="781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Chủ</a:t>
            </a:r>
            <a:r>
              <a:rPr lang="en-US" sz="3600" dirty="0" spc="9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đề</a:t>
            </a:r>
            <a:r>
              <a:rPr lang="en-US" sz="3600" dirty="0" spc="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lẫn hàng</a:t>
            </a:r>
            <a:r>
              <a:rPr lang="en-US" sz="3600" dirty="0" spc="-1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đợi</a:t>
            </a:r>
            <a:endParaRPr lang="en-US" sz="3600" dirty="0"/>
          </a:p>
        </p:txBody>
      </p:sp>
      <p:sp>
        <p:nvSpPr>
          <p:cNvPr id="24" name="Shape 22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5" name="Moda image moda-export-watermark-ecb1f121-2813-43ae-84f6-956c471f6a42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11430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7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TÌNH</a:t>
            </a:r>
            <a:r>
              <a:rPr lang="en-US" sz="1950" b="1" spc="226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HUỐNG</a:t>
            </a:r>
            <a:r>
              <a:rPr lang="en-US" sz="1950" b="1" spc="174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223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MỤC</a:t>
            </a:r>
            <a:r>
              <a:rPr lang="en-US" sz="1950" b="1" spc="225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TIÊU</a:t>
            </a:r>
            <a:endParaRPr lang="en-US" sz="1950" dirty="0"/>
          </a:p>
        </p:txBody>
      </p:sp>
      <p:sp>
        <p:nvSpPr>
          <p:cNvPr id="3" name="Shape 1"/>
          <p:cNvSpPr/>
          <p:nvPr/>
        </p:nvSpPr>
        <p:spPr>
          <a:xfrm>
            <a:off x="914400" y="1524000"/>
            <a:ext cx="114300" cy="2381250"/>
          </a:xfrm>
          <a:prstGeom prst="rect">
            <a:avLst/>
          </a:prstGeom>
          <a:solidFill>
            <a:srgbClr val="E8472B"/>
          </a:solidFill>
          <a:ln/>
        </p:spPr>
      </p:sp>
      <p:sp>
        <p:nvSpPr>
          <p:cNvPr id="4" name="Text 2"/>
          <p:cNvSpPr/>
          <p:nvPr/>
        </p:nvSpPr>
        <p:spPr>
          <a:xfrm>
            <a:off x="1428750" y="1428750"/>
            <a:ext cx="15716250" cy="2571750"/>
          </a:xfrm>
          <a:prstGeom prst="rect">
            <a:avLst/>
          </a:prstGeom>
          <a:noFill/>
          <a:ln/>
        </p:spPr>
        <p:txBody>
          <a:bodyPr wrap="square" lIns="0" tIns="57150" rIns="0" bIns="-57150" rtlCol="0" anchor="t"/>
          <a:lstStyle/>
          <a:p>
            <a:pPr algn="l" indent="0" marL="0">
              <a:lnSpc>
                <a:spcPts val="8100"/>
              </a:lnSpc>
              <a:buNone/>
            </a:pPr>
            <a:r>
              <a:rPr lang="en-US" sz="75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Hàng</a:t>
            </a:r>
            <a:r>
              <a:rPr lang="en-US" sz="7500" dirty="0" spc="-1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đợi:</a:t>
            </a:r>
            <a:r>
              <a:rPr lang="en-US" sz="7500" dirty="0" spc="1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đọc</a:t>
            </a:r>
            <a:r>
              <a:rPr lang="en-US" sz="75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là</a:t>
            </a:r>
            <a:r>
              <a:rPr lang="en-US" sz="7500" dirty="0" spc="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mất.</a:t>
            </a:r>
            <a:r>
              <a:rPr lang="en-US" sz="75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Nhật</a:t>
            </a:r>
            <a:r>
              <a:rPr lang="en-US" sz="7500" dirty="0" spc="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ký:</a:t>
            </a:r>
            <a:r>
              <a:rPr lang="en-US" sz="75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giữ</a:t>
            </a:r>
            <a:r>
              <a:rPr lang="en-US" sz="7500" dirty="0" spc="-6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tới</a:t>
            </a:r>
            <a:r>
              <a:rPr lang="en-US" sz="75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hạn.</a:t>
            </a:r>
            <a:endParaRPr lang="en-US" sz="7500" dirty="0"/>
          </a:p>
        </p:txBody>
      </p:sp>
      <p:sp>
        <p:nvSpPr>
          <p:cNvPr id="5" name="Shape 3"/>
          <p:cNvSpPr/>
          <p:nvPr/>
        </p:nvSpPr>
        <p:spPr>
          <a:xfrm>
            <a:off x="914400" y="4476750"/>
            <a:ext cx="7810500" cy="2190750"/>
          </a:xfrm>
          <a:prstGeom prst="roundRect">
            <a:avLst>
              <a:gd name="adj" fmla="val 12174"/>
            </a:avLst>
          </a:prstGeom>
          <a:solidFill>
            <a:srgbClr val="E8E0CF"/>
          </a:solidFill>
          <a:ln/>
        </p:spPr>
      </p:sp>
      <p:sp>
        <p:nvSpPr>
          <p:cNvPr id="6" name="Text 4"/>
          <p:cNvSpPr/>
          <p:nvPr/>
        </p:nvSpPr>
        <p:spPr>
          <a:xfrm>
            <a:off x="1295400" y="4762500"/>
            <a:ext cx="70485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4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HÀNG</a:t>
            </a:r>
            <a:r>
              <a:rPr lang="en-US" sz="1800" b="1" spc="225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ĐỢI</a:t>
            </a:r>
            <a:r>
              <a:rPr lang="en-US" sz="1800" b="1" spc="226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KIỂU</a:t>
            </a:r>
            <a:r>
              <a:rPr lang="en-US" sz="1800" b="1" spc="228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CŨ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295400" y="5238750"/>
            <a:ext cx="7048500" cy="1143000"/>
          </a:xfrm>
          <a:prstGeom prst="rect">
            <a:avLst/>
          </a:prstGeom>
          <a:noFill/>
          <a:ln/>
        </p:spPr>
        <p:txBody>
          <a:bodyPr wrap="square" lIns="0" tIns="15383" rIns="0" bIns="-15383" rtlCol="0" anchor="t"/>
          <a:lstStyle/>
          <a:p>
            <a:pPr algn="l" indent="0" marL="0">
              <a:lnSpc>
                <a:spcPts val="3705"/>
              </a:lnSpc>
              <a:buNone/>
            </a:pPr>
            <a:r>
              <a:rPr lang="en-US" sz="2850" b="1" dirty="0" spc="-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Một</a:t>
            </a:r>
            <a:r>
              <a:rPr lang="en-US" sz="2850" b="1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tin,</a:t>
            </a:r>
            <a:r>
              <a:rPr lang="en-US" sz="2850" b="1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850" b="1" dirty="0" spc="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người</a:t>
            </a:r>
            <a:r>
              <a:rPr lang="en-US" sz="28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nhận,</a:t>
            </a:r>
            <a:r>
              <a:rPr lang="en-US" sz="2850" b="1" dirty="0" spc="-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rồi</a:t>
            </a:r>
            <a:r>
              <a:rPr lang="en-US" sz="28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biến</a:t>
            </a:r>
            <a:r>
              <a:rPr lang="en-US" sz="2850" b="1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mất</a:t>
            </a:r>
            <a:endParaRPr lang="en-US" sz="2850" dirty="0"/>
          </a:p>
        </p:txBody>
      </p:sp>
      <p:sp>
        <p:nvSpPr>
          <p:cNvPr id="8" name="Shape 6"/>
          <p:cNvSpPr/>
          <p:nvPr/>
        </p:nvSpPr>
        <p:spPr>
          <a:xfrm>
            <a:off x="9105900" y="4476750"/>
            <a:ext cx="7810500" cy="2190750"/>
          </a:xfrm>
          <a:prstGeom prst="roundRect">
            <a:avLst>
              <a:gd name="adj" fmla="val 12174"/>
            </a:avLst>
          </a:prstGeom>
          <a:solidFill>
            <a:srgbClr val="E8E0CF"/>
          </a:solidFill>
          <a:ln/>
        </p:spPr>
      </p:sp>
      <p:sp>
        <p:nvSpPr>
          <p:cNvPr id="9" name="Text 7"/>
          <p:cNvSpPr/>
          <p:nvPr/>
        </p:nvSpPr>
        <p:spPr>
          <a:xfrm>
            <a:off x="9486900" y="4762500"/>
            <a:ext cx="70485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178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NHẬT</a:t>
            </a:r>
            <a:r>
              <a:rPr lang="en-US" sz="1800" b="1" spc="228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KÝ</a:t>
            </a:r>
            <a:r>
              <a:rPr lang="en-US" sz="1800" b="1" spc="226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KIỂU</a:t>
            </a:r>
            <a:r>
              <a:rPr lang="en-US" sz="1800" b="1" spc="224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KAFKA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9486900" y="5238750"/>
            <a:ext cx="7048500" cy="1143000"/>
          </a:xfrm>
          <a:prstGeom prst="rect">
            <a:avLst/>
          </a:prstGeom>
          <a:noFill/>
          <a:ln/>
        </p:spPr>
        <p:txBody>
          <a:bodyPr wrap="square" lIns="0" tIns="15383" rIns="0" bIns="-15383" rtlCol="0" anchor="t"/>
          <a:lstStyle/>
          <a:p>
            <a:pPr algn="l" indent="0" marL="0">
              <a:lnSpc>
                <a:spcPts val="3705"/>
              </a:lnSpc>
              <a:buNone/>
            </a:pPr>
            <a:r>
              <a:rPr lang="en-US" sz="285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Mỗi</a:t>
            </a:r>
            <a:r>
              <a:rPr lang="en-US" sz="2850" b="1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nhóm</a:t>
            </a:r>
            <a:r>
              <a:rPr lang="en-US" sz="2850" b="1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giữ</a:t>
            </a:r>
            <a:r>
              <a:rPr lang="en-US" sz="2850" b="1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vị</a:t>
            </a:r>
            <a:r>
              <a:rPr lang="en-US" sz="2850" b="1" dirty="0" spc="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trí</a:t>
            </a:r>
            <a:r>
              <a:rPr lang="en-US" sz="2850" b="1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đọc;</a:t>
            </a:r>
            <a:r>
              <a:rPr lang="en-US" sz="2850" b="1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nhóm</a:t>
            </a:r>
            <a:r>
              <a:rPr lang="en-US" sz="2850" b="1" dirty="0" spc="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mới</a:t>
            </a:r>
            <a:r>
              <a:rPr lang="en-US" sz="2850" b="1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đọc</a:t>
            </a:r>
            <a:r>
              <a:rPr lang="en-US" sz="28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lại</a:t>
            </a:r>
            <a:endParaRPr lang="en-US" sz="2850" dirty="0"/>
          </a:p>
        </p:txBody>
      </p:sp>
      <p:sp>
        <p:nvSpPr>
          <p:cNvPr id="11" name="Shape 9"/>
          <p:cNvSpPr/>
          <p:nvPr/>
        </p:nvSpPr>
        <p:spPr>
          <a:xfrm>
            <a:off x="914400" y="7048500"/>
            <a:ext cx="16002000" cy="1714500"/>
          </a:xfrm>
          <a:prstGeom prst="roundRect">
            <a:avLst>
              <a:gd name="adj" fmla="val 15556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295400" y="7334250"/>
            <a:ext cx="57150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5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PHÉP</a:t>
            </a:r>
            <a:r>
              <a:rPr lang="en-US" sz="1800" b="1" spc="227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THỬ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1295400" y="7791450"/>
            <a:ext cx="15240000" cy="590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dirty="0" spc="-2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Redis</a:t>
            </a:r>
            <a:r>
              <a:rPr lang="en-US" sz="27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 cả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hai:</a:t>
            </a:r>
            <a:r>
              <a:rPr lang="en-US" sz="27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danh</a:t>
            </a:r>
            <a:r>
              <a:rPr lang="en-US" sz="2700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sách</a:t>
            </a:r>
            <a:r>
              <a:rPr lang="en-US" sz="2700" dirty="0" spc="-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700" dirty="0" spc="-2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stream</a:t>
            </a:r>
            <a:endParaRPr lang="en-US" sz="2700" dirty="0"/>
          </a:p>
        </p:txBody>
      </p:sp>
      <p:sp>
        <p:nvSpPr>
          <p:cNvPr id="14" name="Shape 12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40671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914400" y="9696450"/>
            <a:ext cx="76200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37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02/10</a:t>
            </a:r>
            <a:endParaRPr lang="en-US" sz="1650" dirty="0"/>
          </a:p>
        </p:txBody>
      </p:sp>
      <p:sp>
        <p:nvSpPr>
          <p:cNvPr id="25" name="Shape 23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6" name="Moda image moda-export-watermark-63578a31-cc69-4bee-ba6b-ef383fb2b9f4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11430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5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CHẶNG 1</a:t>
            </a:r>
            <a:r>
              <a:rPr lang="en-US" sz="1950" b="1" spc="222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223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IBM</a:t>
            </a:r>
            <a:r>
              <a:rPr lang="en-US" sz="1950" b="1" spc="221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MQ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9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Hàng</a:t>
            </a:r>
            <a:r>
              <a:rPr lang="en-US" sz="6900" dirty="0" spc="-2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đợi</a:t>
            </a:r>
            <a:r>
              <a:rPr lang="en-US" sz="6900" dirty="0" spc="1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đúng</a:t>
            </a:r>
            <a:r>
              <a:rPr lang="en-US" sz="6900" dirty="0" spc="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nghĩa:</a:t>
            </a:r>
            <a:r>
              <a:rPr lang="en-US" sz="6900" dirty="0" spc="3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gửi</a:t>
            </a:r>
            <a:r>
              <a:rPr lang="en-US" sz="6900" dirty="0" spc="-6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vào,</a:t>
            </a:r>
            <a:r>
              <a:rPr lang="en-US" sz="69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lấy</a:t>
            </a:r>
            <a:r>
              <a:rPr lang="en-US" sz="6900" dirty="0" spc="-4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ra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3143250"/>
            <a:ext cx="4191000" cy="2190750"/>
          </a:xfrm>
          <a:prstGeom prst="roundRect">
            <a:avLst>
              <a:gd name="adj" fmla="val 12174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238250" y="3429000"/>
            <a:ext cx="36195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8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BƯỚC</a:t>
            </a:r>
            <a:r>
              <a:rPr lang="en-US" sz="1800" b="1" spc="227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1238250" y="3886200"/>
            <a:ext cx="3619500" cy="1104900"/>
          </a:xfrm>
          <a:prstGeom prst="rect">
            <a:avLst/>
          </a:prstGeom>
          <a:noFill/>
          <a:ln/>
        </p:spPr>
        <p:txBody>
          <a:bodyPr wrap="square" lIns="0" tIns="20955" rIns="0" bIns="-20955" rtlCol="0" anchor="t"/>
          <a:lstStyle/>
          <a:p>
            <a:pPr algn="l" indent="0" marL="0">
              <a:lnSpc>
                <a:spcPts val="3750"/>
              </a:lnSpc>
              <a:buNone/>
            </a:pPr>
            <a:r>
              <a:rPr lang="en-US" sz="3000" b="1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Chương</a:t>
            </a:r>
            <a:r>
              <a:rPr lang="en-US" sz="3000" b="1" dirty="0" spc="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trình</a:t>
            </a:r>
            <a:r>
              <a:rPr lang="en-US" sz="3000" b="1" dirty="0" spc="5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gửi</a:t>
            </a:r>
            <a:r>
              <a:rPr lang="en-US" sz="300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tin</a:t>
            </a:r>
            <a:r>
              <a:rPr lang="en-US" sz="3000" b="1" dirty="0" spc="-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vào</a:t>
            </a:r>
            <a:endParaRPr lang="en-US" sz="3000" dirty="0"/>
          </a:p>
        </p:txBody>
      </p:sp>
      <p:sp>
        <p:nvSpPr>
          <p:cNvPr id="7" name="Shape 5"/>
          <p:cNvSpPr/>
          <p:nvPr/>
        </p:nvSpPr>
        <p:spPr>
          <a:xfrm>
            <a:off x="6096000" y="3143250"/>
            <a:ext cx="6096000" cy="2190750"/>
          </a:xfrm>
          <a:prstGeom prst="roundRect">
            <a:avLst>
              <a:gd name="adj" fmla="val 12174"/>
            </a:avLst>
          </a:prstGeom>
          <a:solidFill>
            <a:srgbClr val="B45309"/>
          </a:solidFill>
          <a:ln/>
        </p:spPr>
      </p:sp>
      <p:sp>
        <p:nvSpPr>
          <p:cNvPr id="8" name="Text 6"/>
          <p:cNvSpPr/>
          <p:nvPr/>
        </p:nvSpPr>
        <p:spPr>
          <a:xfrm>
            <a:off x="6477000" y="3429000"/>
            <a:ext cx="53340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4" kern="0" dirty="0">
                <a:solidFill>
                  <a:srgbClr val="F3DFB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HÀNG</a:t>
            </a:r>
            <a:r>
              <a:rPr lang="en-US" sz="1800" b="1" spc="225" kern="0" dirty="0">
                <a:solidFill>
                  <a:srgbClr val="F3DFB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ĐỢI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6477000" y="4000500"/>
            <a:ext cx="1143000" cy="857250"/>
          </a:xfrm>
          <a:prstGeom prst="roundRect">
            <a:avLst>
              <a:gd name="adj" fmla="val 15556"/>
            </a:avLst>
          </a:prstGeom>
          <a:solidFill>
            <a:srgbClr val="F3DFB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tin</a:t>
            </a:r>
            <a:r>
              <a:rPr lang="en-US" sz="210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</a:t>
            </a:r>
            <a:endParaRPr lang="en-US" sz="2100" dirty="0"/>
          </a:p>
        </p:txBody>
      </p:sp>
      <p:sp>
        <p:nvSpPr>
          <p:cNvPr id="10" name="Text 8"/>
          <p:cNvSpPr/>
          <p:nvPr/>
        </p:nvSpPr>
        <p:spPr>
          <a:xfrm>
            <a:off x="7810500" y="4000500"/>
            <a:ext cx="1143000" cy="857250"/>
          </a:xfrm>
          <a:prstGeom prst="roundRect">
            <a:avLst>
              <a:gd name="adj" fmla="val 15556"/>
            </a:avLst>
          </a:prstGeom>
          <a:solidFill>
            <a:srgbClr val="F3DFB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tin</a:t>
            </a:r>
            <a:r>
              <a:rPr lang="en-US" sz="2100" b="1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</a:t>
            </a:r>
            <a:endParaRPr lang="en-US" sz="2100" dirty="0"/>
          </a:p>
        </p:txBody>
      </p:sp>
      <p:sp>
        <p:nvSpPr>
          <p:cNvPr id="11" name="Text 9"/>
          <p:cNvSpPr/>
          <p:nvPr/>
        </p:nvSpPr>
        <p:spPr>
          <a:xfrm>
            <a:off x="9144000" y="4000500"/>
            <a:ext cx="1143000" cy="857250"/>
          </a:xfrm>
          <a:prstGeom prst="roundRect">
            <a:avLst>
              <a:gd name="adj" fmla="val 15556"/>
            </a:avLst>
          </a:prstGeom>
          <a:solidFill>
            <a:srgbClr val="F3DFB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tin 3</a:t>
            </a:r>
            <a:endParaRPr lang="en-US" sz="2100" dirty="0"/>
          </a:p>
        </p:txBody>
      </p:sp>
      <p:sp>
        <p:nvSpPr>
          <p:cNvPr id="12" name="Shape 10"/>
          <p:cNvSpPr/>
          <p:nvPr/>
        </p:nvSpPr>
        <p:spPr>
          <a:xfrm>
            <a:off x="13182600" y="3143250"/>
            <a:ext cx="4191000" cy="2190750"/>
          </a:xfrm>
          <a:prstGeom prst="roundRect">
            <a:avLst>
              <a:gd name="adj" fmla="val 12174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3506450" y="3429000"/>
            <a:ext cx="36195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8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BƯỚC</a:t>
            </a:r>
            <a:r>
              <a:rPr lang="en-US" sz="1800" b="1" spc="224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3506450" y="3886200"/>
            <a:ext cx="3619500" cy="1104900"/>
          </a:xfrm>
          <a:prstGeom prst="rect">
            <a:avLst/>
          </a:prstGeom>
          <a:noFill/>
          <a:ln/>
        </p:spPr>
        <p:txBody>
          <a:bodyPr wrap="square" lIns="0" tIns="20955" rIns="0" bIns="-20955" rtlCol="0" anchor="t"/>
          <a:lstStyle/>
          <a:p>
            <a:pPr algn="l" indent="0" marL="0">
              <a:lnSpc>
                <a:spcPts val="3750"/>
              </a:lnSpc>
              <a:buNone/>
            </a:pPr>
            <a:r>
              <a:rPr lang="en-US" sz="3000" b="1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Chương</a:t>
            </a:r>
            <a:r>
              <a:rPr lang="en-US" sz="3000" b="1" dirty="0" spc="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trình</a:t>
            </a:r>
            <a:r>
              <a:rPr lang="en-US" sz="300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khác</a:t>
            </a:r>
            <a:r>
              <a:rPr lang="en-US" sz="3000" b="1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lấy</a:t>
            </a:r>
            <a:r>
              <a:rPr lang="en-US" sz="3000" b="1" dirty="0" spc="-2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ra</a:t>
            </a:r>
            <a:endParaRPr lang="en-US" sz="3000" dirty="0"/>
          </a:p>
        </p:txBody>
      </p:sp>
      <p:sp>
        <p:nvSpPr>
          <p:cNvPr id="15" name="Connector line-1792374335547-640038012"/>
          <p:cNvSpPr/>
          <p:nvPr/>
        </p:nvSpPr>
        <p:spPr>
          <a:xfrm>
            <a:off x="5200650" y="4238625"/>
            <a:ext cx="800100" cy="0"/>
          </a:xfrm>
          <a:prstGeom prst="line">
            <a:avLst/>
          </a:prstGeom>
          <a:noFill/>
          <a:ln w="57150">
            <a:solidFill>
              <a:srgbClr val="B45309"/>
            </a:solidFill>
            <a:prstDash val="solid"/>
            <a:headEnd type="none"/>
            <a:tailEnd type="triangle"/>
          </a:ln>
        </p:spPr>
      </p:sp>
      <p:sp>
        <p:nvSpPr>
          <p:cNvPr id="16" name="Connector line-1792374335547-70658943"/>
          <p:cNvSpPr/>
          <p:nvPr/>
        </p:nvSpPr>
        <p:spPr>
          <a:xfrm>
            <a:off x="12287250" y="4238625"/>
            <a:ext cx="800100" cy="0"/>
          </a:xfrm>
          <a:prstGeom prst="line">
            <a:avLst/>
          </a:prstGeom>
          <a:noFill/>
          <a:ln w="57150">
            <a:solidFill>
              <a:srgbClr val="B45309"/>
            </a:solidFill>
            <a:prstDash val="solid"/>
            <a:headEnd type="none"/>
            <a:tailEnd type="triangle"/>
          </a:ln>
        </p:spPr>
      </p:sp>
      <p:sp>
        <p:nvSpPr>
          <p:cNvPr id="17" name="Shape 15"/>
          <p:cNvSpPr/>
          <p:nvPr/>
        </p:nvSpPr>
        <p:spPr>
          <a:xfrm>
            <a:off x="914400" y="5905500"/>
            <a:ext cx="5143500" cy="2857500"/>
          </a:xfrm>
          <a:prstGeom prst="roundRect">
            <a:avLst>
              <a:gd name="adj" fmla="val 9333"/>
            </a:avLst>
          </a:prstGeom>
          <a:solidFill>
            <a:srgbClr val="F3DFB8"/>
          </a:solidFill>
          <a:ln/>
        </p:spPr>
      </p:sp>
      <p:sp>
        <p:nvSpPr>
          <p:cNvPr id="18" name="Text 16"/>
          <p:cNvSpPr/>
          <p:nvPr/>
        </p:nvSpPr>
        <p:spPr>
          <a:xfrm>
            <a:off x="1295400" y="6210300"/>
            <a:ext cx="43815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0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RA</a:t>
            </a:r>
            <a:r>
              <a:rPr lang="en-US" sz="1800" b="1" spc="225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ĐỜI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1295400" y="6667500"/>
            <a:ext cx="4381500" cy="1562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200" dirty="0" spc="-1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1993</a:t>
            </a:r>
            <a:endParaRPr lang="en-US" sz="7200" dirty="0"/>
          </a:p>
        </p:txBody>
      </p:sp>
      <p:sp>
        <p:nvSpPr>
          <p:cNvPr id="20" name="Text 18"/>
          <p:cNvSpPr/>
          <p:nvPr/>
        </p:nvSpPr>
        <p:spPr>
          <a:xfrm>
            <a:off x="1295400" y="8001000"/>
            <a:ext cx="43815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tên</a:t>
            </a:r>
            <a:r>
              <a:rPr lang="en-US" sz="2100" dirty="0" spc="9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đầu</a:t>
            </a:r>
            <a:r>
              <a:rPr lang="en-US" sz="2100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1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MQSeries</a:t>
            </a:r>
            <a:endParaRPr lang="en-US" sz="2100" dirty="0"/>
          </a:p>
        </p:txBody>
      </p:sp>
      <p:sp>
        <p:nvSpPr>
          <p:cNvPr id="21" name="Shape 19"/>
          <p:cNvSpPr/>
          <p:nvPr/>
        </p:nvSpPr>
        <p:spPr>
          <a:xfrm>
            <a:off x="6438900" y="5905500"/>
            <a:ext cx="5143500" cy="2857500"/>
          </a:xfrm>
          <a:prstGeom prst="roundRect">
            <a:avLst>
              <a:gd name="adj" fmla="val 9333"/>
            </a:avLst>
          </a:prstGeom>
          <a:solidFill>
            <a:srgbClr val="E8E0CF"/>
          </a:solidFill>
          <a:ln/>
        </p:spPr>
      </p:sp>
      <p:sp>
        <p:nvSpPr>
          <p:cNvPr id="22" name="Text 20"/>
          <p:cNvSpPr/>
          <p:nvPr/>
        </p:nvSpPr>
        <p:spPr>
          <a:xfrm>
            <a:off x="6819900" y="6210300"/>
            <a:ext cx="43815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6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DÙNG Ở</a:t>
            </a:r>
            <a:r>
              <a:rPr lang="en-US" sz="1800" b="1" spc="207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ĐÂU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6819900" y="6667500"/>
            <a:ext cx="4381500" cy="1104900"/>
          </a:xfrm>
          <a:prstGeom prst="rect">
            <a:avLst/>
          </a:prstGeom>
          <a:noFill/>
          <a:ln/>
        </p:spPr>
        <p:txBody>
          <a:bodyPr wrap="square" lIns="0" tIns="16192" rIns="0" bIns="-16192" rtlCol="0" anchor="t"/>
          <a:lstStyle/>
          <a:p>
            <a:pPr algn="l" indent="0" marL="0">
              <a:lnSpc>
                <a:spcPts val="3900"/>
              </a:lnSpc>
              <a:buNone/>
            </a:pPr>
            <a:r>
              <a:rPr lang="en-US" sz="300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Nhiều</a:t>
            </a:r>
            <a:r>
              <a:rPr lang="en-US" sz="3000" b="1" dirty="0" spc="-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trong</a:t>
            </a:r>
            <a:r>
              <a:rPr lang="en-US" sz="3000" b="1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ngành</a:t>
            </a:r>
            <a:r>
              <a:rPr lang="en-US" sz="300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tài</a:t>
            </a:r>
            <a:r>
              <a:rPr lang="en-US" sz="300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chính</a:t>
            </a:r>
            <a:endParaRPr lang="en-US" sz="3000" dirty="0"/>
          </a:p>
        </p:txBody>
      </p:sp>
      <p:sp>
        <p:nvSpPr>
          <p:cNvPr id="24" name="Shape 22"/>
          <p:cNvSpPr/>
          <p:nvPr/>
        </p:nvSpPr>
        <p:spPr>
          <a:xfrm>
            <a:off x="11963400" y="5905500"/>
            <a:ext cx="5410200" cy="2857500"/>
          </a:xfrm>
          <a:prstGeom prst="roundRect">
            <a:avLst>
              <a:gd name="adj" fmla="val 9333"/>
            </a:avLst>
          </a:prstGeom>
          <a:solidFill>
            <a:srgbClr val="E8E0CF"/>
          </a:solidFill>
          <a:ln/>
        </p:spPr>
      </p:sp>
      <p:sp>
        <p:nvSpPr>
          <p:cNvPr id="25" name="Text 23"/>
          <p:cNvSpPr/>
          <p:nvPr/>
        </p:nvSpPr>
        <p:spPr>
          <a:xfrm>
            <a:off x="12344400" y="6210300"/>
            <a:ext cx="46482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6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VÌ</a:t>
            </a:r>
            <a:r>
              <a:rPr lang="en-US" sz="1800" b="1" spc="198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SAO</a:t>
            </a:r>
            <a:r>
              <a:rPr lang="en-US" sz="1800" b="1" spc="207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CẦN</a:t>
            </a:r>
            <a:endParaRPr lang="en-US" sz="1800" dirty="0"/>
          </a:p>
        </p:txBody>
      </p:sp>
      <p:sp>
        <p:nvSpPr>
          <p:cNvPr id="26" name="Text 24"/>
          <p:cNvSpPr/>
          <p:nvPr/>
        </p:nvSpPr>
        <p:spPr>
          <a:xfrm>
            <a:off x="12344400" y="6667500"/>
            <a:ext cx="4648200" cy="1104900"/>
          </a:xfrm>
          <a:prstGeom prst="rect">
            <a:avLst/>
          </a:prstGeom>
          <a:noFill/>
          <a:ln/>
        </p:spPr>
        <p:txBody>
          <a:bodyPr wrap="square" lIns="0" tIns="16192" rIns="0" bIns="-16192" rtlCol="0" anchor="t"/>
          <a:lstStyle/>
          <a:p>
            <a:pPr algn="l" indent="0" marL="0">
              <a:lnSpc>
                <a:spcPts val="3900"/>
              </a:lnSpc>
              <a:buNone/>
            </a:pPr>
            <a:r>
              <a:rPr lang="en-US" sz="3000" b="1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Hai</a:t>
            </a:r>
            <a:r>
              <a:rPr lang="en-US" sz="3000" b="1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bên</a:t>
            </a:r>
            <a:r>
              <a:rPr lang="en-US" sz="3000" b="1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300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cần</a:t>
            </a:r>
            <a:r>
              <a:rPr lang="en-US" sz="3000" b="1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chạy</a:t>
            </a:r>
            <a:r>
              <a:rPr lang="en-US" sz="300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cùng</a:t>
            </a:r>
            <a:r>
              <a:rPr lang="en-US" sz="300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lúc</a:t>
            </a:r>
            <a:endParaRPr lang="en-US" sz="3000" dirty="0"/>
          </a:p>
        </p:txBody>
      </p:sp>
      <p:sp>
        <p:nvSpPr>
          <p:cNvPr id="27" name="Shape 25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40671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914400" y="9696450"/>
            <a:ext cx="76200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37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 03/10</a:t>
            </a:r>
            <a:endParaRPr lang="en-US" sz="1650" dirty="0"/>
          </a:p>
        </p:txBody>
      </p:sp>
      <p:sp>
        <p:nvSpPr>
          <p:cNvPr id="38" name="Shape 36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9" name="Moda image moda-export-watermark-f8e61650-c4f0-4765-bd2b-c247e2586074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11430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5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CHẶNG</a:t>
            </a:r>
            <a:r>
              <a:rPr lang="en-US" sz="1950" b="1" spc="221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</a:t>
            </a:r>
            <a:r>
              <a:rPr lang="en-US" sz="1950" b="1" spc="222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223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RABBITMQ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9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Không</a:t>
            </a:r>
            <a:r>
              <a:rPr lang="en-US" sz="6900" dirty="0" spc="3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gửi</a:t>
            </a:r>
            <a:r>
              <a:rPr lang="en-US" sz="69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thẳng</a:t>
            </a:r>
            <a:r>
              <a:rPr lang="en-US" sz="6900" dirty="0" spc="-5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vào</a:t>
            </a:r>
            <a:r>
              <a:rPr lang="en-US" sz="69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hàng</a:t>
            </a:r>
            <a:r>
              <a:rPr lang="en-US" sz="6900" dirty="0" spc="-2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đợi</a:t>
            </a:r>
            <a:endParaRPr lang="en-US" sz="6900" dirty="0"/>
          </a:p>
        </p:txBody>
      </p:sp>
      <p:sp>
        <p:nvSpPr>
          <p:cNvPr id="4" name="Text 2"/>
          <p:cNvSpPr/>
          <p:nvPr/>
        </p:nvSpPr>
        <p:spPr>
          <a:xfrm>
            <a:off x="914400" y="4095750"/>
            <a:ext cx="2857500" cy="1333500"/>
          </a:xfrm>
          <a:prstGeom prst="roundRect">
            <a:avLst>
              <a:gd name="adj" fmla="val 17143"/>
            </a:avLst>
          </a:prstGeom>
          <a:solidFill>
            <a:srgbClr val="1E212B"/>
          </a:solidFill>
          <a:ln w="19050">
            <a:solidFill>
              <a:srgbClr val="9AA0B5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b="1" dirty="0" spc="1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Người</a:t>
            </a:r>
            <a:r>
              <a:rPr lang="en-US" sz="2700" b="1" dirty="0" spc="4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gửi</a:t>
            </a:r>
            <a:endParaRPr lang="en-US" sz="2700" dirty="0"/>
          </a:p>
        </p:txBody>
      </p:sp>
      <p:sp>
        <p:nvSpPr>
          <p:cNvPr id="5" name="Shape 3"/>
          <p:cNvSpPr/>
          <p:nvPr/>
        </p:nvSpPr>
        <p:spPr>
          <a:xfrm>
            <a:off x="4762500" y="3714750"/>
            <a:ext cx="3429000" cy="2095500"/>
          </a:xfrm>
          <a:prstGeom prst="roundRect">
            <a:avLst>
              <a:gd name="adj" fmla="val 12727"/>
            </a:avLst>
          </a:prstGeom>
          <a:solidFill>
            <a:srgbClr val="3DD6A0"/>
          </a:solidFill>
          <a:ln/>
        </p:spPr>
      </p:sp>
      <p:sp>
        <p:nvSpPr>
          <p:cNvPr id="6" name="Text 4"/>
          <p:cNvSpPr/>
          <p:nvPr/>
        </p:nvSpPr>
        <p:spPr>
          <a:xfrm>
            <a:off x="5105400" y="4000500"/>
            <a:ext cx="276225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17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EXCHANGE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5105400" y="4438650"/>
            <a:ext cx="2762250" cy="1143000"/>
          </a:xfrm>
          <a:prstGeom prst="rect">
            <a:avLst/>
          </a:prstGeom>
          <a:noFill/>
          <a:ln/>
        </p:spPr>
        <p:txBody>
          <a:bodyPr wrap="square" lIns="0" tIns="12954" rIns="0" bIns="-12954" rtlCol="0" anchor="t"/>
          <a:lstStyle/>
          <a:p>
            <a:pPr algn="l" indent="0" marL="0">
              <a:lnSpc>
                <a:spcPts val="3120"/>
              </a:lnSpc>
              <a:buNone/>
            </a:pPr>
            <a:r>
              <a:rPr lang="en-US" sz="2400" b="1" dirty="0" spc="-1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chuyển</a:t>
            </a:r>
            <a:r>
              <a:rPr lang="en-US" sz="240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tin</a:t>
            </a:r>
            <a:r>
              <a:rPr lang="en-US" sz="2400" b="1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</a:t>
            </a:r>
            <a:r>
              <a:rPr lang="en-US" sz="240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kiểu</a:t>
            </a:r>
            <a:r>
              <a:rPr lang="en-US" sz="240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40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nó</a:t>
            </a:r>
            <a:endParaRPr lang="en-US" sz="2400" dirty="0"/>
          </a:p>
        </p:txBody>
      </p:sp>
      <p:sp>
        <p:nvSpPr>
          <p:cNvPr id="8" name="Connector line-1792374355262-466097496"/>
          <p:cNvSpPr/>
          <p:nvPr/>
        </p:nvSpPr>
        <p:spPr>
          <a:xfrm>
            <a:off x="3810000" y="4762500"/>
            <a:ext cx="876300" cy="0"/>
          </a:xfrm>
          <a:prstGeom prst="line">
            <a:avLst/>
          </a:prstGeom>
          <a:noFill/>
          <a:ln w="57150">
            <a:solidFill>
              <a:srgbClr val="3DD6A0"/>
            </a:solidFill>
            <a:prstDash val="solid"/>
            <a:headEnd type="none"/>
            <a:tailEnd type="triangle"/>
          </a:ln>
        </p:spPr>
      </p:sp>
      <p:sp>
        <p:nvSpPr>
          <p:cNvPr id="9" name="Shape 7"/>
          <p:cNvSpPr/>
          <p:nvPr/>
        </p:nvSpPr>
        <p:spPr>
          <a:xfrm>
            <a:off x="9525000" y="2952750"/>
            <a:ext cx="7848600" cy="1428750"/>
          </a:xfrm>
          <a:prstGeom prst="roundRect">
            <a:avLst>
              <a:gd name="adj" fmla="val 16000"/>
            </a:avLst>
          </a:prstGeom>
          <a:solidFill>
            <a:srgbClr val="1E212B"/>
          </a:solidFill>
          <a:ln/>
        </p:spPr>
      </p:sp>
      <p:sp>
        <p:nvSpPr>
          <p:cNvPr id="10" name="Text 8"/>
          <p:cNvSpPr/>
          <p:nvPr/>
        </p:nvSpPr>
        <p:spPr>
          <a:xfrm>
            <a:off x="9906000" y="3181350"/>
            <a:ext cx="70485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08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DIRECT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9906000" y="3600450"/>
            <a:ext cx="7048500" cy="590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Khớp</a:t>
            </a:r>
            <a:r>
              <a:rPr lang="en-US" sz="270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đúng khóa</a:t>
            </a:r>
            <a:r>
              <a:rPr lang="en-US" sz="2700" b="1" dirty="0" spc="1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</a:t>
            </a:r>
            <a:r>
              <a:rPr lang="en-US" sz="2700" b="1" dirty="0" spc="-1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tuyến</a:t>
            </a:r>
            <a:endParaRPr lang="en-US" sz="2700" dirty="0"/>
          </a:p>
        </p:txBody>
      </p:sp>
      <p:sp>
        <p:nvSpPr>
          <p:cNvPr id="12" name="Shape 10"/>
          <p:cNvSpPr/>
          <p:nvPr/>
        </p:nvSpPr>
        <p:spPr>
          <a:xfrm>
            <a:off x="9525000" y="4667250"/>
            <a:ext cx="7848600" cy="1428750"/>
          </a:xfrm>
          <a:prstGeom prst="roundRect">
            <a:avLst>
              <a:gd name="adj" fmla="val 16000"/>
            </a:avLst>
          </a:prstGeom>
          <a:solidFill>
            <a:srgbClr val="1E212B"/>
          </a:solidFill>
          <a:ln/>
        </p:spPr>
      </p:sp>
      <p:sp>
        <p:nvSpPr>
          <p:cNvPr id="13" name="Text 11"/>
          <p:cNvSpPr/>
          <p:nvPr/>
        </p:nvSpPr>
        <p:spPr>
          <a:xfrm>
            <a:off x="9906000" y="4895850"/>
            <a:ext cx="70485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08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TOPIC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9906000" y="5314950"/>
            <a:ext cx="7048500" cy="590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Khớp</a:t>
            </a:r>
            <a:r>
              <a:rPr lang="en-US" sz="2700" b="1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</a:t>
            </a:r>
            <a:r>
              <a:rPr lang="en-US" sz="270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mẫu</a:t>
            </a:r>
            <a:endParaRPr lang="en-US" sz="2700" dirty="0"/>
          </a:p>
        </p:txBody>
      </p:sp>
      <p:sp>
        <p:nvSpPr>
          <p:cNvPr id="15" name="Shape 13"/>
          <p:cNvSpPr/>
          <p:nvPr/>
        </p:nvSpPr>
        <p:spPr>
          <a:xfrm>
            <a:off x="9525000" y="6381750"/>
            <a:ext cx="7848600" cy="1428750"/>
          </a:xfrm>
          <a:prstGeom prst="roundRect">
            <a:avLst>
              <a:gd name="adj" fmla="val 16000"/>
            </a:avLst>
          </a:prstGeom>
          <a:solidFill>
            <a:srgbClr val="1E212B"/>
          </a:solidFill>
          <a:ln/>
        </p:spPr>
      </p:sp>
      <p:sp>
        <p:nvSpPr>
          <p:cNvPr id="16" name="Text 14"/>
          <p:cNvSpPr/>
          <p:nvPr/>
        </p:nvSpPr>
        <p:spPr>
          <a:xfrm>
            <a:off x="9906000" y="6610350"/>
            <a:ext cx="70485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198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FANOUT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9906000" y="7029450"/>
            <a:ext cx="7048500" cy="590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 spc="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Bản</a:t>
            </a:r>
            <a:r>
              <a:rPr lang="en-US" sz="270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sao</a:t>
            </a:r>
            <a:r>
              <a:rPr lang="en-US" sz="270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cho</a:t>
            </a:r>
            <a:r>
              <a:rPr lang="en-US" sz="2700" b="1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mọi</a:t>
            </a:r>
            <a:r>
              <a:rPr lang="en-US" sz="270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hàng</a:t>
            </a:r>
            <a:r>
              <a:rPr lang="en-US" sz="2700" b="1" dirty="0" spc="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đợi</a:t>
            </a:r>
            <a:endParaRPr lang="en-US" sz="2700" dirty="0"/>
          </a:p>
        </p:txBody>
      </p:sp>
      <p:sp>
        <p:nvSpPr>
          <p:cNvPr id="18" name="Connector line-1792374355275-624716529"/>
          <p:cNvSpPr/>
          <p:nvPr/>
        </p:nvSpPr>
        <p:spPr>
          <a:xfrm flipV="1">
            <a:off x="8229600" y="3667125"/>
            <a:ext cx="1219200" cy="809625"/>
          </a:xfrm>
          <a:prstGeom prst="line">
            <a:avLst/>
          </a:prstGeom>
          <a:noFill/>
          <a:ln w="47625">
            <a:solidFill>
              <a:srgbClr val="3DD6A0"/>
            </a:solidFill>
            <a:prstDash val="solid"/>
            <a:headEnd type="none"/>
            <a:tailEnd type="triangle"/>
          </a:ln>
        </p:spPr>
      </p:sp>
      <p:sp>
        <p:nvSpPr>
          <p:cNvPr id="19" name="Connector line-1792374355275-890800596"/>
          <p:cNvSpPr/>
          <p:nvPr/>
        </p:nvSpPr>
        <p:spPr>
          <a:xfrm>
            <a:off x="8229600" y="4762500"/>
            <a:ext cx="1219200" cy="619125"/>
          </a:xfrm>
          <a:prstGeom prst="line">
            <a:avLst/>
          </a:prstGeom>
          <a:noFill/>
          <a:ln w="47625">
            <a:solidFill>
              <a:srgbClr val="3DD6A0"/>
            </a:solidFill>
            <a:prstDash val="solid"/>
            <a:headEnd type="none"/>
            <a:tailEnd type="triangle"/>
          </a:ln>
        </p:spPr>
      </p:sp>
      <p:sp>
        <p:nvSpPr>
          <p:cNvPr id="20" name="Connector line-1792374355275-163945951"/>
          <p:cNvSpPr/>
          <p:nvPr/>
        </p:nvSpPr>
        <p:spPr>
          <a:xfrm>
            <a:off x="8229600" y="5048250"/>
            <a:ext cx="1219200" cy="2047875"/>
          </a:xfrm>
          <a:prstGeom prst="line">
            <a:avLst/>
          </a:prstGeom>
          <a:noFill/>
          <a:ln w="47625">
            <a:solidFill>
              <a:srgbClr val="3DD6A0"/>
            </a:solidFill>
            <a:prstDash val="solid"/>
            <a:headEnd type="none"/>
            <a:tailEnd type="triangle"/>
          </a:ln>
        </p:spPr>
      </p:sp>
      <p:sp>
        <p:nvSpPr>
          <p:cNvPr id="21" name="Shape 19"/>
          <p:cNvSpPr/>
          <p:nvPr/>
        </p:nvSpPr>
        <p:spPr>
          <a:xfrm>
            <a:off x="914400" y="8191500"/>
            <a:ext cx="16459200" cy="762000"/>
          </a:xfrm>
          <a:prstGeom prst="roundRect">
            <a:avLst>
              <a:gd name="adj" fmla="val 25000"/>
            </a:avLst>
          </a:prstGeom>
          <a:solidFill>
            <a:srgbClr val="1E212B"/>
          </a:solidFill>
          <a:ln w="19050">
            <a:solidFill>
              <a:srgbClr val="3DD6A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238250" y="8382000"/>
            <a:ext cx="15811500" cy="485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dirty="0" spc="-1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RabbitMQ</a:t>
            </a:r>
            <a:r>
              <a:rPr lang="en-US" sz="22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"tiêu</a:t>
            </a:r>
            <a:r>
              <a:rPr lang="en-US" sz="225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thụ</a:t>
            </a:r>
            <a:r>
              <a:rPr lang="en-US" sz="2250" dirty="0" spc="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250" dirty="0" spc="-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xóa":</a:t>
            </a:r>
            <a:r>
              <a:rPr lang="en-US" sz="225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xử</a:t>
            </a:r>
            <a:r>
              <a:rPr lang="en-US" sz="22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lý</a:t>
            </a:r>
            <a:r>
              <a:rPr lang="en-US" sz="2250" dirty="0" spc="-1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xong</a:t>
            </a:r>
            <a:r>
              <a:rPr lang="en-US" sz="22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250" dirty="0" spc="-2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xóa</a:t>
            </a:r>
            <a:endParaRPr lang="en-US" sz="2250" dirty="0"/>
          </a:p>
        </p:txBody>
      </p:sp>
      <p:sp>
        <p:nvSpPr>
          <p:cNvPr id="23" name="Shape 21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40671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914400" y="9696450"/>
            <a:ext cx="76200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37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04/10</a:t>
            </a:r>
            <a:endParaRPr lang="en-US" sz="1650" dirty="0"/>
          </a:p>
        </p:txBody>
      </p:sp>
      <p:sp>
        <p:nvSpPr>
          <p:cNvPr id="34" name="Shape 32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5" name="Moda image moda-export-watermark-2358faad-f6ef-4728-9554-f29e5d52bf3c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11430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5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CHẶNG</a:t>
            </a:r>
            <a:r>
              <a:rPr lang="en-US" sz="1950" b="1" spc="224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</a:t>
            </a:r>
            <a:r>
              <a:rPr lang="en-US" sz="1950" b="1" spc="222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224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KAFKA</a:t>
            </a:r>
            <a:endParaRPr lang="en-US" sz="1950" dirty="0"/>
          </a:p>
        </p:txBody>
      </p:sp>
      <p:sp>
        <p:nvSpPr>
          <p:cNvPr id="3" name="Shape 1"/>
          <p:cNvSpPr/>
          <p:nvPr/>
        </p:nvSpPr>
        <p:spPr>
          <a:xfrm>
            <a:off x="914400" y="1619250"/>
            <a:ext cx="114300" cy="2476500"/>
          </a:xfrm>
          <a:prstGeom prst="rect">
            <a:avLst/>
          </a:prstGeom>
          <a:solidFill>
            <a:srgbClr val="E8472B"/>
          </a:solidFill>
          <a:ln/>
        </p:spPr>
      </p:sp>
      <p:sp>
        <p:nvSpPr>
          <p:cNvPr id="4" name="Text 2"/>
          <p:cNvSpPr/>
          <p:nvPr/>
        </p:nvSpPr>
        <p:spPr>
          <a:xfrm>
            <a:off x="1428750" y="1524000"/>
            <a:ext cx="15716250" cy="2762250"/>
          </a:xfrm>
          <a:prstGeom prst="rect">
            <a:avLst/>
          </a:prstGeom>
          <a:noFill/>
          <a:ln/>
        </p:spPr>
        <p:txBody>
          <a:bodyPr wrap="square" lIns="0" tIns="72009" rIns="0" bIns="-72009" rtlCol="0" anchor="t"/>
          <a:lstStyle/>
          <a:p>
            <a:pPr algn="l" indent="0" marL="0">
              <a:lnSpc>
                <a:spcPts val="8820"/>
              </a:lnSpc>
              <a:buNone/>
            </a:pPr>
            <a:r>
              <a:rPr lang="en-US" sz="84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Sự</a:t>
            </a:r>
            <a:r>
              <a:rPr lang="en-US" sz="8400" dirty="0" spc="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kiện</a:t>
            </a:r>
            <a:r>
              <a:rPr lang="en-US" sz="84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không</a:t>
            </a:r>
            <a:r>
              <a:rPr lang="en-US" sz="8400" dirty="0" spc="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bị</a:t>
            </a:r>
            <a:r>
              <a:rPr lang="en-US" sz="8400" dirty="0" spc="-11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xóa</a:t>
            </a:r>
            <a:r>
              <a:rPr lang="en-US" sz="8400" dirty="0" spc="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sau</a:t>
            </a:r>
            <a:r>
              <a:rPr lang="en-US" sz="84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khi</a:t>
            </a:r>
            <a:r>
              <a:rPr lang="en-US" sz="8400" dirty="0" spc="1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đọc</a:t>
            </a:r>
            <a:endParaRPr lang="en-US" sz="8400" dirty="0"/>
          </a:p>
        </p:txBody>
      </p:sp>
      <p:sp>
        <p:nvSpPr>
          <p:cNvPr id="5" name="Text 3"/>
          <p:cNvSpPr/>
          <p:nvPr/>
        </p:nvSpPr>
        <p:spPr>
          <a:xfrm>
            <a:off x="1428750" y="4572000"/>
            <a:ext cx="15240000" cy="552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Khác</a:t>
            </a:r>
            <a:r>
              <a:rPr lang="en-US" sz="25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hệ nhắn tin</a:t>
            </a:r>
            <a:r>
              <a:rPr lang="en-US" sz="25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truyền</a:t>
            </a:r>
            <a:r>
              <a:rPr lang="en-US" sz="25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thống,</a:t>
            </a:r>
            <a:r>
              <a:rPr lang="en-US" sz="255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</a:t>
            </a:r>
            <a:r>
              <a:rPr lang="en-US" sz="25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tài</a:t>
            </a:r>
            <a:r>
              <a:rPr lang="en-US" sz="25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2550" dirty="0" spc="-4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Kafka</a:t>
            </a:r>
            <a:endParaRPr lang="en-US" sz="2550" dirty="0"/>
          </a:p>
        </p:txBody>
      </p:sp>
      <p:sp>
        <p:nvSpPr>
          <p:cNvPr id="6" name="Shape 4"/>
          <p:cNvSpPr/>
          <p:nvPr/>
        </p:nvSpPr>
        <p:spPr>
          <a:xfrm>
            <a:off x="914400" y="5715000"/>
            <a:ext cx="7810500" cy="3048000"/>
          </a:xfrm>
          <a:prstGeom prst="roundRect">
            <a:avLst>
              <a:gd name="adj" fmla="val 8750"/>
            </a:avLst>
          </a:prstGeom>
          <a:solidFill>
            <a:srgbClr val="F8D9D0"/>
          </a:solidFill>
          <a:ln/>
        </p:spPr>
      </p:sp>
      <p:sp>
        <p:nvSpPr>
          <p:cNvPr id="7" name="Text 5"/>
          <p:cNvSpPr/>
          <p:nvPr/>
        </p:nvSpPr>
        <p:spPr>
          <a:xfrm>
            <a:off x="1295400" y="6019800"/>
            <a:ext cx="70485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6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THỜI</a:t>
            </a:r>
            <a:r>
              <a:rPr lang="en-US" sz="1800" b="1" spc="225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HẠN GIỮ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295400" y="6515100"/>
            <a:ext cx="7048500" cy="1905000"/>
          </a:xfrm>
          <a:prstGeom prst="rect">
            <a:avLst/>
          </a:prstGeom>
          <a:noFill/>
          <a:ln/>
        </p:spPr>
        <p:txBody>
          <a:bodyPr wrap="square" lIns="0" tIns="17812" rIns="0" bIns="-17812" rtlCol="0" anchor="t"/>
          <a:lstStyle/>
          <a:p>
            <a:pPr algn="l" indent="0" marL="0">
              <a:lnSpc>
                <a:spcPts val="4290"/>
              </a:lnSpc>
              <a:buNone/>
            </a:pPr>
            <a:r>
              <a:rPr lang="en-US" sz="330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Chủ</a:t>
            </a:r>
            <a:r>
              <a:rPr lang="en-US" sz="3300" b="1" dirty="0" spc="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đề</a:t>
            </a:r>
            <a:r>
              <a:rPr lang="en-US" sz="330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đặt</a:t>
            </a:r>
            <a:r>
              <a:rPr lang="en-US" sz="330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thời</a:t>
            </a:r>
            <a:r>
              <a:rPr lang="en-US" sz="3300" b="1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hạn</a:t>
            </a:r>
            <a:r>
              <a:rPr lang="en-US" sz="330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giữ;</a:t>
            </a:r>
            <a:r>
              <a:rPr lang="en-US" sz="330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quá</a:t>
            </a:r>
            <a:r>
              <a:rPr lang="en-US" sz="3300" b="1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hạn</a:t>
            </a:r>
            <a:r>
              <a:rPr lang="en-US" sz="330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mới</a:t>
            </a:r>
            <a:r>
              <a:rPr lang="en-US" sz="3300" b="1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bỏ</a:t>
            </a:r>
            <a:endParaRPr lang="en-US" sz="3300" dirty="0"/>
          </a:p>
        </p:txBody>
      </p:sp>
      <p:sp>
        <p:nvSpPr>
          <p:cNvPr id="9" name="Shape 7"/>
          <p:cNvSpPr/>
          <p:nvPr/>
        </p:nvSpPr>
        <p:spPr>
          <a:xfrm>
            <a:off x="9105900" y="5715000"/>
            <a:ext cx="8267700" cy="3048000"/>
          </a:xfrm>
          <a:prstGeom prst="roundRect">
            <a:avLst>
              <a:gd name="adj" fmla="val 8750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486900" y="6019800"/>
            <a:ext cx="75057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7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ĐỌC</a:t>
            </a:r>
            <a:r>
              <a:rPr lang="en-US" sz="1800" b="1" spc="222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LẠI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9486900" y="6515100"/>
            <a:ext cx="7505700" cy="1905000"/>
          </a:xfrm>
          <a:prstGeom prst="rect">
            <a:avLst/>
          </a:prstGeom>
          <a:noFill/>
          <a:ln/>
        </p:spPr>
        <p:txBody>
          <a:bodyPr wrap="square" lIns="0" tIns="17812" rIns="0" bIns="-17812" rtlCol="0" anchor="t"/>
          <a:lstStyle/>
          <a:p>
            <a:pPr algn="l" indent="0" marL="0">
              <a:lnSpc>
                <a:spcPts val="4290"/>
              </a:lnSpc>
              <a:buNone/>
            </a:pPr>
            <a:r>
              <a:rPr lang="en-US" sz="3300" b="1" dirty="0" spc="-1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Một</a:t>
            </a:r>
            <a:r>
              <a:rPr lang="en-US" sz="330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sự</a:t>
            </a:r>
            <a:r>
              <a:rPr lang="en-US" sz="330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kiện</a:t>
            </a:r>
            <a:r>
              <a:rPr lang="en-US" sz="330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đọc</a:t>
            </a:r>
            <a:r>
              <a:rPr lang="en-US" sz="330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bao nhiêu</a:t>
            </a:r>
            <a:r>
              <a:rPr lang="en-US" sz="330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lần</a:t>
            </a:r>
            <a:r>
              <a:rPr lang="en-US" sz="3300" b="1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cũng</a:t>
            </a:r>
            <a:r>
              <a:rPr lang="en-US" sz="3300" b="1" dirty="0" spc="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endParaRPr lang="en-US" sz="3300" dirty="0"/>
          </a:p>
        </p:txBody>
      </p:sp>
      <p:sp>
        <p:nvSpPr>
          <p:cNvPr id="12" name="Shape 10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0671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14400" y="9696450"/>
            <a:ext cx="76200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37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05/10</a:t>
            </a:r>
            <a:endParaRPr lang="en-US" sz="1650" dirty="0"/>
          </a:p>
        </p:txBody>
      </p:sp>
      <p:sp>
        <p:nvSpPr>
          <p:cNvPr id="23" name="Shape 21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4" name="Moda image moda-export-watermark-a0d612cb-7081-4b6a-ade2-2b463cd09454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11430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5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CHẶNG</a:t>
            </a:r>
            <a:r>
              <a:rPr lang="en-US" sz="1950" b="1" spc="226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4</a:t>
            </a:r>
            <a:r>
              <a:rPr lang="en-US" sz="1950" b="1" spc="221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218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PULSAR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9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Hai</a:t>
            </a:r>
            <a:r>
              <a:rPr lang="en-US" sz="6900" dirty="0" spc="1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tầng,</a:t>
            </a:r>
            <a:r>
              <a:rPr lang="en-US" sz="69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nhớ</a:t>
            </a:r>
            <a:r>
              <a:rPr lang="en-US" sz="69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vị</a:t>
            </a:r>
            <a:r>
              <a:rPr lang="en-US" sz="69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trí</a:t>
            </a:r>
            <a:r>
              <a:rPr lang="en-US" sz="6900" dirty="0" spc="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từng</a:t>
            </a:r>
            <a:r>
              <a:rPr lang="en-US" sz="6900" dirty="0" spc="-6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người</a:t>
            </a:r>
            <a:r>
              <a:rPr lang="en-US" sz="69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nhận</a:t>
            </a:r>
            <a:endParaRPr lang="en-US" sz="6900" dirty="0"/>
          </a:p>
        </p:txBody>
      </p:sp>
      <p:sp>
        <p:nvSpPr>
          <p:cNvPr id="4" name="Text 2"/>
          <p:cNvSpPr/>
          <p:nvPr/>
        </p:nvSpPr>
        <p:spPr>
          <a:xfrm>
            <a:off x="914400" y="3048000"/>
            <a:ext cx="72390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5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README</a:t>
            </a:r>
            <a:r>
              <a:rPr lang="en-US" sz="1800" b="1" spc="217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1800" b="1" spc="216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PULSAR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914400" y="3524250"/>
            <a:ext cx="7239000" cy="2381250"/>
          </a:xfrm>
          <a:prstGeom prst="roundRect">
            <a:avLst>
              <a:gd name="adj" fmla="val 11200"/>
            </a:avLst>
          </a:prstGeom>
          <a:solidFill>
            <a:srgbClr val="DDE3FA"/>
          </a:solidFill>
          <a:ln/>
        </p:spPr>
      </p:sp>
      <p:sp>
        <p:nvSpPr>
          <p:cNvPr id="6" name="Text 4"/>
          <p:cNvSpPr/>
          <p:nvPr/>
        </p:nvSpPr>
        <p:spPr>
          <a:xfrm>
            <a:off x="1295400" y="3829050"/>
            <a:ext cx="64770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5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HAI KIỂU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295400" y="4305300"/>
            <a:ext cx="6477000" cy="1333500"/>
          </a:xfrm>
          <a:prstGeom prst="rect">
            <a:avLst/>
          </a:prstGeom>
          <a:noFill/>
          <a:ln/>
        </p:spPr>
        <p:txBody>
          <a:bodyPr wrap="square" lIns="0" tIns="16192" rIns="0" bIns="-16192" rtlCol="0" anchor="t"/>
          <a:lstStyle/>
          <a:p>
            <a:pPr algn="l" indent="0" marL="0">
              <a:lnSpc>
                <a:spcPts val="3900"/>
              </a:lnSpc>
              <a:buNone/>
            </a:pPr>
            <a:r>
              <a:rPr lang="en-US" sz="300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Có</a:t>
            </a:r>
            <a:r>
              <a:rPr lang="en-US" sz="3000" b="1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cả</a:t>
            </a:r>
            <a:r>
              <a:rPr lang="en-US" sz="300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kiểu chủ</a:t>
            </a:r>
            <a:r>
              <a:rPr lang="en-US" sz="3000" b="1" dirty="0" spc="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đề</a:t>
            </a:r>
            <a:r>
              <a:rPr lang="en-US" sz="300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lẫn</a:t>
            </a:r>
            <a:r>
              <a:rPr lang="en-US" sz="300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kiểu</a:t>
            </a:r>
            <a:r>
              <a:rPr lang="en-US" sz="3000" b="1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hàng</a:t>
            </a:r>
            <a:r>
              <a:rPr lang="en-US" sz="3000" b="1" dirty="0" spc="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đợi</a:t>
            </a:r>
            <a:endParaRPr lang="en-US" sz="3000" dirty="0"/>
          </a:p>
        </p:txBody>
      </p:sp>
      <p:sp>
        <p:nvSpPr>
          <p:cNvPr id="8" name="Shape 6"/>
          <p:cNvSpPr/>
          <p:nvPr/>
        </p:nvSpPr>
        <p:spPr>
          <a:xfrm>
            <a:off x="914400" y="6191250"/>
            <a:ext cx="7239000" cy="2571750"/>
          </a:xfrm>
          <a:prstGeom prst="roundRect">
            <a:avLst>
              <a:gd name="adj" fmla="val 10370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295400" y="6496050"/>
            <a:ext cx="64770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6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VỊ</a:t>
            </a:r>
            <a:r>
              <a:rPr lang="en-US" sz="1800" b="1" spc="223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TRÍ</a:t>
            </a:r>
            <a:r>
              <a:rPr lang="en-US" sz="1800" b="1" spc="227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ĐỌC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1295400" y="6972300"/>
            <a:ext cx="6477000" cy="1333500"/>
          </a:xfrm>
          <a:prstGeom prst="rect">
            <a:avLst/>
          </a:prstGeom>
          <a:noFill/>
          <a:ln/>
        </p:spPr>
        <p:txBody>
          <a:bodyPr wrap="square" lIns="0" tIns="16192" rIns="0" bIns="-16192" rtlCol="0" anchor="t"/>
          <a:lstStyle/>
          <a:p>
            <a:pPr algn="l" indent="0" marL="0">
              <a:lnSpc>
                <a:spcPts val="3900"/>
              </a:lnSpc>
              <a:buNone/>
            </a:pPr>
            <a:r>
              <a:rPr lang="en-US" sz="3000" b="1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Hệ thống</a:t>
            </a:r>
            <a:r>
              <a:rPr lang="en-US" sz="3000" b="1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r>
              <a:rPr lang="en-US" sz="300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vị</a:t>
            </a:r>
            <a:r>
              <a:rPr lang="en-US" sz="3000" b="1" dirty="0" spc="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trí</a:t>
            </a:r>
            <a:r>
              <a:rPr lang="en-US" sz="300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3000" b="1" dirty="0" spc="2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từng</a:t>
            </a:r>
            <a:r>
              <a:rPr lang="en-US" sz="3000" b="1" dirty="0" spc="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người</a:t>
            </a:r>
            <a:r>
              <a:rPr lang="en-US" sz="300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nhận</a:t>
            </a:r>
            <a:endParaRPr lang="en-US" sz="3000" dirty="0"/>
          </a:p>
        </p:txBody>
      </p:sp>
      <p:sp>
        <p:nvSpPr>
          <p:cNvPr id="11" name="Text 9"/>
          <p:cNvSpPr/>
          <p:nvPr/>
        </p:nvSpPr>
        <p:spPr>
          <a:xfrm>
            <a:off x="9182100" y="3048000"/>
            <a:ext cx="81915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2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THEO</a:t>
            </a:r>
            <a:r>
              <a:rPr lang="en-US" sz="1800" b="1" spc="225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9182100" y="3524250"/>
            <a:ext cx="8191500" cy="1524000"/>
          </a:xfrm>
          <a:prstGeom prst="roundRect">
            <a:avLst>
              <a:gd name="adj" fmla="val 15000"/>
            </a:avLst>
          </a:prstGeom>
          <a:solidFill>
            <a:srgbClr val="1F3FD1"/>
          </a:solidFill>
          <a:ln/>
        </p:spPr>
      </p:sp>
      <p:sp>
        <p:nvSpPr>
          <p:cNvPr id="13" name="Text 11"/>
          <p:cNvSpPr/>
          <p:nvPr/>
        </p:nvSpPr>
        <p:spPr>
          <a:xfrm>
            <a:off x="9563100" y="3771900"/>
            <a:ext cx="74295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178" kern="0" dirty="0">
                <a:solidFill>
                  <a:srgbClr val="DDE3FA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TẦNG</a:t>
            </a:r>
            <a:r>
              <a:rPr lang="en-US" sz="1800" b="1" spc="227" kern="0" dirty="0">
                <a:solidFill>
                  <a:srgbClr val="DDE3FA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9563100" y="4191000"/>
            <a:ext cx="7429500" cy="847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9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Phục</a:t>
            </a:r>
            <a:r>
              <a:rPr lang="en-US" sz="3900" dirty="0" spc="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vụ</a:t>
            </a:r>
            <a:endParaRPr lang="en-US" sz="3900" dirty="0"/>
          </a:p>
        </p:txBody>
      </p:sp>
      <p:sp>
        <p:nvSpPr>
          <p:cNvPr id="15" name="Shape 13"/>
          <p:cNvSpPr/>
          <p:nvPr/>
        </p:nvSpPr>
        <p:spPr>
          <a:xfrm>
            <a:off x="9182100" y="5238750"/>
            <a:ext cx="8191500" cy="1524000"/>
          </a:xfrm>
          <a:prstGeom prst="roundRect">
            <a:avLst>
              <a:gd name="adj" fmla="val 15000"/>
            </a:avLst>
          </a:prstGeom>
          <a:solidFill>
            <a:srgbClr val="DDE3FA"/>
          </a:solidFill>
          <a:ln/>
        </p:spPr>
      </p:sp>
      <p:sp>
        <p:nvSpPr>
          <p:cNvPr id="16" name="Text 14"/>
          <p:cNvSpPr/>
          <p:nvPr/>
        </p:nvSpPr>
        <p:spPr>
          <a:xfrm>
            <a:off x="9563100" y="5486400"/>
            <a:ext cx="74295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178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TẦNG</a:t>
            </a:r>
            <a:r>
              <a:rPr lang="en-US" sz="1800" b="1" spc="224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9563100" y="5905500"/>
            <a:ext cx="7429500" cy="847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900" dirty="0" spc="-1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Lưu</a:t>
            </a:r>
            <a:r>
              <a:rPr lang="en-US" sz="3900" dirty="0" spc="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trữ</a:t>
            </a:r>
            <a:endParaRPr lang="en-US" sz="3900" dirty="0"/>
          </a:p>
        </p:txBody>
      </p:sp>
      <p:sp>
        <p:nvSpPr>
          <p:cNvPr id="18" name="Connector line-1792374397826-878718093"/>
          <p:cNvSpPr/>
          <p:nvPr/>
        </p:nvSpPr>
        <p:spPr>
          <a:xfrm>
            <a:off x="13277850" y="6800850"/>
            <a:ext cx="0" cy="361950"/>
          </a:xfrm>
          <a:prstGeom prst="line">
            <a:avLst/>
          </a:prstGeom>
          <a:noFill/>
          <a:ln w="47625">
            <a:solidFill>
              <a:srgbClr val="1F3FD1"/>
            </a:solidFill>
            <a:prstDash val="solid"/>
            <a:headEnd type="none"/>
            <a:tailEnd type="triangle"/>
          </a:ln>
        </p:spPr>
      </p:sp>
      <p:sp>
        <p:nvSpPr>
          <p:cNvPr id="19" name="Shape 17"/>
          <p:cNvSpPr/>
          <p:nvPr/>
        </p:nvSpPr>
        <p:spPr>
          <a:xfrm>
            <a:off x="9182100" y="7239000"/>
            <a:ext cx="8191500" cy="1524000"/>
          </a:xfrm>
          <a:prstGeom prst="roundRect">
            <a:avLst>
              <a:gd name="adj" fmla="val 15000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563100" y="7486650"/>
            <a:ext cx="74295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55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LƯU</a:t>
            </a:r>
            <a:r>
              <a:rPr lang="en-US" sz="1800" b="1" spc="214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TRỮ</a:t>
            </a:r>
            <a:r>
              <a:rPr lang="en-US" sz="1800" b="1" spc="225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PHÂN</a:t>
            </a:r>
            <a:r>
              <a:rPr lang="en-US" sz="1800" b="1" spc="187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TẦNG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9563100" y="7905750"/>
            <a:ext cx="7429500" cy="647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 spc="-1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Chuyển</a:t>
            </a:r>
            <a:r>
              <a:rPr lang="en-US" sz="3000" b="1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sang</a:t>
            </a:r>
            <a:r>
              <a:rPr lang="en-US" sz="3000" b="1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kho</a:t>
            </a:r>
            <a:r>
              <a:rPr lang="en-US" sz="3000" b="1" dirty="0" spc="-1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rẻ</a:t>
            </a:r>
            <a:r>
              <a:rPr lang="en-US" sz="3000" b="1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hơn</a:t>
            </a:r>
            <a:endParaRPr lang="en-US" sz="3000" dirty="0"/>
          </a:p>
        </p:txBody>
      </p:sp>
      <p:sp>
        <p:nvSpPr>
          <p:cNvPr id="22" name="Shape 20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40671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914400" y="9696450"/>
            <a:ext cx="76200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37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06/10</a:t>
            </a:r>
            <a:endParaRPr lang="en-US" sz="1650" dirty="0"/>
          </a:p>
        </p:txBody>
      </p:sp>
      <p:sp>
        <p:nvSpPr>
          <p:cNvPr id="33" name="Shape 31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4" name="Moda image moda-export-watermark-e786c3a7-1e86-4f52-b002-561e590411c5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11430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8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GIỚI</a:t>
            </a:r>
            <a:r>
              <a:rPr lang="en-US" sz="1950" b="1" spc="224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HẠN</a:t>
            </a:r>
            <a:r>
              <a:rPr lang="en-US" sz="1950" b="1" spc="204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CẦN</a:t>
            </a:r>
            <a:r>
              <a:rPr lang="en-US" sz="1950" b="1" spc="22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9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Câu</a:t>
            </a:r>
            <a:r>
              <a:rPr lang="en-US" sz="69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hỏi</a:t>
            </a:r>
            <a:r>
              <a:rPr lang="en-US" sz="6900" dirty="0" spc="1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đúng:</a:t>
            </a:r>
            <a:r>
              <a:rPr lang="en-US" sz="6900" dirty="0" spc="-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có</a:t>
            </a:r>
            <a:r>
              <a:rPr lang="en-US" sz="69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cần</a:t>
            </a:r>
            <a:r>
              <a:rPr lang="en-US" sz="6900" dirty="0" spc="1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đọc</a:t>
            </a:r>
            <a:r>
              <a:rPr lang="en-US" sz="6900" dirty="0" spc="1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lại?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2857500"/>
            <a:ext cx="7810500" cy="4000500"/>
          </a:xfrm>
          <a:prstGeom prst="roundRect">
            <a:avLst>
              <a:gd name="adj" fmla="val 6667"/>
            </a:avLst>
          </a:prstGeom>
          <a:solidFill>
            <a:srgbClr val="1E212B"/>
          </a:solidFill>
          <a:ln w="28575">
            <a:solidFill>
              <a:srgbClr val="FFB45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295400" y="3181350"/>
            <a:ext cx="70485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4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HÀNG</a:t>
            </a:r>
            <a:r>
              <a:rPr lang="en-US" sz="1800" b="1" spc="225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ĐỢI</a:t>
            </a:r>
            <a:r>
              <a:rPr lang="en-US" sz="1800" b="1" spc="223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1800" b="1" spc="227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ĐỦ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1295400" y="3714750"/>
            <a:ext cx="7048500" cy="1238250"/>
          </a:xfrm>
          <a:prstGeom prst="rect">
            <a:avLst/>
          </a:prstGeom>
          <a:noFill/>
          <a:ln/>
        </p:spPr>
        <p:txBody>
          <a:bodyPr wrap="square" lIns="0" tIns="17002" rIns="0" bIns="-17002" rtlCol="0" anchor="t"/>
          <a:lstStyle/>
          <a:p>
            <a:pPr algn="l" indent="0" marL="0">
              <a:lnSpc>
                <a:spcPts val="4095"/>
              </a:lnSpc>
              <a:buNone/>
            </a:pPr>
            <a:r>
              <a:rPr lang="en-US" sz="3150" b="1" dirty="0" spc="-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Mỗi</a:t>
            </a:r>
            <a:r>
              <a:rPr lang="en-US" sz="3150" b="1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việc</a:t>
            </a:r>
            <a:r>
              <a:rPr lang="en-US" sz="315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giao</a:t>
            </a:r>
            <a:r>
              <a:rPr lang="en-US" sz="3150" b="1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cho</a:t>
            </a:r>
            <a:r>
              <a:rPr lang="en-US" sz="315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đúng</a:t>
            </a:r>
            <a:r>
              <a:rPr lang="en-US" sz="3150" b="1" dirty="0" spc="-1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3150" b="1" dirty="0" spc="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người</a:t>
            </a:r>
            <a:r>
              <a:rPr lang="en-US" sz="315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làm</a:t>
            </a:r>
            <a:endParaRPr lang="en-US" sz="3150" dirty="0"/>
          </a:p>
        </p:txBody>
      </p:sp>
      <p:sp>
        <p:nvSpPr>
          <p:cNvPr id="7" name="Text 5"/>
          <p:cNvSpPr/>
          <p:nvPr/>
        </p:nvSpPr>
        <p:spPr>
          <a:xfrm>
            <a:off x="1295400" y="5334000"/>
            <a:ext cx="7048500" cy="523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Đơn giản</a:t>
            </a:r>
            <a:r>
              <a:rPr lang="en-US" sz="24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hơn</a:t>
            </a:r>
            <a:endParaRPr lang="en-US" sz="2400" dirty="0"/>
          </a:p>
        </p:txBody>
      </p:sp>
      <p:sp>
        <p:nvSpPr>
          <p:cNvPr id="8" name="Shape 6"/>
          <p:cNvSpPr/>
          <p:nvPr/>
        </p:nvSpPr>
        <p:spPr>
          <a:xfrm>
            <a:off x="9563100" y="2857500"/>
            <a:ext cx="7810500" cy="4000500"/>
          </a:xfrm>
          <a:prstGeom prst="roundRect">
            <a:avLst>
              <a:gd name="adj" fmla="val 6667"/>
            </a:avLst>
          </a:prstGeom>
          <a:solidFill>
            <a:srgbClr val="1E212B"/>
          </a:solidFill>
          <a:ln w="28575">
            <a:solidFill>
              <a:srgbClr val="FF6A4D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944100" y="3181350"/>
            <a:ext cx="70485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CẦN</a:t>
            </a:r>
            <a:r>
              <a:rPr lang="en-US" sz="1800" b="1" spc="188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NHẬT</a:t>
            </a:r>
            <a:r>
              <a:rPr lang="en-US" sz="1800" b="1" spc="22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KÝ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9944100" y="3714750"/>
            <a:ext cx="7048500" cy="1238250"/>
          </a:xfrm>
          <a:prstGeom prst="rect">
            <a:avLst/>
          </a:prstGeom>
          <a:noFill/>
          <a:ln/>
        </p:spPr>
        <p:txBody>
          <a:bodyPr wrap="square" lIns="0" tIns="17002" rIns="0" bIns="-17002" rtlCol="0" anchor="t"/>
          <a:lstStyle/>
          <a:p>
            <a:pPr algn="l" indent="0" marL="0">
              <a:lnSpc>
                <a:spcPts val="4095"/>
              </a:lnSpc>
              <a:buNone/>
            </a:pPr>
            <a:r>
              <a:rPr lang="en-US" sz="315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Nhiều</a:t>
            </a:r>
            <a:r>
              <a:rPr lang="en-US" sz="3150" b="1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hệ</a:t>
            </a:r>
            <a:r>
              <a:rPr lang="en-US" sz="3150" b="1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cần</a:t>
            </a:r>
            <a:r>
              <a:rPr lang="en-US" sz="315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cùng</a:t>
            </a:r>
            <a:r>
              <a:rPr lang="en-US" sz="3150" b="1" dirty="0" spc="-1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315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chuỗi</a:t>
            </a:r>
            <a:r>
              <a:rPr lang="en-US" sz="3150" b="1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sự</a:t>
            </a:r>
            <a:r>
              <a:rPr lang="en-US" sz="3150" b="1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kiện</a:t>
            </a:r>
            <a:endParaRPr lang="en-US" sz="3150" dirty="0"/>
          </a:p>
        </p:txBody>
      </p:sp>
      <p:sp>
        <p:nvSpPr>
          <p:cNvPr id="11" name="Text 9"/>
          <p:cNvSpPr/>
          <p:nvPr/>
        </p:nvSpPr>
        <p:spPr>
          <a:xfrm>
            <a:off x="9944100" y="5334000"/>
            <a:ext cx="7048500" cy="523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Hoặc</a:t>
            </a:r>
            <a:r>
              <a:rPr lang="en-US" sz="24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cần</a:t>
            </a:r>
            <a:r>
              <a:rPr lang="en-US" sz="2400" dirty="0" spc="1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đọc</a:t>
            </a:r>
            <a:r>
              <a:rPr lang="en-US" sz="24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lại</a:t>
            </a:r>
            <a:r>
              <a:rPr lang="en-US" sz="2400" dirty="0" spc="-7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sau</a:t>
            </a:r>
            <a:r>
              <a:rPr lang="en-US" sz="24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sự</a:t>
            </a:r>
            <a:r>
              <a:rPr lang="en-US" sz="24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cố</a:t>
            </a:r>
            <a:endParaRPr lang="en-US" sz="2400" dirty="0"/>
          </a:p>
        </p:txBody>
      </p:sp>
      <p:sp>
        <p:nvSpPr>
          <p:cNvPr id="12" name="Shape 10"/>
          <p:cNvSpPr/>
          <p:nvPr/>
        </p:nvSpPr>
        <p:spPr>
          <a:xfrm>
            <a:off x="914400" y="7143750"/>
            <a:ext cx="16459200" cy="1619250"/>
          </a:xfrm>
          <a:prstGeom prst="roundRect">
            <a:avLst>
              <a:gd name="adj" fmla="val 14118"/>
            </a:avLst>
          </a:prstGeom>
          <a:solidFill>
            <a:srgbClr val="1E212B"/>
          </a:solidFill>
          <a:ln/>
        </p:spPr>
      </p:sp>
      <p:sp>
        <p:nvSpPr>
          <p:cNvPr id="13" name="Text 11"/>
          <p:cNvSpPr/>
          <p:nvPr/>
        </p:nvSpPr>
        <p:spPr>
          <a:xfrm>
            <a:off x="1295400" y="7391400"/>
            <a:ext cx="15716250" cy="485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dirty="0" spc="-1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RabbitMQ</a:t>
            </a:r>
            <a:r>
              <a:rPr lang="en-US" sz="2250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nay</a:t>
            </a:r>
            <a:r>
              <a:rPr lang="en-US" sz="2250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cũng</a:t>
            </a:r>
            <a:r>
              <a:rPr lang="en-US" sz="2250" dirty="0" spc="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250" dirty="0" spc="-1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stream;</a:t>
            </a:r>
            <a:r>
              <a:rPr lang="en-US" sz="2250" dirty="0" spc="-1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Redis</a:t>
            </a:r>
            <a:r>
              <a:rPr lang="en-US" sz="2250" dirty="0" spc="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2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cả</a:t>
            </a:r>
            <a:r>
              <a:rPr lang="en-US" sz="22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hai</a:t>
            </a:r>
            <a:endParaRPr lang="en-US" sz="2250" dirty="0"/>
          </a:p>
        </p:txBody>
      </p:sp>
      <p:sp>
        <p:nvSpPr>
          <p:cNvPr id="14" name="Text 12"/>
          <p:cNvSpPr/>
          <p:nvPr/>
        </p:nvSpPr>
        <p:spPr>
          <a:xfrm>
            <a:off x="1295400" y="7962900"/>
            <a:ext cx="15716250" cy="485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Phép</a:t>
            </a:r>
            <a:r>
              <a:rPr lang="en-US" sz="22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thử dùng</a:t>
            </a:r>
            <a:r>
              <a:rPr lang="en-US" sz="2250" dirty="0" spc="-17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Redis,</a:t>
            </a:r>
            <a:r>
              <a:rPr lang="en-US" sz="22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25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chạy</a:t>
            </a:r>
            <a:r>
              <a:rPr lang="en-US" sz="2250" dirty="0" spc="-3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Kafka,</a:t>
            </a:r>
            <a:r>
              <a:rPr lang="en-US" sz="22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RabbitMQ,</a:t>
            </a:r>
            <a:r>
              <a:rPr lang="en-US" sz="2250" dirty="0" spc="-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Pulsar</a:t>
            </a:r>
            <a:r>
              <a:rPr lang="en-US" sz="2250" dirty="0" spc="-9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thật</a:t>
            </a:r>
            <a:endParaRPr lang="en-US" sz="2250" dirty="0"/>
          </a:p>
        </p:txBody>
      </p:sp>
      <p:sp>
        <p:nvSpPr>
          <p:cNvPr id="15" name="Shape 13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40671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914400" y="9696450"/>
            <a:ext cx="76200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37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-1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07/10</a:t>
            </a:r>
            <a:endParaRPr lang="en-US" sz="1650" dirty="0"/>
          </a:p>
        </p:txBody>
      </p:sp>
      <p:sp>
        <p:nvSpPr>
          <p:cNvPr id="26" name="Shape 24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7" name="Moda image moda-export-watermark-d9c46690-af18-4b78-88ad-202701faa05e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11430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6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NHÌN</a:t>
            </a:r>
            <a:r>
              <a:rPr lang="en-US" sz="1950" b="1" spc="227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</a:t>
            </a:r>
            <a:r>
              <a:rPr lang="en-US" sz="1950" b="1" spc="226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THỬ</a:t>
            </a:r>
            <a:r>
              <a:rPr lang="en-US" sz="1950" b="1" spc="225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TRẢ</a:t>
            </a:r>
            <a:r>
              <a:rPr lang="en-US" sz="1950" b="1" spc="204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LỜI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900" dirty="0" spc="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Dịch</a:t>
            </a: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vụ</a:t>
            </a:r>
            <a:r>
              <a:rPr lang="en-US" sz="69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thống</a:t>
            </a:r>
            <a:r>
              <a:rPr lang="en-US" sz="6900" dirty="0" spc="-5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kê</a:t>
            </a:r>
            <a:r>
              <a:rPr lang="en-US" sz="69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cần</a:t>
            </a:r>
            <a:r>
              <a:rPr lang="en-US" sz="6900" dirty="0" spc="-3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đơn</a:t>
            </a:r>
            <a:r>
              <a:rPr lang="en-US" sz="6900" dirty="0" spc="-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ba</a:t>
            </a:r>
            <a:r>
              <a:rPr lang="en-US" sz="69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tháng?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2857500"/>
            <a:ext cx="16459200" cy="857250"/>
          </a:xfrm>
          <a:prstGeom prst="roundRect">
            <a:avLst>
              <a:gd name="adj" fmla="val 22222"/>
            </a:avLst>
          </a:prstGeom>
          <a:solidFill>
            <a:srgbClr val="14161C"/>
          </a:solidFill>
          <a:ln/>
        </p:spPr>
      </p:sp>
      <p:sp>
        <p:nvSpPr>
          <p:cNvPr id="5" name="Text 3"/>
          <p:cNvSpPr/>
          <p:nvPr/>
        </p:nvSpPr>
        <p:spPr>
          <a:xfrm>
            <a:off x="1295400" y="3086100"/>
            <a:ext cx="40005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149" kern="0" dirty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KIỂU</a:t>
            </a:r>
            <a:endParaRPr lang="en-US" sz="1950" dirty="0"/>
          </a:p>
        </p:txBody>
      </p:sp>
      <p:sp>
        <p:nvSpPr>
          <p:cNvPr id="6" name="Text 4"/>
          <p:cNvSpPr/>
          <p:nvPr/>
        </p:nvSpPr>
        <p:spPr>
          <a:xfrm>
            <a:off x="5715000" y="3086100"/>
            <a:ext cx="5334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151" kern="0" dirty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ĐƠN</a:t>
            </a:r>
            <a:r>
              <a:rPr lang="en-US" sz="1950" b="1" spc="150" kern="0" dirty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CŨ</a:t>
            </a:r>
            <a:r>
              <a:rPr lang="en-US" sz="1950" b="1" spc="149" kern="0" dirty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CÒN</a:t>
            </a:r>
            <a:r>
              <a:rPr lang="en-US" sz="1950" b="1" spc="150" kern="0" dirty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endParaRPr lang="en-US" sz="1950" dirty="0"/>
          </a:p>
        </p:txBody>
      </p:sp>
      <p:sp>
        <p:nvSpPr>
          <p:cNvPr id="7" name="Text 5"/>
          <p:cNvSpPr/>
          <p:nvPr/>
        </p:nvSpPr>
        <p:spPr>
          <a:xfrm>
            <a:off x="11620500" y="3086100"/>
            <a:ext cx="55245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152" kern="0" dirty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DỊCH</a:t>
            </a:r>
            <a:r>
              <a:rPr lang="en-US" sz="1950" b="1" spc="151" kern="0" dirty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VỤ</a:t>
            </a:r>
            <a:r>
              <a:rPr lang="en-US" sz="1950" b="1" spc="150" kern="0" dirty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MỚI</a:t>
            </a:r>
            <a:r>
              <a:rPr lang="en-US" sz="1950" b="1" spc="149" kern="0" dirty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LÀM</a:t>
            </a:r>
            <a:r>
              <a:rPr lang="en-US" sz="1950" b="1" spc="152" kern="0" dirty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GÌ</a:t>
            </a:r>
            <a:endParaRPr lang="en-US" sz="1950" dirty="0"/>
          </a:p>
        </p:txBody>
      </p:sp>
      <p:sp>
        <p:nvSpPr>
          <p:cNvPr id="8" name="Shape 6"/>
          <p:cNvSpPr/>
          <p:nvPr/>
        </p:nvSpPr>
        <p:spPr>
          <a:xfrm>
            <a:off x="914400" y="3867150"/>
            <a:ext cx="16459200" cy="2381250"/>
          </a:xfrm>
          <a:prstGeom prst="roundRect">
            <a:avLst>
              <a:gd name="adj" fmla="val 8000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295400" y="4152900"/>
            <a:ext cx="4000500" cy="590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Hàng</a:t>
            </a:r>
            <a:r>
              <a:rPr lang="en-US" sz="2700" b="1" dirty="0" spc="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đợi</a:t>
            </a:r>
            <a:r>
              <a:rPr lang="en-US" sz="270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kiểu</a:t>
            </a:r>
            <a:r>
              <a:rPr lang="en-US" sz="270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cũ</a:t>
            </a:r>
            <a:endParaRPr lang="en-US" sz="2700" dirty="0"/>
          </a:p>
        </p:txBody>
      </p:sp>
      <p:sp>
        <p:nvSpPr>
          <p:cNvPr id="10" name="Text 8"/>
          <p:cNvSpPr/>
          <p:nvPr/>
        </p:nvSpPr>
        <p:spPr>
          <a:xfrm>
            <a:off x="5715000" y="4152900"/>
            <a:ext cx="5334000" cy="104775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t"/>
          <a:lstStyle/>
          <a:p>
            <a:pPr algn="l" indent="0" marL="0">
              <a:lnSpc>
                <a:spcPts val="3315"/>
              </a:lnSpc>
              <a:buNone/>
            </a:pPr>
            <a:r>
              <a:rPr lang="en-US" sz="2550" b="1" dirty="0" spc="1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Đã</a:t>
            </a:r>
            <a:r>
              <a:rPr lang="en-US" sz="2550" b="1" dirty="0" spc="-25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xóa</a:t>
            </a:r>
            <a:r>
              <a:rPr lang="en-US" sz="2550" b="1" dirty="0" spc="2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khi</a:t>
            </a:r>
            <a:r>
              <a:rPr lang="en-US" sz="2550" b="1" dirty="0" spc="-3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kho</a:t>
            </a:r>
            <a:r>
              <a:rPr lang="en-US" sz="2550" b="1" dirty="0" spc="-1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xử</a:t>
            </a:r>
            <a:r>
              <a:rPr lang="en-US" sz="2550" b="1" dirty="0" spc="-3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lý</a:t>
            </a:r>
            <a:r>
              <a:rPr lang="en-US" sz="2550" b="1" dirty="0" spc="-23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xong</a:t>
            </a:r>
            <a:endParaRPr lang="en-US" sz="2550" dirty="0"/>
          </a:p>
        </p:txBody>
      </p:sp>
      <p:sp>
        <p:nvSpPr>
          <p:cNvPr id="11" name="Text 9"/>
          <p:cNvSpPr/>
          <p:nvPr/>
        </p:nvSpPr>
        <p:spPr>
          <a:xfrm>
            <a:off x="11620500" y="4152900"/>
            <a:ext cx="5524500" cy="104775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t"/>
          <a:lstStyle/>
          <a:p>
            <a:pPr algn="l" indent="0" marL="0">
              <a:lnSpc>
                <a:spcPts val="3315"/>
              </a:lnSpc>
              <a:buNone/>
            </a:pPr>
            <a:r>
              <a:rPr lang="en-US" sz="255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Xin</a:t>
            </a:r>
            <a:r>
              <a:rPr lang="en-US" sz="255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dữ</a:t>
            </a:r>
            <a:r>
              <a:rPr lang="en-US" sz="25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 từ</a:t>
            </a:r>
            <a:r>
              <a:rPr lang="en-US" sz="255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cơ</a:t>
            </a:r>
            <a:r>
              <a:rPr lang="en-US" sz="2550" b="1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sở</a:t>
            </a:r>
            <a:r>
              <a:rPr lang="en-US" sz="255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dữ</a:t>
            </a:r>
            <a:r>
              <a:rPr lang="en-US" sz="25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2550" b="1" dirty="0" spc="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đơn</a:t>
            </a:r>
            <a:endParaRPr lang="en-US" sz="2550" dirty="0"/>
          </a:p>
        </p:txBody>
      </p:sp>
      <p:sp>
        <p:nvSpPr>
          <p:cNvPr id="12" name="Text 10"/>
          <p:cNvSpPr/>
          <p:nvPr/>
        </p:nvSpPr>
        <p:spPr>
          <a:xfrm>
            <a:off x="5715000" y="5429250"/>
            <a:ext cx="112395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dirty="0" spc="-37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Lẽ</a:t>
            </a:r>
            <a:r>
              <a:rPr lang="en-US" sz="1950" dirty="0" spc="-2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ra:</a:t>
            </a:r>
            <a:r>
              <a:rPr lang="en-US" sz="19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thêm</a:t>
            </a:r>
            <a:r>
              <a:rPr lang="en-US" sz="19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hàng</a:t>
            </a:r>
            <a:r>
              <a:rPr lang="en-US" sz="1950" dirty="0" spc="1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đợi</a:t>
            </a:r>
            <a:r>
              <a:rPr lang="en-US" sz="1950" dirty="0" spc="8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riêng</a:t>
            </a:r>
            <a:r>
              <a:rPr lang="en-US" sz="195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trước,</a:t>
            </a:r>
            <a:r>
              <a:rPr lang="en-US" sz="19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như</a:t>
            </a:r>
            <a:r>
              <a:rPr lang="en-US" sz="1950" dirty="0" spc="-7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fanout</a:t>
            </a:r>
            <a:endParaRPr lang="en-US" sz="1950" dirty="0"/>
          </a:p>
        </p:txBody>
      </p:sp>
      <p:sp>
        <p:nvSpPr>
          <p:cNvPr id="13" name="Shape 11"/>
          <p:cNvSpPr/>
          <p:nvPr/>
        </p:nvSpPr>
        <p:spPr>
          <a:xfrm>
            <a:off x="914400" y="6400800"/>
            <a:ext cx="16459200" cy="2381250"/>
          </a:xfrm>
          <a:prstGeom prst="roundRect">
            <a:avLst>
              <a:gd name="adj" fmla="val 8000"/>
            </a:avLst>
          </a:prstGeom>
          <a:solidFill>
            <a:srgbClr val="F8D9D0"/>
          </a:solidFill>
          <a:ln/>
        </p:spPr>
      </p:sp>
      <p:sp>
        <p:nvSpPr>
          <p:cNvPr id="14" name="Text 12"/>
          <p:cNvSpPr/>
          <p:nvPr/>
        </p:nvSpPr>
        <p:spPr>
          <a:xfrm>
            <a:off x="1295400" y="6686550"/>
            <a:ext cx="4000500" cy="590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Nhật</a:t>
            </a:r>
            <a:r>
              <a:rPr lang="en-US" sz="270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ký kiểu</a:t>
            </a:r>
            <a:r>
              <a:rPr lang="en-US" sz="2700" b="1" dirty="0" spc="-4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Kafka</a:t>
            </a:r>
            <a:endParaRPr lang="en-US" sz="2700" dirty="0"/>
          </a:p>
        </p:txBody>
      </p:sp>
      <p:sp>
        <p:nvSpPr>
          <p:cNvPr id="15" name="Text 13"/>
          <p:cNvSpPr/>
          <p:nvPr/>
        </p:nvSpPr>
        <p:spPr>
          <a:xfrm>
            <a:off x="5715000" y="6686550"/>
            <a:ext cx="5334000" cy="104775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t"/>
          <a:lstStyle/>
          <a:p>
            <a:pPr algn="l" indent="0" marL="0">
              <a:lnSpc>
                <a:spcPts val="3315"/>
              </a:lnSpc>
              <a:buNone/>
            </a:pPr>
            <a:r>
              <a:rPr lang="en-US" sz="2550" b="1" dirty="0" spc="-4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Còn, nếu</a:t>
            </a:r>
            <a:r>
              <a:rPr lang="en-US" sz="2550" b="1" dirty="0" spc="4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thời</a:t>
            </a:r>
            <a:r>
              <a:rPr lang="en-US" sz="2550" b="1" dirty="0" spc="-2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hạn</a:t>
            </a:r>
            <a:r>
              <a:rPr lang="en-US" sz="2550" b="1" dirty="0" spc="1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giữ dài</a:t>
            </a:r>
            <a:r>
              <a:rPr lang="en-US" sz="2550" b="1" dirty="0" spc="-2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hơn</a:t>
            </a:r>
            <a:r>
              <a:rPr lang="en-US" sz="2550" b="1" dirty="0" spc="-3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ba</a:t>
            </a:r>
            <a:r>
              <a:rPr lang="en-US" sz="2550" b="1" dirty="0" spc="-2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tháng</a:t>
            </a:r>
            <a:endParaRPr lang="en-US" sz="2550" dirty="0"/>
          </a:p>
        </p:txBody>
      </p:sp>
      <p:sp>
        <p:nvSpPr>
          <p:cNvPr id="16" name="Text 14"/>
          <p:cNvSpPr/>
          <p:nvPr/>
        </p:nvSpPr>
        <p:spPr>
          <a:xfrm>
            <a:off x="11620500" y="6686550"/>
            <a:ext cx="5524500" cy="104775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t"/>
          <a:lstStyle/>
          <a:p>
            <a:pPr algn="l" indent="0" marL="0">
              <a:lnSpc>
                <a:spcPts val="3315"/>
              </a:lnSpc>
              <a:buNone/>
            </a:pPr>
            <a:r>
              <a:rPr lang="en-US" sz="2550" b="1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Nhóm</a:t>
            </a:r>
            <a:r>
              <a:rPr lang="en-US" sz="2550" b="1" dirty="0" spc="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người</a:t>
            </a:r>
            <a:r>
              <a:rPr lang="en-US" sz="255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nhận</a:t>
            </a:r>
            <a:r>
              <a:rPr lang="en-US" sz="255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mới, đọc</a:t>
            </a:r>
            <a:r>
              <a:rPr lang="en-US" sz="255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</a:t>
            </a:r>
            <a:r>
              <a:rPr lang="en-US" sz="2550" b="1" dirty="0" spc="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đầu</a:t>
            </a:r>
            <a:endParaRPr lang="en-US" sz="2550" dirty="0"/>
          </a:p>
        </p:txBody>
      </p:sp>
      <p:sp>
        <p:nvSpPr>
          <p:cNvPr id="17" name="Shape 15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40671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914400" y="9696450"/>
            <a:ext cx="76200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37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08/10</a:t>
            </a:r>
            <a:endParaRPr lang="en-US" sz="1650" dirty="0"/>
          </a:p>
        </p:txBody>
      </p:sp>
      <p:sp>
        <p:nvSpPr>
          <p:cNvPr id="28" name="Shape 26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9" name="Moda image moda-export-watermark-dafbdea6-4114-416c-a882-c6c80826781a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11430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4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XEM</a:t>
            </a:r>
            <a:r>
              <a:rPr lang="en-US" sz="1950" b="1" spc="212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SÂU</a:t>
            </a:r>
            <a:r>
              <a:rPr lang="en-US" sz="1950" b="1" spc="225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HƠN</a:t>
            </a:r>
            <a:r>
              <a:rPr lang="en-US" sz="1950" b="1" spc="221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223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KẾT</a:t>
            </a:r>
            <a:r>
              <a:rPr lang="en-US" sz="1950" b="1" spc="213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QUẢ</a:t>
            </a:r>
            <a:r>
              <a:rPr lang="en-US" sz="1950" b="1" spc="224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PHÉP</a:t>
            </a:r>
            <a:r>
              <a:rPr lang="en-US" sz="1950" b="1" spc="227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THỬ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900" dirty="0" spc="-2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Redis</a:t>
            </a:r>
            <a:r>
              <a:rPr lang="en-US" sz="69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cho</a:t>
            </a: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thấy</a:t>
            </a:r>
            <a:r>
              <a:rPr lang="en-US" sz="69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cả</a:t>
            </a:r>
            <a:r>
              <a:rPr lang="en-US" sz="69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hai</a:t>
            </a:r>
            <a:r>
              <a:rPr lang="en-US" sz="69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cách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2952750"/>
            <a:ext cx="8001000" cy="2762250"/>
          </a:xfrm>
          <a:prstGeom prst="roundRect">
            <a:avLst>
              <a:gd name="adj" fmla="val 9655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14400" y="2952750"/>
            <a:ext cx="152400" cy="2762250"/>
          </a:xfrm>
          <a:prstGeom prst="rect">
            <a:avLst/>
          </a:prstGeom>
          <a:solidFill>
            <a:srgbClr val="B45309"/>
          </a:solidFill>
          <a:ln/>
        </p:spPr>
      </p:sp>
      <p:sp>
        <p:nvSpPr>
          <p:cNvPr id="6" name="Text 4"/>
          <p:cNvSpPr/>
          <p:nvPr/>
        </p:nvSpPr>
        <p:spPr>
          <a:xfrm>
            <a:off x="1390650" y="3238500"/>
            <a:ext cx="72390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4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HÀNG</a:t>
            </a:r>
            <a:r>
              <a:rPr lang="en-US" sz="1800" b="1" spc="225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ĐỢI</a:t>
            </a:r>
            <a:r>
              <a:rPr lang="en-US" sz="1800" b="1" spc="226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b="1" spc="211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DANH</a:t>
            </a:r>
            <a:r>
              <a:rPr lang="en-US" sz="1800" b="1" spc="205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SÁCH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390650" y="3714750"/>
            <a:ext cx="7239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dirty="0" spc="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A:</a:t>
            </a:r>
            <a:r>
              <a:rPr lang="en-US" sz="4200" dirty="0" spc="-1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đơn</a:t>
            </a:r>
            <a:r>
              <a:rPr lang="en-US" sz="42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1–3</a:t>
            </a:r>
            <a:r>
              <a:rPr lang="en-US" sz="42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·</a:t>
            </a:r>
            <a:r>
              <a:rPr lang="en-US" sz="42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B:</a:t>
            </a:r>
            <a:r>
              <a:rPr lang="en-US" sz="4200" dirty="0" spc="-1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đơn</a:t>
            </a:r>
            <a:r>
              <a:rPr lang="en-US" sz="4200" dirty="0" spc="-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4–6</a:t>
            </a:r>
            <a:endParaRPr lang="en-US" sz="4200" dirty="0"/>
          </a:p>
        </p:txBody>
      </p:sp>
      <p:sp>
        <p:nvSpPr>
          <p:cNvPr id="8" name="Text 6"/>
          <p:cNvSpPr/>
          <p:nvPr/>
        </p:nvSpPr>
        <p:spPr>
          <a:xfrm>
            <a:off x="1390650" y="4762500"/>
            <a:ext cx="7239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còn lại</a:t>
            </a:r>
            <a:r>
              <a:rPr lang="en-US" sz="2100" dirty="0" spc="-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</a:t>
            </a:r>
            <a:r>
              <a:rPr lang="en-US" sz="21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tin</a:t>
            </a:r>
            <a:endParaRPr lang="en-US" sz="2100" dirty="0"/>
          </a:p>
        </p:txBody>
      </p:sp>
      <p:sp>
        <p:nvSpPr>
          <p:cNvPr id="9" name="Shape 7"/>
          <p:cNvSpPr/>
          <p:nvPr/>
        </p:nvSpPr>
        <p:spPr>
          <a:xfrm>
            <a:off x="9372600" y="2952750"/>
            <a:ext cx="8001000" cy="2762250"/>
          </a:xfrm>
          <a:prstGeom prst="roundRect">
            <a:avLst>
              <a:gd name="adj" fmla="val 9655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372600" y="2952750"/>
            <a:ext cx="152400" cy="2762250"/>
          </a:xfrm>
          <a:prstGeom prst="rect">
            <a:avLst/>
          </a:prstGeom>
          <a:solidFill>
            <a:srgbClr val="B45309"/>
          </a:solidFill>
          <a:ln/>
        </p:spPr>
      </p:sp>
      <p:sp>
        <p:nvSpPr>
          <p:cNvPr id="11" name="Text 9"/>
          <p:cNvSpPr/>
          <p:nvPr/>
        </p:nvSpPr>
        <p:spPr>
          <a:xfrm>
            <a:off x="9848850" y="3238500"/>
            <a:ext cx="72390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5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NGƯỜI NHẬN</a:t>
            </a:r>
            <a:r>
              <a:rPr lang="en-US" sz="1800" b="1" spc="228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</a:t>
            </a:r>
            <a:r>
              <a:rPr lang="en-US" sz="1800" b="1" spc="225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ĐẾN</a:t>
            </a:r>
            <a:r>
              <a:rPr lang="en-US" sz="1800" b="1" spc="213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SAU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9848850" y="3714750"/>
            <a:ext cx="7239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dirty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None</a:t>
            </a:r>
            <a:endParaRPr lang="en-US" sz="4200" dirty="0"/>
          </a:p>
        </p:txBody>
      </p:sp>
      <p:sp>
        <p:nvSpPr>
          <p:cNvPr id="13" name="Text 11"/>
          <p:cNvSpPr/>
          <p:nvPr/>
        </p:nvSpPr>
        <p:spPr>
          <a:xfrm>
            <a:off x="9848850" y="4762500"/>
            <a:ext cx="7239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không</a:t>
            </a:r>
            <a:r>
              <a:rPr lang="en-US" sz="21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còn</a:t>
            </a:r>
            <a:r>
              <a:rPr lang="en-US" sz="21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tin</a:t>
            </a:r>
            <a:r>
              <a:rPr lang="en-US" sz="21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nào</a:t>
            </a:r>
            <a:endParaRPr lang="en-US" sz="2100" dirty="0"/>
          </a:p>
        </p:txBody>
      </p:sp>
      <p:sp>
        <p:nvSpPr>
          <p:cNvPr id="14" name="Shape 12"/>
          <p:cNvSpPr/>
          <p:nvPr/>
        </p:nvSpPr>
        <p:spPr>
          <a:xfrm>
            <a:off x="914400" y="6000750"/>
            <a:ext cx="8001000" cy="2762250"/>
          </a:xfrm>
          <a:prstGeom prst="roundRect">
            <a:avLst>
              <a:gd name="adj" fmla="val 9655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914400" y="6000750"/>
            <a:ext cx="152400" cy="2762250"/>
          </a:xfrm>
          <a:prstGeom prst="rect">
            <a:avLst/>
          </a:prstGeom>
          <a:solidFill>
            <a:srgbClr val="E8472B"/>
          </a:solidFill>
          <a:ln/>
        </p:spPr>
      </p:sp>
      <p:sp>
        <p:nvSpPr>
          <p:cNvPr id="16" name="Text 14"/>
          <p:cNvSpPr/>
          <p:nvPr/>
        </p:nvSpPr>
        <p:spPr>
          <a:xfrm>
            <a:off x="1390650" y="6286500"/>
            <a:ext cx="72390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178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NHẬT</a:t>
            </a:r>
            <a:r>
              <a:rPr lang="en-US" sz="1800" b="1" spc="228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KÝ</a:t>
            </a:r>
            <a:r>
              <a:rPr lang="en-US" sz="1800" b="1" spc="225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b="1" spc="226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NHÓM</a:t>
            </a:r>
            <a:r>
              <a:rPr lang="en-US" sz="1800" b="1" spc="228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KHO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390650" y="6762750"/>
            <a:ext cx="7239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1,</a:t>
            </a:r>
            <a:r>
              <a:rPr lang="en-US" sz="4200" dirty="0" spc="1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2,</a:t>
            </a:r>
            <a:r>
              <a:rPr lang="en-US" sz="42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3</a:t>
            </a:r>
            <a:r>
              <a:rPr lang="en-US" sz="4200" dirty="0" spc="-4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và</a:t>
            </a:r>
            <a:r>
              <a:rPr lang="en-US" sz="42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4,</a:t>
            </a:r>
            <a:r>
              <a:rPr lang="en-US" sz="4200" dirty="0" spc="-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5,</a:t>
            </a:r>
            <a:r>
              <a:rPr lang="en-US" sz="42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6</a:t>
            </a:r>
            <a:endParaRPr lang="en-US" sz="4200" dirty="0"/>
          </a:p>
        </p:txBody>
      </p:sp>
      <p:sp>
        <p:nvSpPr>
          <p:cNvPr id="18" name="Text 16"/>
          <p:cNvSpPr/>
          <p:nvPr/>
        </p:nvSpPr>
        <p:spPr>
          <a:xfrm>
            <a:off x="1390650" y="7810500"/>
            <a:ext cx="7239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hai</a:t>
            </a:r>
            <a:r>
              <a:rPr lang="en-US" sz="21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người</a:t>
            </a:r>
            <a:r>
              <a:rPr lang="en-US" sz="21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chia</a:t>
            </a:r>
            <a:r>
              <a:rPr lang="en-US" sz="21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nhau</a:t>
            </a:r>
            <a:r>
              <a:rPr lang="en-US" sz="2100" dirty="0" spc="-7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ba</a:t>
            </a:r>
            <a:r>
              <a:rPr lang="en-US" sz="2100" dirty="0" spc="-18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100" dirty="0" spc="-7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ba</a:t>
            </a:r>
            <a:endParaRPr lang="en-US" sz="2100" dirty="0"/>
          </a:p>
        </p:txBody>
      </p:sp>
      <p:sp>
        <p:nvSpPr>
          <p:cNvPr id="19" name="Shape 17"/>
          <p:cNvSpPr/>
          <p:nvPr/>
        </p:nvSpPr>
        <p:spPr>
          <a:xfrm>
            <a:off x="9372600" y="6000750"/>
            <a:ext cx="8001000" cy="2762250"/>
          </a:xfrm>
          <a:prstGeom prst="roundRect">
            <a:avLst>
              <a:gd name="adj" fmla="val 9655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9372600" y="6000750"/>
            <a:ext cx="152400" cy="2762250"/>
          </a:xfrm>
          <a:prstGeom prst="rect">
            <a:avLst/>
          </a:prstGeom>
          <a:solidFill>
            <a:srgbClr val="E8472B"/>
          </a:solidFill>
          <a:ln/>
        </p:spPr>
      </p:sp>
      <p:sp>
        <p:nvSpPr>
          <p:cNvPr id="21" name="Text 19"/>
          <p:cNvSpPr/>
          <p:nvPr/>
        </p:nvSpPr>
        <p:spPr>
          <a:xfrm>
            <a:off x="9848850" y="6286500"/>
            <a:ext cx="72390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5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THỐNG</a:t>
            </a:r>
            <a:r>
              <a:rPr lang="en-US" sz="1800" b="1" spc="226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KÊ</a:t>
            </a:r>
            <a:r>
              <a:rPr lang="en-US" sz="1800" b="1" spc="179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800" b="1" spc="226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NHÓM</a:t>
            </a:r>
            <a:r>
              <a:rPr lang="en-US" sz="1800" b="1" spc="225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SINH</a:t>
            </a:r>
            <a:r>
              <a:rPr lang="en-US" sz="1800" b="1" spc="214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SAU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9848850" y="6762750"/>
            <a:ext cx="7239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dirty="0" spc="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cả</a:t>
            </a:r>
            <a:r>
              <a:rPr lang="en-US" sz="42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sáu</a:t>
            </a:r>
            <a:r>
              <a:rPr lang="en-US" sz="42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tin</a:t>
            </a:r>
            <a:endParaRPr lang="en-US" sz="4200" dirty="0"/>
          </a:p>
        </p:txBody>
      </p:sp>
      <p:sp>
        <p:nvSpPr>
          <p:cNvPr id="23" name="Text 21"/>
          <p:cNvSpPr/>
          <p:nvPr/>
        </p:nvSpPr>
        <p:spPr>
          <a:xfrm>
            <a:off x="9848850" y="7810500"/>
            <a:ext cx="7239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-2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stream</a:t>
            </a:r>
            <a:r>
              <a:rPr lang="en-US" sz="21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còn</a:t>
            </a:r>
            <a:r>
              <a:rPr lang="en-US" sz="21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6</a:t>
            </a:r>
            <a:r>
              <a:rPr lang="en-US" sz="21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tin</a:t>
            </a:r>
            <a:endParaRPr lang="en-US" sz="2100" dirty="0"/>
          </a:p>
        </p:txBody>
      </p:sp>
      <p:sp>
        <p:nvSpPr>
          <p:cNvPr id="24" name="Shape 22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40671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914400" y="9696450"/>
            <a:ext cx="76200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37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09/10</a:t>
            </a:r>
            <a:endParaRPr lang="en-US" sz="1650" dirty="0"/>
          </a:p>
        </p:txBody>
      </p:sp>
      <p:sp>
        <p:nvSpPr>
          <p:cNvPr id="35" name="Shape 33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6" name="Moda image moda-export-watermark-725bd2cf-5492-4e46-b24b-05c8ee9a329b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11430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17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THUẬT</a:t>
            </a:r>
            <a:r>
              <a:rPr lang="en-US" sz="1950" b="1" spc="226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NGỮ</a:t>
            </a:r>
            <a:r>
              <a:rPr lang="en-US" sz="1950" b="1" spc="174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22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192500" cy="14954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900" dirty="0" spc="-59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Từ</a:t>
            </a:r>
            <a:r>
              <a:rPr lang="en-US" sz="69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viết</a:t>
            </a:r>
            <a:r>
              <a:rPr lang="en-US" sz="6900" dirty="0" spc="-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tắt</a:t>
            </a:r>
            <a:r>
              <a:rPr lang="en-US" sz="6900" dirty="0" spc="-7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và</a:t>
            </a:r>
            <a:r>
              <a:rPr lang="en-US" sz="69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nguồn</a:t>
            </a:r>
            <a:r>
              <a:rPr lang="en-US" sz="6900" dirty="0" spc="1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đối</a:t>
            </a:r>
            <a:r>
              <a:rPr lang="en-US" sz="6900" dirty="0" spc="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chiếu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3048000"/>
            <a:ext cx="7810500" cy="2762250"/>
          </a:xfrm>
          <a:prstGeom prst="roundRect">
            <a:avLst>
              <a:gd name="adj" fmla="val 9655"/>
            </a:avLst>
          </a:prstGeom>
          <a:solidFill>
            <a:srgbClr val="1E212B"/>
          </a:solidFill>
          <a:ln/>
        </p:spPr>
      </p:sp>
      <p:sp>
        <p:nvSpPr>
          <p:cNvPr id="5" name="Text 3"/>
          <p:cNvSpPr/>
          <p:nvPr/>
        </p:nvSpPr>
        <p:spPr>
          <a:xfrm>
            <a:off x="1295400" y="3333750"/>
            <a:ext cx="7048500" cy="1038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800" dirty="0" spc="2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IBM</a:t>
            </a:r>
            <a:endParaRPr lang="en-US" sz="4800" dirty="0"/>
          </a:p>
        </p:txBody>
      </p:sp>
      <p:sp>
        <p:nvSpPr>
          <p:cNvPr id="6" name="Text 4"/>
          <p:cNvSpPr/>
          <p:nvPr/>
        </p:nvSpPr>
        <p:spPr>
          <a:xfrm>
            <a:off x="1295400" y="4229100"/>
            <a:ext cx="7048500" cy="485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dirty="0" spc="-1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International</a:t>
            </a:r>
            <a:r>
              <a:rPr lang="en-US" sz="225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Business</a:t>
            </a:r>
            <a:r>
              <a:rPr lang="en-US" sz="22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Machines</a:t>
            </a:r>
            <a:endParaRPr lang="en-US" sz="2250" dirty="0"/>
          </a:p>
        </p:txBody>
      </p:sp>
      <p:sp>
        <p:nvSpPr>
          <p:cNvPr id="7" name="Text 5"/>
          <p:cNvSpPr/>
          <p:nvPr/>
        </p:nvSpPr>
        <p:spPr>
          <a:xfrm>
            <a:off x="1295400" y="4762500"/>
            <a:ext cx="7048500" cy="485775"/>
          </a:xfrm>
          <a:prstGeom prst="rect">
            <a:avLst/>
          </a:prstGeom>
          <a:noFill/>
          <a:ln/>
        </p:spPr>
        <p:txBody>
          <a:bodyPr wrap="square" lIns="0" tIns="5001" rIns="0" bIns="-5001" rtlCol="0" anchor="t"/>
          <a:lstStyle/>
          <a:p>
            <a:pPr algn="l" indent="0" marL="0">
              <a:lnSpc>
                <a:spcPts val="3150"/>
              </a:lnSpc>
              <a:buNone/>
            </a:pPr>
            <a:r>
              <a:rPr lang="en-US" sz="2250" dirty="0" spc="-6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Tập</a:t>
            </a:r>
            <a:r>
              <a:rPr lang="en-US" sz="2250" dirty="0" spc="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đoàn</a:t>
            </a:r>
            <a:r>
              <a:rPr lang="en-US" sz="2250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công</a:t>
            </a:r>
            <a:r>
              <a:rPr lang="en-US" sz="22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nghệ</a:t>
            </a:r>
            <a:r>
              <a:rPr lang="en-US" sz="2250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2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Mỹ, làm</a:t>
            </a:r>
            <a:r>
              <a:rPr lang="en-US" sz="2250" dirty="0" spc="-3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ra</a:t>
            </a:r>
            <a:r>
              <a:rPr lang="en-US" sz="225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IBM</a:t>
            </a:r>
            <a:r>
              <a:rPr lang="en-US" sz="22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MQ</a:t>
            </a:r>
            <a:endParaRPr lang="en-US" sz="2250" dirty="0"/>
          </a:p>
        </p:txBody>
      </p:sp>
      <p:sp>
        <p:nvSpPr>
          <p:cNvPr id="8" name="Shape 6"/>
          <p:cNvSpPr/>
          <p:nvPr/>
        </p:nvSpPr>
        <p:spPr>
          <a:xfrm>
            <a:off x="914400" y="6000750"/>
            <a:ext cx="7810500" cy="2762250"/>
          </a:xfrm>
          <a:prstGeom prst="roundRect">
            <a:avLst>
              <a:gd name="adj" fmla="val 9655"/>
            </a:avLst>
          </a:prstGeom>
          <a:solidFill>
            <a:srgbClr val="1E212B"/>
          </a:solidFill>
          <a:ln/>
        </p:spPr>
      </p:sp>
      <p:sp>
        <p:nvSpPr>
          <p:cNvPr id="9" name="Text 7"/>
          <p:cNvSpPr/>
          <p:nvPr/>
        </p:nvSpPr>
        <p:spPr>
          <a:xfrm>
            <a:off x="1295400" y="6286500"/>
            <a:ext cx="7048500" cy="1038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800" dirty="0" spc="-2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MQ</a:t>
            </a:r>
            <a:endParaRPr lang="en-US" sz="4800" dirty="0"/>
          </a:p>
        </p:txBody>
      </p:sp>
      <p:sp>
        <p:nvSpPr>
          <p:cNvPr id="10" name="Text 8"/>
          <p:cNvSpPr/>
          <p:nvPr/>
        </p:nvSpPr>
        <p:spPr>
          <a:xfrm>
            <a:off x="1295400" y="7181850"/>
            <a:ext cx="7048500" cy="485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dirty="0" spc="-1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Message</a:t>
            </a:r>
            <a:r>
              <a:rPr lang="en-US" sz="22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Queue</a:t>
            </a:r>
            <a:endParaRPr lang="en-US" sz="2250" dirty="0"/>
          </a:p>
        </p:txBody>
      </p:sp>
      <p:sp>
        <p:nvSpPr>
          <p:cNvPr id="11" name="Text 9"/>
          <p:cNvSpPr/>
          <p:nvPr/>
        </p:nvSpPr>
        <p:spPr>
          <a:xfrm>
            <a:off x="1295400" y="7715250"/>
            <a:ext cx="7048500" cy="485775"/>
          </a:xfrm>
          <a:prstGeom prst="rect">
            <a:avLst/>
          </a:prstGeom>
          <a:noFill/>
          <a:ln/>
        </p:spPr>
        <p:txBody>
          <a:bodyPr wrap="square" lIns="0" tIns="5001" rIns="0" bIns="-5001" rtlCol="0" anchor="t"/>
          <a:lstStyle/>
          <a:p>
            <a:pPr algn="l" indent="0" marL="0">
              <a:lnSpc>
                <a:spcPts val="3150"/>
              </a:lnSpc>
              <a:buNone/>
            </a:pPr>
            <a:r>
              <a:rPr lang="en-US" sz="225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Hàng</a:t>
            </a:r>
            <a:r>
              <a:rPr lang="en-US" sz="2250" dirty="0" spc="1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đợi</a:t>
            </a:r>
            <a:r>
              <a:rPr lang="en-US" sz="22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tin nhắn</a:t>
            </a:r>
            <a:endParaRPr lang="en-US" sz="2250" dirty="0"/>
          </a:p>
        </p:txBody>
      </p:sp>
      <p:sp>
        <p:nvSpPr>
          <p:cNvPr id="12" name="Shape 10"/>
          <p:cNvSpPr/>
          <p:nvPr/>
        </p:nvSpPr>
        <p:spPr>
          <a:xfrm>
            <a:off x="9563100" y="3048000"/>
            <a:ext cx="7810500" cy="5715000"/>
          </a:xfrm>
          <a:prstGeom prst="roundRect">
            <a:avLst>
              <a:gd name="adj" fmla="val 4667"/>
            </a:avLst>
          </a:prstGeom>
          <a:solidFill>
            <a:srgbClr val="1E212B"/>
          </a:solidFill>
          <a:ln/>
        </p:spPr>
      </p:sp>
      <p:sp>
        <p:nvSpPr>
          <p:cNvPr id="13" name="Text 11"/>
          <p:cNvSpPr/>
          <p:nvPr/>
        </p:nvSpPr>
        <p:spPr>
          <a:xfrm>
            <a:off x="9944100" y="3352800"/>
            <a:ext cx="70485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5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9944100" y="3905250"/>
            <a:ext cx="7048500" cy="485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b="1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ByteByteGo</a:t>
            </a:r>
            <a:endParaRPr lang="en-US" sz="2250" dirty="0"/>
          </a:p>
        </p:txBody>
      </p:sp>
      <p:sp>
        <p:nvSpPr>
          <p:cNvPr id="15" name="Text 13"/>
          <p:cNvSpPr/>
          <p:nvPr/>
        </p:nvSpPr>
        <p:spPr>
          <a:xfrm>
            <a:off x="9944100" y="4343400"/>
            <a:ext cx="70485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Bài</a:t>
            </a:r>
            <a:r>
              <a:rPr lang="en-US" sz="19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r>
              <a:rPr lang="en-US" sz="1950" dirty="0" spc="-1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tại</a:t>
            </a:r>
            <a:r>
              <a:rPr lang="en-US" sz="19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commit</a:t>
            </a:r>
            <a:r>
              <a:rPr lang="en-US" sz="1950" dirty="0" spc="-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cố</a:t>
            </a:r>
            <a:r>
              <a:rPr lang="en-US" sz="1950" dirty="0" spc="17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</a:t>
            </a:r>
            <a:endParaRPr lang="en-US" sz="1950" dirty="0"/>
          </a:p>
        </p:txBody>
      </p:sp>
      <p:sp>
        <p:nvSpPr>
          <p:cNvPr id="16" name="Text 14"/>
          <p:cNvSpPr/>
          <p:nvPr/>
        </p:nvSpPr>
        <p:spPr>
          <a:xfrm>
            <a:off x="9944100" y="4953000"/>
            <a:ext cx="7048500" cy="485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b="1" dirty="0" spc="-1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RabbitMQ</a:t>
            </a:r>
            <a:endParaRPr lang="en-US" sz="2250" dirty="0"/>
          </a:p>
        </p:txBody>
      </p:sp>
      <p:sp>
        <p:nvSpPr>
          <p:cNvPr id="17" name="Text 15"/>
          <p:cNvSpPr/>
          <p:nvPr/>
        </p:nvSpPr>
        <p:spPr>
          <a:xfrm>
            <a:off x="9944100" y="5391150"/>
            <a:ext cx="70485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dirty="0" spc="-9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Exchanges</a:t>
            </a:r>
            <a:r>
              <a:rPr lang="en-US" sz="1950" dirty="0" spc="-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dirty="0" spc="-9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Streams</a:t>
            </a:r>
            <a:endParaRPr lang="en-US" sz="1950" dirty="0"/>
          </a:p>
        </p:txBody>
      </p:sp>
      <p:sp>
        <p:nvSpPr>
          <p:cNvPr id="18" name="Text 16"/>
          <p:cNvSpPr/>
          <p:nvPr/>
        </p:nvSpPr>
        <p:spPr>
          <a:xfrm>
            <a:off x="9944100" y="6000750"/>
            <a:ext cx="7048500" cy="485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b="1" dirty="0" spc="-4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Kafka</a:t>
            </a:r>
            <a:endParaRPr lang="en-US" sz="2250" dirty="0"/>
          </a:p>
        </p:txBody>
      </p:sp>
      <p:sp>
        <p:nvSpPr>
          <p:cNvPr id="19" name="Text 17"/>
          <p:cNvSpPr/>
          <p:nvPr/>
        </p:nvSpPr>
        <p:spPr>
          <a:xfrm>
            <a:off x="9944100" y="6438900"/>
            <a:ext cx="70485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dirty="0" spc="-1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Introduction</a:t>
            </a:r>
            <a:endParaRPr lang="en-US" sz="1950" dirty="0"/>
          </a:p>
        </p:txBody>
      </p:sp>
      <p:sp>
        <p:nvSpPr>
          <p:cNvPr id="20" name="Text 18"/>
          <p:cNvSpPr/>
          <p:nvPr/>
        </p:nvSpPr>
        <p:spPr>
          <a:xfrm>
            <a:off x="9944100" y="7048500"/>
            <a:ext cx="3333750" cy="485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Pulsar</a:t>
            </a:r>
            <a:endParaRPr lang="en-US" sz="2250" dirty="0"/>
          </a:p>
        </p:txBody>
      </p:sp>
      <p:sp>
        <p:nvSpPr>
          <p:cNvPr id="21" name="Text 19"/>
          <p:cNvSpPr/>
          <p:nvPr/>
        </p:nvSpPr>
        <p:spPr>
          <a:xfrm>
            <a:off x="9944100" y="7486650"/>
            <a:ext cx="333375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README</a:t>
            </a:r>
            <a:endParaRPr lang="en-US" sz="1950" dirty="0"/>
          </a:p>
        </p:txBody>
      </p:sp>
      <p:sp>
        <p:nvSpPr>
          <p:cNvPr id="22" name="Text 20"/>
          <p:cNvSpPr/>
          <p:nvPr/>
        </p:nvSpPr>
        <p:spPr>
          <a:xfrm>
            <a:off x="13525500" y="7048500"/>
            <a:ext cx="3429000" cy="485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b="1" dirty="0" spc="-2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Redis</a:t>
            </a:r>
            <a:endParaRPr lang="en-US" sz="2250" dirty="0"/>
          </a:p>
        </p:txBody>
      </p:sp>
      <p:sp>
        <p:nvSpPr>
          <p:cNvPr id="23" name="Text 21"/>
          <p:cNvSpPr/>
          <p:nvPr/>
        </p:nvSpPr>
        <p:spPr>
          <a:xfrm>
            <a:off x="13525500" y="7486650"/>
            <a:ext cx="3429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dirty="0" spc="-1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Streams</a:t>
            </a:r>
            <a:endParaRPr lang="en-US" sz="1950" dirty="0"/>
          </a:p>
        </p:txBody>
      </p:sp>
      <p:sp>
        <p:nvSpPr>
          <p:cNvPr id="24" name="Shape 22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4067175" y="9439275"/>
            <a:ext cx="133350" cy="13335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914400" y="9696450"/>
            <a:ext cx="76200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37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10/10</a:t>
            </a:r>
            <a:endParaRPr lang="en-US" sz="1650" dirty="0"/>
          </a:p>
        </p:txBody>
      </p:sp>
      <p:sp>
        <p:nvSpPr>
          <p:cNvPr id="35" name="Shape 33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6" name="Moda image moda-export-watermark-9540221a-e331-40fb-8fbc-9f1ef202f2d5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2026-10-19T01:59:56Z</dcterms:created>
  <dcterms:modified xsi:type="dcterms:W3CDTF">2026-10-19T01:59:56Z</dcterms:modified>
</cp:coreProperties>
</file>