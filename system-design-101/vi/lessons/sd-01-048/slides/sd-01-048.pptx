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81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REST: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81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</a:t>
            </a:r>
            <a:r>
              <a:rPr lang="en-US" sz="81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81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đẹp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tuân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3000" dirty="0" spc="-5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0096500" y="1619250"/>
            <a:ext cx="72771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0477500" y="1809750"/>
            <a:ext cx="133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11811000" y="2362200"/>
            <a:ext cx="5238750" cy="6286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Đang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3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0096500" y="4000500"/>
            <a:ext cx="72771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0477500" y="4191000"/>
            <a:ext cx="133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11811000" y="4743450"/>
            <a:ext cx="5238750" cy="6286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6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10096500" y="6381750"/>
            <a:ext cx="72771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477500" y="6572250"/>
            <a:ext cx="133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4" name="Text 12"/>
          <p:cNvSpPr/>
          <p:nvPr/>
        </p:nvSpPr>
        <p:spPr>
          <a:xfrm>
            <a:off x="11811000" y="7124700"/>
            <a:ext cx="5238750" cy="6286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6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a5db8c2a-307c-435b-a5e8-6b57710b6d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HẠT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 lẫn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095750"/>
          </a:xfrm>
          <a:prstGeom prst="roundRect">
            <a:avLst>
              <a:gd name="adj" fmla="val 65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1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</a:t>
            </a:r>
            <a:r>
              <a:rPr lang="en-US" sz="33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/seeds/7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33500" y="5334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Đẹp,</a:t>
            </a:r>
            <a:r>
              <a:rPr lang="en-US" sz="2700" dirty="0" spc="17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700" dirty="0" spc="8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7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tuân thủ</a:t>
            </a:r>
            <a:r>
              <a:rPr lang="en-US" sz="2700" dirty="0" spc="-1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095750"/>
          </a:xfrm>
          <a:prstGeom prst="roundRect">
            <a:avLst>
              <a:gd name="adj" fmla="val 6512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3429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</a:t>
            </a:r>
            <a:r>
              <a:rPr lang="en-US" sz="1950" b="1" spc="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195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950" dirty="0"/>
          </a:p>
        </p:txBody>
      </p:sp>
      <p:sp>
        <p:nvSpPr>
          <p:cNvPr id="10" name="Text richtext-1792374539030-630853450"/>
          <p:cNvSpPr/>
          <p:nvPr/>
        </p:nvSpPr>
        <p:spPr>
          <a:xfrm>
            <a:off x="9791700" y="4095750"/>
            <a:ext cx="7239000" cy="276225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Ý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8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8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 hiểu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 hồi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14400" y="7715250"/>
            <a:ext cx="114300" cy="6096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734300"/>
            <a:ext cx="16078200" cy="571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cc3f666f-16db-4ee4-9e60-1ccb2bb81e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 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biểu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diễn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8100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095625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39000" y="3095625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3563600" y="2857500"/>
            <a:ext cx="38100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5A5F7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3563600" y="3095625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9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b="1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bảng?</a:t>
            </a:r>
            <a:endParaRPr lang="en-US" sz="2550" dirty="0"/>
          </a:p>
        </p:txBody>
      </p:sp>
      <p:sp>
        <p:nvSpPr>
          <p:cNvPr id="10" name="Connector line-1792374560174-48141755"/>
          <p:cNvSpPr/>
          <p:nvPr/>
        </p:nvSpPr>
        <p:spPr>
          <a:xfrm>
            <a:off x="2819400" y="3810000"/>
            <a:ext cx="0" cy="3905250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11" name="Connector line-1792374560175-770791731"/>
          <p:cNvSpPr/>
          <p:nvPr/>
        </p:nvSpPr>
        <p:spPr>
          <a:xfrm>
            <a:off x="9144000" y="3810000"/>
            <a:ext cx="0" cy="3905250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12" name="Connector line-1792374560175-624791662"/>
          <p:cNvSpPr/>
          <p:nvPr/>
        </p:nvSpPr>
        <p:spPr>
          <a:xfrm>
            <a:off x="15468600" y="3810000"/>
            <a:ext cx="0" cy="3905250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3143250" y="4333875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GET /seeds/7 →</a:t>
            </a:r>
            <a:endParaRPr lang="en-US" sz="2700" dirty="0"/>
          </a:p>
        </p:txBody>
      </p:sp>
      <p:sp>
        <p:nvSpPr>
          <p:cNvPr id="14" name="Connector line-1792374560177-646977358"/>
          <p:cNvSpPr/>
          <p:nvPr/>
        </p:nvSpPr>
        <p:spPr>
          <a:xfrm>
            <a:off x="2819400" y="5000625"/>
            <a:ext cx="62293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7850" y="5476875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100" dirty="0"/>
          </a:p>
        </p:txBody>
      </p:sp>
      <p:sp>
        <p:nvSpPr>
          <p:cNvPr id="16" name="Connector line-1792374560181-240485441"/>
          <p:cNvSpPr/>
          <p:nvPr/>
        </p:nvSpPr>
        <p:spPr>
          <a:xfrm>
            <a:off x="9144000" y="6048375"/>
            <a:ext cx="6229350" cy="0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3143250" y="6667500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← Biểu diễn: tên, mô tả</a:t>
            </a:r>
            <a:endParaRPr lang="en-US" sz="2700" dirty="0"/>
          </a:p>
        </p:txBody>
      </p:sp>
      <p:sp>
        <p:nvSpPr>
          <p:cNvPr id="18" name="Connector line-1792374560185-613979622"/>
          <p:cNvSpPr/>
          <p:nvPr/>
        </p:nvSpPr>
        <p:spPr>
          <a:xfrm>
            <a:off x="2914650" y="7381875"/>
            <a:ext cx="62293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7905750"/>
            <a:ext cx="16459200" cy="857250"/>
          </a:xfrm>
          <a:prstGeom prst="roundRect">
            <a:avLst>
              <a:gd name="adj" fmla="val 22222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11530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đâu.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59989be5-f78c-453d-a83e-a62683f829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-2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nhớ</a:t>
            </a:r>
            <a:r>
              <a:rPr lang="en-US" sz="25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F5E1C4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000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19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1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667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42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33500" y="5715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hạt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4000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1950" b="1" spc="13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791700" y="4667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791700" y="5715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8096250"/>
            <a:ext cx="114300" cy="6096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8143875"/>
            <a:ext cx="16078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 hàng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cấm.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33fd64d0-4139-4275-91ef-6d58d9e0c1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·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Cache-Control</a:t>
            </a:r>
            <a:r>
              <a:rPr lang="en-US" sz="25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164592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7147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b="1" spc="1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7620000" y="3714750"/>
            <a:ext cx="933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1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2308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714875"/>
            <a:ext cx="590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no-store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620000" y="4714875"/>
            <a:ext cx="933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6048375"/>
            <a:ext cx="590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no-cache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7620000" y="6067425"/>
            <a:ext cx="9334500" cy="571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lưu,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6200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33500" y="8048625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no-store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 nghĩa API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“sai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REST”.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0451a0d-c323-4a2e-922c-040719c32b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rà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52387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3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15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Biểu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30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24625" y="2952750"/>
            <a:ext cx="52387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286125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14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TIN?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05625" y="39052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134850" y="2952750"/>
            <a:ext cx="52387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286125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b="1" spc="14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LẠI ĐƯỢC?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15850" y="39052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30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95325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33500" y="7524750"/>
            <a:ext cx="1562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chọn</a:t>
            </a:r>
            <a:r>
              <a:rPr lang="en-US" sz="30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c9aff03-99f6-4bf4-bce7-f4c88a2d49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8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dirty="0" spc="24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hạt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145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6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Vậy</a:t>
            </a:r>
            <a:r>
              <a:rPr lang="en-US" sz="3000" dirty="0" spc="4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333750"/>
            <a:ext cx="133350" cy="2190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524000" y="3238500"/>
            <a:ext cx="15811500" cy="23812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72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trước.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8001000" cy="2190750"/>
          </a:xfrm>
          <a:prstGeom prst="roundRect">
            <a:avLst>
              <a:gd name="adj" fmla="val 10435"/>
            </a:avLst>
          </a:prstGeom>
          <a:solidFill>
            <a:srgbClr val="F5E1C4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72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1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7143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6286500"/>
            <a:ext cx="8001000" cy="2190750"/>
          </a:xfrm>
          <a:prstGeom prst="roundRect">
            <a:avLst>
              <a:gd name="adj" fmla="val 104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6572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14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53600" y="7143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5404f16-e2f3-4735-af5b-3324652768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ràng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tùy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48000"/>
            <a:ext cx="85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190750" y="3095625"/>
            <a:ext cx="6572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khách–máy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190750" y="3667125"/>
            <a:ext cx="657225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250" dirty="0" spc="-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khỏi</a:t>
            </a:r>
            <a:r>
              <a:rPr lang="en-US" sz="2250" dirty="0" spc="17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258300" y="2857500"/>
            <a:ext cx="8115300" cy="1809750"/>
          </a:xfrm>
          <a:prstGeom prst="roundRect">
            <a:avLst>
              <a:gd name="adj" fmla="val 12632"/>
            </a:avLst>
          </a:prstGeom>
          <a:solidFill>
            <a:srgbClr val="F5E1C4"/>
          </a:solidFill>
          <a:ln/>
        </p:spPr>
      </p:sp>
      <p:sp>
        <p:nvSpPr>
          <p:cNvPr id="9" name="Text 7"/>
          <p:cNvSpPr/>
          <p:nvPr/>
        </p:nvSpPr>
        <p:spPr>
          <a:xfrm>
            <a:off x="9582150" y="3048000"/>
            <a:ext cx="85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0534650" y="3095625"/>
            <a:ext cx="6572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534650" y="3667125"/>
            <a:ext cx="657225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2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2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4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4857750"/>
            <a:ext cx="81153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048250"/>
            <a:ext cx="85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190750" y="5095875"/>
            <a:ext cx="6572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190750" y="5667375"/>
            <a:ext cx="657225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250" dirty="0" spc="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258300" y="4857750"/>
            <a:ext cx="8115300" cy="1809750"/>
          </a:xfrm>
          <a:prstGeom prst="roundRect">
            <a:avLst>
              <a:gd name="adj" fmla="val 12632"/>
            </a:avLst>
          </a:prstGeom>
          <a:solidFill>
            <a:srgbClr val="DDE3FA"/>
          </a:solidFill>
          <a:ln/>
        </p:spPr>
      </p:sp>
      <p:sp>
        <p:nvSpPr>
          <p:cNvPr id="17" name="Text 15"/>
          <p:cNvSpPr/>
          <p:nvPr/>
        </p:nvSpPr>
        <p:spPr>
          <a:xfrm>
            <a:off x="9582150" y="5048250"/>
            <a:ext cx="85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10534650" y="5095875"/>
            <a:ext cx="6572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nhất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534650" y="5667375"/>
            <a:ext cx="657225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2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2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diễn,</a:t>
            </a:r>
            <a:r>
              <a:rPr lang="en-US" sz="22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18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250" dirty="0" spc="4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-1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858000"/>
            <a:ext cx="81153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38250" y="7048500"/>
            <a:ext cx="85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5400" dirty="0"/>
          </a:p>
        </p:txBody>
      </p:sp>
      <p:sp>
        <p:nvSpPr>
          <p:cNvPr id="22" name="Text 20"/>
          <p:cNvSpPr/>
          <p:nvPr/>
        </p:nvSpPr>
        <p:spPr>
          <a:xfrm>
            <a:off x="2190750" y="7096125"/>
            <a:ext cx="6572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lớp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2190750" y="7667625"/>
            <a:ext cx="657225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7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250" dirty="0" spc="-1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8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258300" y="6858000"/>
            <a:ext cx="8115300" cy="1809750"/>
          </a:xfrm>
          <a:prstGeom prst="roundRect">
            <a:avLst>
              <a:gd name="adj" fmla="val 12632"/>
            </a:avLst>
          </a:prstGeom>
          <a:solidFill>
            <a:srgbClr val="F3EEE3"/>
          </a:solidFill>
          <a:ln w="19050">
            <a:solidFill>
              <a:srgbClr val="8A867C"/>
            </a:solidFill>
            <a:prstDash val="lgDash"/>
          </a:ln>
        </p:spPr>
      </p:sp>
      <p:sp>
        <p:nvSpPr>
          <p:cNvPr id="25" name="Text 23"/>
          <p:cNvSpPr/>
          <p:nvPr/>
        </p:nvSpPr>
        <p:spPr>
          <a:xfrm>
            <a:off x="9582150" y="7048500"/>
            <a:ext cx="85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8A867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5400" dirty="0"/>
          </a:p>
        </p:txBody>
      </p:sp>
      <p:sp>
        <p:nvSpPr>
          <p:cNvPr id="26" name="Text 24"/>
          <p:cNvSpPr/>
          <p:nvPr/>
        </p:nvSpPr>
        <p:spPr>
          <a:xfrm>
            <a:off x="10534650" y="7096125"/>
            <a:ext cx="6572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·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534650" y="7667625"/>
            <a:ext cx="657225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2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2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250" dirty="0" spc="-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361bc23d-f84c-459c-bac9-5d63ee5143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1346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52750"/>
            <a:ext cx="285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95400" y="3667125"/>
            <a:ext cx="933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095750"/>
            <a:ext cx="933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 cách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857750"/>
            <a:ext cx="101346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48250"/>
            <a:ext cx="285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95400" y="5762625"/>
            <a:ext cx="933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6191250"/>
            <a:ext cx="933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953250"/>
            <a:ext cx="101346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143750"/>
            <a:ext cx="285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95400" y="7858125"/>
            <a:ext cx="933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95400" y="8286750"/>
            <a:ext cx="933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1277600" y="2762250"/>
            <a:ext cx="6096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1620500" y="304800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76574175-766177625"/>
          <p:cNvSpPr/>
          <p:nvPr/>
        </p:nvSpPr>
        <p:spPr>
          <a:xfrm>
            <a:off x="11620500" y="3667125"/>
            <a:ext cx="5524500" cy="4953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Fielding,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§5.1.2–5.1.7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§9.3.1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§5.2.2.4–5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72d98f0-5160-4ea1-be98-a832810950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2026-10-19T03:03:41Z</dcterms:created>
  <dcterms:modified xsi:type="dcterms:W3CDTF">2026-10-19T03:03:41Z</dcterms:modified>
</cp:coreProperties>
</file>