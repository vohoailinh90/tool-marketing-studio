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525000" cy="49720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Hệ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sinh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thái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thanh</a:t>
            </a:r>
            <a:r>
              <a:rPr lang="en-US" sz="81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 thẻ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91440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000" dirty="0" spc="4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300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ai?</a:t>
            </a:r>
            <a:endParaRPr lang="en-US" sz="3000" dirty="0"/>
          </a:p>
        </p:txBody>
      </p:sp>
      <p:sp>
        <p:nvSpPr>
          <p:cNvPr id="5" name="Connector line-1792381635291-63387237"/>
          <p:cNvSpPr/>
          <p:nvPr/>
        </p:nvSpPr>
        <p:spPr>
          <a:xfrm>
            <a:off x="914400" y="828675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8572500"/>
            <a:ext cx="9144000" cy="762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Chuẩn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bị,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thu,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1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thanh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2954000" y="2476500"/>
            <a:ext cx="447675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Chuẩn</a:t>
            </a:r>
            <a:r>
              <a:rPr lang="en-US" sz="2250" b="1" dirty="0" spc="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endParaRPr lang="en-US" sz="2250" dirty="0"/>
          </a:p>
        </p:txBody>
      </p:sp>
      <p:sp>
        <p:nvSpPr>
          <p:cNvPr id="9" name="Connector line-1792381635301-986303947"/>
          <p:cNvSpPr/>
          <p:nvPr/>
        </p:nvSpPr>
        <p:spPr>
          <a:xfrm>
            <a:off x="15192375" y="3333750"/>
            <a:ext cx="0" cy="7048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5059025" y="4019550"/>
            <a:ext cx="266700" cy="228600"/>
          </a:xfrm>
          <a:custGeom>
            <a:avLst/>
            <a:gdLst/>
            <a:ahLst/>
            <a:cxnLst/>
            <a:rect l="l" t="t" r="r" b="b"/>
            <a:pathLst>
              <a:path w="266700" h="228600">
                <a:moveTo>
                  <a:pt x="133350" y="228600"/>
                </a:moveTo>
                <a:lnTo>
                  <a:pt x="0" y="0"/>
                </a:lnTo>
                <a:lnTo>
                  <a:pt x="266700" y="0"/>
                </a:lnTo>
                <a:close/>
              </a:path>
            </a:pathLst>
          </a:custGeom>
          <a:solidFill>
            <a:srgbClr val="9AA0B5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0" y="4286250"/>
            <a:ext cx="447675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2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endParaRPr lang="en-US" sz="2250" dirty="0"/>
          </a:p>
        </p:txBody>
      </p:sp>
      <p:sp>
        <p:nvSpPr>
          <p:cNvPr id="12" name="Connector line-1792381635317-756096578"/>
          <p:cNvSpPr/>
          <p:nvPr/>
        </p:nvSpPr>
        <p:spPr>
          <a:xfrm>
            <a:off x="15192375" y="5143500"/>
            <a:ext cx="0" cy="7048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15059025" y="5829300"/>
            <a:ext cx="266700" cy="228600"/>
          </a:xfrm>
          <a:custGeom>
            <a:avLst/>
            <a:gdLst/>
            <a:ahLst/>
            <a:cxnLst/>
            <a:rect l="l" t="t" r="r" b="b"/>
            <a:pathLst>
              <a:path w="266700" h="228600">
                <a:moveTo>
                  <a:pt x="133350" y="228600"/>
                </a:moveTo>
                <a:lnTo>
                  <a:pt x="0" y="0"/>
                </a:lnTo>
                <a:lnTo>
                  <a:pt x="266700" y="0"/>
                </a:lnTo>
                <a:close/>
              </a:path>
            </a:pathLst>
          </a:custGeom>
          <a:solidFill>
            <a:srgbClr val="9AA0B5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0" y="6096000"/>
            <a:ext cx="447675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25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6" name="Moda image moda-export-watermark-15b53f12-bf02-4ac1-9224-7cd52dfda6f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Câu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3048000"/>
          </a:xfrm>
          <a:prstGeom prst="roundRect">
            <a:avLst>
              <a:gd name="adj" fmla="val 12500"/>
            </a:avLst>
          </a:prstGeom>
          <a:solidFill>
            <a:srgbClr val="14161C"/>
          </a:solidFill>
          <a:ln w="38100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48000"/>
            <a:ext cx="15697200" cy="3048000"/>
          </a:xfrm>
          <a:prstGeom prst="rect">
            <a:avLst/>
          </a:prstGeom>
          <a:noFill/>
          <a:ln/>
        </p:spPr>
        <p:txBody>
          <a:bodyPr wrap="square" lIns="0" tIns="15240" rIns="0" bIns="-15240" rtlCol="0" anchor="ctr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8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PayPal,</a:t>
            </a:r>
            <a:r>
              <a:rPr lang="en-US" sz="4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Stripe</a:t>
            </a:r>
            <a:r>
              <a:rPr lang="en-US" sz="48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48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Square</a:t>
            </a:r>
            <a:r>
              <a:rPr lang="en-US" sz="48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thực</a:t>
            </a:r>
            <a:r>
              <a:rPr lang="en-US" sz="4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4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48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914400" y="6572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 nằm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sơ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liệt</a:t>
            </a:r>
            <a:r>
              <a:rPr lang="en-US" sz="22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mảng;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2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bước.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914400" y="72390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22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22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2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2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mảng,</a:t>
            </a:r>
            <a:r>
              <a:rPr lang="en-US" sz="225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2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39b61a54-12c5-4208-a796-a6278325708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180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800" b="1" spc="30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(BƯỚC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r>
              <a:rPr lang="en-US" sz="1800" b="1" spc="25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chuẩn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4191000"/>
          </a:xfrm>
          <a:prstGeom prst="roundRect">
            <a:avLst>
              <a:gd name="adj" fmla="val 7273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813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2100" b="1" spc="22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endParaRPr lang="en-US" sz="2100" dirty="0"/>
          </a:p>
        </p:txBody>
      </p:sp>
      <p:sp>
        <p:nvSpPr>
          <p:cNvPr id="6" name="Text richtext-1792381637242-278273792"/>
          <p:cNvSpPr/>
          <p:nvPr/>
        </p:nvSpPr>
        <p:spPr>
          <a:xfrm>
            <a:off x="1295400" y="3752850"/>
            <a:ext cx="7239000" cy="3048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7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nợ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 tín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72600" y="2857500"/>
            <a:ext cx="8001000" cy="4191000"/>
          </a:xfrm>
          <a:prstGeom prst="roundRect">
            <a:avLst>
              <a:gd name="adj" fmla="val 7273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53600" y="31813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100" b="1" spc="22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endParaRPr lang="en-US" sz="2100" dirty="0"/>
          </a:p>
        </p:txBody>
      </p:sp>
      <p:sp>
        <p:nvSpPr>
          <p:cNvPr id="9" name="Text richtext-1792381637268-814732677"/>
          <p:cNvSpPr/>
          <p:nvPr/>
        </p:nvSpPr>
        <p:spPr>
          <a:xfrm>
            <a:off x="9753600" y="3752850"/>
            <a:ext cx="7239000" cy="3048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Đăng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ISO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MSP.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7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7524750"/>
            <a:ext cx="16459200" cy="1047750"/>
          </a:xfrm>
          <a:prstGeom prst="roundRect">
            <a:avLst>
              <a:gd name="adj" fmla="val 25455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524750"/>
            <a:ext cx="15697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25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f59ccced-0145-4512-b348-db4346c3311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BÊN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180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(BƯỚC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r>
              <a:rPr lang="en-US" sz="69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mạng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104900" y="2762250"/>
            <a:ext cx="4191000" cy="666750"/>
          </a:xfrm>
          <a:prstGeom prst="roundRect">
            <a:avLst>
              <a:gd name="adj" fmla="val 28571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210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210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7048500" y="2762250"/>
            <a:ext cx="4191000" cy="666750"/>
          </a:xfrm>
          <a:prstGeom prst="roundRect">
            <a:avLst>
              <a:gd name="adj" fmla="val 28571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10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10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10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92100" y="2762250"/>
            <a:ext cx="4191000" cy="666750"/>
          </a:xfrm>
          <a:prstGeom prst="roundRect">
            <a:avLst>
              <a:gd name="adj" fmla="val 28571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10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endParaRPr lang="en-US" sz="2100" dirty="0"/>
          </a:p>
        </p:txBody>
      </p:sp>
      <p:sp>
        <p:nvSpPr>
          <p:cNvPr id="7" name="Connector line-1792381638114-809325572"/>
          <p:cNvSpPr/>
          <p:nvPr/>
        </p:nvSpPr>
        <p:spPr>
          <a:xfrm>
            <a:off x="3200400" y="3429000"/>
            <a:ext cx="0" cy="4000500"/>
          </a:xfrm>
          <a:prstGeom prst="line">
            <a:avLst/>
          </a:prstGeom>
          <a:noFill/>
          <a:ln w="28575">
            <a:solidFill>
              <a:srgbClr val="C9C2AE"/>
            </a:solidFill>
            <a:prstDash val="solid"/>
            <a:headEnd type="none"/>
            <a:tailEnd type="none"/>
          </a:ln>
        </p:spPr>
      </p:sp>
      <p:sp>
        <p:nvSpPr>
          <p:cNvPr id="8" name="Connector line-1792381638114-124702095"/>
          <p:cNvSpPr/>
          <p:nvPr/>
        </p:nvSpPr>
        <p:spPr>
          <a:xfrm>
            <a:off x="9144000" y="3429000"/>
            <a:ext cx="0" cy="4000500"/>
          </a:xfrm>
          <a:prstGeom prst="line">
            <a:avLst/>
          </a:prstGeom>
          <a:noFill/>
          <a:ln w="28575">
            <a:solidFill>
              <a:srgbClr val="C9C2AE"/>
            </a:solidFill>
            <a:prstDash val="solid"/>
            <a:headEnd type="none"/>
            <a:tailEnd type="none"/>
          </a:ln>
        </p:spPr>
      </p:sp>
      <p:sp>
        <p:nvSpPr>
          <p:cNvPr id="9" name="Connector line-1792381638114-732214024"/>
          <p:cNvSpPr/>
          <p:nvPr/>
        </p:nvSpPr>
        <p:spPr>
          <a:xfrm>
            <a:off x="15087600" y="3429000"/>
            <a:ext cx="0" cy="4000500"/>
          </a:xfrm>
          <a:prstGeom prst="line">
            <a:avLst/>
          </a:prstGeom>
          <a:noFill/>
          <a:ln w="28575">
            <a:solidFill>
              <a:srgbClr val="C9C2AE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3505200" y="415290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19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1950" dirty="0"/>
          </a:p>
        </p:txBody>
      </p:sp>
      <p:sp>
        <p:nvSpPr>
          <p:cNvPr id="11" name="Connector line-1792381638120-38931997"/>
          <p:cNvSpPr/>
          <p:nvPr/>
        </p:nvSpPr>
        <p:spPr>
          <a:xfrm>
            <a:off x="3200400" y="4572000"/>
            <a:ext cx="5753100" cy="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8934450" y="4457700"/>
            <a:ext cx="209550" cy="228600"/>
          </a:xfrm>
          <a:custGeom>
            <a:avLst/>
            <a:gdLst/>
            <a:ahLst/>
            <a:cxnLst/>
            <a:rect l="l" t="t" r="r" b="b"/>
            <a:pathLst>
              <a:path w="209550" h="228600">
                <a:moveTo>
                  <a:pt x="209550" y="114300"/>
                </a:moveTo>
                <a:lnTo>
                  <a:pt x="0" y="0"/>
                </a:lnTo>
                <a:lnTo>
                  <a:pt x="0" y="228600"/>
                </a:lnTo>
                <a:close/>
              </a:path>
            </a:pathLst>
          </a:custGeom>
          <a:solidFill>
            <a:srgbClr val="E8472B"/>
          </a:solidFill>
          <a:ln/>
        </p:spPr>
      </p:sp>
      <p:sp>
        <p:nvSpPr>
          <p:cNvPr id="13" name="Text 11"/>
          <p:cNvSpPr/>
          <p:nvPr/>
        </p:nvSpPr>
        <p:spPr>
          <a:xfrm>
            <a:off x="9448800" y="567690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dirty="0" spc="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endParaRPr lang="en-US" sz="1950" dirty="0"/>
          </a:p>
        </p:txBody>
      </p:sp>
      <p:sp>
        <p:nvSpPr>
          <p:cNvPr id="14" name="Connector line-1792381638123-15957336"/>
          <p:cNvSpPr/>
          <p:nvPr/>
        </p:nvSpPr>
        <p:spPr>
          <a:xfrm>
            <a:off x="9144000" y="6096000"/>
            <a:ext cx="5753100" cy="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14878050" y="5981700"/>
            <a:ext cx="209550" cy="228600"/>
          </a:xfrm>
          <a:custGeom>
            <a:avLst/>
            <a:gdLst/>
            <a:ahLst/>
            <a:cxnLst/>
            <a:rect l="l" t="t" r="r" b="b"/>
            <a:pathLst>
              <a:path w="209550" h="228600">
                <a:moveTo>
                  <a:pt x="209550" y="114300"/>
                </a:moveTo>
                <a:lnTo>
                  <a:pt x="0" y="0"/>
                </a:lnTo>
                <a:lnTo>
                  <a:pt x="0" y="228600"/>
                </a:lnTo>
                <a:close/>
              </a:path>
            </a:pathLst>
          </a:custGeom>
          <a:solidFill>
            <a:srgbClr val="E8472B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7715250"/>
            <a:ext cx="16459200" cy="952500"/>
          </a:xfrm>
          <a:prstGeom prst="roundRect">
            <a:avLst>
              <a:gd name="adj" fmla="val 24000"/>
            </a:avLst>
          </a:prstGeom>
          <a:solidFill>
            <a:srgbClr val="14161C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7715250"/>
            <a:ext cx="15697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 giữ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1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toán;</a:t>
            </a:r>
            <a:r>
              <a:rPr lang="en-US" sz="21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21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1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59b5207d-cfa7-4085-b963-44484429674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BÊN</a:t>
            </a:r>
            <a:r>
              <a:rPr lang="en-US" sz="1800" b="1" spc="26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1800" b="1" spc="30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(BƯỚC</a:t>
            </a: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r>
              <a:rPr lang="en-US" sz="180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800" b="1" spc="30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Thay mặt</a:t>
            </a:r>
            <a:r>
              <a:rPr lang="en-US" sz="6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ngân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337185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2190750" y="304800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 lý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57300" y="480060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2190750" y="447675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Nó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mặt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9055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7C93FF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" y="622935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2190750" y="590550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Nó</a:t>
            </a:r>
            <a:r>
              <a:rPr lang="en-US" sz="255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ccc7f58a-c73f-4955-b56f-ce4346678d1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Sơ</a:t>
            </a:r>
            <a:r>
              <a:rPr lang="en-US" sz="6900" dirty="0" spc="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9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chữ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4770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8580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b="1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xảy</a:t>
            </a:r>
            <a:r>
              <a:rPr lang="en-US" sz="25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0396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4206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4206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Quyết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gian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13aced03-4135-431b-b0f7-b1010fd4dfc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69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69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bán?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2190750"/>
          </a:xfrm>
          <a:prstGeom prst="roundRect">
            <a:avLst>
              <a:gd name="adj" fmla="val 13913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480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5242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ISO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 MSP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khoản?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372600" y="2857500"/>
            <a:ext cx="8001000" cy="2190750"/>
          </a:xfrm>
          <a:prstGeom prst="roundRect">
            <a:avLst>
              <a:gd name="adj" fmla="val 13913"/>
            </a:avLst>
          </a:prstGeom>
          <a:solidFill>
            <a:srgbClr val="7C93FF"/>
          </a:solidFill>
          <a:ln/>
        </p:spPr>
      </p:sp>
      <p:sp>
        <p:nvSpPr>
          <p:cNvPr id="8" name="Text 6"/>
          <p:cNvSpPr/>
          <p:nvPr/>
        </p:nvSpPr>
        <p:spPr>
          <a:xfrm>
            <a:off x="9753600" y="30480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2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753600" y="35242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Hợp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 xử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5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334000"/>
            <a:ext cx="8001000" cy="2190750"/>
          </a:xfrm>
          <a:prstGeom prst="roundRect">
            <a:avLst>
              <a:gd name="adj" fmla="val 13913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5524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95400" y="60007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 lý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ai?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72600" y="5334000"/>
            <a:ext cx="8001000" cy="2190750"/>
          </a:xfrm>
          <a:prstGeom prst="roundRect">
            <a:avLst>
              <a:gd name="adj" fmla="val 13913"/>
            </a:avLst>
          </a:prstGeom>
          <a:solidFill>
            <a:srgbClr val="7C93FF"/>
          </a:solidFill>
          <a:ln/>
        </p:spPr>
      </p:sp>
      <p:sp>
        <p:nvSpPr>
          <p:cNvPr id="14" name="Text 12"/>
          <p:cNvSpPr/>
          <p:nvPr/>
        </p:nvSpPr>
        <p:spPr>
          <a:xfrm>
            <a:off x="9753600" y="5524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2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753600" y="60007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 thẻ,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mặt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14400" y="79057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 thêm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thủ tục</a:t>
            </a:r>
            <a:r>
              <a:rPr lang="en-US" sz="19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 dung</a:t>
            </a: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trao</a:t>
            </a:r>
            <a:r>
              <a:rPr lang="en-US" sz="19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2017217f-f8b3-4684-8e88-56a4849906d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342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953000" y="2857500"/>
            <a:ext cx="1143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6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650" dirty="0"/>
          </a:p>
        </p:txBody>
      </p:sp>
      <p:sp>
        <p:nvSpPr>
          <p:cNvPr id="6" name="Connector line-1792381641371-352231125"/>
          <p:cNvSpPr/>
          <p:nvPr/>
        </p:nvSpPr>
        <p:spPr>
          <a:xfrm>
            <a:off x="914400" y="3238500"/>
            <a:ext cx="16459200" cy="0"/>
          </a:xfrm>
          <a:prstGeom prst="line">
            <a:avLst/>
          </a:prstGeom>
          <a:noFill/>
          <a:ln w="190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914400" y="34671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3467100"/>
            <a:ext cx="342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4953000" y="3467100"/>
            <a:ext cx="1219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dải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bước,</a:t>
            </a:r>
            <a:r>
              <a:rPr lang="en-US" sz="22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sơ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470535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DDE3FA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4705350"/>
            <a:ext cx="342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2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4953000" y="4705350"/>
            <a:ext cx="1219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dải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59436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5943600"/>
            <a:ext cx="3619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soạn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4953000" y="5943600"/>
            <a:ext cx="1219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2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ISO,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MSP;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chép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ff0823a1-2b16-4360-8e16-33293f4204f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181100" y="30956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ISO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4572000" y="27622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8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19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9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40957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181100" y="44291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MSP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4572000" y="40957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thành viên.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14400" y="54292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181100" y="57626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4572000" y="54292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Quá</a:t>
            </a:r>
            <a:r>
              <a:rPr lang="en-US" sz="19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9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acquiring: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914400" y="67627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181100" y="70961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9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4572000" y="67627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Quá</a:t>
            </a:r>
            <a:r>
              <a:rPr lang="en-US" sz="19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issuing:</a:t>
            </a:r>
            <a:r>
              <a:rPr lang="en-US" sz="19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9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khách.</a:t>
            </a:r>
            <a:endParaRPr lang="en-US" sz="1950" dirty="0"/>
          </a:p>
        </p:txBody>
      </p:sp>
      <p:sp>
        <p:nvSpPr>
          <p:cNvPr id="16" name="Connector line-1792381642295-809205332"/>
          <p:cNvSpPr/>
          <p:nvPr/>
        </p:nvSpPr>
        <p:spPr>
          <a:xfrm>
            <a:off x="11772900" y="2762250"/>
            <a:ext cx="0" cy="581025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2382500" y="27622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8" name="Text richtext-1792381642297-788982231"/>
          <p:cNvSpPr/>
          <p:nvPr/>
        </p:nvSpPr>
        <p:spPr>
          <a:xfrm>
            <a:off x="12382500" y="3333750"/>
            <a:ext cx="4953000" cy="1333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2382500" y="6858000"/>
            <a:ext cx="4953000" cy="180975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d4670c21-2681-4a6b-b3ad-3430e95654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2026-10-19T04:25:23Z</dcterms:created>
  <dcterms:modified xsi:type="dcterms:W3CDTF">2026-10-19T04:25:23Z</dcterms:modified>
</cp:coreProperties>
</file>