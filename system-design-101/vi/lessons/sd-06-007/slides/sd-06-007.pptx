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050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75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75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5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5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khúc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3810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57150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19200" y="657225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19200" y="723900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nằm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9" name="Connector line-1792371347360-958481836"/>
          <p:cNvSpPr/>
          <p:nvPr/>
        </p:nvSpPr>
        <p:spPr>
          <a:xfrm>
            <a:off x="4762500" y="6762750"/>
            <a:ext cx="3429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5143500" y="5524500"/>
            <a:ext cx="3810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8300" y="57150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48300" y="657225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 cách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5448300" y="723900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khúc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14" name="Connector line-1792371347369-475040563"/>
          <p:cNvSpPr/>
          <p:nvPr/>
        </p:nvSpPr>
        <p:spPr>
          <a:xfrm>
            <a:off x="8991600" y="6762750"/>
            <a:ext cx="3429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3"/>
          <p:cNvSpPr/>
          <p:nvPr/>
        </p:nvSpPr>
        <p:spPr>
          <a:xfrm>
            <a:off x="9372600" y="5524500"/>
            <a:ext cx="3810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77400" y="57150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677400" y="657225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9677400" y="723900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19" name="Connector line-1792371347374-150005669"/>
          <p:cNvSpPr/>
          <p:nvPr/>
        </p:nvSpPr>
        <p:spPr>
          <a:xfrm>
            <a:off x="13220700" y="6762750"/>
            <a:ext cx="3429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0" name="Shape 18"/>
          <p:cNvSpPr/>
          <p:nvPr/>
        </p:nvSpPr>
        <p:spPr>
          <a:xfrm>
            <a:off x="13601700" y="5524500"/>
            <a:ext cx="3810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06500" y="57150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3906500" y="657225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3906500" y="723900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19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cách</a:t>
            </a:r>
            <a:r>
              <a:rPr lang="en-US" sz="19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1fc662d-0676-4f8b-89eb-da71cbcccf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TỪ NHIỀU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KHÚC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nhắm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khúc</a:t>
            </a:r>
            <a:endParaRPr lang="en-US" sz="6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Khúc</a:t>
                      </a:r>
                      <a:r>
                        <a:rPr lang="en-US" sz="255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 gian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5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cắt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5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 mục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Tính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lại,</a:t>
                      </a:r>
                      <a:r>
                        <a:rPr lang="en-US" sz="25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550" b="1" dirty="0" spc="-3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r>
                        <a:rPr lang="en-US" sz="2550" b="1" dirty="0" spc="-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Xếp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 chờ</a:t>
                      </a: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55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rảnh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Cân</a:t>
                      </a:r>
                      <a:r>
                        <a:rPr lang="en-US" sz="2550" b="1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bằng</a:t>
                      </a:r>
                      <a:r>
                        <a:rPr lang="en-US" sz="2550" b="1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tải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Truyền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CDN</a:t>
                      </a:r>
                      <a:r>
                        <a:rPr lang="en-US" sz="2550" b="1" dirty="0" spc="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550" b="1" dirty="0" spc="-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Nén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Chờ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chậm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49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Xử</a:t>
                      </a:r>
                      <a:r>
                        <a:rPr lang="en-US" sz="2550" b="1" dirty="0" spc="-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550" b="1" dirty="0" spc="-6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bất</a:t>
                      </a:r>
                      <a:r>
                        <a:rPr lang="en-US" sz="2550" b="1" dirty="0" spc="-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đồng bộ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71348533-4365726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9a29826-6125-41e4-922d-09c9b31b97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Bớt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tìm,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4000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476750"/>
            <a:ext cx="323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600" dirty="0"/>
          </a:p>
        </p:txBody>
      </p:sp>
      <p:sp>
        <p:nvSpPr>
          <p:cNvPr id="6" name="Connector line-1792371349370-151821493"/>
          <p:cNvSpPr/>
          <p:nvPr/>
        </p:nvSpPr>
        <p:spPr>
          <a:xfrm flipV="1">
            <a:off x="5010150" y="3810000"/>
            <a:ext cx="2952750" cy="1238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371349370-520003313"/>
          <p:cNvSpPr/>
          <p:nvPr/>
        </p:nvSpPr>
        <p:spPr>
          <a:xfrm>
            <a:off x="5010150" y="5810250"/>
            <a:ext cx="2952750" cy="1238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96250" y="2857500"/>
            <a:ext cx="927735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15350" y="3095625"/>
            <a:ext cx="847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900" dirty="0" spc="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8515350" y="3905250"/>
            <a:ext cx="847725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lại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6250" y="5715000"/>
            <a:ext cx="927735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5350" y="5953125"/>
            <a:ext cx="847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8515350" y="6762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515350" y="7143750"/>
            <a:ext cx="400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3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11–13</a:t>
            </a:r>
            <a:r>
              <a:rPr lang="en-US" sz="48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4800" dirty="0"/>
          </a:p>
        </p:txBody>
      </p:sp>
      <p:sp>
        <p:nvSpPr>
          <p:cNvPr id="15" name="Connector line-1792371349383-167288357"/>
          <p:cNvSpPr/>
          <p:nvPr/>
        </p:nvSpPr>
        <p:spPr>
          <a:xfrm>
            <a:off x="12192000" y="7572375"/>
            <a:ext cx="666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049250" y="6762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chỉ</a:t>
            </a:r>
            <a:r>
              <a:rPr lang="en-US" sz="1950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049250" y="7143750"/>
            <a:ext cx="400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3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1,3–2,1</a:t>
            </a:r>
            <a:r>
              <a:rPr lang="en-US" sz="48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4800" dirty="0"/>
          </a:p>
        </p:txBody>
      </p:sp>
      <p:sp>
        <p:nvSpPr>
          <p:cNvPr id="18" name="Connector line-1792371349389-89236985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0089b19-aeb6-4875-afc7-e40c0bf1ef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25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Bớt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hàng,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Cân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4500" dirty="0"/>
          </a:p>
        </p:txBody>
      </p:sp>
      <p:sp>
        <p:nvSpPr>
          <p:cNvPr id="7" name="Text richtext-1792371387186-552985709"/>
          <p:cNvSpPr/>
          <p:nvPr/>
        </p:nvSpPr>
        <p:spPr>
          <a:xfrm>
            <a:off x="13335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cho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4500" dirty="0"/>
          </a:p>
        </p:txBody>
      </p:sp>
      <p:sp>
        <p:nvSpPr>
          <p:cNvPr id="11" name="Text richtext-1792371387213-977540448"/>
          <p:cNvSpPr/>
          <p:nvPr/>
        </p:nvSpPr>
        <p:spPr>
          <a:xfrm>
            <a:off x="97917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Trúng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sao: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mọi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8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bản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endParaRPr lang="en-US" sz="2400" dirty="0"/>
          </a:p>
        </p:txBody>
      </p:sp>
      <p:sp>
        <p:nvSpPr>
          <p:cNvPr id="12" name="Connector line-1792371387223-67167258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b3e252f-8d8f-4a0c-a742-fed3d3248d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80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52500" y="276225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5" name="Connector line-1792371388099-998173240"/>
          <p:cNvSpPr/>
          <p:nvPr/>
        </p:nvSpPr>
        <p:spPr>
          <a:xfrm>
            <a:off x="28575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239000" y="276225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7" name="Connector line-1792371388101-233537248"/>
          <p:cNvSpPr/>
          <p:nvPr/>
        </p:nvSpPr>
        <p:spPr>
          <a:xfrm>
            <a:off x="91440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3525500" y="276225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550" dirty="0"/>
          </a:p>
        </p:txBody>
      </p:sp>
      <p:sp>
        <p:nvSpPr>
          <p:cNvPr id="9" name="Connector line-1792371388103-165281751"/>
          <p:cNvSpPr/>
          <p:nvPr/>
        </p:nvSpPr>
        <p:spPr>
          <a:xfrm>
            <a:off x="154305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10" name="Connector line-1792371388103-20276508"/>
          <p:cNvSpPr/>
          <p:nvPr/>
        </p:nvSpPr>
        <p:spPr>
          <a:xfrm>
            <a:off x="2857500" y="4286250"/>
            <a:ext cx="6286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048000" y="37909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12" name="Connector line-1792371388106-593660815"/>
          <p:cNvSpPr/>
          <p:nvPr/>
        </p:nvSpPr>
        <p:spPr>
          <a:xfrm flipH="1">
            <a:off x="2857500" y="5334000"/>
            <a:ext cx="62865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48000" y="48387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3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250" dirty="0"/>
          </a:p>
        </p:txBody>
      </p:sp>
      <p:sp>
        <p:nvSpPr>
          <p:cNvPr id="14" name="Connector line-1792371388108-441735377"/>
          <p:cNvSpPr/>
          <p:nvPr/>
        </p:nvSpPr>
        <p:spPr>
          <a:xfrm>
            <a:off x="9144000" y="6381750"/>
            <a:ext cx="6286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334500" y="58864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525500" y="6953250"/>
            <a:ext cx="3810000" cy="142875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0" y="69532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ctr"/>
          <a:lstStyle/>
          <a:p>
            <a:pPr algn="ctr" indent="0" marL="0">
              <a:lnSpc>
                <a:spcPts val="2835"/>
              </a:lnSpc>
              <a:buNone/>
            </a:pPr>
            <a:r>
              <a:rPr lang="en-US" sz="210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thư,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cáo: làm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8" name="Connector line-1792371388115-37986339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12c4737-c471-4525-add5-e45d9490eb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GZIP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620000" cy="3048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8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8,5%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208.881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17.720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gzip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0" y="2952750"/>
            <a:ext cx="82296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295275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nén,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859000" y="2952750"/>
            <a:ext cx="219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9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1,5</a:t>
            </a:r>
            <a:r>
              <a:rPr lang="en-US" sz="3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144000" y="4286250"/>
            <a:ext cx="82296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428625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859000" y="4286250"/>
            <a:ext cx="219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9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4,5</a:t>
            </a:r>
            <a:r>
              <a:rPr lang="en-US" sz="39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9144000" y="5715000"/>
            <a:ext cx="8229600" cy="2762250"/>
          </a:xfrm>
          <a:prstGeom prst="roundRect">
            <a:avLst>
              <a:gd name="adj" fmla="val 9655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5905500"/>
            <a:ext cx="74676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r>
              <a:rPr lang="en-US" sz="33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300" dirty="0" spc="-2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cỡ:</a:t>
            </a: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nén</a:t>
            </a:r>
            <a:r>
              <a:rPr lang="en-US" sz="3300" dirty="0" spc="-3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3300" dirty="0" spc="-2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</a:t>
            </a:r>
            <a:r>
              <a:rPr lang="en-US" sz="3300" dirty="0" spc="-1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hơn.</a:t>
            </a:r>
            <a:endParaRPr lang="en-US" sz="3300" dirty="0"/>
          </a:p>
        </p:txBody>
      </p:sp>
      <p:sp>
        <p:nvSpPr>
          <p:cNvPr id="14" name="Connector line-1792371388957-301010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3807276-e9eb-4b27-a3b3-6c2d8872c0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77200" cy="2047875"/>
          </a:xfrm>
          <a:prstGeom prst="roundRect">
            <a:avLst>
              <a:gd name="adj" fmla="val 1302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95625"/>
            <a:ext cx="7315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6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95400" y="3857625"/>
            <a:ext cx="7315200" cy="9144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nghiệm;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296400" y="2857500"/>
            <a:ext cx="8077200" cy="2047875"/>
          </a:xfrm>
          <a:prstGeom prst="roundRect">
            <a:avLst>
              <a:gd name="adj" fmla="val 1302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400" y="3095625"/>
            <a:ext cx="7315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6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6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77400" y="3857625"/>
            <a:ext cx="7315200" cy="9144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8077200" cy="2047875"/>
          </a:xfrm>
          <a:prstGeom prst="roundRect">
            <a:avLst>
              <a:gd name="adj" fmla="val 1302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381625"/>
            <a:ext cx="7315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Nén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95400" y="6143625"/>
            <a:ext cx="7315200" cy="9144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CPU;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JPEG,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296400" y="5143500"/>
            <a:ext cx="8077200" cy="2047875"/>
          </a:xfrm>
          <a:prstGeom prst="roundRect">
            <a:avLst>
              <a:gd name="adj" fmla="val 1302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7400" y="5381625"/>
            <a:ext cx="7315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Bất</a:t>
            </a:r>
            <a:r>
              <a:rPr lang="en-US" sz="36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3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77400" y="6143625"/>
            <a:ext cx="7315200" cy="9144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7620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khúc</a:t>
            </a:r>
            <a:r>
              <a:rPr lang="en-US" sz="24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vốn</a:t>
            </a:r>
            <a:r>
              <a:rPr lang="en-US" sz="24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4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400" dirty="0"/>
          </a:p>
        </p:txBody>
      </p:sp>
      <p:sp>
        <p:nvSpPr>
          <p:cNvPr id="17" name="Connector line-1792371431912-47515776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4285bd9-2d35-4a02-8a66-2269d0f05a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1,8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ms.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 có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giúp?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86000" y="30480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287000" y="3048000"/>
            <a:ext cx="6762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381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286000" y="43815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khúc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287000" y="4381500"/>
            <a:ext cx="6762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Khúc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715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286000" y="57150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287000" y="5715000"/>
            <a:ext cx="6762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chỉ mục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7048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2286000" y="70485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287000" y="7048500"/>
            <a:ext cx="6762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100" dirty="0"/>
          </a:p>
        </p:txBody>
      </p:sp>
      <p:sp>
        <p:nvSpPr>
          <p:cNvPr id="20" name="Connector line-1792371432770-31774346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d89ea38-ae71-4a68-a076-d92086b0ab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1433828-666379398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cách,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1433837-608608349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khúc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đo;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cách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10" name="Connector line-1792371433845-53172853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93b6f8e-709e-4ced-b3a0-1fd2036a45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14400" y="3371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695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486400" y="2762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5486400" y="3371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0" y="3695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286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914400" y="4895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5219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86400" y="4286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5486400" y="4895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0" y="5219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5810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14400" y="6419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6743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486400" y="5810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JPEG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5486400" y="6419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Joint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Photographic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Experts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86400" y="6743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vốn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733425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914400" y="79438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4400" y="82677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7" name="Text richtext-1792371434712-442849328"/>
          <p:cNvSpPr/>
          <p:nvPr/>
        </p:nvSpPr>
        <p:spPr>
          <a:xfrm>
            <a:off x="10572750" y="3810000"/>
            <a:ext cx="6324600" cy="2857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IETF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Working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Group: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572750" y="7239000"/>
            <a:ext cx="6324600" cy="952500"/>
          </a:xfrm>
          <a:prstGeom prst="rect">
            <a:avLst/>
          </a:prstGeom>
          <a:noFill/>
          <a:ln/>
        </p:spPr>
        <p:txBody>
          <a:bodyPr wrap="square" lIns="0" tIns="4004" rIns="0" bIns="-4004" rtlCol="0" anchor="t"/>
          <a:lstStyle/>
          <a:p>
            <a:pPr algn="l" indent="0" marL="0">
              <a:lnSpc>
                <a:spcPts val="2514"/>
              </a:lnSpc>
              <a:buNone/>
            </a:pPr>
            <a:r>
              <a:rPr lang="en-US" sz="1796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796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796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796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796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796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796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796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796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796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796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796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796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796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796" dirty="0"/>
          </a:p>
        </p:txBody>
      </p:sp>
      <p:sp>
        <p:nvSpPr>
          <p:cNvPr id="29" name="Connector line-1792371434723-51084859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4507146f-8063-4fb5-9e54-bcba199a72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2026-10-19T00:57:38Z</dcterms:created>
  <dcterms:modified xsi:type="dcterms:W3CDTF">2026-10-19T00:57:38Z</dcterms:modified>
</cp:coreProperties>
</file>