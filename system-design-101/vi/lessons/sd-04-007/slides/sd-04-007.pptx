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Mức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 lập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dịch: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8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780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78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lúc,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733425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39000" y="5524500"/>
            <a:ext cx="4953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Uncommitted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39000" y="6477000"/>
            <a:ext cx="6477000" cy="7620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39000" y="7429500"/>
            <a:ext cx="8001000" cy="762000"/>
          </a:xfrm>
          <a:prstGeom prst="roundRect">
            <a:avLst>
              <a:gd name="adj" fmla="val 25000"/>
            </a:avLst>
          </a:prstGeom>
          <a:solidFill>
            <a:srgbClr val="3A4170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1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39000" y="8382000"/>
            <a:ext cx="9563100" cy="7620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Serializable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c9ad5539-0f61-48fc-8fc7-4452589067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4095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904"/>
              </a:lnSpc>
              <a:buNone/>
            </a:pPr>
            <a:r>
              <a:rPr lang="en-US" sz="8400" dirty="0" spc="-1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Mức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8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cao: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84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tượng,</a:t>
            </a:r>
            <a:r>
              <a:rPr lang="en-US" sz="8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904"/>
              </a:lnSpc>
              <a:buNone/>
            </a:pPr>
            <a:r>
              <a:rPr lang="en-US" sz="84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8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8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8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14400" y="647700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647700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477000"/>
            <a:ext cx="11430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6477000"/>
            <a:ext cx="11430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477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đọc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bẩn.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753600" y="6477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9c2721e-635d-434f-88ba-d44831cd12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58674" rIns="0" bIns="-58674" rtlCol="0" anchor="t"/>
          <a:lstStyle/>
          <a:p>
            <a:pPr algn="l" indent="0" marL="0">
              <a:lnSpc>
                <a:spcPts val="6864"/>
              </a:lnSpc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T1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6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T2</a:t>
            </a:r>
            <a:r>
              <a:rPr lang="en-US" sz="66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6572250" y="3810000"/>
            <a:ext cx="5143500" cy="2476500"/>
          </a:xfrm>
          <a:prstGeom prst="roundRect">
            <a:avLst>
              <a:gd name="adj" fmla="val 12308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  <a:ln/>
        </p:spPr>
        <p:txBody>
          <a:bodyPr wrap="square" lIns="0" tIns="6318" rIns="0" bIns="-6318" rtlCol="0" anchor="ctr"/>
          <a:lstStyle/>
          <a:p>
            <a:pPr algn="ctr" indent="0" marL="0">
              <a:lnSpc>
                <a:spcPts val="3563"/>
              </a:lnSpc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T2</a:t>
            </a:r>
            <a:r>
              <a:rPr lang="en-US" sz="28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28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200,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28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hàng,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276225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52450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20600" y="276225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20600" y="552450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0150" y="295275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UNCOMMITTED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00150" y="348615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commit: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00150" y="57150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00150" y="624840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706350" y="295275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06350" y="348615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706350" y="57150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SERIALIZABLE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06350" y="624840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Repeatable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18" name="Connector line-1792442663405-436564027"/>
          <p:cNvSpPr/>
          <p:nvPr/>
        </p:nvSpPr>
        <p:spPr>
          <a:xfrm flipH="1" flipV="1">
            <a:off x="5905500" y="3810000"/>
            <a:ext cx="666750" cy="6667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442663406-844322151"/>
          <p:cNvSpPr/>
          <p:nvPr/>
        </p:nvSpPr>
        <p:spPr>
          <a:xfrm flipH="1">
            <a:off x="5905500" y="5619750"/>
            <a:ext cx="666750" cy="6667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442663406-350013128"/>
          <p:cNvSpPr/>
          <p:nvPr/>
        </p:nvSpPr>
        <p:spPr>
          <a:xfrm flipV="1">
            <a:off x="11715750" y="3810000"/>
            <a:ext cx="666750" cy="6667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442663406-131371691"/>
          <p:cNvSpPr/>
          <p:nvPr/>
        </p:nvSpPr>
        <p:spPr>
          <a:xfrm>
            <a:off x="11715750" y="5619750"/>
            <a:ext cx="666750" cy="6667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Uncommitted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5d47cca-a118-4136-ae39-f0d6e54742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58674" rIns="0" bIns="-58674" rtlCol="0" anchor="t"/>
          <a:lstStyle/>
          <a:p>
            <a:pPr algn="l" indent="0" marL="0">
              <a:lnSpc>
                <a:spcPts val="6864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bác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sĩ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76500"/>
            <a:ext cx="133350" cy="1047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47650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hai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390525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390525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05250"/>
            <a:ext cx="8001000" cy="952500"/>
          </a:xfrm>
          <a:prstGeom prst="roundRect">
            <a:avLst>
              <a:gd name="adj" fmla="val 32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3000" b="1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3905250"/>
            <a:ext cx="8001000" cy="952500"/>
          </a:xfrm>
          <a:prstGeom prst="roundRect">
            <a:avLst>
              <a:gd name="adj" fmla="val 32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Serializable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95400" y="53340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hai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95400" y="6191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29540" rIns="0" bIns="-129540" rtlCol="0" anchor="t"/>
          <a:lstStyle/>
          <a:p>
            <a:pPr algn="ctr" indent="0" marL="0">
              <a:lnSpc>
                <a:spcPts val="12750"/>
              </a:lnSpc>
              <a:buNone/>
            </a:pPr>
            <a:r>
              <a:rPr lang="en-US" sz="127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12750" dirty="0"/>
          </a:p>
        </p:txBody>
      </p:sp>
      <p:sp>
        <p:nvSpPr>
          <p:cNvPr id="13" name="Text 11"/>
          <p:cNvSpPr/>
          <p:nvPr/>
        </p:nvSpPr>
        <p:spPr>
          <a:xfrm>
            <a:off x="1295400" y="8096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753600" y="53340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753600" y="6191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29540" rIns="0" bIns="-129540" rtlCol="0" anchor="t"/>
          <a:lstStyle/>
          <a:p>
            <a:pPr algn="ctr" indent="0" marL="0">
              <a:lnSpc>
                <a:spcPts val="12750"/>
              </a:lnSpc>
              <a:buNone/>
            </a:pPr>
            <a:r>
              <a:rPr lang="en-US" sz="127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2750" dirty="0"/>
          </a:p>
        </p:txBody>
      </p:sp>
      <p:sp>
        <p:nvSpPr>
          <p:cNvPr id="16" name="Text 14"/>
          <p:cNvSpPr/>
          <p:nvPr/>
        </p:nvSpPr>
        <p:spPr>
          <a:xfrm>
            <a:off x="9753600" y="8096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c42cfaf-83c5-4c74-b9cc-81493d6f6a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4800" b="1" dirty="0" spc="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4800" b="1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48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48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48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48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230"/>
          </a:solidFill>
          <a:ln w="28575">
            <a:solidFill>
              <a:srgbClr val="F2B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29000"/>
            <a:ext cx="114300" cy="4953000"/>
          </a:xfrm>
          <a:prstGeom prst="rect">
            <a:avLst/>
          </a:prstGeom>
          <a:solidFill>
            <a:srgbClr val="F2B93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3000" b="1" dirty="0" spc="3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b="1" dirty="0" spc="-82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5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giống,</a:t>
            </a:r>
            <a:r>
              <a:rPr lang="en-US" sz="3000" b="1" dirty="0" spc="-3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b="1" dirty="0" spc="-1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3000" b="1" dirty="0" spc="0" kern="0">
                <a:solidFill>
                  <a:srgbClr val="F2B9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476250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63100" y="34290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230"/>
          </a:solidFill>
          <a:ln w="28575">
            <a:solidFill>
              <a:srgbClr val="4C8D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63100" y="3429000"/>
            <a:ext cx="114300" cy="4953000"/>
          </a:xfrm>
          <a:prstGeom prst="rect">
            <a:avLst/>
          </a:prstGeom>
          <a:solidFill>
            <a:srgbClr val="4C8DF6"/>
          </a:solidFill>
          <a:ln/>
        </p:spPr>
      </p:sp>
      <p:sp>
        <p:nvSpPr>
          <p:cNvPr id="10" name="Text 8"/>
          <p:cNvSpPr/>
          <p:nvPr/>
        </p:nvSpPr>
        <p:spPr>
          <a:xfrm>
            <a:off x="998220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3000" b="1" dirty="0" spc="3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b="1" dirty="0" spc="17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000" b="1" dirty="0" spc="0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3000" b="1" dirty="0" spc="-10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3000" b="1" dirty="0" spc="-2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82200" y="476250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 chạy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cả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từ</a:t>
            </a:r>
            <a:r>
              <a:rPr lang="en-US" sz="270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74963fd-fd05-4dca-8e25-f39cf85486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1F9D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1F9D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1F9D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F9D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36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6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tổng,</a:t>
            </a:r>
            <a:r>
              <a:rPr lang="en-US" sz="36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6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600" b="1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6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đơn.</a:t>
            </a:r>
            <a:r>
              <a:rPr lang="en-US" sz="36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6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36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36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6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có lệch</a:t>
            </a:r>
            <a:r>
              <a:rPr lang="en-US" sz="36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F9D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7623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557212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câu lệnh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381250" y="73818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chụp,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c19b11e-9738-48bc-83e8-d1855441fd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42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42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42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42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42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42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MVCC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7239000" cy="1428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Multi-Version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550" dirty="0"/>
          </a:p>
        </p:txBody>
      </p:sp>
      <p:sp>
        <p:nvSpPr>
          <p:cNvPr id="6" name="Connector line-1792442799799-688243321"/>
          <p:cNvSpPr/>
          <p:nvPr/>
        </p:nvSpPr>
        <p:spPr>
          <a:xfrm>
            <a:off x="8382000" y="3857625"/>
            <a:ext cx="15240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134600" y="3143250"/>
            <a:ext cx="7239000" cy="1428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Multiversion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50482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Serializable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619750"/>
            <a:ext cx="7239000" cy="1428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</p:txBody>
      </p:sp>
      <p:sp>
        <p:nvSpPr>
          <p:cNvPr id="10" name="Connector line-1792442799806-343916420"/>
          <p:cNvSpPr/>
          <p:nvPr/>
        </p:nvSpPr>
        <p:spPr>
          <a:xfrm>
            <a:off x="8382000" y="6334125"/>
            <a:ext cx="15240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134600" y="5619750"/>
            <a:ext cx="7239000" cy="1428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620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 của mỗi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144718d-dd57-4aac-88ec-42305dd889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81600" cy="3429000"/>
          </a:xfrm>
          <a:prstGeom prst="roundRect">
            <a:avLst>
              <a:gd name="adj" fmla="val 6667"/>
            </a:avLst>
          </a:prstGeom>
          <a:solidFill>
            <a:srgbClr val="1E2230"/>
          </a:solidFill>
          <a:ln w="28575">
            <a:solidFill>
              <a:srgbClr val="4C8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2667000"/>
            <a:ext cx="5181600" cy="3429000"/>
          </a:xfrm>
          <a:prstGeom prst="roundRect">
            <a:avLst>
              <a:gd name="adj" fmla="val 6667"/>
            </a:avLst>
          </a:prstGeom>
          <a:solidFill>
            <a:srgbClr val="1E2230"/>
          </a:solidFill>
          <a:ln w="28575">
            <a:solidFill>
              <a:srgbClr val="4C8D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2667000"/>
            <a:ext cx="5181600" cy="3429000"/>
          </a:xfrm>
          <a:prstGeom prst="roundRect">
            <a:avLst>
              <a:gd name="adj" fmla="val 6667"/>
            </a:avLst>
          </a:prstGeom>
          <a:solidFill>
            <a:srgbClr val="1E2230"/>
          </a:solidFill>
          <a:ln w="28575">
            <a:solidFill>
              <a:srgbClr val="4C8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4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4000500"/>
            <a:ext cx="44196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342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8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MVCC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934200" y="4000500"/>
            <a:ext cx="44196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5730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7" kern="0">
                <a:solidFill>
                  <a:srgbClr val="7FB0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SSI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573000" y="4000500"/>
            <a:ext cx="44196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ảnh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68580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4C8D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7429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4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4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4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40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-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400" dirty="0" spc="-1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Control,</a:t>
            </a:r>
            <a:r>
              <a:rPr lang="en-US" sz="240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57d3315-1c4d-4262-826b-524312af35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2026-10-19T20:48:34Z</dcterms:created>
  <dcterms:modified xsi:type="dcterms:W3CDTF">2026-10-19T20:48:34Z</dcterms:modified>
</cp:coreProperties>
</file>