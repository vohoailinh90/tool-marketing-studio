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1717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 môn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7719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CIA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bản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672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6" name="Connector line-1792338490927-283651555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cần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38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CIA</a:t>
            </a:r>
            <a:endParaRPr lang="en-US" sz="1650" dirty="0"/>
          </a:p>
        </p:txBody>
      </p:sp>
      <p:sp>
        <p:nvSpPr>
          <p:cNvPr id="15" name="Connector line-1792338490950-407257348"/>
          <p:cNvSpPr/>
          <p:nvPr/>
        </p:nvSpPr>
        <p:spPr>
          <a:xfrm flipH="1">
            <a:off x="11811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490950-335348197"/>
          <p:cNvSpPr/>
          <p:nvPr/>
        </p:nvSpPr>
        <p:spPr>
          <a:xfrm>
            <a:off x="14097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7" name="Connector line-1792338490951-887757285"/>
          <p:cNvSpPr/>
          <p:nvPr/>
        </p:nvSpPr>
        <p:spPr>
          <a:xfrm>
            <a:off x="11811000" y="6191250"/>
            <a:ext cx="4572000" cy="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3506450" y="302895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11220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15792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4916150" y="329565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16150" y="37147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668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2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668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240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5240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0ede879-2bf9-4eea-8736-c097dc4f6b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81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8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 thủ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hai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619750"/>
            <a:ext cx="7239000" cy="2952750"/>
          </a:xfrm>
          <a:prstGeom prst="roundRect">
            <a:avLst>
              <a:gd name="adj" fmla="val 90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962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650" dirty="0"/>
          </a:p>
        </p:txBody>
      </p:sp>
      <p:sp>
        <p:nvSpPr>
          <p:cNvPr id="7" name="Text richtext-1792338520292-410382214"/>
          <p:cNvSpPr/>
          <p:nvPr/>
        </p:nvSpPr>
        <p:spPr>
          <a:xfrm>
            <a:off x="1333500" y="6438900"/>
            <a:ext cx="64770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lời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40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 nghiệm nhỏ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53500" y="1333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391650" y="1676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858500" y="1562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30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858500" y="2057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58500" y="2495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8953500" y="34290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391650" y="37719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0858500" y="36576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3000" b="1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1529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45910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8953500" y="5524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391650" y="5867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0858500" y="5753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858500" y="6248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58500" y="6686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8953500" y="786765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CIA: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Confidentiality</a:t>
            </a:r>
            <a:r>
              <a:rPr lang="en-US" sz="18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Integrity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Availability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53500" y="8229600"/>
            <a:ext cx="8039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chữ viết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650" dirty="0"/>
          </a:p>
        </p:txBody>
      </p:sp>
      <p:sp>
        <p:nvSpPr>
          <p:cNvPr id="26" name="Connector line-1792338520348-4060692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9e8c0a2-3762-47fd-bfb6-700739ff7c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/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850" dirty="0" spc="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8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339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50101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3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3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33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33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300" dirty="0"/>
          </a:p>
        </p:txBody>
      </p:sp>
      <p:sp>
        <p:nvSpPr>
          <p:cNvPr id="8" name="Connector line-1792338798882-772877649"/>
          <p:cNvSpPr/>
          <p:nvPr/>
        </p:nvSpPr>
        <p:spPr>
          <a:xfrm>
            <a:off x="20955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Connector line-1792338798882-502924669"/>
          <p:cNvSpPr/>
          <p:nvPr/>
        </p:nvSpPr>
        <p:spPr>
          <a:xfrm>
            <a:off x="49530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57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1148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972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814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Toàn</a:t>
            </a:r>
            <a:r>
              <a:rPr lang="en-US" sz="180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vẹn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38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Sẵn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53500" y="12763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953500" y="18097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8300" y="21336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72700" y="215265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4954250" y="21717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sd-14-002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172700" y="27622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8953500" y="403860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58300" y="43624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172700" y="438150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4954250" y="440055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 sd-14-004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72700" y="499110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8953500" y="62674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583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0172700" y="6610350"/>
            <a:ext cx="457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4954250" y="66294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72700" y="72199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250" dirty="0"/>
          </a:p>
        </p:txBody>
      </p:sp>
      <p:sp>
        <p:nvSpPr>
          <p:cNvPr id="33" name="Connector line-1792338798927-3163241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69c5aec-ca6d-460a-b8f9-cbd04e3153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4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2850" dirty="0" spc="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850" dirty="0" spc="1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85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850" dirty="0" spc="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64008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 USD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900 USD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8938116-62698842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sd-14-015)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16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163300" y="1695450"/>
            <a:ext cx="361950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700" dirty="0"/>
          </a:p>
        </p:txBody>
      </p:sp>
      <p:sp>
        <p:nvSpPr>
          <p:cNvPr id="14" name="Connector line-1792338938141-633901913"/>
          <p:cNvSpPr/>
          <p:nvPr/>
        </p:nvSpPr>
        <p:spPr>
          <a:xfrm>
            <a:off x="12973050" y="2495550"/>
            <a:ext cx="0" cy="7429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Connector line-1792338938141-664597140"/>
          <p:cNvSpPr/>
          <p:nvPr/>
        </p:nvSpPr>
        <p:spPr>
          <a:xfrm>
            <a:off x="10915650" y="3238500"/>
            <a:ext cx="411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938142-258790765"/>
          <p:cNvSpPr/>
          <p:nvPr/>
        </p:nvSpPr>
        <p:spPr>
          <a:xfrm>
            <a:off x="109156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938142-380032722"/>
          <p:cNvSpPr/>
          <p:nvPr/>
        </p:nvSpPr>
        <p:spPr>
          <a:xfrm>
            <a:off x="150304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182600" y="2533650"/>
            <a:ext cx="3810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80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80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80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lật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bit: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535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92202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AES-CTR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2202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2202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5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900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2202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không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0683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3DFB8"/>
          </a:solidFill>
          <a:ln/>
        </p:spPr>
      </p:sp>
      <p:sp>
        <p:nvSpPr>
          <p:cNvPr id="25" name="Text 23"/>
          <p:cNvSpPr/>
          <p:nvPr/>
        </p:nvSpPr>
        <p:spPr>
          <a:xfrm>
            <a:off x="133350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AES-GCM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33350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3350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InvalidTag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33350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53500" y="6362700"/>
            <a:ext cx="8039100" cy="1390650"/>
          </a:xfrm>
          <a:prstGeom prst="roundRect">
            <a:avLst>
              <a:gd name="adj" fmla="val 16438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8300" y="65532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HMAC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258300" y="6953250"/>
            <a:ext cx="742950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21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953500" y="794385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bí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8953500" y="83820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34" name="Connector line-1792338938170-9842486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e3e33226-546f-48ba-a844-c906eb0803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 được</a:t>
            </a:r>
            <a:r>
              <a:rPr lang="en-US" sz="285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33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9062036-937672270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cho</a:t>
            </a:r>
            <a:r>
              <a:rPr lang="en-US" sz="24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165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953500" y="17145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treo”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lặng.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14" name="Connector line-1792339062058-667000683"/>
          <p:cNvSpPr/>
          <p:nvPr/>
        </p:nvSpPr>
        <p:spPr>
          <a:xfrm>
            <a:off x="8953500" y="40957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5" name="Connector line-1792339062058-39009613"/>
          <p:cNvSpPr/>
          <p:nvPr/>
        </p:nvSpPr>
        <p:spPr>
          <a:xfrm>
            <a:off x="8953500" y="54292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8953500" y="3048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20250" y="3067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92000" y="3162300"/>
            <a:ext cx="3810000" cy="533400"/>
          </a:xfrm>
          <a:prstGeom prst="roundRect">
            <a:avLst>
              <a:gd name="adj" fmla="val 25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0/5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953500" y="43815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620250" y="4343400"/>
            <a:ext cx="24955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192000" y="4495800"/>
            <a:ext cx="2057400" cy="533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4401800" y="4610100"/>
            <a:ext cx="2762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2,70</a:t>
            </a: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8953500" y="5715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620250" y="5734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192000" y="5829300"/>
            <a:ext cx="571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6" name="Text 24"/>
          <p:cNvSpPr/>
          <p:nvPr/>
        </p:nvSpPr>
        <p:spPr>
          <a:xfrm>
            <a:off x="12420600" y="5943600"/>
            <a:ext cx="419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7" name="Connector line-1792339062074-677879592"/>
          <p:cNvSpPr/>
          <p:nvPr/>
        </p:nvSpPr>
        <p:spPr>
          <a:xfrm>
            <a:off x="12192000" y="6686550"/>
            <a:ext cx="3810000" cy="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9062074-520604342"/>
          <p:cNvSpPr/>
          <p:nvPr/>
        </p:nvSpPr>
        <p:spPr>
          <a:xfrm>
            <a:off x="1219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171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1650" dirty="0"/>
          </a:p>
        </p:txBody>
      </p:sp>
      <p:sp>
        <p:nvSpPr>
          <p:cNvPr id="30" name="Connector line-1792339062076-694349625"/>
          <p:cNvSpPr/>
          <p:nvPr/>
        </p:nvSpPr>
        <p:spPr>
          <a:xfrm>
            <a:off x="12954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477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32" name="Connector line-1792339062077-603071682"/>
          <p:cNvSpPr/>
          <p:nvPr/>
        </p:nvSpPr>
        <p:spPr>
          <a:xfrm>
            <a:off x="13716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3239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34" name="Connector line-1792339062079-837154462"/>
          <p:cNvSpPr/>
          <p:nvPr/>
        </p:nvSpPr>
        <p:spPr>
          <a:xfrm>
            <a:off x="14478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14001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36" name="Connector line-1792339062080-765012785"/>
          <p:cNvSpPr/>
          <p:nvPr/>
        </p:nvSpPr>
        <p:spPr>
          <a:xfrm>
            <a:off x="15240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4763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38" name="Connector line-1792339062082-131852184"/>
          <p:cNvSpPr/>
          <p:nvPr/>
        </p:nvSpPr>
        <p:spPr>
          <a:xfrm>
            <a:off x="1600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1552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8953500" y="7429500"/>
            <a:ext cx="803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treo: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5/5,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8953500" y="79629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953500" y="83058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 không</a:t>
            </a:r>
            <a:r>
              <a:rPr lang="en-US" sz="180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800" dirty="0"/>
          </a:p>
        </p:txBody>
      </p:sp>
      <p:sp>
        <p:nvSpPr>
          <p:cNvPr id="43" name="Connector line-1792339062089-44050299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97bfb-b38c-469a-8231-64d1c95924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STRIDE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Mẹo</a:t>
            </a:r>
            <a:r>
              <a:rPr lang="en-US" sz="2850" dirty="0" spc="-5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8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8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8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mối</a:t>
            </a:r>
            <a:r>
              <a:rPr lang="en-US" sz="2850" dirty="0" spc="1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850" dirty="0" spc="-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mỗi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tính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239000" cy="3105150"/>
          </a:xfrm>
          <a:prstGeom prst="roundRect">
            <a:avLst>
              <a:gd name="adj" fmla="val 8589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03885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LỪA</a:t>
            </a:r>
            <a:r>
              <a:rPr lang="en-US" sz="1650" b="1" spc="1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(PHISHING)</a:t>
            </a:r>
            <a:endParaRPr lang="en-US" sz="1650" dirty="0"/>
          </a:p>
        </p:txBody>
      </p:sp>
      <p:sp>
        <p:nvSpPr>
          <p:cNvPr id="8" name="Text richtext-1792339384718-545422849"/>
          <p:cNvSpPr/>
          <p:nvPr/>
        </p:nvSpPr>
        <p:spPr>
          <a:xfrm>
            <a:off x="1333500" y="6496050"/>
            <a:ext cx="6477000" cy="2381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 chỉ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passkey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Passkey: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sd-14-006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0" y="121920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 ĐE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001750" y="1219200"/>
            <a:ext cx="29908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953500" y="1619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24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400" dirty="0"/>
          </a:p>
        </p:txBody>
      </p:sp>
      <p:sp>
        <p:nvSpPr>
          <p:cNvPr id="13" name="Connector line-1792339384748-934802566"/>
          <p:cNvSpPr/>
          <p:nvPr/>
        </p:nvSpPr>
        <p:spPr>
          <a:xfrm>
            <a:off x="12744450" y="209550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4001750" y="1619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953500" y="2762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4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400" dirty="0"/>
          </a:p>
        </p:txBody>
      </p:sp>
      <p:sp>
        <p:nvSpPr>
          <p:cNvPr id="16" name="Connector line-1792339384752-808213567"/>
          <p:cNvSpPr/>
          <p:nvPr/>
        </p:nvSpPr>
        <p:spPr>
          <a:xfrm>
            <a:off x="12744450" y="3238500"/>
            <a:ext cx="10858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4001750" y="2762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8953500" y="3905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19" name="Connector line-1792339384756-450408591"/>
          <p:cNvSpPr/>
          <p:nvPr/>
        </p:nvSpPr>
        <p:spPr>
          <a:xfrm>
            <a:off x="12744450" y="4381500"/>
            <a:ext cx="10858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001750" y="3905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21" name="Connector line-1792339384758-160722220"/>
          <p:cNvSpPr/>
          <p:nvPr/>
        </p:nvSpPr>
        <p:spPr>
          <a:xfrm>
            <a:off x="8953500" y="5238750"/>
            <a:ext cx="8039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8953500" y="53340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18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18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1800" dirty="0" spc="2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53500" y="57721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mạo</a:t>
            </a:r>
            <a:endParaRPr lang="en-US" sz="2250" dirty="0"/>
          </a:p>
        </p:txBody>
      </p:sp>
      <p:sp>
        <p:nvSpPr>
          <p:cNvPr id="24" name="Connector line-1792339384763-926568867"/>
          <p:cNvSpPr/>
          <p:nvPr/>
        </p:nvSpPr>
        <p:spPr>
          <a:xfrm>
            <a:off x="12744450" y="61722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4001750" y="57721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Xác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8953500" y="674370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Chối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250" dirty="0"/>
          </a:p>
        </p:txBody>
      </p:sp>
      <p:sp>
        <p:nvSpPr>
          <p:cNvPr id="27" name="Connector line-1792339384766-671389445"/>
          <p:cNvSpPr/>
          <p:nvPr/>
        </p:nvSpPr>
        <p:spPr>
          <a:xfrm>
            <a:off x="12744450" y="714375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001750" y="674370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vết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8953500" y="77152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0" name="Connector line-1792339384770-79069164"/>
          <p:cNvSpPr/>
          <p:nvPr/>
        </p:nvSpPr>
        <p:spPr>
          <a:xfrm>
            <a:off x="12744450" y="81153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4001750" y="77152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2" name="Connector line-1792339384772-48531900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1c6b4ac9-aec2-4d79-a687-d80d1cc66a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PHÒNG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192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7" name="Text richtext-1792363417754-65093351"/>
          <p:cNvSpPr/>
          <p:nvPr/>
        </p:nvSpPr>
        <p:spPr>
          <a:xfrm>
            <a:off x="12192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Connector line-1792363417772-652974461"/>
          <p:cNvSpPr/>
          <p:nvPr/>
        </p:nvSpPr>
        <p:spPr>
          <a:xfrm>
            <a:off x="12192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192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0" name="Text richtext-1792363417775-500260979"/>
          <p:cNvSpPr/>
          <p:nvPr/>
        </p:nvSpPr>
        <p:spPr>
          <a:xfrm>
            <a:off x="12192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 nó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bị làm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5151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199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virus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199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4" name="Text richtext-1792363417785-14723152"/>
          <p:cNvSpPr/>
          <p:nvPr/>
        </p:nvSpPr>
        <p:spPr>
          <a:xfrm>
            <a:off x="68199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 phần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nên</a:t>
            </a:r>
            <a:r>
              <a:rPr lang="en-US" sz="25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5" name="Connector line-1792363417789-597340028"/>
          <p:cNvSpPr/>
          <p:nvPr/>
        </p:nvSpPr>
        <p:spPr>
          <a:xfrm>
            <a:off x="68199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8199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richtext-1792363417792-831381423"/>
          <p:cNvSpPr/>
          <p:nvPr/>
        </p:nvSpPr>
        <p:spPr>
          <a:xfrm>
            <a:off x="6819900" y="6800850"/>
            <a:ext cx="46482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hiệu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819900" y="7962900"/>
            <a:ext cx="46482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 lệ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1158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4206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2" name="Text richtext-1792363417804-97193159"/>
          <p:cNvSpPr/>
          <p:nvPr/>
        </p:nvSpPr>
        <p:spPr>
          <a:xfrm>
            <a:off x="124206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3" name="Connector line-1792363417807-203024248"/>
          <p:cNvSpPr/>
          <p:nvPr/>
        </p:nvSpPr>
        <p:spPr>
          <a:xfrm>
            <a:off x="124206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24206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25" name="Text richtext-1792363417809-709233773"/>
          <p:cNvSpPr/>
          <p:nvPr/>
        </p:nvSpPr>
        <p:spPr>
          <a:xfrm>
            <a:off x="124206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giúp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26" name="Connector line-1792363417813-85701071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1cdb295-c08a-4bb6-94ae-09378d59d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làm hại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7239000" cy="3676650"/>
          </a:xfrm>
          <a:prstGeom prst="roundRect">
            <a:avLst>
              <a:gd name="adj" fmla="val 725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46735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16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1650" b="1" spc="21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7" name="Text richtext-1792363476549-523225304"/>
          <p:cNvSpPr/>
          <p:nvPr/>
        </p:nvSpPr>
        <p:spPr>
          <a:xfrm>
            <a:off x="1333500" y="5924550"/>
            <a:ext cx="6477000" cy="2667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 trọn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53500" y="12192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 ·</a:t>
            </a:r>
            <a:r>
              <a:rPr lang="en-US" sz="1650" b="1" spc="21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25000" y="16192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0" y="17907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829800" y="2133600"/>
            <a:ext cx="6286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829800" y="306705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1800" dirty="0"/>
          </a:p>
        </p:txBody>
      </p:sp>
      <p:sp>
        <p:nvSpPr>
          <p:cNvPr id="14" name="Connector line-1792363476583-895847311"/>
          <p:cNvSpPr/>
          <p:nvPr/>
        </p:nvSpPr>
        <p:spPr>
          <a:xfrm>
            <a:off x="12973050" y="3524250"/>
            <a:ext cx="0" cy="9906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277850" y="37719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95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9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195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19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19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525000" y="45910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47625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29800" y="5143500"/>
            <a:ext cx="6286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829800" y="5848350"/>
            <a:ext cx="219075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5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650" b="1" spc="138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14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525000" y="6896100"/>
            <a:ext cx="6896100" cy="1619250"/>
          </a:xfrm>
          <a:prstGeom prst="roundRect">
            <a:avLst>
              <a:gd name="adj" fmla="val 15294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70866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6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829800" y="7486650"/>
            <a:ext cx="6286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STRIDE,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LINDDUN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(MDN)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khác.</a:t>
            </a:r>
            <a:endParaRPr lang="en-US" sz="2100" dirty="0"/>
          </a:p>
        </p:txBody>
      </p:sp>
      <p:sp>
        <p:nvSpPr>
          <p:cNvPr id="23" name="Connector line-1792363476601-54640163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6d7137a5-ff42-41bf-b6ee-e17474116f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238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8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9334500" cy="1866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cửa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 mọi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hàng,</a:t>
            </a:r>
            <a:r>
              <a:rPr lang="en-US" sz="24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mãi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nào,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9277350" cy="3962400"/>
          </a:xfrm>
          <a:prstGeom prst="roundRect">
            <a:avLst>
              <a:gd name="adj" fmla="val 76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816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650" b="1" spc="1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38125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360045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33800" y="5695950"/>
            <a:ext cx="304800" cy="247650"/>
          </a:xfrm>
          <a:custGeom>
            <a:avLst/>
            <a:gdLst/>
            <a:ahLst/>
            <a:cxnLst/>
            <a:rect l="l" t="t" r="r" b="b"/>
            <a:pathLst>
              <a:path w="304800" h="247650">
                <a:moveTo>
                  <a:pt x="0" y="133350"/>
                </a:moveTo>
                <a:lnTo>
                  <a:pt x="114300" y="247650"/>
                </a:lnTo>
                <a:lnTo>
                  <a:pt x="304800" y="0"/>
                </a:lnTo>
              </a:path>
            </a:pathLst>
          </a:custGeom>
          <a:ln w="571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38250" y="78676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0090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842010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0"/>
                </a:moveTo>
                <a:lnTo>
                  <a:pt x="26670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266700" y="0"/>
                </a:moveTo>
                <a:lnTo>
                  <a:pt x="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790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57900" y="78676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0" y="914400"/>
            <a:ext cx="6705600" cy="7905750"/>
          </a:xfrm>
          <a:prstGeom prst="roundRect">
            <a:avLst>
              <a:gd name="adj" fmla="val 454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25200" y="13716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96650" y="1562100"/>
            <a:ext cx="361950" cy="295275"/>
          </a:xfrm>
          <a:custGeom>
            <a:avLst/>
            <a:gdLst/>
            <a:ahLst/>
            <a:cxnLst/>
            <a:rect l="l" t="t" r="r" b="b"/>
            <a:pathLst>
              <a:path w="361950" h="295275">
                <a:moveTo>
                  <a:pt x="0" y="152400"/>
                </a:moveTo>
                <a:lnTo>
                  <a:pt x="142875" y="295275"/>
                </a:lnTo>
                <a:lnTo>
                  <a:pt x="3619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25200" y="23241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125200" y="2705100"/>
            <a:ext cx="5905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 sàng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đang</a:t>
            </a: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7200" dirty="0"/>
          </a:p>
        </p:txBody>
      </p:sp>
      <p:sp>
        <p:nvSpPr>
          <p:cNvPr id="23" name="Text richtext-1792363513035-141663266"/>
          <p:cNvSpPr/>
          <p:nvPr/>
        </p:nvSpPr>
        <p:spPr>
          <a:xfrm>
            <a:off x="11125200" y="5219700"/>
            <a:ext cx="5905500" cy="3238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bí</a:t>
            </a:r>
            <a:r>
              <a:rPr lang="en-US" sz="24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độ,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4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công:</a:t>
            </a:r>
            <a:r>
              <a:rPr lang="en-US" sz="240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40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4" name="Connector line-1792363513046-688905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0f7f1c73-ea2b-4b88-8370-be0abd72f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40970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04900" y="154305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04900" y="194310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Integrity,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04900" y="27813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4238625" y="140970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4429125" y="154305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USD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29125" y="194310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United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Dollar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429125" y="27813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Mỹ,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562850" y="140970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753350" y="154305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753350" y="194310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753350" y="27813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887075" y="140970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077575" y="154305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1077575" y="194310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1077575" y="27813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 chung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4211300" y="1409700"/>
            <a:ext cx="31623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4401800" y="1543050"/>
            <a:ext cx="2781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CTR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401800" y="1943100"/>
            <a:ext cx="2781300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CounTeR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4401800" y="2781300"/>
            <a:ext cx="2781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báo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14400" y="360045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104900" y="37338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104900" y="41338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04900" y="497205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kiểm: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4238625" y="360045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4429125" y="37338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429125" y="41338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429125" y="497205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7562850" y="360045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7753350" y="37338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753350" y="41338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753350" y="497205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0887075" y="3600450"/>
            <a:ext cx="3171825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36" name="Text 34"/>
          <p:cNvSpPr/>
          <p:nvPr/>
        </p:nvSpPr>
        <p:spPr>
          <a:xfrm>
            <a:off x="11077575" y="37338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ASVS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1077575" y="41338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Verification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077575" y="497205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3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4211300" y="3600450"/>
            <a:ext cx="31623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14401800" y="3733800"/>
            <a:ext cx="2781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4401800" y="4133850"/>
            <a:ext cx="2781300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4401800" y="4972050"/>
            <a:ext cx="2781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5067300" y="5791200"/>
            <a:ext cx="6076950" cy="1752600"/>
          </a:xfrm>
          <a:prstGeom prst="roundRect">
            <a:avLst>
              <a:gd name="adj" fmla="val 11957"/>
            </a:avLst>
          </a:prstGeom>
          <a:solidFill>
            <a:srgbClr val="1E212B"/>
          </a:solidFill>
          <a:ln/>
        </p:spPr>
      </p:sp>
      <p:sp>
        <p:nvSpPr>
          <p:cNvPr id="44" name="Text 42"/>
          <p:cNvSpPr/>
          <p:nvPr/>
        </p:nvSpPr>
        <p:spPr>
          <a:xfrm>
            <a:off x="5295900" y="5943600"/>
            <a:ext cx="561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STRIDE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5295900" y="63817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Spoofing,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Tampering,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Repudiation,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Information disclosure,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Denial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service,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Elevation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privilege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295900" y="7048500"/>
            <a:ext cx="5619750" cy="3619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Mẹo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ninh.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1296650" y="5791200"/>
            <a:ext cx="6076950" cy="1752600"/>
          </a:xfrm>
          <a:prstGeom prst="roundRect">
            <a:avLst>
              <a:gd name="adj" fmla="val 11957"/>
            </a:avLst>
          </a:prstGeom>
          <a:solidFill>
            <a:srgbClr val="1E212B"/>
          </a:solidFill>
          <a:ln/>
        </p:spPr>
      </p:sp>
      <p:sp>
        <p:nvSpPr>
          <p:cNvPr id="48" name="Text 46"/>
          <p:cNvSpPr/>
          <p:nvPr/>
        </p:nvSpPr>
        <p:spPr>
          <a:xfrm>
            <a:off x="11525250" y="5943600"/>
            <a:ext cx="561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LINDDUN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11525250" y="63817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Linking,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Identifying,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Non-repudiation,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Detecting,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disclosure,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Unawareness,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Non-compliance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25250" y="7048500"/>
            <a:ext cx="5619750" cy="3619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Mẹo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6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tư.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14400" y="7867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914400" y="8229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Series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socketserver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6296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4" name="Connector line-1792394885300-6257910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914400" y="5791200"/>
            <a:ext cx="4000500" cy="1752600"/>
          </a:xfrm>
          <a:prstGeom prst="roundRect">
            <a:avLst>
              <a:gd name="adj" fmla="val 11957"/>
            </a:avLst>
          </a:prstGeom>
          <a:solidFill>
            <a:srgbClr val="1E212B"/>
          </a:solidFill>
          <a:ln/>
        </p:spPr>
      </p:sp>
      <p:sp>
        <p:nvSpPr>
          <p:cNvPr id="67" name="Text 65"/>
          <p:cNvSpPr/>
          <p:nvPr/>
        </p:nvSpPr>
        <p:spPr>
          <a:xfrm>
            <a:off x="1143000" y="5943600"/>
            <a:ext cx="3543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DoS</a:t>
            </a:r>
            <a:endParaRPr lang="en-US" sz="2400" dirty="0"/>
          </a:p>
        </p:txBody>
      </p:sp>
      <p:sp>
        <p:nvSpPr>
          <p:cNvPr id="68" name="Text 66"/>
          <p:cNvSpPr/>
          <p:nvPr/>
        </p:nvSpPr>
        <p:spPr>
          <a:xfrm>
            <a:off x="1143000" y="6381750"/>
            <a:ext cx="3543300" cy="2857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Denial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Service</a:t>
            </a:r>
            <a:endParaRPr lang="en-US" sz="1650" dirty="0"/>
          </a:p>
        </p:txBody>
      </p:sp>
      <p:sp>
        <p:nvSpPr>
          <p:cNvPr id="69" name="Text 67"/>
          <p:cNvSpPr/>
          <p:nvPr/>
        </p:nvSpPr>
        <p:spPr>
          <a:xfrm>
            <a:off x="1143000" y="67437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1650" dirty="0"/>
          </a:p>
        </p:txBody>
      </p:sp>
      <p:sp>
        <p:nvSpPr>
          <p:cNvPr id="70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1" name="Moda image moda-export-watermark-9797e441-c75f-46c8-b5dc-4a8935712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2026-10-19T08:04:51Z</dcterms:created>
  <dcterms:modified xsi:type="dcterms:W3CDTF">2026-10-19T08:04:51Z</dcterms:modified>
</cp:coreProperties>
</file>