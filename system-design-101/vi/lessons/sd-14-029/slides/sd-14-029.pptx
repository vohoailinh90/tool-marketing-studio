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5717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2.0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933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57750"/>
            <a:ext cx="9334500" cy="10668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27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7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27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</p:txBody>
      </p:sp>
      <p:sp>
        <p:nvSpPr>
          <p:cNvPr id="6" name="Connector line-1792338527200-928026888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245745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spc="23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650" b="1" spc="23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6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650" b="1" spc="2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859000" y="2438400"/>
            <a:ext cx="257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1800" dirty="0" spc="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18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1800" dirty="0"/>
          </a:p>
        </p:txBody>
      </p:sp>
      <p:sp>
        <p:nvSpPr>
          <p:cNvPr id="16" name="Connector line-1792338527222-111472937"/>
          <p:cNvSpPr/>
          <p:nvPr/>
        </p:nvSpPr>
        <p:spPr>
          <a:xfrm>
            <a:off x="10953750" y="3048000"/>
            <a:ext cx="6477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782300" y="2876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7259300" y="2876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Shape 17"/>
          <p:cNvSpPr/>
          <p:nvPr/>
        </p:nvSpPr>
        <p:spPr>
          <a:xfrm>
            <a:off x="14049375" y="29051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763250" y="379095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 CREDENTIALS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573250" y="37719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8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800" dirty="0" spc="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18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1800" dirty="0"/>
          </a:p>
        </p:txBody>
      </p:sp>
      <p:sp>
        <p:nvSpPr>
          <p:cNvPr id="22" name="Connector line-1792338527228-70513578"/>
          <p:cNvSpPr/>
          <p:nvPr/>
        </p:nvSpPr>
        <p:spPr>
          <a:xfrm>
            <a:off x="10953750" y="4381500"/>
            <a:ext cx="64770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782300" y="4210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59300" y="4210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14049375" y="4238625"/>
            <a:ext cx="285750" cy="2857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10763250" y="512445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IMPLICIT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573250" y="51054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80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khuyên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1800" dirty="0"/>
          </a:p>
        </p:txBody>
      </p:sp>
      <p:sp>
        <p:nvSpPr>
          <p:cNvPr id="28" name="Connector line-1792338527234-121702704"/>
          <p:cNvSpPr/>
          <p:nvPr/>
        </p:nvSpPr>
        <p:spPr>
          <a:xfrm>
            <a:off x="10953750" y="5715000"/>
            <a:ext cx="6477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lg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782300" y="5543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7259300" y="5543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Connector line-1792338527234-542368355"/>
          <p:cNvSpPr/>
          <p:nvPr/>
        </p:nvSpPr>
        <p:spPr>
          <a:xfrm>
            <a:off x="14039850" y="5562600"/>
            <a:ext cx="304800" cy="30480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2" name="Connector line-1792338527234-644289497"/>
          <p:cNvSpPr/>
          <p:nvPr/>
        </p:nvSpPr>
        <p:spPr>
          <a:xfrm flipH="1">
            <a:off x="14039850" y="5562600"/>
            <a:ext cx="304800" cy="30480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0763250" y="645795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1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4573250" y="64389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800" dirty="0" spc="-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khuyên</a:t>
            </a:r>
            <a:r>
              <a:rPr lang="en-US" sz="18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1800" dirty="0"/>
          </a:p>
        </p:txBody>
      </p:sp>
      <p:sp>
        <p:nvSpPr>
          <p:cNvPr id="35" name="Connector line-1792338527240-833759937"/>
          <p:cNvSpPr/>
          <p:nvPr/>
        </p:nvSpPr>
        <p:spPr>
          <a:xfrm>
            <a:off x="10953750" y="7048500"/>
            <a:ext cx="64770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lgDash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782300" y="6877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17259300" y="6877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Connector line-1792338527240-958563284"/>
          <p:cNvSpPr/>
          <p:nvPr/>
        </p:nvSpPr>
        <p:spPr>
          <a:xfrm>
            <a:off x="14039850" y="6896100"/>
            <a:ext cx="304800" cy="30480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39" name="Connector line-1792338527240-246727500"/>
          <p:cNvSpPr/>
          <p:nvPr/>
        </p:nvSpPr>
        <p:spPr>
          <a:xfrm flipH="1">
            <a:off x="14039850" y="6896100"/>
            <a:ext cx="304800" cy="30480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cfa85f24-b11b-430d-93f4-a01bcb821a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382000" cy="24765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xin</a:t>
            </a:r>
            <a:r>
              <a:rPr lang="en-US" sz="78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token,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78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0010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hoặc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7810500" cy="3143250"/>
          </a:xfrm>
          <a:prstGeom prst="roundRect">
            <a:avLst>
              <a:gd name="adj" fmla="val 8485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388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643890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72199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43100" y="720090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95400" y="79438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943100" y="792480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486900" y="1428750"/>
            <a:ext cx="3810000" cy="3429000"/>
          </a:xfrm>
          <a:prstGeom prst="roundRect">
            <a:avLst>
              <a:gd name="adj" fmla="val 7222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563600" y="1428750"/>
            <a:ext cx="3810000" cy="3429000"/>
          </a:xfrm>
          <a:prstGeom prst="roundRect">
            <a:avLst>
              <a:gd name="adj" fmla="val 7222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486900" y="5086350"/>
            <a:ext cx="3810000" cy="3429000"/>
          </a:xfrm>
          <a:prstGeom prst="roundRect">
            <a:avLst>
              <a:gd name="adj" fmla="val 7222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3563600" y="5086350"/>
            <a:ext cx="3810000" cy="3429000"/>
          </a:xfrm>
          <a:prstGeom prst="roundRect">
            <a:avLst>
              <a:gd name="adj" fmla="val 7222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982200" y="177165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9800" y="2209800"/>
            <a:ext cx="685800" cy="285750"/>
          </a:xfrm>
          <a:custGeom>
            <a:avLst/>
            <a:gdLst/>
            <a:ahLst/>
            <a:cxnLst/>
            <a:rect l="l" t="t" r="r" b="b"/>
            <a:pathLst>
              <a:path w="685800" h="285750">
                <a:moveTo>
                  <a:pt x="0" y="285750"/>
                </a:moveTo>
                <a:cubicBezTo>
                  <a:pt x="0" y="76200"/>
                  <a:pt x="152400" y="0"/>
                  <a:pt x="342900" y="0"/>
                </a:cubicBezTo>
                <a:cubicBezTo>
                  <a:pt x="533400" y="0"/>
                  <a:pt x="685800" y="76200"/>
                  <a:pt x="685800" y="285750"/>
                </a:cubicBezTo>
                <a:close/>
              </a:path>
            </a:pathLst>
          </a:cu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281940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791700" y="34290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3868400" y="17716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E8E0CF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21" name="Connector line-1792338801353-896115622"/>
          <p:cNvSpPr/>
          <p:nvPr/>
        </p:nvSpPr>
        <p:spPr>
          <a:xfrm>
            <a:off x="13868400" y="2000250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3868400" y="281940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3868400" y="34290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2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791700" y="5429250"/>
            <a:ext cx="762000" cy="285750"/>
          </a:xfrm>
          <a:prstGeom prst="roundRect">
            <a:avLst>
              <a:gd name="adj" fmla="val 26667"/>
            </a:avLst>
          </a:prstGeom>
          <a:solidFill>
            <a:srgbClr val="E8E0CF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91700" y="5848350"/>
            <a:ext cx="762000" cy="285750"/>
          </a:xfrm>
          <a:prstGeom prst="roundRect">
            <a:avLst>
              <a:gd name="adj" fmla="val 26667"/>
            </a:avLst>
          </a:prstGeom>
          <a:solidFill>
            <a:srgbClr val="E8E0CF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53675" y="5524500"/>
            <a:ext cx="95250" cy="952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53675" y="5943600"/>
            <a:ext cx="95250" cy="952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9791700" y="6477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9791700" y="75247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3868400" y="5419725"/>
            <a:ext cx="762000" cy="247650"/>
          </a:xfrm>
          <a:prstGeom prst="ellipse">
            <a:avLst/>
          </a:prstGeom>
          <a:solidFill>
            <a:srgbClr val="E8E0CF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868400" y="5543550"/>
            <a:ext cx="762000" cy="561975"/>
          </a:xfrm>
          <a:custGeom>
            <a:avLst/>
            <a:gdLst/>
            <a:ahLst/>
            <a:cxnLst/>
            <a:rect l="l" t="t" r="r" b="b"/>
            <a:pathLst>
              <a:path w="762000" h="561975">
                <a:moveTo>
                  <a:pt x="0" y="0"/>
                </a:moveTo>
                <a:lnTo>
                  <a:pt x="0" y="438150"/>
                </a:lnTo>
                <a:cubicBezTo>
                  <a:pt x="0" y="506537"/>
                  <a:pt x="170580" y="561975"/>
                  <a:pt x="381000" y="561975"/>
                </a:cubicBezTo>
                <a:cubicBezTo>
                  <a:pt x="591420" y="561975"/>
                  <a:pt x="762000" y="506537"/>
                  <a:pt x="762000" y="438150"/>
                </a:cubicBezTo>
                <a:lnTo>
                  <a:pt x="762000" y="0"/>
                </a:lnTo>
              </a:path>
            </a:pathLst>
          </a:custGeom>
          <a:ln w="47625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868400" y="5762625"/>
            <a:ext cx="762000" cy="123825"/>
          </a:xfrm>
          <a:custGeom>
            <a:avLst/>
            <a:gdLst/>
            <a:ahLst/>
            <a:cxnLst/>
            <a:rect l="l" t="t" r="r" b="b"/>
            <a:pathLst>
              <a:path w="762000" h="123825">
                <a:moveTo>
                  <a:pt x="0" y="0"/>
                </a:moveTo>
                <a:cubicBezTo>
                  <a:pt x="0" y="68387"/>
                  <a:pt x="170580" y="123825"/>
                  <a:pt x="381000" y="123825"/>
                </a:cubicBezTo>
                <a:cubicBezTo>
                  <a:pt x="591420" y="123825"/>
                  <a:pt x="762000" y="68387"/>
                  <a:pt x="762000" y="0"/>
                </a:cubicBezTo>
              </a:path>
            </a:pathLst>
          </a:custGeom>
          <a:ln w="47625">
            <a:solidFill>
              <a:srgbClr val="1416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868400" y="6477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850" dirty="0"/>
          </a:p>
        </p:txBody>
      </p:sp>
      <p:sp>
        <p:nvSpPr>
          <p:cNvPr id="34" name="Text 32"/>
          <p:cNvSpPr/>
          <p:nvPr/>
        </p:nvSpPr>
        <p:spPr>
          <a:xfrm>
            <a:off x="13868400" y="75247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35" name="Connector line-1792338801369-5430900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f9ed12c3-e3ab-4196-9b85-b48b83e482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ủy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r>
              <a:rPr lang="en-US" sz="75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PKCE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62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362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676900"/>
            <a:ext cx="7620000" cy="2762250"/>
          </a:xfrm>
          <a:prstGeom prst="roundRect">
            <a:avLst>
              <a:gd name="adj" fmla="val 8966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981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PKCE</a:t>
            </a:r>
            <a:endParaRPr lang="en-US" sz="1800" dirty="0"/>
          </a:p>
        </p:txBody>
      </p:sp>
      <p:sp>
        <p:nvSpPr>
          <p:cNvPr id="8" name="Text richtext-1792338944523-329849463"/>
          <p:cNvSpPr/>
          <p:nvPr/>
        </p:nvSpPr>
        <p:spPr>
          <a:xfrm>
            <a:off x="1295400" y="64008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code_challenge: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code_verifier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862965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915400" y="1238250"/>
            <a:ext cx="8458200" cy="7620000"/>
          </a:xfrm>
          <a:prstGeom prst="roundRect">
            <a:avLst>
              <a:gd name="adj" fmla="val 3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Connector line-1792338944556-877398514"/>
          <p:cNvSpPr/>
          <p:nvPr/>
        </p:nvSpPr>
        <p:spPr>
          <a:xfrm>
            <a:off x="10096500" y="2019300"/>
            <a:ext cx="0" cy="6172200"/>
          </a:xfrm>
          <a:prstGeom prst="line">
            <a:avLst/>
          </a:prstGeom>
          <a:noFill/>
          <a:ln w="19050">
            <a:solidFill>
              <a:srgbClr val="B5AE9C"/>
            </a:solidFill>
            <a:prstDash val="dash"/>
            <a:headEnd type="none"/>
            <a:tailEnd type="none"/>
          </a:ln>
        </p:spPr>
      </p:sp>
      <p:sp>
        <p:nvSpPr>
          <p:cNvPr id="12" name="Connector line-1792338944557-709578272"/>
          <p:cNvSpPr/>
          <p:nvPr/>
        </p:nvSpPr>
        <p:spPr>
          <a:xfrm>
            <a:off x="13049250" y="2019300"/>
            <a:ext cx="0" cy="6172200"/>
          </a:xfrm>
          <a:prstGeom prst="line">
            <a:avLst/>
          </a:prstGeom>
          <a:noFill/>
          <a:ln w="19050">
            <a:solidFill>
              <a:srgbClr val="B5AE9C"/>
            </a:solidFill>
            <a:prstDash val="dash"/>
            <a:headEnd type="none"/>
            <a:tailEnd type="none"/>
          </a:ln>
        </p:spPr>
      </p:sp>
      <p:sp>
        <p:nvSpPr>
          <p:cNvPr id="13" name="Connector line-1792338944557-62795194"/>
          <p:cNvSpPr/>
          <p:nvPr/>
        </p:nvSpPr>
        <p:spPr>
          <a:xfrm>
            <a:off x="16002000" y="2019300"/>
            <a:ext cx="0" cy="6172200"/>
          </a:xfrm>
          <a:prstGeom prst="line">
            <a:avLst/>
          </a:prstGeom>
          <a:noFill/>
          <a:ln w="19050">
            <a:solidFill>
              <a:srgbClr val="B5AE9C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286875" y="152400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96750" y="15240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763750" y="152400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8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049000" y="2381250"/>
            <a:ext cx="4000500" cy="381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40030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số,</a:t>
            </a:r>
            <a:r>
              <a:rPr lang="en-US" sz="18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code_challenge</a:t>
            </a:r>
            <a:endParaRPr lang="en-US" sz="1800" dirty="0"/>
          </a:p>
        </p:txBody>
      </p:sp>
      <p:sp>
        <p:nvSpPr>
          <p:cNvPr id="19" name="Connector line-1792338944570-748105695"/>
          <p:cNvSpPr/>
          <p:nvPr/>
        </p:nvSpPr>
        <p:spPr>
          <a:xfrm>
            <a:off x="10096500" y="2895600"/>
            <a:ext cx="59055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13144500" y="35433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21" name="Connector line-1792338944573-380087919"/>
          <p:cNvSpPr/>
          <p:nvPr/>
        </p:nvSpPr>
        <p:spPr>
          <a:xfrm>
            <a:off x="13049250" y="4038600"/>
            <a:ext cx="2952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2" name="Shape 20"/>
          <p:cNvSpPr/>
          <p:nvPr/>
        </p:nvSpPr>
        <p:spPr>
          <a:xfrm>
            <a:off x="11525250" y="4667250"/>
            <a:ext cx="3048000" cy="381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23" name="Text 21"/>
          <p:cNvSpPr/>
          <p:nvPr/>
        </p:nvSpPr>
        <p:spPr>
          <a:xfrm>
            <a:off x="11525250" y="468630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18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endParaRPr lang="en-US" sz="1800" dirty="0"/>
          </a:p>
        </p:txBody>
      </p:sp>
      <p:sp>
        <p:nvSpPr>
          <p:cNvPr id="24" name="Connector line-1792338944576-502406786"/>
          <p:cNvSpPr/>
          <p:nvPr/>
        </p:nvSpPr>
        <p:spPr>
          <a:xfrm flipH="1">
            <a:off x="10096500" y="5181600"/>
            <a:ext cx="59055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5" name="Shape 23"/>
          <p:cNvSpPr/>
          <p:nvPr/>
        </p:nvSpPr>
        <p:spPr>
          <a:xfrm>
            <a:off x="11525250" y="5905500"/>
            <a:ext cx="3048000" cy="381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5250" y="592455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</a:t>
            </a:r>
            <a:r>
              <a:rPr lang="en-US" sz="18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8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code_verifier</a:t>
            </a:r>
            <a:endParaRPr lang="en-US" sz="1800" dirty="0"/>
          </a:p>
        </p:txBody>
      </p:sp>
      <p:sp>
        <p:nvSpPr>
          <p:cNvPr id="27" name="Connector line-1792338944578-475723544"/>
          <p:cNvSpPr/>
          <p:nvPr/>
        </p:nvSpPr>
        <p:spPr>
          <a:xfrm>
            <a:off x="10096500" y="6419850"/>
            <a:ext cx="5905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1858625" y="6953250"/>
            <a:ext cx="238125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1800" b="1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29" name="Connector line-1792338944582-362903450"/>
          <p:cNvSpPr/>
          <p:nvPr/>
        </p:nvSpPr>
        <p:spPr>
          <a:xfrm flipH="1">
            <a:off x="10096500" y="7658100"/>
            <a:ext cx="5905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096500" y="83820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16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650" dirty="0"/>
          </a:p>
        </p:txBody>
      </p:sp>
      <p:sp>
        <p:nvSpPr>
          <p:cNvPr id="31" name="Connector line-1792338944585-78119141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15ef794b-4c29-4ce9-a5f0-d749e0e95e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credentials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38550"/>
            <a:ext cx="762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nó.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105400"/>
            <a:ext cx="7620000" cy="2609850"/>
          </a:xfrm>
          <a:prstGeom prst="roundRect">
            <a:avLst>
              <a:gd name="adj" fmla="val 948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391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39016527-283382719"/>
          <p:cNvSpPr/>
          <p:nvPr/>
        </p:nvSpPr>
        <p:spPr>
          <a:xfrm>
            <a:off x="1295400" y="5810250"/>
            <a:ext cx="68580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 cho</a:t>
            </a:r>
            <a:r>
              <a:rPr lang="en-US" sz="25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Secret</a:t>
            </a:r>
            <a:r>
              <a:rPr lang="en-US" sz="25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khai: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invalid_client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905750"/>
            <a:ext cx="7620000" cy="952500"/>
          </a:xfrm>
          <a:prstGeom prst="roundRect">
            <a:avLst>
              <a:gd name="adj" fmla="val 260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7981950"/>
            <a:ext cx="6858000" cy="8001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1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10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nguồn: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1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dành</a:t>
            </a:r>
            <a:r>
              <a:rPr lang="en-US" sz="21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100" dirty="0" spc="2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1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10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100" dirty="0" spc="-1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915400" y="1238250"/>
            <a:ext cx="8458200" cy="7620000"/>
          </a:xfrm>
          <a:prstGeom prst="roundRect">
            <a:avLst>
              <a:gd name="adj" fmla="val 35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2" name="Connector line-1792339016541-415100102"/>
          <p:cNvSpPr/>
          <p:nvPr/>
        </p:nvSpPr>
        <p:spPr>
          <a:xfrm>
            <a:off x="10382250" y="2019300"/>
            <a:ext cx="0" cy="5600700"/>
          </a:xfrm>
          <a:prstGeom prst="line">
            <a:avLst/>
          </a:prstGeom>
          <a:noFill/>
          <a:ln w="19050">
            <a:solidFill>
              <a:srgbClr val="5A5C68"/>
            </a:solidFill>
            <a:prstDash val="dash"/>
            <a:headEnd type="none"/>
            <a:tailEnd type="none"/>
          </a:ln>
        </p:spPr>
      </p:sp>
      <p:sp>
        <p:nvSpPr>
          <p:cNvPr id="13" name="Connector line-1792339016541-869343206"/>
          <p:cNvSpPr/>
          <p:nvPr/>
        </p:nvSpPr>
        <p:spPr>
          <a:xfrm>
            <a:off x="13192125" y="2019300"/>
            <a:ext cx="0" cy="5600700"/>
          </a:xfrm>
          <a:prstGeom prst="line">
            <a:avLst/>
          </a:prstGeom>
          <a:noFill/>
          <a:ln w="19050">
            <a:solidFill>
              <a:srgbClr val="5A5C68"/>
            </a:solidFill>
            <a:prstDash val="dash"/>
            <a:headEnd type="none"/>
            <a:tailEnd type="none"/>
          </a:ln>
        </p:spPr>
      </p:sp>
      <p:sp>
        <p:nvSpPr>
          <p:cNvPr id="14" name="Connector line-1792339016541-808056888"/>
          <p:cNvSpPr/>
          <p:nvPr/>
        </p:nvSpPr>
        <p:spPr>
          <a:xfrm>
            <a:off x="16002000" y="2019300"/>
            <a:ext cx="0" cy="5600700"/>
          </a:xfrm>
          <a:prstGeom prst="line">
            <a:avLst/>
          </a:prstGeom>
          <a:noFill/>
          <a:ln w="19050">
            <a:solidFill>
              <a:srgbClr val="5A5C68"/>
            </a:solidFill>
            <a:prstDash val="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144000" y="152400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8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82500" y="152400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763750" y="152400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382250" y="2247900"/>
            <a:ext cx="2809875" cy="9525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 spc="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8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8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</a:t>
            </a:r>
            <a:endParaRPr lang="en-US" sz="1800" dirty="0"/>
          </a:p>
          <a:p>
            <a:pPr algn="ctr" indent="0" marL="0">
              <a:lnSpc>
                <a:spcPts val="2063"/>
              </a:lnSpc>
              <a:buNone/>
            </a:pPr>
            <a:r>
              <a:rPr lang="en-US" sz="16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grant_type=</a:t>
            </a:r>
            <a:endParaRPr lang="en-US" sz="1800" dirty="0"/>
          </a:p>
          <a:p>
            <a:pPr algn="ctr" indent="0" marL="0">
              <a:lnSpc>
                <a:spcPts val="2063"/>
              </a:lnSpc>
              <a:buNone/>
            </a:pP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client_credentials,</a:t>
            </a:r>
            <a:r>
              <a:rPr lang="en-US" sz="16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</a:t>
            </a:r>
            <a:endParaRPr lang="en-US" sz="1800" dirty="0"/>
          </a:p>
        </p:txBody>
      </p:sp>
      <p:sp>
        <p:nvSpPr>
          <p:cNvPr id="19" name="Connector line-1792339016556-430164305"/>
          <p:cNvSpPr/>
          <p:nvPr/>
        </p:nvSpPr>
        <p:spPr>
          <a:xfrm flipH="1">
            <a:off x="10382250" y="3352800"/>
            <a:ext cx="2809875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10382250" y="4000500"/>
            <a:ext cx="2809875" cy="666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1800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  <a:p>
            <a:pPr algn="ctr" indent="0" marL="0">
              <a:lnSpc>
                <a:spcPts val="2063"/>
              </a:lnSpc>
              <a:buNone/>
            </a:pP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refresh</a:t>
            </a:r>
            <a:r>
              <a:rPr lang="en-US" sz="16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21" name="Connector line-1792339016560-890937176"/>
          <p:cNvSpPr/>
          <p:nvPr/>
        </p:nvSpPr>
        <p:spPr>
          <a:xfrm>
            <a:off x="10382250" y="4800600"/>
            <a:ext cx="2809875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22" name="Text 20"/>
          <p:cNvSpPr/>
          <p:nvPr/>
        </p:nvSpPr>
        <p:spPr>
          <a:xfrm>
            <a:off x="13192125" y="5429250"/>
            <a:ext cx="2809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4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800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23" name="Connector line-1792339016562-816449911"/>
          <p:cNvSpPr/>
          <p:nvPr/>
        </p:nvSpPr>
        <p:spPr>
          <a:xfrm>
            <a:off x="13192125" y="5905500"/>
            <a:ext cx="2809875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24" name="Shape 22"/>
          <p:cNvSpPr/>
          <p:nvPr/>
        </p:nvSpPr>
        <p:spPr>
          <a:xfrm>
            <a:off x="13716000" y="6286500"/>
            <a:ext cx="3524250" cy="1257300"/>
          </a:xfrm>
          <a:prstGeom prst="roundRect">
            <a:avLst>
              <a:gd name="adj" fmla="val 15152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0" y="6400800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user:</a:t>
            </a:r>
            <a:r>
              <a:rPr lang="en-US" sz="24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906500" y="6877050"/>
            <a:ext cx="314325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8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296400" y="7829550"/>
            <a:ext cx="7696200" cy="857250"/>
          </a:xfrm>
          <a:prstGeom prst="roundRect">
            <a:avLst>
              <a:gd name="adj" fmla="val 24444"/>
            </a:avLst>
          </a:prstGeom>
          <a:solidFill>
            <a:srgbClr val="1E212B"/>
          </a:solidFill>
          <a:ln w="19050">
            <a:solidFill>
              <a:srgbClr val="9A98A0"/>
            </a:solidFill>
            <a:prstDash val="lgDash"/>
          </a:ln>
        </p:spPr>
      </p:sp>
      <p:sp>
        <p:nvSpPr>
          <p:cNvPr id="28" name="Text 26"/>
          <p:cNvSpPr/>
          <p:nvPr/>
        </p:nvSpPr>
        <p:spPr>
          <a:xfrm>
            <a:off x="9525000" y="7867650"/>
            <a:ext cx="7239000" cy="7810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endParaRPr lang="en-US" sz="1950" dirty="0"/>
          </a:p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95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950" dirty="0"/>
          </a:p>
        </p:txBody>
      </p:sp>
      <p:sp>
        <p:nvSpPr>
          <p:cNvPr id="29" name="Connector line-1792339016569-52017320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057cda0-b5e8-4f1b-ac84-f41018e0df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ctr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Implicit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302895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8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-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2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000500"/>
            <a:ext cx="7620000" cy="2857500"/>
          </a:xfrm>
          <a:prstGeom prst="roundRect">
            <a:avLst>
              <a:gd name="adj" fmla="val 8667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32435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3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74345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38576" rIns="0" bIns="-38576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deprecated,</a:t>
            </a:r>
            <a:endParaRPr lang="en-US" sz="4500" dirty="0"/>
          </a:p>
          <a:p>
            <a:pPr algn="l" indent="0" marL="0">
              <a:lnSpc>
                <a:spcPts val="4725"/>
              </a:lnSpc>
              <a:buNone/>
            </a:pP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</a:t>
            </a:r>
            <a:r>
              <a:rPr lang="en-US" sz="4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not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use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95400" y="6153150"/>
            <a:ext cx="6953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810500" y="42481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!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3714750" cy="142875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7200900"/>
            <a:ext cx="3143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181100" y="80962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819650" y="7143750"/>
            <a:ext cx="3714750" cy="142875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5086350" y="7200900"/>
            <a:ext cx="3143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086350" y="80962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refresh</a:t>
            </a:r>
            <a:r>
              <a:rPr lang="en-US" sz="19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87249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915400" y="1238250"/>
            <a:ext cx="8458200" cy="7620000"/>
          </a:xfrm>
          <a:prstGeom prst="roundRect">
            <a:avLst>
              <a:gd name="adj" fmla="val 3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6400" y="1581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b="1" spc="23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296400" y="2000250"/>
            <a:ext cx="7696200" cy="1143000"/>
          </a:xfrm>
          <a:prstGeom prst="roundRect">
            <a:avLst>
              <a:gd name="adj" fmla="val 18333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20250" y="2266950"/>
            <a:ext cx="3333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001625" y="2152650"/>
            <a:ext cx="571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#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3801725" y="2266950"/>
            <a:ext cx="27622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endParaRPr lang="en-US" sz="2100" dirty="0"/>
          </a:p>
        </p:txBody>
      </p:sp>
      <p:sp>
        <p:nvSpPr>
          <p:cNvPr id="23" name="Connector line-1792363449258-830057261"/>
          <p:cNvSpPr/>
          <p:nvPr/>
        </p:nvSpPr>
        <p:spPr>
          <a:xfrm>
            <a:off x="15182850" y="3143250"/>
            <a:ext cx="0" cy="3048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4" name="Connector line-1792363449258-719751214"/>
          <p:cNvSpPr/>
          <p:nvPr/>
        </p:nvSpPr>
        <p:spPr>
          <a:xfrm>
            <a:off x="11201400" y="3448050"/>
            <a:ext cx="39814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5" name="Connector line-1792363449258-684747667"/>
          <p:cNvSpPr/>
          <p:nvPr/>
        </p:nvSpPr>
        <p:spPr>
          <a:xfrm>
            <a:off x="11201400" y="3448050"/>
            <a:ext cx="0" cy="4000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26" name="Connector line-1792363449259-874524090"/>
          <p:cNvSpPr/>
          <p:nvPr/>
        </p:nvSpPr>
        <p:spPr>
          <a:xfrm>
            <a:off x="15182850" y="3448050"/>
            <a:ext cx="0" cy="4000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27" name="Shape 25"/>
          <p:cNvSpPr/>
          <p:nvPr/>
        </p:nvSpPr>
        <p:spPr>
          <a:xfrm>
            <a:off x="9296400" y="4000500"/>
            <a:ext cx="381000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/>
        </p:spPr>
      </p:sp>
      <p:sp>
        <p:nvSpPr>
          <p:cNvPr id="28" name="Text 26"/>
          <p:cNvSpPr/>
          <p:nvPr/>
        </p:nvSpPr>
        <p:spPr>
          <a:xfrm>
            <a:off x="9563100" y="42481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!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63100" y="4876800"/>
            <a:ext cx="32766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3373100" y="4000500"/>
            <a:ext cx="361950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/>
        </p:spPr>
      </p:sp>
      <p:sp>
        <p:nvSpPr>
          <p:cNvPr id="31" name="Text 29"/>
          <p:cNvSpPr/>
          <p:nvPr/>
        </p:nvSpPr>
        <p:spPr>
          <a:xfrm>
            <a:off x="13639800" y="42481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!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3639800" y="4876800"/>
            <a:ext cx="30861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Script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9296400" y="6572250"/>
            <a:ext cx="76962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34" name="Text 32"/>
          <p:cNvSpPr/>
          <p:nvPr/>
        </p:nvSpPr>
        <p:spPr>
          <a:xfrm>
            <a:off x="9639300" y="68770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6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3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650" b="1" spc="23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650" b="1" spc="2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639300" y="73342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700" dirty="0"/>
          </a:p>
        </p:txBody>
      </p:sp>
      <p:sp>
        <p:nvSpPr>
          <p:cNvPr id="36" name="Connector line-1792363449269-35605085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0e992972-33fe-49f9-85a9-3e72c4921e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Mật khẩu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chủ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3855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850" b="1" dirty="0" spc="2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3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286250"/>
            <a:ext cx="7620000" cy="2495550"/>
          </a:xfrm>
          <a:prstGeom prst="roundRect">
            <a:avLst>
              <a:gd name="adj" fmla="val 9924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45910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3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010150"/>
            <a:ext cx="6858000" cy="9906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5400" y="6096000"/>
            <a:ext cx="6953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550" dirty="0" spc="-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 cũng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048500"/>
            <a:ext cx="7620000" cy="1809750"/>
          </a:xfrm>
          <a:prstGeom prst="roundRect">
            <a:avLst>
              <a:gd name="adj" fmla="val 1368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296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800" b="1" spc="30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30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800" dirty="0"/>
          </a:p>
        </p:txBody>
      </p:sp>
      <p:sp>
        <p:nvSpPr>
          <p:cNvPr id="11" name="Text richtext-1792363518970-129601192"/>
          <p:cNvSpPr/>
          <p:nvPr/>
        </p:nvSpPr>
        <p:spPr>
          <a:xfrm>
            <a:off x="1295400" y="769620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8915400" y="1238250"/>
            <a:ext cx="8458200" cy="7620000"/>
          </a:xfrm>
          <a:prstGeom prst="roundRect">
            <a:avLst>
              <a:gd name="adj" fmla="val 35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96400" y="16002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spc="23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650" b="1" spc="23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6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650" b="1" spc="2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286875" y="203835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82500" y="20383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9A98A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763750" y="20383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8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668125" y="283845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18" name="Connector line-1792363519000-217113059"/>
          <p:cNvSpPr/>
          <p:nvPr/>
        </p:nvSpPr>
        <p:spPr>
          <a:xfrm>
            <a:off x="10239375" y="3333750"/>
            <a:ext cx="5762625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11572875" y="35814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không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8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8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20" name="Connector line-1792363519003-126325865"/>
          <p:cNvSpPr/>
          <p:nvPr/>
        </p:nvSpPr>
        <p:spPr>
          <a:xfrm>
            <a:off x="9296400" y="4533900"/>
            <a:ext cx="7696200" cy="0"/>
          </a:xfrm>
          <a:prstGeom prst="line">
            <a:avLst/>
          </a:prstGeom>
          <a:noFill/>
          <a:ln w="19050">
            <a:solidFill>
              <a:srgbClr val="3A3D4A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296400" y="48768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1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286875" y="531495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82500" y="53149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63750" y="53149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8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334625" y="611505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26" name="Connector line-1792363519012-91773389"/>
          <p:cNvSpPr/>
          <p:nvPr/>
        </p:nvSpPr>
        <p:spPr>
          <a:xfrm>
            <a:off x="10239375" y="6610350"/>
            <a:ext cx="29527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27" name="Text 25"/>
          <p:cNvSpPr/>
          <p:nvPr/>
        </p:nvSpPr>
        <p:spPr>
          <a:xfrm>
            <a:off x="13192125" y="6115050"/>
            <a:ext cx="2809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28" name="Connector line-1792363519014-163461253"/>
          <p:cNvSpPr/>
          <p:nvPr/>
        </p:nvSpPr>
        <p:spPr>
          <a:xfrm>
            <a:off x="13192125" y="6610350"/>
            <a:ext cx="2809875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29" name="Connector line-1792363519014-743890140"/>
          <p:cNvSpPr/>
          <p:nvPr/>
        </p:nvSpPr>
        <p:spPr>
          <a:xfrm>
            <a:off x="13192125" y="6743700"/>
            <a:ext cx="0" cy="323850"/>
          </a:xfrm>
          <a:prstGeom prst="line">
            <a:avLst/>
          </a:prstGeom>
          <a:noFill/>
          <a:ln w="28575">
            <a:solidFill>
              <a:srgbClr val="FF6A4D"/>
            </a:solidFill>
            <a:prstDash val="dash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572875" y="7105650"/>
            <a:ext cx="3238500" cy="1181100"/>
          </a:xfrm>
          <a:prstGeom prst="roundRect">
            <a:avLst>
              <a:gd name="adj" fmla="val 16129"/>
            </a:avLst>
          </a:prstGeom>
          <a:solidFill>
            <a:srgbClr val="14161C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63375" y="72199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32" name="Connector line-1792363519017-78724913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842fbd01-7e5a-4dc7-a22e-bb6af47318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4287500" cy="1333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5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trộm</a:t>
            </a:r>
            <a:r>
              <a:rPr lang="en-US" sz="7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5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670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6385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TRỘM</a:t>
            </a:r>
            <a:r>
              <a:rPr lang="en-US" sz="1650" b="1" spc="2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39814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verifier</a:t>
            </a:r>
            <a:endParaRPr lang="en-US" sz="2700" dirty="0"/>
          </a:p>
        </p:txBody>
      </p:sp>
      <p:sp>
        <p:nvSpPr>
          <p:cNvPr id="8" name="Connector line-1792363559110-726441627"/>
          <p:cNvSpPr/>
          <p:nvPr/>
        </p:nvSpPr>
        <p:spPr>
          <a:xfrm>
            <a:off x="6572250" y="4438650"/>
            <a:ext cx="1123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7905750" y="40576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2100" dirty="0"/>
          </a:p>
        </p:txBody>
      </p:sp>
      <p:sp>
        <p:nvSpPr>
          <p:cNvPr id="10" name="Connector line-1792363559113-537284667"/>
          <p:cNvSpPr/>
          <p:nvPr/>
        </p:nvSpPr>
        <p:spPr>
          <a:xfrm>
            <a:off x="11525250" y="4438650"/>
            <a:ext cx="1123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12954000" y="3962400"/>
            <a:ext cx="533400" cy="533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3087350" y="4124325"/>
            <a:ext cx="276225" cy="200025"/>
          </a:xfrm>
          <a:custGeom>
            <a:avLst/>
            <a:gdLst/>
            <a:ahLst/>
            <a:cxnLst/>
            <a:rect l="l" t="t" r="r" b="b"/>
            <a:pathLst>
              <a:path w="276225" h="200025">
                <a:moveTo>
                  <a:pt x="0" y="104775"/>
                </a:moveTo>
                <a:lnTo>
                  <a:pt x="95250" y="200025"/>
                </a:lnTo>
                <a:lnTo>
                  <a:pt x="276225" y="0"/>
                </a:lnTo>
              </a:path>
            </a:pathLst>
          </a:custGeom>
          <a:ln w="571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677900" y="39624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954000" y="46291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invalid_request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thiếu</a:t>
            </a:r>
            <a:r>
              <a:rPr lang="en-US" sz="19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verifier,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invalid_grant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 bừa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5676900"/>
            <a:ext cx="164592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59245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95400" y="64960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TRỘM</a:t>
            </a:r>
            <a:r>
              <a:rPr lang="en-US" sz="1650" b="1" spc="2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95400" y="68389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mã,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25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550" dirty="0"/>
          </a:p>
        </p:txBody>
      </p:sp>
      <p:sp>
        <p:nvSpPr>
          <p:cNvPr id="19" name="Connector line-1792363559134-299318852"/>
          <p:cNvSpPr/>
          <p:nvPr/>
        </p:nvSpPr>
        <p:spPr>
          <a:xfrm>
            <a:off x="6572250" y="7296150"/>
            <a:ext cx="1123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7905750" y="69151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2100" dirty="0"/>
          </a:p>
        </p:txBody>
      </p:sp>
      <p:sp>
        <p:nvSpPr>
          <p:cNvPr id="21" name="Connector line-1792363559136-552111926"/>
          <p:cNvSpPr/>
          <p:nvPr/>
        </p:nvSpPr>
        <p:spPr>
          <a:xfrm>
            <a:off x="11525250" y="7296150"/>
            <a:ext cx="1123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2" name="Shape 20"/>
          <p:cNvSpPr/>
          <p:nvPr/>
        </p:nvSpPr>
        <p:spPr>
          <a:xfrm>
            <a:off x="12954000" y="6819900"/>
            <a:ext cx="533400" cy="533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Connector line-1792363559137-340417329"/>
          <p:cNvSpPr/>
          <p:nvPr/>
        </p:nvSpPr>
        <p:spPr>
          <a:xfrm>
            <a:off x="13115925" y="6981825"/>
            <a:ext cx="209550" cy="20955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4" name="Connector line-1792363559137-479218126"/>
          <p:cNvSpPr/>
          <p:nvPr/>
        </p:nvSpPr>
        <p:spPr>
          <a:xfrm flipH="1">
            <a:off x="13115925" y="6981825"/>
            <a:ext cx="209550" cy="20955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3677900" y="68199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b="1" dirty="0" spc="-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2954000" y="74866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19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19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trộm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14400" y="8534400"/>
            <a:ext cx="142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viện,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650" dirty="0"/>
          </a:p>
        </p:txBody>
      </p:sp>
      <p:sp>
        <p:nvSpPr>
          <p:cNvPr id="28" name="Connector line-1792363559145-23220630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610f0f84-e63d-4420-a36f-f4119fc01d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30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240000" cy="1333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hỏi,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5143500" y="2819400"/>
            <a:ext cx="6000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43500" y="3238500"/>
            <a:ext cx="600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72850" y="2819400"/>
            <a:ext cx="6000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372850" y="3238500"/>
            <a:ext cx="600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771900"/>
            <a:ext cx="40005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401955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1100" y="4552950"/>
            <a:ext cx="3467100" cy="9525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loại</a:t>
            </a:r>
            <a:r>
              <a:rPr lang="en-US" sz="18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5867400"/>
            <a:ext cx="40005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611505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1100" y="6648450"/>
            <a:ext cx="3467100" cy="9525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43500" y="3771900"/>
            <a:ext cx="60007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8300" y="4057650"/>
            <a:ext cx="5429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85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850" b="1" dirty="0" spc="-3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48300" y="4705350"/>
            <a:ext cx="5429250" cy="762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372850" y="3771900"/>
            <a:ext cx="60007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77650" y="4057650"/>
            <a:ext cx="5429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85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850" b="1" dirty="0" spc="-3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1677650" y="4705350"/>
            <a:ext cx="5429250" cy="762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secret,</a:t>
            </a:r>
            <a:r>
              <a:rPr lang="en-US" sz="22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dirty="0" spc="-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PKCE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143500" y="5867400"/>
            <a:ext cx="60007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8300" y="6153150"/>
            <a:ext cx="5429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credentials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5448300" y="6800850"/>
            <a:ext cx="5429250" cy="762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user: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1372850" y="5867400"/>
            <a:ext cx="60007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lgDash"/>
          </a:ln>
        </p:spPr>
      </p:sp>
      <p:sp>
        <p:nvSpPr>
          <p:cNvPr id="24" name="Text 22"/>
          <p:cNvSpPr/>
          <p:nvPr/>
        </p:nvSpPr>
        <p:spPr>
          <a:xfrm>
            <a:off x="11677650" y="6153150"/>
            <a:ext cx="5429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invalid_client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11677650" y="6800850"/>
            <a:ext cx="5429250" cy="762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credentials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dành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14400" y="8001000"/>
            <a:ext cx="164592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5400" y="8077200"/>
            <a:ext cx="157162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Implicit</a:t>
            </a:r>
            <a:pPr algn="l" indent="0" marL="0">
              <a:buNone/>
            </a:pP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</a:t>
            </a:r>
            <a:pPr algn="l" indent="0" marL="0">
              <a:buNone/>
            </a:pPr>
            <a:r>
              <a:rPr lang="en-US" sz="2550" dirty="0" spc="-1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mật</a:t>
            </a:r>
            <a:r>
              <a:rPr lang="en-US" sz="255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</a:t>
            </a:r>
            <a:r>
              <a:rPr lang="en-US" sz="255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550" dirty="0" spc="-1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: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khuyên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550" dirty="0"/>
          </a:p>
        </p:txBody>
      </p:sp>
      <p:sp>
        <p:nvSpPr>
          <p:cNvPr id="28" name="Connector line-1792363603352-47566645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4cc7d5f1-6ca4-49cf-9c50-c4a041777f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ctr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9182100" cy="2190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Công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đêm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ty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cáo,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nào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nhập.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nghiệp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nhúng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khẩu.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 sao?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9182100" cy="3905250"/>
          </a:xfrm>
          <a:prstGeom prst="roundRect">
            <a:avLst>
              <a:gd name="adj" fmla="val 68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219700"/>
            <a:ext cx="3143250" cy="4953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có</a:t>
            </a:r>
            <a:r>
              <a:rPr lang="en-US" sz="18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91000" y="596265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64389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endParaRPr lang="en-US" sz="1800" dirty="0"/>
          </a:p>
        </p:txBody>
      </p:sp>
      <p:sp>
        <p:nvSpPr>
          <p:cNvPr id="9" name="Connector line-1792365275011-451101471"/>
          <p:cNvSpPr/>
          <p:nvPr/>
        </p:nvSpPr>
        <p:spPr>
          <a:xfrm>
            <a:off x="4229100" y="6705600"/>
            <a:ext cx="2590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6896100" y="64389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95400" y="7391400"/>
            <a:ext cx="8458200" cy="1181100"/>
          </a:xfrm>
          <a:prstGeom prst="roundRect">
            <a:avLst>
              <a:gd name="adj" fmla="val 17742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1562100" y="77533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!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247900" y="7505700"/>
            <a:ext cx="7315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Đề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nghị: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nhúng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0" y="1238250"/>
            <a:ext cx="6896100" cy="7620000"/>
          </a:xfrm>
          <a:prstGeom prst="roundRect">
            <a:avLst>
              <a:gd name="adj" fmla="val 3867"/>
            </a:avLst>
          </a:prstGeom>
          <a:solidFill>
            <a:srgbClr val="1F3FD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34700" y="1733550"/>
            <a:ext cx="609600" cy="609600"/>
          </a:xfrm>
          <a:prstGeom prst="ellipse">
            <a:avLst/>
          </a:prstGeom>
          <a:solidFill>
            <a:srgbClr val="1F3FD1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87100" y="1924050"/>
            <a:ext cx="304800" cy="238125"/>
          </a:xfrm>
          <a:custGeom>
            <a:avLst/>
            <a:gdLst/>
            <a:ahLst/>
            <a:cxnLst/>
            <a:rect l="l" t="t" r="r" b="b"/>
            <a:pathLst>
              <a:path w="304800" h="238125">
                <a:moveTo>
                  <a:pt x="0" y="133350"/>
                </a:moveTo>
                <a:lnTo>
                  <a:pt x="104775" y="238125"/>
                </a:lnTo>
                <a:lnTo>
                  <a:pt x="304800" y="0"/>
                </a:lnTo>
              </a:path>
            </a:pathLst>
          </a:custGeom>
          <a:ln w="571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34700" y="26289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7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9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934700" y="30099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56007" rIns="0" bIns="-56007" rtlCol="0" anchor="t"/>
          <a:lstStyle/>
          <a:p>
            <a:pPr algn="l" indent="0" marL="0">
              <a:lnSpc>
                <a:spcPts val="6552"/>
              </a:lnSpc>
              <a:buNone/>
            </a:pPr>
            <a:r>
              <a:rPr lang="en-US" sz="63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endParaRPr lang="en-US" sz="6300" dirty="0"/>
          </a:p>
          <a:p>
            <a:pPr algn="l" indent="0" marL="0">
              <a:lnSpc>
                <a:spcPts val="6552"/>
              </a:lnSpc>
              <a:buNone/>
            </a:pPr>
            <a:r>
              <a:rPr lang="en-US" sz="630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credentials</a:t>
            </a:r>
            <a:endParaRPr lang="en-US" sz="6300" dirty="0"/>
          </a:p>
        </p:txBody>
      </p:sp>
      <p:sp>
        <p:nvSpPr>
          <p:cNvPr id="19" name="Text richtext-1792365275043-427447099"/>
          <p:cNvSpPr/>
          <p:nvPr/>
        </p:nvSpPr>
        <p:spPr>
          <a:xfrm>
            <a:off x="10934700" y="5105400"/>
            <a:ext cx="6096000" cy="2952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6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công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5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reports.read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khẩu:</a:t>
            </a:r>
            <a:r>
              <a:rPr lang="en-US" sz="2550" dirty="0" spc="-5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25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secret: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có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934700" y="826770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6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165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65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650" dirty="0"/>
          </a:p>
        </p:txBody>
      </p:sp>
      <p:sp>
        <p:nvSpPr>
          <p:cNvPr id="21" name="Connector line-1792365275071-63872475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c781b926-f353-44e7-a949-081ea6a666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762250"/>
            <a:ext cx="480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81100" y="3371850"/>
            <a:ext cx="4800600" cy="6096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1100" y="4019550"/>
            <a:ext cx="4800600" cy="7810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mở,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77000" y="2571750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743700" y="2762250"/>
            <a:ext cx="480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PKCE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743700" y="3371850"/>
            <a:ext cx="4800600" cy="6096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Proof</a:t>
            </a:r>
            <a:r>
              <a:rPr lang="en-US" sz="1800" dirty="0" spc="-3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Exchange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43700" y="4019550"/>
            <a:ext cx="4800600" cy="7810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39600" y="2571750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06300" y="2762250"/>
            <a:ext cx="480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306300" y="3371850"/>
            <a:ext cx="4800600" cy="6096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06300" y="4019550"/>
            <a:ext cx="4800600" cy="7810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băm;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181600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5372100"/>
            <a:ext cx="480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181100" y="5981700"/>
            <a:ext cx="4800600" cy="6096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1100" y="6629400"/>
            <a:ext cx="4800600" cy="7810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477000" y="5181600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43700" y="5372100"/>
            <a:ext cx="480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6743700" y="5981700"/>
            <a:ext cx="4800600" cy="6096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43700" y="6629400"/>
            <a:ext cx="4800600" cy="7810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kỹ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039600" y="5181600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06300" y="5410200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65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306300" y="58293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PKCE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refresh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với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306300" y="7086600"/>
            <a:ext cx="4800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78676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4400" y="824865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nháp) ·</a:t>
            </a:r>
            <a:r>
              <a:rPr lang="en-US" sz="1800" dirty="0" spc="-3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authlib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8686800"/>
            <a:ext cx="164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31" name="Connector line-1792365308756-92144676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8b0761a5-095a-43bf-876a-fcbe9b4f6c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2026-10-19T00:08:01Z</dcterms:created>
  <dcterms:modified xsi:type="dcterms:W3CDTF">2026-10-19T00:08:01Z</dcterms:modified>
</cp:coreProperties>
</file>