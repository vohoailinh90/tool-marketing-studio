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144000" cy="13335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81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trữ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31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31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1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31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1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31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1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8382000" cy="952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chục,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trăm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14400" y="95250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sd-04-046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2001500" y="914400"/>
            <a:ext cx="38481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87250" y="1200150"/>
            <a:ext cx="3276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650" b="1" spc="22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1650" b="1" spc="21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6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287250" y="1714500"/>
            <a:ext cx="32766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1,8</a:t>
            </a: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ns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11239500" y="3524250"/>
            <a:ext cx="53721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5250" y="3810000"/>
            <a:ext cx="4800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6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 CHÍNH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525250" y="4324350"/>
            <a:ext cx="48006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135–217</a:t>
            </a: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ns</a:t>
            </a:r>
            <a:endParaRPr lang="en-US" sz="5400" dirty="0"/>
          </a:p>
        </p:txBody>
      </p:sp>
      <p:sp>
        <p:nvSpPr>
          <p:cNvPr id="13" name="Shape 11"/>
          <p:cNvSpPr/>
          <p:nvPr/>
        </p:nvSpPr>
        <p:spPr>
          <a:xfrm>
            <a:off x="10477500" y="6134100"/>
            <a:ext cx="6896100" cy="2628900"/>
          </a:xfrm>
          <a:prstGeom prst="roundRect">
            <a:avLst>
              <a:gd name="adj" fmla="val 1014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63250" y="6419850"/>
            <a:ext cx="6324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ĐĨA</a:t>
            </a:r>
            <a:r>
              <a:rPr lang="en-US" sz="1650" b="1" spc="22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1650" b="1" spc="22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6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KiB</a:t>
            </a:r>
            <a:r>
              <a:rPr lang="en-US" sz="16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16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763250" y="6934200"/>
            <a:ext cx="63246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31–37</a:t>
            </a:r>
            <a:r>
              <a:rPr lang="en-US" sz="54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µs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10763250" y="8058150"/>
            <a:ext cx="6324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195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9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3c9cd22b-ed45-4ebb-80c7-55da76d71a1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Tên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ít quan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trọng</a:t>
            </a:r>
            <a:r>
              <a:rPr lang="en-US" sz="69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14300" cy="12382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2857500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ctr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72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72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lâu?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914400" y="4762500"/>
            <a:ext cx="5257800" cy="40005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5143500"/>
            <a:ext cx="44958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571500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 các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515100" y="4762500"/>
            <a:ext cx="5257800" cy="40005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96100" y="5143500"/>
            <a:ext cx="44958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18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96100" y="571500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70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tầng,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 CPU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12115800" y="4762500"/>
            <a:ext cx="5257800" cy="4000500"/>
          </a:xfrm>
          <a:prstGeom prst="roundRect">
            <a:avLst>
              <a:gd name="adj" fmla="val 6667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2496800" y="5143500"/>
            <a:ext cx="44958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800" b="1" spc="1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800" b="1" spc="21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800" b="1" spc="21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496800" y="5715000"/>
            <a:ext cx="4495800" cy="2476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295400" y="742950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RAM</a:t>
            </a:r>
            <a:r>
              <a:rPr lang="en-US" sz="22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ROM,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SRAM</a:t>
            </a:r>
            <a:r>
              <a:rPr lang="en-US" sz="22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DRAM, HDD,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SSD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6896100" y="742950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6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22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2496800" y="742950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5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25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e094273e-c0b2-4bb3-b17c-68241f01936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428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8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b="1" spc="2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Mất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1940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4325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800" b="1" spc="13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61950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RAM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295400" y="43815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95400" y="5143500"/>
            <a:ext cx="7239000" cy="19050"/>
          </a:xfrm>
          <a:prstGeom prst="rect">
            <a:avLst/>
          </a:prstGeom>
          <a:solidFill>
            <a:srgbClr val="DDD5C1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4292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SRAM: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CPU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95400" y="61912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DRAM: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95400" y="68580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DDR4</a:t>
            </a:r>
            <a:r>
              <a:rPr lang="en-US" sz="22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DDR5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DRAM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72600" y="281940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9753600" y="314325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180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800" b="1" spc="13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753600" y="361950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ROM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9753600" y="43815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Chứa</a:t>
            </a:r>
            <a:r>
              <a:rPr lang="en-US" sz="24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firmware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BIOS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753600" y="5143500"/>
            <a:ext cx="7239000" cy="19050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17" name="Text 15"/>
          <p:cNvSpPr/>
          <p:nvPr/>
        </p:nvSpPr>
        <p:spPr>
          <a:xfrm>
            <a:off x="9753600" y="54292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753600" y="61912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HDD,</a:t>
            </a:r>
            <a:r>
              <a:rPr lang="en-US" sz="24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SSD,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USB,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4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753600" y="68580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Firmware: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2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2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14400" y="8420100"/>
            <a:ext cx="16459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19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chung;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19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d96e00ed-c69c-40a3-a23f-c88680e31e9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428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950" b="1" spc="21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Vùng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càng</a:t>
            </a:r>
            <a:r>
              <a:rPr lang="en-US" sz="69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lớn,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lâu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6670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</a:t>
            </a:r>
            <a:r>
              <a:rPr lang="en-US" sz="210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1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xáo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trộn: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lần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 lần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16459200" cy="666750"/>
          </a:xfrm>
          <a:prstGeom prst="roundRect">
            <a:avLst>
              <a:gd name="adj" fmla="val 22857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409950"/>
            <a:ext cx="381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</a:t>
            </a:r>
            <a:r>
              <a:rPr lang="en-US" sz="1800" b="1" spc="15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4000" y="3409950"/>
            <a:ext cx="952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NANO</a:t>
            </a:r>
            <a:r>
              <a:rPr lang="en-US" sz="1800" b="1" spc="11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180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800" b="1" spc="1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b="1" spc="15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4133850"/>
            <a:ext cx="3810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16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KiB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5334000" y="4229100"/>
            <a:ext cx="114300" cy="4191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5715000" y="4171950"/>
            <a:ext cx="3810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1,8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295400" y="4972050"/>
            <a:ext cx="3810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MiB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5334000" y="5067300"/>
            <a:ext cx="457200" cy="419100"/>
          </a:xfrm>
          <a:prstGeom prst="roundRect">
            <a:avLst>
              <a:gd name="adj" fmla="val 13636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6057900" y="5010150"/>
            <a:ext cx="3810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khoảng</a:t>
            </a:r>
            <a:r>
              <a:rPr lang="en-US" sz="33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8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295400" y="5810250"/>
            <a:ext cx="3810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MiB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5334000" y="5905500"/>
            <a:ext cx="1390650" cy="419100"/>
          </a:xfrm>
          <a:prstGeom prst="roundRect">
            <a:avLst>
              <a:gd name="adj" fmla="val 13636"/>
            </a:avLst>
          </a:prstGeom>
          <a:solidFill>
            <a:srgbClr val="FF6A4D"/>
          </a:solidFill>
          <a:ln/>
        </p:spPr>
      </p:sp>
      <p:sp>
        <p:nvSpPr>
          <p:cNvPr id="16" name="Text 14"/>
          <p:cNvSpPr/>
          <p:nvPr/>
        </p:nvSpPr>
        <p:spPr>
          <a:xfrm>
            <a:off x="6991350" y="5848350"/>
            <a:ext cx="3810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26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295400" y="6648450"/>
            <a:ext cx="3810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16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MiB</a:t>
            </a:r>
            <a:endParaRPr lang="en-US" sz="3300" dirty="0"/>
          </a:p>
        </p:txBody>
      </p:sp>
      <p:sp>
        <p:nvSpPr>
          <p:cNvPr id="18" name="Shape 16"/>
          <p:cNvSpPr/>
          <p:nvPr/>
        </p:nvSpPr>
        <p:spPr>
          <a:xfrm>
            <a:off x="5334000" y="6743700"/>
            <a:ext cx="2819400" cy="419100"/>
          </a:xfrm>
          <a:prstGeom prst="roundRect">
            <a:avLst>
              <a:gd name="adj" fmla="val 13636"/>
            </a:avLst>
          </a:prstGeom>
          <a:solidFill>
            <a:srgbClr val="FF6A4D"/>
          </a:solidFill>
          <a:ln/>
        </p:spPr>
      </p:sp>
      <p:sp>
        <p:nvSpPr>
          <p:cNvPr id="19" name="Text 17"/>
          <p:cNvSpPr/>
          <p:nvPr/>
        </p:nvSpPr>
        <p:spPr>
          <a:xfrm>
            <a:off x="8420100" y="6686550"/>
            <a:ext cx="3810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53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295400" y="7486650"/>
            <a:ext cx="3810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≥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64 MiB</a:t>
            </a:r>
            <a:endParaRPr lang="en-US" sz="3300" dirty="0"/>
          </a:p>
        </p:txBody>
      </p:sp>
      <p:sp>
        <p:nvSpPr>
          <p:cNvPr id="21" name="Shape 19"/>
          <p:cNvSpPr/>
          <p:nvPr/>
        </p:nvSpPr>
        <p:spPr>
          <a:xfrm>
            <a:off x="5334000" y="7581900"/>
            <a:ext cx="7200900" cy="419100"/>
          </a:xfrm>
          <a:prstGeom prst="roundRect">
            <a:avLst>
              <a:gd name="adj" fmla="val 13636"/>
            </a:avLst>
          </a:prstGeom>
          <a:solidFill>
            <a:srgbClr val="FF6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12534900" y="7581900"/>
            <a:ext cx="4381500" cy="419100"/>
          </a:xfrm>
          <a:prstGeom prst="roundRect">
            <a:avLst>
              <a:gd name="adj" fmla="val 13636"/>
            </a:avLst>
          </a:prstGeom>
          <a:solidFill>
            <a:srgbClr val="7A3A2E"/>
          </a:solidFill>
          <a:ln/>
        </p:spPr>
      </p:sp>
      <p:sp>
        <p:nvSpPr>
          <p:cNvPr id="23" name="Text 21"/>
          <p:cNvSpPr/>
          <p:nvPr/>
        </p:nvSpPr>
        <p:spPr>
          <a:xfrm>
            <a:off x="12763500" y="7524750"/>
            <a:ext cx="4191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135–217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914400" y="8382000"/>
            <a:ext cx="857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9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KiB;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04/09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525000" y="8382000"/>
            <a:ext cx="78486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chung: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260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a8d870dd-3c0b-4bae-a332-07736b94ff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428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 ĐĨA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Đĩa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r>
              <a:rPr lang="en-US" sz="69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hẳn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952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KHỐI</a:t>
            </a:r>
            <a:r>
              <a:rPr lang="en-US" sz="180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KiB</a:t>
            </a:r>
            <a:r>
              <a:rPr lang="en-US" sz="180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NHIÊN,</a:t>
            </a:r>
            <a:r>
              <a:rPr lang="en-US" sz="180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180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238500"/>
            <a:ext cx="10477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0" dirty="0" spc="-2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31–37</a:t>
            </a:r>
            <a:r>
              <a:rPr lang="en-US" sz="165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µs</a:t>
            </a:r>
            <a:endParaRPr lang="en-US" sz="16500" dirty="0"/>
          </a:p>
        </p:txBody>
      </p:sp>
      <p:sp>
        <p:nvSpPr>
          <p:cNvPr id="6" name="Text 4"/>
          <p:cNvSpPr/>
          <p:nvPr/>
        </p:nvSpPr>
        <p:spPr>
          <a:xfrm>
            <a:off x="914400" y="6286500"/>
            <a:ext cx="914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000" b="1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7048500"/>
            <a:ext cx="914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4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O_DIRECT</a:t>
            </a:r>
            <a:r>
              <a:rPr lang="en-US" sz="24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906250" y="2857500"/>
            <a:ext cx="5467350" cy="276225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87250" y="3181350"/>
            <a:ext cx="476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1800" b="1" spc="21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1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 CHÍNH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287250" y="3714750"/>
            <a:ext cx="476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9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~150×</a:t>
            </a:r>
            <a:endParaRPr lang="en-US" sz="7200" dirty="0"/>
          </a:p>
        </p:txBody>
      </p:sp>
      <p:sp>
        <p:nvSpPr>
          <p:cNvPr id="11" name="Shape 9"/>
          <p:cNvSpPr/>
          <p:nvPr/>
        </p:nvSpPr>
        <p:spPr>
          <a:xfrm>
            <a:off x="11906250" y="5905500"/>
            <a:ext cx="5467350" cy="2762250"/>
          </a:xfrm>
          <a:prstGeom prst="roundRect">
            <a:avLst>
              <a:gd name="adj" fmla="val 9655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2287250" y="6229350"/>
            <a:ext cx="476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1800" b="1" spc="21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1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1800" b="1" spc="18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287250" y="6762750"/>
            <a:ext cx="476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8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~20.000×</a:t>
            </a:r>
            <a:endParaRPr lang="en-US" sz="7200" dirty="0"/>
          </a:p>
        </p:txBody>
      </p:sp>
      <p:sp>
        <p:nvSpPr>
          <p:cNvPr id="14" name="Shape 1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efccd122-29b8-4544-bca0-9c74430cae0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máy,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194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289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667000" y="31623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ảo,</a:t>
            </a:r>
            <a:r>
              <a:rPr lang="en-US" sz="270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ảo: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HDD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SSD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3053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5148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667000" y="46482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HDD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70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quay,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7912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0007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667000" y="61341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luồng,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thuộc;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song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số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72771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74866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2667000" y="76200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7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ROM,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BIOS,</a:t>
            </a:r>
            <a:r>
              <a:rPr lang="en-US" sz="27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DDR4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DDR5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06/09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1d93b71c-9e5f-4920-bb0b-dc7a1027fc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428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1.000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1.000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Chờ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lâu?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19400"/>
            <a:ext cx="43815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048000"/>
            <a:ext cx="381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16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6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 CHÍNH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524250"/>
            <a:ext cx="381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1.000</a:t>
            </a: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48300" y="3333750"/>
            <a:ext cx="7620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×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6286500" y="2819400"/>
            <a:ext cx="4953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6610350" y="3048000"/>
            <a:ext cx="4381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6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610350" y="3524250"/>
            <a:ext cx="4381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cỡ</a:t>
            </a:r>
            <a:r>
              <a:rPr lang="en-US" sz="4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200</a:t>
            </a: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ns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1391900" y="3333750"/>
            <a:ext cx="7620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→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12230100" y="2819400"/>
            <a:ext cx="51435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53950" y="3048000"/>
            <a:ext cx="4572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553950" y="3524250"/>
            <a:ext cx="457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cỡ</a:t>
            </a:r>
            <a:r>
              <a:rPr lang="en-US" sz="42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0,2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ms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914400" y="4953000"/>
            <a:ext cx="43815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238250" y="5181600"/>
            <a:ext cx="381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6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238250" y="5657850"/>
            <a:ext cx="381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1.000</a:t>
            </a: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5448300" y="5467350"/>
            <a:ext cx="7620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×</a:t>
            </a:r>
            <a:endParaRPr lang="en-US" sz="4800" dirty="0"/>
          </a:p>
        </p:txBody>
      </p:sp>
      <p:sp>
        <p:nvSpPr>
          <p:cNvPr id="19" name="Shape 17"/>
          <p:cNvSpPr/>
          <p:nvPr/>
        </p:nvSpPr>
        <p:spPr>
          <a:xfrm>
            <a:off x="6286500" y="4953000"/>
            <a:ext cx="4953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6610350" y="5181600"/>
            <a:ext cx="4381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6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610350" y="5657850"/>
            <a:ext cx="4381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31–37</a:t>
            </a: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µs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11391900" y="5467350"/>
            <a:ext cx="7620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→</a:t>
            </a:r>
            <a:endParaRPr lang="en-US" sz="4800" dirty="0"/>
          </a:p>
        </p:txBody>
      </p:sp>
      <p:sp>
        <p:nvSpPr>
          <p:cNvPr id="23" name="Shape 21"/>
          <p:cNvSpPr/>
          <p:nvPr/>
        </p:nvSpPr>
        <p:spPr>
          <a:xfrm>
            <a:off x="12230100" y="4953000"/>
            <a:ext cx="51435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553950" y="5181600"/>
            <a:ext cx="4572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CHẬM</a:t>
            </a:r>
            <a:r>
              <a:rPr lang="en-US" sz="16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1650" b="1" spc="21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16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150</a:t>
            </a:r>
            <a:r>
              <a:rPr lang="en-US" sz="16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2553950" y="5657850"/>
            <a:ext cx="457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31–37</a:t>
            </a: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ms</a:t>
            </a:r>
            <a:endParaRPr lang="en-US" sz="4200" dirty="0"/>
          </a:p>
        </p:txBody>
      </p:sp>
      <p:sp>
        <p:nvSpPr>
          <p:cNvPr id="26" name="Shape 24"/>
          <p:cNvSpPr/>
          <p:nvPr/>
        </p:nvSpPr>
        <p:spPr>
          <a:xfrm>
            <a:off x="914400" y="714375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3EEE3"/>
          </a:solidFill>
          <a:ln/>
        </p:spPr>
      </p:sp>
      <p:sp>
        <p:nvSpPr>
          <p:cNvPr id="27" name="Text 25"/>
          <p:cNvSpPr/>
          <p:nvPr/>
        </p:nvSpPr>
        <p:spPr>
          <a:xfrm>
            <a:off x="1295400" y="7410450"/>
            <a:ext cx="1524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800" b="1" spc="14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95400" y="7829550"/>
            <a:ext cx="762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bộ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953500" y="7829550"/>
            <a:ext cx="8191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a0f9df62-4f57-4112-9ef5-683cbde6e00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428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950" b="1" spc="21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950" b="1" spc="18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 TRÌNH</a:t>
            </a:r>
            <a:r>
              <a:rPr lang="en-US" sz="1950" b="1" spc="21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gần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6670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gcc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-O2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-o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chase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chase.c;</a:t>
            </a:r>
            <a:r>
              <a:rPr lang="en-US" sz="21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nano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8115300" cy="2381250"/>
          </a:xfrm>
          <a:prstGeom prst="roundRect">
            <a:avLst>
              <a:gd name="adj" fmla="val 112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543300"/>
            <a:ext cx="73533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16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4000500"/>
            <a:ext cx="7353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1,8 ·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1,8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9258300" y="3238500"/>
            <a:ext cx="8115300" cy="2381250"/>
          </a:xfrm>
          <a:prstGeom prst="roundRect">
            <a:avLst>
              <a:gd name="adj" fmla="val 112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39300" y="3543300"/>
            <a:ext cx="73533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39300" y="4000500"/>
            <a:ext cx="7353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8,8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5400" dirty="0" spc="-18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7,7</a:t>
            </a:r>
            <a:endParaRPr lang="en-US" sz="5400" dirty="0"/>
          </a:p>
        </p:txBody>
      </p:sp>
      <p:sp>
        <p:nvSpPr>
          <p:cNvPr id="11" name="Shape 9"/>
          <p:cNvSpPr/>
          <p:nvPr/>
        </p:nvSpPr>
        <p:spPr>
          <a:xfrm>
            <a:off x="914400" y="5848350"/>
            <a:ext cx="8115300" cy="2381250"/>
          </a:xfrm>
          <a:prstGeom prst="roundRect">
            <a:avLst>
              <a:gd name="adj" fmla="val 11200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153150"/>
            <a:ext cx="73533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64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95400" y="6610350"/>
            <a:ext cx="7353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134,5</a:t>
            </a:r>
            <a:r>
              <a:rPr lang="en-US" sz="54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54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138,0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9258300" y="5848350"/>
            <a:ext cx="8115300" cy="2381250"/>
          </a:xfrm>
          <a:prstGeom prst="roundRect">
            <a:avLst>
              <a:gd name="adj" fmla="val 11200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9639300" y="6153150"/>
            <a:ext cx="73533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39300" y="6610350"/>
            <a:ext cx="7353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216,5</a:t>
            </a: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5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204,4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914400" y="847725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Chương</a:t>
            </a:r>
            <a:r>
              <a:rPr lang="en-US" sz="21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đĩa: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31,5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37,1</a:t>
            </a:r>
            <a:r>
              <a:rPr lang="en-US" sz="21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</a:t>
            </a:r>
            <a:r>
              <a:rPr lang="en-US" sz="21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479c4223-78ac-4adb-afe2-0969c39de46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17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95250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9908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438400" y="287655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Random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Access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Memory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438400" y="323850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 nhớ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 cập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477000" y="2762250"/>
            <a:ext cx="5334000" cy="95250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6705600" y="29908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ROM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001000" y="287655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Read-Only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Memory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001000" y="323850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 nhớ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6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2039600" y="2762250"/>
            <a:ext cx="5334000" cy="95250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268200" y="29908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BIOS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3563600" y="287655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Basic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Input/Output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563600" y="323850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6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14400" y="3829050"/>
            <a:ext cx="5334000" cy="95250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0576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SRAM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2438400" y="394335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Static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Random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Access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Memory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2438400" y="430530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 nhớ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 cập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6477000" y="3829050"/>
            <a:ext cx="5334000" cy="95250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6705600" y="40576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DRAM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8001000" y="394335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Dynamic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Random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Access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Memory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001000" y="430530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 nhớ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 cập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16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2039600" y="3829050"/>
            <a:ext cx="5334000" cy="95250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2268200" y="40576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DDR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13563600" y="394335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Double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Rate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3563600" y="430530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5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Tốc</a:t>
            </a:r>
            <a:r>
              <a:rPr lang="en-US" sz="16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6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kép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914400" y="4895850"/>
            <a:ext cx="5334000" cy="95250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51244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CPU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2438400" y="501015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Central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Processing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Unit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2438400" y="537210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6477000" y="4895850"/>
            <a:ext cx="5334000" cy="95250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33" name="Text 31"/>
          <p:cNvSpPr/>
          <p:nvPr/>
        </p:nvSpPr>
        <p:spPr>
          <a:xfrm>
            <a:off x="6705600" y="51244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HDD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8001000" y="501015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Hard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Disk Drive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8001000" y="537210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Ổ</a:t>
            </a:r>
            <a:r>
              <a:rPr lang="en-US" sz="16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16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2039600" y="4895850"/>
            <a:ext cx="5334000" cy="95250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37" name="Text 35"/>
          <p:cNvSpPr/>
          <p:nvPr/>
        </p:nvSpPr>
        <p:spPr>
          <a:xfrm>
            <a:off x="12268200" y="51244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SSD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13563600" y="501015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Solid-State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Drive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3563600" y="537210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Ổ</a:t>
            </a:r>
            <a:r>
              <a:rPr lang="en-US" sz="16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6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rắn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914400" y="5962650"/>
            <a:ext cx="5334000" cy="95250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41" name="Text 39"/>
          <p:cNvSpPr/>
          <p:nvPr/>
        </p:nvSpPr>
        <p:spPr>
          <a:xfrm>
            <a:off x="1143000" y="61912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USB</a:t>
            </a:r>
            <a:endParaRPr lang="en-US" sz="2700" dirty="0"/>
          </a:p>
        </p:txBody>
      </p:sp>
      <p:sp>
        <p:nvSpPr>
          <p:cNvPr id="42" name="Text 40"/>
          <p:cNvSpPr/>
          <p:nvPr/>
        </p:nvSpPr>
        <p:spPr>
          <a:xfrm>
            <a:off x="2438400" y="607695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Universal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Serial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Bus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2438400" y="643890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 thiết</a:t>
            </a:r>
            <a:r>
              <a:rPr lang="en-US" sz="16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6477000" y="5962650"/>
            <a:ext cx="5334000" cy="95250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45" name="Text 43"/>
          <p:cNvSpPr/>
          <p:nvPr/>
        </p:nvSpPr>
        <p:spPr>
          <a:xfrm>
            <a:off x="6705600" y="61912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SD</a:t>
            </a:r>
            <a:endParaRPr lang="en-US" sz="2700" dirty="0"/>
          </a:p>
        </p:txBody>
      </p:sp>
      <p:sp>
        <p:nvSpPr>
          <p:cNvPr id="46" name="Text 44"/>
          <p:cNvSpPr/>
          <p:nvPr/>
        </p:nvSpPr>
        <p:spPr>
          <a:xfrm>
            <a:off x="8001000" y="607695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Digital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8001000" y="643890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 flash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12039600" y="5962650"/>
            <a:ext cx="5334000" cy="95250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49" name="Text 47"/>
          <p:cNvSpPr/>
          <p:nvPr/>
        </p:nvSpPr>
        <p:spPr>
          <a:xfrm>
            <a:off x="12268200" y="61912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KiB</a:t>
            </a:r>
            <a:endParaRPr lang="en-US" sz="2700" dirty="0"/>
          </a:p>
        </p:txBody>
      </p:sp>
      <p:sp>
        <p:nvSpPr>
          <p:cNvPr id="50" name="Text 48"/>
          <p:cNvSpPr/>
          <p:nvPr/>
        </p:nvSpPr>
        <p:spPr>
          <a:xfrm>
            <a:off x="13563600" y="607695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Kibibyte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3563600" y="643890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1.024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914400" y="7029450"/>
            <a:ext cx="5334000" cy="95250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53" name="Text 51"/>
          <p:cNvSpPr/>
          <p:nvPr/>
        </p:nvSpPr>
        <p:spPr>
          <a:xfrm>
            <a:off x="1143000" y="72580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MiB</a:t>
            </a:r>
            <a:endParaRPr lang="en-US" sz="2700" dirty="0"/>
          </a:p>
        </p:txBody>
      </p:sp>
      <p:sp>
        <p:nvSpPr>
          <p:cNvPr id="54" name="Text 52"/>
          <p:cNvSpPr/>
          <p:nvPr/>
        </p:nvSpPr>
        <p:spPr>
          <a:xfrm>
            <a:off x="2438400" y="714375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Mebibyte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2438400" y="750570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1.024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KiB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6477000" y="7029450"/>
            <a:ext cx="5334000" cy="95250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57" name="Text 55"/>
          <p:cNvSpPr/>
          <p:nvPr/>
        </p:nvSpPr>
        <p:spPr>
          <a:xfrm>
            <a:off x="6705600" y="72580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GiB</a:t>
            </a:r>
            <a:endParaRPr lang="en-US" sz="2700" dirty="0"/>
          </a:p>
        </p:txBody>
      </p:sp>
      <p:sp>
        <p:nvSpPr>
          <p:cNvPr id="58" name="Text 56"/>
          <p:cNvSpPr/>
          <p:nvPr/>
        </p:nvSpPr>
        <p:spPr>
          <a:xfrm>
            <a:off x="8001000" y="714375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Gibibyte</a:t>
            </a:r>
            <a:endParaRPr lang="en-US" sz="1650" dirty="0"/>
          </a:p>
        </p:txBody>
      </p:sp>
      <p:sp>
        <p:nvSpPr>
          <p:cNvPr id="59" name="Text 57"/>
          <p:cNvSpPr/>
          <p:nvPr/>
        </p:nvSpPr>
        <p:spPr>
          <a:xfrm>
            <a:off x="8001000" y="750570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1.024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</a:t>
            </a:r>
            <a:endParaRPr lang="en-US" sz="1650" dirty="0"/>
          </a:p>
        </p:txBody>
      </p:sp>
      <p:sp>
        <p:nvSpPr>
          <p:cNvPr id="60" name="Shape 58"/>
          <p:cNvSpPr/>
          <p:nvPr/>
        </p:nvSpPr>
        <p:spPr>
          <a:xfrm>
            <a:off x="12039600" y="7029450"/>
            <a:ext cx="5334000" cy="95250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61" name="Text 59"/>
          <p:cNvSpPr/>
          <p:nvPr/>
        </p:nvSpPr>
        <p:spPr>
          <a:xfrm>
            <a:off x="12268200" y="72580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GB</a:t>
            </a:r>
            <a:endParaRPr lang="en-US" sz="2700" dirty="0"/>
          </a:p>
        </p:txBody>
      </p:sp>
      <p:sp>
        <p:nvSpPr>
          <p:cNvPr id="62" name="Text 60"/>
          <p:cNvSpPr/>
          <p:nvPr/>
        </p:nvSpPr>
        <p:spPr>
          <a:xfrm>
            <a:off x="13563600" y="714375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GigaByte</a:t>
            </a:r>
            <a:endParaRPr lang="en-US" sz="1650" dirty="0"/>
          </a:p>
        </p:txBody>
      </p:sp>
      <p:sp>
        <p:nvSpPr>
          <p:cNvPr id="63" name="Text 61"/>
          <p:cNvSpPr/>
          <p:nvPr/>
        </p:nvSpPr>
        <p:spPr>
          <a:xfrm>
            <a:off x="13563600" y="7505700"/>
            <a:ext cx="36576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Gigabyte,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tỷ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1650" dirty="0"/>
          </a:p>
        </p:txBody>
      </p:sp>
      <p:sp>
        <p:nvSpPr>
          <p:cNvPr id="64" name="Shape 62"/>
          <p:cNvSpPr/>
          <p:nvPr/>
        </p:nvSpPr>
        <p:spPr>
          <a:xfrm>
            <a:off x="914400" y="8191500"/>
            <a:ext cx="16459200" cy="762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65" name="Text 63"/>
          <p:cNvSpPr/>
          <p:nvPr/>
        </p:nvSpPr>
        <p:spPr>
          <a:xfrm>
            <a:off x="1295400" y="8401050"/>
            <a:ext cx="285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4381500" y="8362950"/>
            <a:ext cx="1238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</p:txBody>
      </p:sp>
      <p:sp>
        <p:nvSpPr>
          <p:cNvPr id="67" name="Shape 6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09/09</a:t>
            </a:r>
            <a:endParaRPr lang="en-US" sz="165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24aac621-2ba7-4e9e-b00a-055d2cf4f39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2026-10-19T02:31:14Z</dcterms:created>
  <dcterms:modified xsi:type="dcterms:W3CDTF">2026-10-19T02:31:14Z</dcterms:modified>
</cp:coreProperties>
</file>