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75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hưởng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5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AOF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appendfsync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always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fsync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everysec</a:t>
            </a:r>
            <a:r>
              <a:rPr lang="en-US" sz="330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(mặc</a:t>
            </a:r>
            <a:r>
              <a:rPr lang="en-US" sz="33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định)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9b151a1-f185-469a-894b-aa0c6a55b0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9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everysec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no,</a:t>
            </a:r>
            <a:r>
              <a:rPr lang="en-US" sz="9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9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9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9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9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khựng.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4f175cf-5a0c-42a1-a7a1-35b43e3c8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140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fsync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Chép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1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15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536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Ép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315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đĩa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9600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954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fsync</a:t>
            </a:r>
            <a:r>
              <a:rPr lang="en-US" sz="315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endParaRPr lang="en-US" sz="31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7536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ae6ccb1-1646-4ea8-b0af-6c2a115e87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EVERYSEC, MẶC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r>
              <a:rPr lang="en-US" sz="78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8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fsync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7" name="Connector line-1792370991193-948545705"/>
          <p:cNvSpPr/>
          <p:nvPr/>
        </p:nvSpPr>
        <p:spPr>
          <a:xfrm>
            <a:off x="59436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675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69913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69913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Hoãn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write(2)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11" name="Connector line-1792370991199-422969139"/>
          <p:cNvSpPr/>
          <p:nvPr/>
        </p:nvSpPr>
        <p:spPr>
          <a:xfrm>
            <a:off x="116967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4206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7444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4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444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Luồng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 bị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10450"/>
            <a:ext cx="156972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6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3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lời;</a:t>
            </a:r>
            <a:r>
              <a:rPr lang="en-US" sz="36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khác.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0ec5016-a86e-4941-8af6-708bbae7b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7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quyết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71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671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1087100" y="3238500"/>
            <a:ext cx="5905500" cy="857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write(2):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r>
              <a:rPr lang="en-US" sz="24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trễ còn</a:t>
            </a: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2100" spc="14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5400" y="55626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162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5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ĐĨA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" y="7658100"/>
            <a:ext cx="15697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45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4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4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071e762-a2ea-49e4-99c0-04dc367b6d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Chữa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tận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34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 nhỏ nhanh hơn</a:t>
            </a:r>
            <a:r>
              <a:rPr lang="en-US" sz="345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r>
              <a:rPr lang="en-US" sz="34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rệt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Nhưng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4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nơi khác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79af070-3f9e-4de5-8687-e48b5ba680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phút,</a:t>
            </a:r>
            <a:r>
              <a:rPr lang="en-US" sz="78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-3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2700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106680" rIns="0" bIns="-106680" rtlCol="0" anchor="t"/>
          <a:lstStyle/>
          <a:p>
            <a:pPr algn="l" indent="0" marL="0">
              <a:lnSpc>
                <a:spcPts val="10500"/>
              </a:lnSpc>
              <a:buNone/>
            </a:pPr>
            <a:r>
              <a:rPr lang="en-US" sz="105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10500" dirty="0"/>
          </a:p>
        </p:txBody>
      </p:sp>
      <p:sp>
        <p:nvSpPr>
          <p:cNvPr id="6" name="Text 4"/>
          <p:cNvSpPr/>
          <p:nvPr/>
        </p:nvSpPr>
        <p:spPr>
          <a:xfrm>
            <a:off x="914400" y="78105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everysec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572500" y="2762250"/>
            <a:ext cx="88011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8915400" y="2819400"/>
            <a:ext cx="8115300" cy="17907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ctr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 có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8572500" y="4953000"/>
            <a:ext cx="8801100" cy="4095750"/>
          </a:xfrm>
          <a:prstGeom prst="roundRect">
            <a:avLst>
              <a:gd name="adj" fmla="val 5581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8572500" y="4953000"/>
            <a:ext cx="88011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8953500" y="53340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</a:t>
            </a: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4200" dirty="0"/>
          </a:p>
        </p:txBody>
      </p:sp>
      <p:sp>
        <p:nvSpPr>
          <p:cNvPr id="12" name="Text richtext-1792371028258-629596012"/>
          <p:cNvSpPr/>
          <p:nvPr/>
        </p:nvSpPr>
        <p:spPr>
          <a:xfrm>
            <a:off x="8953500" y="6381750"/>
            <a:ext cx="8039100" cy="2476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MiB,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 chỉ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nền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aad0a0b-3eb7-4f16-b3af-ede6a6b0db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 ĐO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MiB,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7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85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lệnh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PING</a:t>
                      </a:r>
                      <a:r>
                        <a:rPr lang="en-US" sz="28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client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(p99)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0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Tắt</a:t>
                      </a:r>
                      <a:r>
                        <a:rPr lang="en-US" sz="2850" dirty="0" spc="-24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AOF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</a:t>
                      </a:r>
                      <a:r>
                        <a:rPr lang="en-US" sz="28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dưới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6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always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34–36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29–32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8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everysec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27–34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22–29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8" kern="0">
                          <a:solidFill>
                            <a:srgbClr val="B45309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28–31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22–26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6580e8f-8911-489a-b6ca-3015edfa0f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AOF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Append</a:t>
            </a:r>
            <a:r>
              <a:rPr lang="en-US" sz="1800" dirty="0" spc="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Only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7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RDB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DataBase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Ảnh chụp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4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400" dirty="0" spc="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Mebibyte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1.048.576</a:t>
            </a:r>
            <a:r>
              <a:rPr lang="en-US" sz="24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051346-19176240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persistence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nguồn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AOF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719574c-1eb1-4f39-86fc-23889eb6d0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2026-10-19T13:54:16Z</dcterms:created>
  <dcterms:modified xsi:type="dcterms:W3CDTF">2026-10-19T13:54:16Z</dcterms:modified>
</cp:coreProperties>
</file>