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59171" rIns="0" bIns="-59171" rtlCol="0" anchor="t"/>
          <a:lstStyle/>
          <a:p>
            <a:pPr algn="l" indent="0" marL="0">
              <a:lnSpc>
                <a:spcPts val="7247"/>
              </a:lnSpc>
              <a:buNone/>
            </a:pPr>
            <a:r>
              <a:rPr lang="en-US" sz="6902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2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 bằng</a:t>
            </a:r>
            <a:r>
              <a:rPr lang="en-US" sz="6902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902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2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902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6902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b="1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3000" b="1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3000" b="1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30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30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30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0" y="1809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HTTP(S)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0" y="30480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0" y="4286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</a:t>
            </a:r>
            <a:r>
              <a:rPr lang="en-US" sz="210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HTTP(S)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716000" y="55245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</a:t>
            </a: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0" y="6762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b="1" dirty="0" spc="-2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Connector line-1792422046207-781000967"/>
          <p:cNvSpPr/>
          <p:nvPr/>
        </p:nvSpPr>
        <p:spPr>
          <a:xfrm flipV="1">
            <a:off x="12630150" y="2209800"/>
            <a:ext cx="1085850" cy="29337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Connector line-1792422046208-97318835"/>
          <p:cNvSpPr/>
          <p:nvPr/>
        </p:nvSpPr>
        <p:spPr>
          <a:xfrm flipV="1">
            <a:off x="12630150" y="3448050"/>
            <a:ext cx="1085850" cy="16954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6" name="Connector line-1792422046208-692185691"/>
          <p:cNvSpPr/>
          <p:nvPr/>
        </p:nvSpPr>
        <p:spPr>
          <a:xfrm flipV="1">
            <a:off x="12630150" y="4686300"/>
            <a:ext cx="1085850" cy="4572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Connector line-1792422046208-885894571"/>
          <p:cNvSpPr/>
          <p:nvPr/>
        </p:nvSpPr>
        <p:spPr>
          <a:xfrm>
            <a:off x="12630150" y="5143500"/>
            <a:ext cx="1085850" cy="7810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Connector line-1792422046209-694793210"/>
          <p:cNvSpPr/>
          <p:nvPr/>
        </p:nvSpPr>
        <p:spPr>
          <a:xfrm>
            <a:off x="12630150" y="5143500"/>
            <a:ext cx="1085850" cy="20193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42f4a76-d968-402f-a287-3b23bd0d34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41910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685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9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HTTP(S)</a:t>
            </a:r>
            <a:r>
              <a:rPr lang="en-US" sz="39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4191000"/>
          </a:xfrm>
          <a:prstGeom prst="roundRect">
            <a:avLst>
              <a:gd name="adj" fmla="val 727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39350" y="34671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39350" y="4095750"/>
            <a:ext cx="685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9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9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39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39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39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vực?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f4346fa-1c91-4bbd-96ae-17c1224a45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800" b="1" spc="28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622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HTTP(S)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239500" y="27622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250" b="1" dirty="0" spc="-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66675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</a:t>
            </a:r>
            <a:r>
              <a:rPr lang="en-US" sz="22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762500" y="3143250"/>
            <a:ext cx="6096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Front</a:t>
            </a:r>
            <a:r>
              <a:rPr lang="en-US" sz="36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Door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239500" y="3143250"/>
            <a:ext cx="61341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0" y="3429000"/>
            <a:ext cx="5753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Traffic</a:t>
            </a:r>
            <a:r>
              <a:rPr lang="en-US" sz="36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430000" y="4286250"/>
            <a:ext cx="5753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62500" y="6000750"/>
            <a:ext cx="60960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3300" b="1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39500" y="6000750"/>
            <a:ext cx="61341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33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f606489-e75f-44b3-b46d-d1c715c73c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HTTP(S)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</a:t>
            </a: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650" b="1" spc="2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650" b="1" spc="2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3300" b="1" dirty="0" spc="-3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HTTP(S),</a:t>
            </a:r>
            <a:r>
              <a:rPr lang="en-US" sz="3000" dirty="0" spc="-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905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905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3000" b="1" dirty="0" spc="-2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30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30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25000" y="59055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HTTP(S), cho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adc78e9-7f0f-49a9-9810-1ad5de2b39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Balancer: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7625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762750" y="3429000"/>
            <a:ext cx="4762500" cy="2476500"/>
          </a:xfrm>
          <a:prstGeom prst="roundRect">
            <a:avLst>
              <a:gd name="adj" fmla="val 1230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611100" y="3429000"/>
            <a:ext cx="47625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28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850" dirty="0"/>
          </a:p>
        </p:txBody>
      </p:sp>
      <p:sp>
        <p:nvSpPr>
          <p:cNvPr id="7" name="Connector line-1792422078166-780683983"/>
          <p:cNvSpPr/>
          <p:nvPr/>
        </p:nvSpPr>
        <p:spPr>
          <a:xfrm>
            <a:off x="5676900" y="4667250"/>
            <a:ext cx="10858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2078166-657135179"/>
          <p:cNvSpPr/>
          <p:nvPr/>
        </p:nvSpPr>
        <p:spPr>
          <a:xfrm>
            <a:off x="11525250" y="4667250"/>
            <a:ext cx="10858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62750" y="6477000"/>
            <a:ext cx="219075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334500" y="6477000"/>
            <a:ext cx="219075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2b415d7-3da8-45b1-8e7b-c42653cef3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XUYÊN</a:t>
            </a:r>
            <a:r>
              <a:rPr lang="en-US" sz="180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endParaRPr lang="en-US" sz="1800" dirty="0"/>
          </a:p>
        </p:txBody>
      </p:sp>
      <p:sp>
        <p:nvSpPr>
          <p:cNvPr id="5" name="Connector line-1792422078964-33804430"/>
          <p:cNvSpPr/>
          <p:nvPr/>
        </p:nvSpPr>
        <p:spPr>
          <a:xfrm>
            <a:off x="3771900" y="3810000"/>
            <a:ext cx="107061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6" name="Text 4"/>
          <p:cNvSpPr/>
          <p:nvPr/>
        </p:nvSpPr>
        <p:spPr>
          <a:xfrm>
            <a:off x="914400" y="3286125"/>
            <a:ext cx="28575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39000" y="3381375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cân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516100" y="3286125"/>
            <a:ext cx="28575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800" dirty="0"/>
          </a:p>
        </p:txBody>
      </p:sp>
      <p:sp>
        <p:nvSpPr>
          <p:cNvPr id="11" name="Connector line-1792422078974-208907720"/>
          <p:cNvSpPr/>
          <p:nvPr/>
        </p:nvSpPr>
        <p:spPr>
          <a:xfrm>
            <a:off x="3771900" y="6762750"/>
            <a:ext cx="34290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12" name="Connector line-1792422078974-249445341"/>
          <p:cNvSpPr/>
          <p:nvPr/>
        </p:nvSpPr>
        <p:spPr>
          <a:xfrm>
            <a:off x="10896600" y="6762750"/>
            <a:ext cx="35814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13" name="Text 11"/>
          <p:cNvSpPr/>
          <p:nvPr/>
        </p:nvSpPr>
        <p:spPr>
          <a:xfrm>
            <a:off x="914400" y="6238875"/>
            <a:ext cx="28575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39000" y="6334125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cân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516100" y="6238875"/>
            <a:ext cx="28575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cân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khác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4b60b4b-aebc-434d-b5c9-0eff81b237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31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1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662c5df-9df7-48fc-a85e-54cf31027e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6291" rIns="0" bIns="-46291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</a:t>
            </a:r>
            <a:r>
              <a:rPr lang="en-US" sz="54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vực,</a:t>
            </a: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4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vào,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nhanh: ô</a:t>
            </a:r>
            <a:r>
              <a:rPr lang="en-US" sz="5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152400" cy="190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333750"/>
            <a:ext cx="15906750" cy="2190750"/>
          </a:xfrm>
          <a:prstGeom prst="rect">
            <a:avLst/>
          </a:prstGeom>
          <a:noFill/>
          <a:ln/>
        </p:spPr>
        <p:txBody>
          <a:bodyPr wrap="square" lIns="0" tIns="70707" rIns="0" bIns="-70707" rtlCol="0" anchor="t"/>
          <a:lstStyle/>
          <a:p>
            <a:pPr algn="l" indent="0" marL="0">
              <a:lnSpc>
                <a:spcPts val="8663"/>
              </a:lnSpc>
              <a:buNone/>
            </a:pPr>
            <a:r>
              <a:rPr lang="en-US" sz="8250" dirty="0" spc="-1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82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825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HTTP(S):</a:t>
            </a:r>
            <a:r>
              <a:rPr lang="en-US" sz="825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Front</a:t>
            </a:r>
            <a:r>
              <a:rPr lang="en-US" sz="8250" dirty="0" spc="-1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Door.</a:t>
            </a:r>
            <a:endParaRPr lang="en-US" sz="825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657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Traffic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Manager</a:t>
            </a: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6286500"/>
            <a:ext cx="8001000" cy="2190750"/>
          </a:xfrm>
          <a:prstGeom prst="roundRect">
            <a:avLst>
              <a:gd name="adj" fmla="val 12174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657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95c2ad2-48e7-4558-9562-bc4c0e17ff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b="1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3000" b="1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cân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b459c25-3a7a-4a0a-9295-40a4622e42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0" y="16573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0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0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914400" y="28575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286000" y="28956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4400" y="40957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TCP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286000" y="41338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0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025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14400" y="53340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UDP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286000" y="53721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0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025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14400" y="65722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DNS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286000" y="66103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477000" y="16192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TLS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848600" y="16573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025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025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477000" y="28575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848600" y="289560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02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025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6477000" y="40957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URL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848600" y="41338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0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6477000" y="53340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848600" y="537210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025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025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1430000" y="1619250"/>
            <a:ext cx="5943600" cy="6096000"/>
          </a:xfrm>
          <a:prstGeom prst="roundRect">
            <a:avLst>
              <a:gd name="adj" fmla="val 512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11000" y="1962150"/>
            <a:ext cx="5181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3" name="Text richtext-1792422129264-837440618"/>
          <p:cNvSpPr/>
          <p:nvPr/>
        </p:nvSpPr>
        <p:spPr>
          <a:xfrm>
            <a:off x="11811000" y="2533650"/>
            <a:ext cx="5181600" cy="476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Microsoft,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options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thiệu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(kho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075d31d-f613-4b86-a424-e1d3310fee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2026-10-19T15:02:38Z</dcterms:created>
  <dcterms:modified xsi:type="dcterms:W3CDTF">2026-10-19T15:02:38Z</dcterms:modified>
</cp:coreProperties>
</file>