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20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5716250" cy="36195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6360"/>
              </a:lnSpc>
              <a:buNone/>
            </a:pPr>
            <a:r>
              <a:rPr lang="en-US" sz="60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lăm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khái</a:t>
            </a:r>
            <a:r>
              <a:rPr lang="en-US" sz="6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0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thống:</a:t>
            </a:r>
            <a:endParaRPr lang="en-US" sz="6000" dirty="0"/>
          </a:p>
          <a:p>
            <a:pPr algn="l" indent="0" marL="0">
              <a:lnSpc>
                <a:spcPts val="6360"/>
              </a:lnSpc>
              <a:buNone/>
            </a:pPr>
            <a:r>
              <a:rPr lang="en-US" sz="6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việc,</a:t>
            </a:r>
            <a:r>
              <a:rPr lang="en-US" sz="60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0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r>
              <a:rPr lang="en-US" sz="60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endParaRPr lang="en-US" sz="6000" dirty="0"/>
          </a:p>
          <a:p>
            <a:pPr algn="l" indent="0" marL="0">
              <a:lnSpc>
                <a:spcPts val="6360"/>
              </a:lnSpc>
              <a:buNone/>
            </a:pPr>
            <a:r>
              <a:rPr lang="en-US" sz="60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60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ôn thi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0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742950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6009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100" b="1" dirty="0" spc="1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772150" y="742950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72150" y="76009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sống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915400" y="742950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76009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10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058650" y="742950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58650" y="76009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100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ôn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e0fc054b-dc4b-4a9b-a434-2a6854a47b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lăm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niệm,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3600450" cy="2095500"/>
          </a:xfrm>
          <a:prstGeom prst="roundRect">
            <a:avLst>
              <a:gd name="adj" fmla="val 14545"/>
            </a:avLst>
          </a:prstGeom>
          <a:solidFill>
            <a:srgbClr val="D5ECE8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4286250"/>
            <a:ext cx="30289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4514850" y="4286250"/>
            <a:ext cx="685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200650" y="3619500"/>
            <a:ext cx="3600450" cy="2095500"/>
          </a:xfrm>
          <a:prstGeom prst="roundRect">
            <a:avLst>
              <a:gd name="adj" fmla="val 14545"/>
            </a:avLst>
          </a:prstGeom>
          <a:solidFill>
            <a:srgbClr val="FBE0DA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4286250"/>
            <a:ext cx="30289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801100" y="4286250"/>
            <a:ext cx="685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9486900" y="3619500"/>
            <a:ext cx="3600450" cy="2095500"/>
          </a:xfrm>
          <a:prstGeom prst="roundRect">
            <a:avLst>
              <a:gd name="adj" fmla="val 1454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72650" y="4286250"/>
            <a:ext cx="30289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3087350" y="4286250"/>
            <a:ext cx="685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13773150" y="3619500"/>
            <a:ext cx="3600450" cy="2095500"/>
          </a:xfrm>
          <a:prstGeom prst="roundRect">
            <a:avLst>
              <a:gd name="adj" fmla="val 14545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4058900" y="4286250"/>
            <a:ext cx="30289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14400" y="66675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400" y="69532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đếm: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quên?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2c1fafcf-ebb2-4226-8cf1-80fec00364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1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1800" b="1" spc="31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800" b="1" spc="28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khái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</a:t>
            </a:r>
            <a:r>
              <a:rPr lang="en-US" sz="72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2381250"/>
          </a:xfrm>
          <a:prstGeom prst="roundRect">
            <a:avLst>
              <a:gd name="adj" fmla="val 128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190750" y="35433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28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cái</a:t>
            </a:r>
            <a:r>
              <a:rPr lang="en-US" sz="28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190750" y="430530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D5ECE8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0750" y="44767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1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524500" y="4305300"/>
            <a:ext cx="2762250" cy="723900"/>
          </a:xfrm>
          <a:prstGeom prst="roundRect">
            <a:avLst>
              <a:gd name="adj" fmla="val 50000"/>
            </a:avLst>
          </a:prstGeom>
          <a:solidFill>
            <a:srgbClr val="D5ECE8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24500" y="44767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1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477250" y="4305300"/>
            <a:ext cx="6096000" cy="723900"/>
          </a:xfrm>
          <a:prstGeom prst="roundRect">
            <a:avLst>
              <a:gd name="adj" fmla="val 50000"/>
            </a:avLst>
          </a:prstGeom>
          <a:solidFill>
            <a:srgbClr val="D5ECE8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77250" y="44767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1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5905500"/>
            <a:ext cx="16459200" cy="2381250"/>
          </a:xfrm>
          <a:prstGeom prst="roundRect">
            <a:avLst>
              <a:gd name="adj" fmla="val 128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19125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2190750" y="63055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Dựng</a:t>
            </a:r>
            <a:r>
              <a:rPr lang="en-US" sz="285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thế</a:t>
            </a:r>
            <a:r>
              <a:rPr lang="en-US" sz="28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nào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2190750" y="7067550"/>
            <a:ext cx="36195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0750" y="723900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000750" y="7067550"/>
            <a:ext cx="32385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0750" y="72390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1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429750" y="7067550"/>
            <a:ext cx="3429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29750" y="72390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3049250" y="7067550"/>
            <a:ext cx="20955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49250" y="72390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 năng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797274bb-1966-475c-9c94-496abfa927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3: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80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SỐNG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2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047750"/>
          </a:xfrm>
          <a:prstGeom prst="roundRect">
            <a:avLst>
              <a:gd name="adj" fmla="val 23636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1945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1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914400" y="4191000"/>
            <a:ext cx="16459200" cy="1047750"/>
          </a:xfrm>
          <a:prstGeom prst="roundRect">
            <a:avLst>
              <a:gd name="adj" fmla="val 23636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44577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914400" y="5429250"/>
            <a:ext cx="16459200" cy="1047750"/>
          </a:xfrm>
          <a:prstGeom prst="roundRect">
            <a:avLst>
              <a:gd name="adj" fmla="val 23636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569595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047750"/>
          </a:xfrm>
          <a:prstGeom prst="roundRect">
            <a:avLst>
              <a:gd name="adj" fmla="val 23636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9342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1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914400" y="7905750"/>
            <a:ext cx="16459200" cy="1047750"/>
          </a:xfrm>
          <a:prstGeom prst="roundRect">
            <a:avLst>
              <a:gd name="adj" fmla="val 23636"/>
            </a:avLst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817245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e25479f-10fb-4f34-b788-d450556c69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4: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800" b="1" spc="2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2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72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72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5219700" cy="4000500"/>
          </a:xfrm>
          <a:prstGeom prst="roundRect">
            <a:avLst>
              <a:gd name="adj" fmla="val 7619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6195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6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767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Ước</a:t>
            </a:r>
            <a:r>
              <a:rPr lang="en-US" sz="34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4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 phí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6534150" y="3238500"/>
            <a:ext cx="52197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6195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915150" y="4286250"/>
            <a:ext cx="44767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12153900" y="3238500"/>
            <a:ext cx="5219700" cy="4000500"/>
          </a:xfrm>
          <a:prstGeom prst="roundRect">
            <a:avLst>
              <a:gd name="adj" fmla="val 7619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34900" y="36195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534900" y="4286250"/>
            <a:ext cx="44767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8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34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34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34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d358e1d-d917-4cf0-9798-a5a5a1e2dbc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1800" b="1" spc="28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ÔN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2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nhắc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667500" y="3067050"/>
            <a:ext cx="8572500" cy="5334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5525750" y="30670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104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42862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667500" y="4210050"/>
            <a:ext cx="5772150" cy="5334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725400" y="42100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70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14400" y="5429250"/>
            <a:ext cx="5334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thử,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6667500" y="5353050"/>
            <a:ext cx="95250" cy="533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6953250" y="53530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914400" y="6858000"/>
            <a:ext cx="5334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trì,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667500" y="67818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</a:t>
            </a:r>
            <a:r>
              <a:rPr lang="en-US" sz="330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862b622-5c9d-4386-892c-bf97e84ba0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7981950" cy="3810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180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71437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3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3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391650" y="3143250"/>
            <a:ext cx="7981950" cy="3810000"/>
          </a:xfrm>
          <a:prstGeom prst="roundRect">
            <a:avLst>
              <a:gd name="adj" fmla="val 8000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7265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ĐO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72650" y="4191000"/>
            <a:ext cx="71437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33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tưởng,</a:t>
            </a:r>
            <a:r>
              <a:rPr lang="en-US" sz="33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3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3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thật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762000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 nhóm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9417866-9c89-455c-933d-ee7729508f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thống: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57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5905500" y="4191000"/>
            <a:ext cx="6477000" cy="1428750"/>
          </a:xfrm>
          <a:prstGeom prst="roundRect">
            <a:avLst>
              <a:gd name="adj" fmla="val 21333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5905500" y="4667250"/>
            <a:ext cx="647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Bàn</a:t>
            </a:r>
            <a:r>
              <a:rPr lang="en-US" sz="300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giao</a:t>
            </a:r>
            <a:r>
              <a:rPr lang="en-US" sz="30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r>
              <a:rPr lang="en-US" sz="300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thống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29650" y="5619750"/>
            <a:ext cx="57150" cy="85725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7" name="Shape 5"/>
          <p:cNvSpPr/>
          <p:nvPr/>
        </p:nvSpPr>
        <p:spPr>
          <a:xfrm>
            <a:off x="2476500" y="6438900"/>
            <a:ext cx="13335000" cy="5715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8" name="Shape 6"/>
          <p:cNvSpPr/>
          <p:nvPr/>
        </p:nvSpPr>
        <p:spPr>
          <a:xfrm>
            <a:off x="2447925" y="6438900"/>
            <a:ext cx="57150" cy="60960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9" name="Shape 7"/>
          <p:cNvSpPr/>
          <p:nvPr/>
        </p:nvSpPr>
        <p:spPr>
          <a:xfrm>
            <a:off x="15782925" y="6438900"/>
            <a:ext cx="57150" cy="60960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7048500"/>
            <a:ext cx="314325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7477125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10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Tài</a:t>
            </a:r>
            <a:r>
              <a:rPr lang="en-US" sz="30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4230350" y="7048500"/>
            <a:ext cx="314325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230350" y="7477125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Khả</a:t>
            </a:r>
            <a:r>
              <a:rPr lang="en-US" sz="2550" dirty="0" spc="-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năng</a:t>
            </a:r>
            <a:r>
              <a:rPr lang="en-US" sz="25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bảo</a:t>
            </a:r>
            <a:r>
              <a:rPr lang="en-US" sz="2550" dirty="0" spc="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trì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476750" y="7239000"/>
            <a:ext cx="9334500" cy="857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27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ef818f2f-7e2d-4b40-9277-6d8485667d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72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72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200" dirty="0" spc="-8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4572000" cy="22860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4095750"/>
            <a:ext cx="39243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85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lăm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5486400" y="42862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6248400" y="3619500"/>
            <a:ext cx="4572000" cy="228600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0" y="4286250"/>
            <a:ext cx="39243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0820400" y="42862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500" dirty="0"/>
          </a:p>
        </p:txBody>
      </p:sp>
      <p:sp>
        <p:nvSpPr>
          <p:cNvPr id="10" name="Shape 8"/>
          <p:cNvSpPr/>
          <p:nvPr/>
        </p:nvSpPr>
        <p:spPr>
          <a:xfrm>
            <a:off x="11582400" y="3619500"/>
            <a:ext cx="5791200" cy="228600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1906250" y="4286250"/>
            <a:ext cx="5143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66675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9532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nhắc.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4dec10c1-15c6-46fa-9b37-5a88f01280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04775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19050">
            <a:solidFill>
              <a:srgbClr val="3A3E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286000"/>
            <a:ext cx="9620250" cy="1809750"/>
          </a:xfrm>
          <a:prstGeom prst="rect">
            <a:avLst/>
          </a:prstGeom>
          <a:noFill/>
          <a:ln/>
        </p:spPr>
        <p:txBody>
          <a:bodyPr wrap="square" lIns="0" tIns="-2715" rIns="0" bIns="2715" rtlCol="0" anchor="t"/>
          <a:lstStyle/>
          <a:p>
            <a:pPr algn="l" indent="0" marL="0">
              <a:lnSpc>
                <a:spcPts val="4275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ByteByteGo,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850" dirty="0"/>
          </a:p>
          <a:p>
            <a:pPr algn="l" indent="0" marL="0">
              <a:lnSpc>
                <a:spcPts val="4275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donnemartin/system-design-primer,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ae9bbd7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8ac0754-fa3e-4482-9217-793b02bc97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2026-10-19T15:13:16Z</dcterms:created>
  <dcterms:modified xsi:type="dcterms:W3CDTF">2026-10-19T15:13:16Z</dcterms:modified>
</cp:coreProperties>
</file>