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716250" cy="2857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 thắt</a:t>
            </a:r>
            <a:r>
              <a:rPr lang="en-US" sz="75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5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mềm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giao, không</a:t>
            </a:r>
            <a:r>
              <a:rPr lang="en-US" sz="30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Chờ</a:t>
            </a:r>
            <a:r>
              <a:rPr lang="en-US" sz="255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25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2550" dirty="0" spc="-2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1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05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Phát</a:t>
            </a:r>
            <a:r>
              <a:rPr lang="en-US" sz="25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r>
              <a:rPr lang="en-US" sz="25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thủ</a:t>
            </a:r>
            <a:r>
              <a:rPr lang="en-US" sz="255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công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96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Sự</a:t>
            </a:r>
            <a:r>
              <a:rPr lang="en-US" sz="25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cố</a:t>
            </a:r>
            <a:r>
              <a:rPr lang="en-US" sz="25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lặp</a:t>
            </a: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87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Hiểu</a:t>
            </a:r>
            <a:r>
              <a:rPr lang="en-US" sz="25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dồn</a:t>
            </a:r>
            <a:r>
              <a:rPr lang="en-US" sz="255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vài</a:t>
            </a:r>
            <a:r>
              <a:rPr lang="en-US" sz="2550" dirty="0" spc="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62bf55a5-fcaf-4a0b-adc9-34e248867b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Thời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 giao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0005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</a:t>
            </a:r>
            <a:r>
              <a:rPr lang="en-US" sz="36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286500" y="3238500"/>
            <a:ext cx="5715000" cy="2095500"/>
          </a:xfrm>
          <a:prstGeom prst="roundRect">
            <a:avLst>
              <a:gd name="adj" fmla="val 1272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Chuyển</a:t>
            </a:r>
            <a:r>
              <a:rPr lang="en-US" sz="33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giao</a:t>
            </a:r>
            <a:r>
              <a:rPr lang="en-US" sz="330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giữa</a:t>
            </a:r>
            <a:r>
              <a:rPr lang="en-US" sz="33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30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nhóm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73100" y="3238500"/>
            <a:ext cx="40005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Lên</a:t>
            </a:r>
            <a:r>
              <a:rPr lang="en-US" sz="360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endParaRPr lang="en-US" sz="3600" dirty="0"/>
          </a:p>
        </p:txBody>
      </p:sp>
      <p:sp>
        <p:nvSpPr>
          <p:cNvPr id="7" name="Connector line-1792371351829-706138435"/>
          <p:cNvSpPr/>
          <p:nvPr/>
        </p:nvSpPr>
        <p:spPr>
          <a:xfrm>
            <a:off x="5010150" y="4286250"/>
            <a:ext cx="1181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351830-532429821"/>
          <p:cNvSpPr/>
          <p:nvPr/>
        </p:nvSpPr>
        <p:spPr>
          <a:xfrm>
            <a:off x="12096750" y="4286250"/>
            <a:ext cx="1181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191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Bốn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nút</a:t>
            </a:r>
            <a:r>
              <a:rPr lang="en-US" sz="3000" dirty="0" spc="-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thắt,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dấu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hiệu</a:t>
            </a:r>
            <a:r>
              <a:rPr lang="en-US" sz="30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r>
              <a:rPr lang="en-US" sz="300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ra,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việc</a:t>
            </a:r>
            <a:r>
              <a:rPr lang="en-US" sz="300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nên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thử</a:t>
            </a:r>
            <a:r>
              <a:rPr lang="en-US" sz="3000" dirty="0" spc="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6953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5063d13-4cf4-4633-9612-5a2bd95a94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Nhóm</a:t>
            </a: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sản</a:t>
            </a:r>
            <a:r>
              <a:rPr lang="en-US" sz="33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phẩm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2611100" y="314325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Môi</a:t>
            </a:r>
            <a:r>
              <a:rPr lang="en-US" sz="330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trường,</a:t>
            </a:r>
            <a:r>
              <a:rPr lang="en-US" sz="330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810250" y="3286125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100" dirty="0" spc="-1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210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100" dirty="0" spc="-1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100" dirty="0" spc="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đợi</a:t>
            </a:r>
            <a:r>
              <a:rPr lang="en-US" sz="21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100" dirty="0" spc="-1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</a:t>
            </a:r>
            <a:endParaRPr lang="en-US" sz="2100" dirty="0"/>
          </a:p>
        </p:txBody>
      </p:sp>
      <p:sp>
        <p:nvSpPr>
          <p:cNvPr id="7" name="Connector line-1792371353866-315108935"/>
          <p:cNvSpPr/>
          <p:nvPr/>
        </p:nvSpPr>
        <p:spPr>
          <a:xfrm>
            <a:off x="5810250" y="3905250"/>
            <a:ext cx="66675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5810250" y="4286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Mẫu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2100" dirty="0" spc="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21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21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9" name="Connector line-1792371353869-607674800"/>
          <p:cNvSpPr/>
          <p:nvPr/>
        </p:nvSpPr>
        <p:spPr>
          <a:xfrm>
            <a:off x="5810250" y="4953000"/>
            <a:ext cx="6667500" cy="0"/>
          </a:xfrm>
          <a:prstGeom prst="line">
            <a:avLst/>
          </a:prstGeom>
          <a:noFill/>
          <a:ln w="85725">
            <a:solidFill>
              <a:srgbClr val="E8472B"/>
            </a:solidFill>
            <a:prstDash val="solid"/>
            <a:headEnd type="none"/>
            <a:tailEnd type="triangle" w="sm" len="sm"/>
          </a:ln>
        </p:spPr>
      </p:sp>
      <p:sp>
        <p:nvSpPr>
          <p:cNvPr id="10" name="Text 8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Thử</a:t>
            </a:r>
            <a:r>
              <a:rPr lang="en-US" sz="3000" dirty="0" spc="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trước: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mẫu</a:t>
            </a:r>
            <a:r>
              <a:rPr lang="en-US" sz="30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300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300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30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7239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 hiệu: mở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4a53a0c-7006-4559-b920-35eeb765a5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thủ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333750"/>
            <a:ext cx="723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Cần</a:t>
            </a:r>
            <a:r>
              <a:rPr lang="en-US" sz="315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150" dirty="0" spc="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r>
              <a:rPr lang="en-US" sz="31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nhớ</a:t>
            </a:r>
            <a:r>
              <a:rPr lang="en-US" sz="31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đủ</a:t>
            </a:r>
            <a:r>
              <a:rPr lang="en-US" sz="31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150" dirty="0" spc="1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0134600" y="2857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9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134600" y="3333750"/>
            <a:ext cx="7239000" cy="2476500"/>
          </a:xfrm>
          <a:prstGeom prst="roundRect">
            <a:avLst>
              <a:gd name="adj" fmla="val 1076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</a:t>
            </a:r>
            <a:r>
              <a:rPr lang="en-US" sz="31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15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r>
              <a:rPr lang="en-US" sz="31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thành</a:t>
            </a:r>
            <a:r>
              <a:rPr lang="en-US" sz="31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pipeline</a:t>
            </a:r>
            <a:endParaRPr lang="en-US" sz="3150" dirty="0"/>
          </a:p>
        </p:txBody>
      </p:sp>
      <p:sp>
        <p:nvSpPr>
          <p:cNvPr id="8" name="Connector line-1792371355897-600319237"/>
          <p:cNvSpPr/>
          <p:nvPr/>
        </p:nvSpPr>
        <p:spPr>
          <a:xfrm>
            <a:off x="8248650" y="4572000"/>
            <a:ext cx="17907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ac93d45e-57ce-4d6d-bfa5-63c3403af2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Sự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 lại</a:t>
            </a:r>
            <a:endParaRPr lang="en-US" sz="6900" dirty="0"/>
          </a:p>
        </p:txBody>
      </p:sp>
      <p:sp>
        <p:nvSpPr>
          <p:cNvPr id="4" name="Connector line-1792371382025-624226810"/>
          <p:cNvSpPr/>
          <p:nvPr/>
        </p:nvSpPr>
        <p:spPr>
          <a:xfrm>
            <a:off x="2857500" y="4095750"/>
            <a:ext cx="125730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362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590" dirty="0"/>
          </a:p>
        </p:txBody>
      </p:sp>
      <p:sp>
        <p:nvSpPr>
          <p:cNvPr id="6" name="Text 4"/>
          <p:cNvSpPr/>
          <p:nvPr/>
        </p:nvSpPr>
        <p:spPr>
          <a:xfrm>
            <a:off x="86487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590" dirty="0"/>
          </a:p>
        </p:txBody>
      </p:sp>
      <p:sp>
        <p:nvSpPr>
          <p:cNvPr id="7" name="Text 5"/>
          <p:cNvSpPr/>
          <p:nvPr/>
        </p:nvSpPr>
        <p:spPr>
          <a:xfrm>
            <a:off x="14935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590" dirty="0"/>
          </a:p>
        </p:txBody>
      </p:sp>
      <p:sp>
        <p:nvSpPr>
          <p:cNvPr id="8" name="Shape 6"/>
          <p:cNvSpPr/>
          <p:nvPr/>
        </p:nvSpPr>
        <p:spPr>
          <a:xfrm>
            <a:off x="9144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2009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75247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nhường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cho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134874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38112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550" dirty="0" spc="-2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550" dirty="0" spc="-2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 khi</a:t>
            </a:r>
            <a:r>
              <a:rPr lang="en-US" sz="255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hết</a:t>
            </a: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ngân</a:t>
            </a: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lỗi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5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42aa369-4c05-4561-9e3b-50a9a6fb06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66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6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6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151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961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961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 runbook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121158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968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Luân</a:t>
            </a:r>
            <a:r>
              <a:rPr lang="en-US" sz="39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3900" dirty="0" spc="1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trực</a:t>
            </a:r>
            <a:r>
              <a:rPr lang="en-US" sz="39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</a:t>
            </a:r>
            <a:endParaRPr lang="en-US" sz="39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d9dc1a7-0df5-4454-a585-cbe193a64b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thắt: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nhìn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bài,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đầy đủ.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4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Tổ</a:t>
            </a:r>
            <a:r>
              <a:rPr lang="en-US" sz="28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chức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chắc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 nền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tảng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850" dirty="0" spc="-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SLO.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DevOps,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SRE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ranh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85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cứng.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Hãy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dựa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0656aa7-6622-4ccb-95bb-95f8c59d2a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Hết</a:t>
            </a:r>
            <a:r>
              <a:rPr lang="en-US" sz="4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42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ra.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4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33350" cy="1809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952750"/>
            <a:ext cx="15716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Ưu</a:t>
            </a:r>
            <a:r>
              <a:rPr lang="en-US" sz="975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9750" dirty="0" spc="2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r>
              <a:rPr lang="en-US" sz="97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97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cậy.</a:t>
            </a:r>
            <a:endParaRPr lang="en-US" sz="97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Giảm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tốc phát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mới,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đạt</a:t>
            </a:r>
            <a:r>
              <a:rPr lang="en-US" sz="3000" dirty="0" spc="-3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SLO.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6858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7a56fb17-02f5-4a45-8c86-1afb542f5b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6B6A6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r>
              <a:rPr lang="en-US" sz="2400" dirty="0" spc="-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chỗ chờ</a:t>
            </a:r>
            <a:r>
              <a:rPr lang="en-US" sz="2400" dirty="0" spc="7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thời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4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24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400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4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r>
              <a:rPr lang="en-US" sz="240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r>
              <a:rPr lang="en-US" sz="24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phát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Mục tiêu</a:t>
            </a:r>
            <a:r>
              <a:rPr lang="en-US" sz="24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</a:t>
            </a:r>
            <a:r>
              <a:rPr lang="en-US" sz="24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tin</a:t>
            </a:r>
            <a:r>
              <a:rPr lang="en-US" sz="2400" dirty="0" spc="-1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cậy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24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sẻ</a:t>
            </a:r>
            <a:r>
              <a:rPr lang="en-US" sz="24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4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runbook;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 lỗi.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9b5f53ec-f489-40d1-9b79-b09e6ca8d9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382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151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389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1158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4396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SRE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619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151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Mục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r>
              <a:rPr lang="en-US" sz="2100" dirty="0" spc="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1158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Chính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ngân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5429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Văn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15100" y="5429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Định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2a872d8b-6129-4a87-ae99-02b030ea1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2026-10-19T00:57:04Z</dcterms:created>
  <dcterms:modified xsi:type="dcterms:W3CDTF">2026-10-19T00:57:04Z</dcterms:modified>
</cp:coreProperties>
</file>