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334500" cy="23812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81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 trên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Linux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 chậm?</a:t>
            </a:r>
            <a:endParaRPr lang="en-US" sz="3000" dirty="0"/>
          </a:p>
        </p:txBody>
      </p:sp>
      <p:sp>
        <p:nvSpPr>
          <p:cNvPr id="5" name="Connector line-1792382798696-196172585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34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Ống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đợi,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hiệu,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semaphore,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24950" y="4533900"/>
            <a:ext cx="990600" cy="9906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6744950" y="4533900"/>
            <a:ext cx="990600" cy="9906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239500" y="2381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Ống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239500" y="3524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10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239500" y="4667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239500" y="5810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Semaphore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239500" y="6953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2100" dirty="0"/>
          </a:p>
        </p:txBody>
      </p:sp>
      <p:sp>
        <p:nvSpPr>
          <p:cNvPr id="14" name="Connector line-1792382798719-337457147"/>
          <p:cNvSpPr/>
          <p:nvPr/>
        </p:nvSpPr>
        <p:spPr>
          <a:xfrm flipV="1">
            <a:off x="10115550" y="2743200"/>
            <a:ext cx="1123950" cy="22860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Connector line-1792382798720-810727259"/>
          <p:cNvSpPr/>
          <p:nvPr/>
        </p:nvSpPr>
        <p:spPr>
          <a:xfrm flipV="1">
            <a:off x="10115550" y="3886200"/>
            <a:ext cx="1123950" cy="11430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6" name="Connector line-1792382798720-72193"/>
          <p:cNvSpPr/>
          <p:nvPr/>
        </p:nvSpPr>
        <p:spPr>
          <a:xfrm>
            <a:off x="10115550" y="5029200"/>
            <a:ext cx="1123950" cy="95"/>
          </a:xfrm>
          <a:custGeom>
            <a:avLst/>
            <a:gdLst/>
            <a:ahLst/>
            <a:cxnLst/>
            <a:rect l="l" t="t" r="r" b="b"/>
            <a:pathLst>
              <a:path w="1123950" h="95">
                <a:moveTo>
                  <a:pt x="0" y="0"/>
                </a:moveTo>
                <a:lnTo>
                  <a:pt x="561975" y="0"/>
                </a:lnTo>
                <a:lnTo>
                  <a:pt x="561975" y="0"/>
                </a:lnTo>
                <a:lnTo>
                  <a:pt x="1123950" y="0"/>
                </a:lnTo>
              </a:path>
            </a:pathLst>
          </a:custGeom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7" name="Connector line-1792382798720-932751194"/>
          <p:cNvSpPr/>
          <p:nvPr/>
        </p:nvSpPr>
        <p:spPr>
          <a:xfrm>
            <a:off x="10115550" y="5029200"/>
            <a:ext cx="1123950" cy="11430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8" name="Connector line-1792382798721-972147117"/>
          <p:cNvSpPr/>
          <p:nvPr/>
        </p:nvSpPr>
        <p:spPr>
          <a:xfrm>
            <a:off x="10115550" y="5029200"/>
            <a:ext cx="1123950" cy="22860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9" name="Connector line-1792382798721-607692903"/>
          <p:cNvSpPr/>
          <p:nvPr/>
        </p:nvSpPr>
        <p:spPr>
          <a:xfrm>
            <a:off x="15240000" y="2743200"/>
            <a:ext cx="1504950" cy="22860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0" name="Connector line-1792382798721-895389619"/>
          <p:cNvSpPr/>
          <p:nvPr/>
        </p:nvSpPr>
        <p:spPr>
          <a:xfrm>
            <a:off x="15240000" y="3886200"/>
            <a:ext cx="1504950" cy="11430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382798721-376763835"/>
          <p:cNvSpPr/>
          <p:nvPr/>
        </p:nvSpPr>
        <p:spPr>
          <a:xfrm>
            <a:off x="15240000" y="5029200"/>
            <a:ext cx="1504950" cy="95"/>
          </a:xfrm>
          <a:custGeom>
            <a:avLst/>
            <a:gdLst/>
            <a:ahLst/>
            <a:cxnLst/>
            <a:rect l="l" t="t" r="r" b="b"/>
            <a:pathLst>
              <a:path w="1504950" h="95">
                <a:moveTo>
                  <a:pt x="0" y="0"/>
                </a:moveTo>
                <a:lnTo>
                  <a:pt x="752475" y="0"/>
                </a:lnTo>
                <a:lnTo>
                  <a:pt x="752475" y="0"/>
                </a:lnTo>
                <a:lnTo>
                  <a:pt x="1504950" y="0"/>
                </a:lnTo>
              </a:path>
            </a:pathLst>
          </a:custGeom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82798722-184001882"/>
          <p:cNvSpPr/>
          <p:nvPr/>
        </p:nvSpPr>
        <p:spPr>
          <a:xfrm flipV="1">
            <a:off x="15240000" y="5029200"/>
            <a:ext cx="1504950" cy="11430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382798722-831632805"/>
          <p:cNvSpPr/>
          <p:nvPr/>
        </p:nvSpPr>
        <p:spPr>
          <a:xfrm flipV="1">
            <a:off x="15240000" y="5029200"/>
            <a:ext cx="1504950" cy="22860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a097439-37a9-4a82-9a30-2ed00f1137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66294" rIns="0" bIns="-66294" rtlCol="0" anchor="t"/>
          <a:lstStyle/>
          <a:p>
            <a:pPr algn="l" indent="0" marL="0">
              <a:lnSpc>
                <a:spcPts val="9396"/>
              </a:lnSpc>
              <a:buNone/>
            </a:pPr>
            <a:r>
              <a:rPr lang="en-US" sz="8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87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đắt</a:t>
            </a:r>
            <a:r>
              <a:rPr lang="en-US" sz="8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1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đánh</a:t>
            </a:r>
            <a:r>
              <a:rPr lang="en-US" sz="8700" dirty="0" spc="-6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87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87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kia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8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8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 cách</a:t>
            </a:r>
            <a:r>
              <a:rPr lang="en-US" sz="8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chọn.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này: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gì,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thử.</a:t>
            </a:r>
            <a:endParaRPr lang="en-US" sz="2550" dirty="0"/>
          </a:p>
        </p:txBody>
      </p:sp>
      <p:sp>
        <p:nvSpPr>
          <p:cNvPr id="6" name="Connector line-1792382834669-28928376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e9c70c4-7901-4fc8-9c29-c7f962e193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ỐNG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/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2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ĐỢI THÔNG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Ống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69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điệp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85850" y="3609975"/>
            <a:ext cx="1066800" cy="10668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097250" y="3609975"/>
            <a:ext cx="1066800" cy="10668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857500" y="2762250"/>
            <a:ext cx="12573000" cy="2762250"/>
          </a:xfrm>
          <a:prstGeom prst="roundRect">
            <a:avLst>
              <a:gd name="adj" fmla="val 1103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1350" y="3028950"/>
            <a:ext cx="314325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Ống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(pipe)</a:t>
            </a:r>
            <a:endParaRPr lang="en-US" sz="1950" dirty="0"/>
          </a:p>
        </p:txBody>
      </p:sp>
      <p:sp>
        <p:nvSpPr>
          <p:cNvPr id="8" name="Text richtext-1792382860022-206163972"/>
          <p:cNvSpPr/>
          <p:nvPr/>
        </p:nvSpPr>
        <p:spPr>
          <a:xfrm>
            <a:off x="3181350" y="3771900"/>
            <a:ext cx="11906250" cy="1619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marL="304800" indent="-217761">
              <a:lnSpc>
                <a:spcPts val="300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chiều,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400" dirty="0"/>
          </a:p>
          <a:p>
            <a:pPr algn="l" marL="304800" indent="-217761">
              <a:lnSpc>
                <a:spcPts val="300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Chứa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65.536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byte;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400" dirty="0"/>
          </a:p>
          <a:p>
            <a:pPr algn="l" marL="304800" indent="-217761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quá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4.096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liền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khối.</a:t>
            </a:r>
            <a:endParaRPr lang="en-US" sz="2400" dirty="0"/>
          </a:p>
        </p:txBody>
      </p:sp>
      <p:sp>
        <p:nvSpPr>
          <p:cNvPr id="9" name="Connector line-1792382860048-171055020"/>
          <p:cNvSpPr/>
          <p:nvPr/>
        </p:nvSpPr>
        <p:spPr>
          <a:xfrm>
            <a:off x="2152650" y="4143375"/>
            <a:ext cx="7048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82860048-273538392"/>
          <p:cNvSpPr/>
          <p:nvPr/>
        </p:nvSpPr>
        <p:spPr>
          <a:xfrm>
            <a:off x="15430500" y="4143375"/>
            <a:ext cx="6667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85850" y="6657975"/>
            <a:ext cx="1066800" cy="10668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97250" y="6657975"/>
            <a:ext cx="1066800" cy="10668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2857500" y="5810250"/>
            <a:ext cx="12573000" cy="2762250"/>
          </a:xfrm>
          <a:prstGeom prst="roundRect">
            <a:avLst>
              <a:gd name="adj" fmla="val 1103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1350" y="6076950"/>
            <a:ext cx="476250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9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1950" dirty="0"/>
          </a:p>
        </p:txBody>
      </p:sp>
      <p:sp>
        <p:nvSpPr>
          <p:cNvPr id="15" name="Text richtext-1792382860055-973225511"/>
          <p:cNvSpPr/>
          <p:nvPr/>
        </p:nvSpPr>
        <p:spPr>
          <a:xfrm>
            <a:off x="3181350" y="6819900"/>
            <a:ext cx="11906250" cy="1619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marL="304800" indent="-217761">
              <a:lnSpc>
                <a:spcPts val="300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điệp,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ràng.</a:t>
            </a:r>
            <a:endParaRPr lang="en-US" sz="2400" dirty="0"/>
          </a:p>
          <a:p>
            <a:pPr algn="l" marL="304800" indent="-217761">
              <a:lnSpc>
                <a:spcPts val="300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400" dirty="0"/>
          </a:p>
          <a:p>
            <a:pPr algn="l" marL="304800" indent="-217761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8.192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byte.</a:t>
            </a:r>
            <a:endParaRPr lang="en-US" sz="2400" dirty="0"/>
          </a:p>
        </p:txBody>
      </p:sp>
      <p:sp>
        <p:nvSpPr>
          <p:cNvPr id="16" name="Connector line-1792382860064-890966209"/>
          <p:cNvSpPr/>
          <p:nvPr/>
        </p:nvSpPr>
        <p:spPr>
          <a:xfrm>
            <a:off x="2152650" y="7191375"/>
            <a:ext cx="7048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82860064-669068183"/>
          <p:cNvSpPr/>
          <p:nvPr/>
        </p:nvSpPr>
        <p:spPr>
          <a:xfrm>
            <a:off x="15430500" y="7191375"/>
            <a:ext cx="6667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82860064-48692467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8a3c380-0b70-44d5-8dbc-21b650f31b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62300"/>
            <a:ext cx="400050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hiệu:</a:t>
            </a:r>
            <a:r>
              <a:rPr lang="en-US" sz="195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4000500"/>
            <a:ext cx="7353300" cy="1619250"/>
          </a:xfrm>
          <a:prstGeom prst="rect">
            <a:avLst/>
          </a:prstGeom>
          <a:noFill/>
          <a:ln/>
        </p:spPr>
        <p:txBody>
          <a:bodyPr wrap="square" lIns="0" tIns="71438" rIns="0" bIns="-71438" rtlCol="0" anchor="t"/>
          <a:lstStyle/>
          <a:p>
            <a:pPr algn="l" indent="0" marL="0">
              <a:lnSpc>
                <a:spcPts val="12375"/>
              </a:lnSpc>
              <a:buNone/>
            </a:pPr>
            <a:r>
              <a:rPr lang="en-US" sz="1125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112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 1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1238250" y="5810250"/>
            <a:ext cx="735330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chặn,</a:t>
            </a:r>
            <a:r>
              <a:rPr lang="en-US" sz="2400" dirty="0" spc="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lần.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6450" y="3162300"/>
            <a:ext cx="400050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Ống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dẫn: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696450" y="4000500"/>
            <a:ext cx="7353300" cy="1619250"/>
          </a:xfrm>
          <a:prstGeom prst="rect">
            <a:avLst/>
          </a:prstGeom>
          <a:noFill/>
          <a:ln/>
        </p:spPr>
        <p:txBody>
          <a:bodyPr wrap="square" lIns="0" tIns="71438" rIns="0" bIns="-71438" rtlCol="0" anchor="t"/>
          <a:lstStyle/>
          <a:p>
            <a:pPr algn="l" indent="0" marL="0">
              <a:lnSpc>
                <a:spcPts val="12375"/>
              </a:lnSpc>
              <a:buNone/>
            </a:pPr>
            <a:r>
              <a:rPr lang="en-US" sz="1125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112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1125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</a:t>
            </a:r>
            <a:endParaRPr lang="en-US" sz="11250" dirty="0"/>
          </a:p>
        </p:txBody>
      </p:sp>
      <p:sp>
        <p:nvSpPr>
          <p:cNvPr id="11" name="Text 9"/>
          <p:cNvSpPr/>
          <p:nvPr/>
        </p:nvSpPr>
        <p:spPr>
          <a:xfrm>
            <a:off x="9696450" y="5810250"/>
            <a:ext cx="735330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ống: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262B3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7334250"/>
            <a:ext cx="133350" cy="1143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334250"/>
            <a:ext cx="156591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Ctrl+C</a:t>
            </a:r>
            <a:r>
              <a:rPr lang="en-US" sz="2550" dirty="0" spc="4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SIGINT; mặc</a:t>
            </a:r>
            <a:r>
              <a:rPr lang="en-US" sz="255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5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thúc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</a:t>
            </a:r>
            <a:r>
              <a:rPr lang="en-US" sz="25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trình.</a:t>
            </a:r>
            <a:endParaRPr lang="en-US" sz="2550" dirty="0"/>
          </a:p>
        </p:txBody>
      </p:sp>
      <p:sp>
        <p:nvSpPr>
          <p:cNvPr id="15" name="Connector line-1792382880296-37567501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1c4f257-8674-4c85-b916-8953085846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SEMAPHORE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Semaphore: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âm</a:t>
            </a:r>
            <a:endParaRPr lang="en-US" sz="6900" dirty="0"/>
          </a:p>
        </p:txBody>
      </p:sp>
      <p:sp>
        <p:nvSpPr>
          <p:cNvPr id="4" name="Connector line-1792382902609-69397913"/>
          <p:cNvSpPr/>
          <p:nvPr/>
        </p:nvSpPr>
        <p:spPr>
          <a:xfrm>
            <a:off x="2133600" y="4476750"/>
            <a:ext cx="140208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524000" y="3867150"/>
            <a:ext cx="1219200" cy="12192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54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4654" dirty="0"/>
          </a:p>
        </p:txBody>
      </p:sp>
      <p:sp>
        <p:nvSpPr>
          <p:cNvPr id="6" name="Text 4"/>
          <p:cNvSpPr/>
          <p:nvPr/>
        </p:nvSpPr>
        <p:spPr>
          <a:xfrm>
            <a:off x="4210050" y="409575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sem_post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534400" y="3867150"/>
            <a:ext cx="1219200" cy="12192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54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654" dirty="0"/>
          </a:p>
        </p:txBody>
      </p:sp>
      <p:sp>
        <p:nvSpPr>
          <p:cNvPr id="8" name="Text 6"/>
          <p:cNvSpPr/>
          <p:nvPr/>
        </p:nvSpPr>
        <p:spPr>
          <a:xfrm>
            <a:off x="11220450" y="409575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sem_wait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−1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44800" y="3867150"/>
            <a:ext cx="1219200" cy="12192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54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4654" dirty="0"/>
          </a:p>
        </p:txBody>
      </p:sp>
      <p:sp>
        <p:nvSpPr>
          <p:cNvPr id="10" name="Text 8"/>
          <p:cNvSpPr/>
          <p:nvPr/>
        </p:nvSpPr>
        <p:spPr>
          <a:xfrm>
            <a:off x="704850" y="54292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0: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sem_wait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210050" y="54292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715250" y="54292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220450" y="54292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4725650" y="54292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8D9D0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chở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liệu,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hợp.</a:t>
            </a:r>
            <a:endParaRPr lang="en-US" sz="2550" dirty="0"/>
          </a:p>
        </p:txBody>
      </p:sp>
      <p:sp>
        <p:nvSpPr>
          <p:cNvPr id="17" name="Connector line-1792382902646-18322461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d951c9ba-e458-4b86-8892-bb067b8c1e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572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05500" y="2857500"/>
            <a:ext cx="4572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700" dirty="0"/>
          </a:p>
        </p:txBody>
      </p:sp>
      <p:sp>
        <p:nvSpPr>
          <p:cNvPr id="6" name="Connector line-1792382924938-284179577"/>
          <p:cNvSpPr/>
          <p:nvPr/>
        </p:nvSpPr>
        <p:spPr>
          <a:xfrm>
            <a:off x="3200400" y="4286250"/>
            <a:ext cx="0" cy="6667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382924938-61524638"/>
          <p:cNvSpPr/>
          <p:nvPr/>
        </p:nvSpPr>
        <p:spPr>
          <a:xfrm>
            <a:off x="8191500" y="4286250"/>
            <a:ext cx="0" cy="6667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14400" y="4953000"/>
            <a:ext cx="9563100" cy="857250"/>
          </a:xfrm>
          <a:prstGeom prst="roundRect">
            <a:avLst>
              <a:gd name="adj" fmla="val 26667"/>
            </a:avLst>
          </a:prstGeom>
          <a:solidFill>
            <a:srgbClr val="262B38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mmap:</a:t>
            </a:r>
            <a:r>
              <a:rPr lang="en-US" sz="225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25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2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250" dirty="0" spc="-1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2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2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</a:t>
            </a:r>
            <a:r>
              <a:rPr lang="en-US" sz="2250" dirty="0" spc="7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endParaRPr lang="en-US" sz="2250" dirty="0"/>
          </a:p>
        </p:txBody>
      </p:sp>
      <p:sp>
        <p:nvSpPr>
          <p:cNvPr id="9" name="Connector line-1792382924943-491945719"/>
          <p:cNvSpPr/>
          <p:nvPr/>
        </p:nvSpPr>
        <p:spPr>
          <a:xfrm>
            <a:off x="5695950" y="5810250"/>
            <a:ext cx="0" cy="6667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6477000"/>
            <a:ext cx="9563100" cy="1809750"/>
          </a:xfrm>
          <a:prstGeom prst="roundRect">
            <a:avLst>
              <a:gd name="adj" fmla="val 14737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743700"/>
            <a:ext cx="8801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sẻ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95400" y="7486650"/>
            <a:ext cx="8801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tạo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shm_open,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cỡ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ftruncate</a:t>
            </a:r>
            <a:endParaRPr lang="en-US" sz="2250" dirty="0"/>
          </a:p>
        </p:txBody>
      </p:sp>
      <p:sp>
        <p:nvSpPr>
          <p:cNvPr id="13" name="Text richtext-1792382924951-51730489"/>
          <p:cNvSpPr/>
          <p:nvPr/>
        </p:nvSpPr>
        <p:spPr>
          <a:xfrm>
            <a:off x="11430000" y="3048000"/>
            <a:ext cx="5943600" cy="4191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bình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thống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14" name="Connector line-1792382924968-44721284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c6eacb6-b9a7-4b64-a220-48666385c9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spc="29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Ngủ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đắt</a:t>
            </a:r>
            <a:endParaRPr lang="en-US" sz="6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7571232"/>
                <a:gridCol w="4443984"/>
                <a:gridCol w="4443984"/>
              </a:tblGrid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Hai</a:t>
                      </a:r>
                      <a:r>
                        <a:rPr lang="en-US" sz="22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lõi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Cùng</a:t>
                      </a:r>
                      <a:r>
                        <a:rPr lang="en-US" sz="225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lõi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Ống</a:t>
                      </a:r>
                      <a:r>
                        <a:rPr lang="en-US" sz="2250" b="1" dirty="0" spc="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24</a:t>
                      </a:r>
                      <a:r>
                        <a:rPr lang="en-US" sz="22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27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2,7</a:t>
                      </a:r>
                      <a:r>
                        <a:rPr lang="en-US" sz="2250" dirty="0" spc="1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3,2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Socket</a:t>
                      </a:r>
                      <a:r>
                        <a:rPr lang="en-US" sz="225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Unix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26</a:t>
                      </a:r>
                      <a:r>
                        <a:rPr lang="en-US" sz="22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33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4,7</a:t>
                      </a:r>
                      <a:r>
                        <a:rPr lang="en-US" sz="22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5,6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Hàng</a:t>
                      </a:r>
                      <a:r>
                        <a:rPr lang="en-US" sz="2250" b="1" dirty="0" spc="13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đợi</a:t>
                      </a:r>
                      <a:r>
                        <a:rPr lang="en-US" sz="2250" b="1" dirty="0" spc="-6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thông</a:t>
                      </a:r>
                      <a:r>
                        <a:rPr lang="en-US" sz="2250" b="1" dirty="0" spc="13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điệp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24</a:t>
                      </a:r>
                      <a:r>
                        <a:rPr lang="en-US" sz="22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27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2,7</a:t>
                      </a:r>
                      <a:r>
                        <a:rPr lang="en-US" sz="2250" dirty="0" spc="1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3,2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 nhớ</a:t>
                      </a:r>
                      <a:r>
                        <a:rPr lang="en-US" sz="225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chia</a:t>
                      </a:r>
                      <a:r>
                        <a:rPr lang="en-US" sz="22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sẻ</a:t>
                      </a:r>
                      <a:r>
                        <a:rPr lang="en-US" sz="2250" b="1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semaphore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23</a:t>
                      </a:r>
                      <a:r>
                        <a:rPr lang="en-US" sz="22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-2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24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2,3</a:t>
                      </a:r>
                      <a:r>
                        <a:rPr lang="en-US" sz="22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2,9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2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Tín</a:t>
                      </a:r>
                      <a:r>
                        <a:rPr lang="en-US" sz="2250" b="1" dirty="0" spc="3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hiệu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25</a:t>
                      </a:r>
                      <a:r>
                        <a:rPr lang="en-US" sz="22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26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2,9</a:t>
                      </a:r>
                      <a:r>
                        <a:rPr lang="en-US" sz="2250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3,9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Bộ nhớ</a:t>
                      </a:r>
                      <a:r>
                        <a:rPr lang="en-US" sz="2250" dirty="0" spc="3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chia</a:t>
                      </a:r>
                      <a:r>
                        <a:rPr lang="en-US" sz="2250" dirty="0" spc="0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sẻ,</a:t>
                      </a:r>
                      <a:r>
                        <a:rPr lang="en-US" sz="2250" dirty="0" spc="3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nhìn</a:t>
                      </a:r>
                      <a:r>
                        <a:rPr lang="en-US" sz="2250" dirty="0" spc="-4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cờ</a:t>
                      </a:r>
                      <a:r>
                        <a:rPr lang="en-US" sz="2250" dirty="0" spc="-3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liên</a:t>
                      </a:r>
                      <a:r>
                        <a:rPr lang="en-US" sz="2250" dirty="0" spc="3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00000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0,4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00000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1,5</a:t>
                      </a:r>
                      <a:r>
                        <a:rPr lang="en-US" sz="2250" dirty="0" spc="-2" kern="0">
                          <a:solidFill>
                            <a:srgbClr val="00000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đến</a:t>
                      </a:r>
                      <a:r>
                        <a:rPr lang="en-US" sz="2250" dirty="0" spc="4" kern="0">
                          <a:solidFill>
                            <a:srgbClr val="00000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2,0</a:t>
                      </a:r>
                      <a:endParaRPr lang="en-US" sz="1200" dirty="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</p:sp>
      <p:sp>
        <p:nvSpPr>
          <p:cNvPr id="6" name="Text 3"/>
          <p:cNvSpPr/>
          <p:nvPr/>
        </p:nvSpPr>
        <p:spPr>
          <a:xfrm>
            <a:off x="1295400" y="75247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Nhanh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hẳn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khi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ngủ: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nhìn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cờ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tục.</a:t>
            </a:r>
            <a:endParaRPr lang="en-US" sz="2550" dirty="0"/>
          </a:p>
        </p:txBody>
      </p:sp>
      <p:sp>
        <p:nvSpPr>
          <p:cNvPr id="7" name="Connector line-1792382946954-47291257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132943d-2684-445c-94d6-e2e2476473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nghìn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ghi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giây,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tự: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44386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2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002" dirty="0"/>
          </a:p>
        </p:txBody>
      </p:sp>
      <p:sp>
        <p:nvSpPr>
          <p:cNvPr id="8" name="Text 6"/>
          <p:cNvSpPr/>
          <p:nvPr/>
        </p:nvSpPr>
        <p:spPr>
          <a:xfrm>
            <a:off x="2095500" y="42862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Ống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dẫn: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thứ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3911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2050" y="55435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2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002" dirty="0"/>
          </a:p>
        </p:txBody>
      </p:sp>
      <p:sp>
        <p:nvSpPr>
          <p:cNvPr id="11" name="Text 9"/>
          <p:cNvSpPr/>
          <p:nvPr/>
        </p:nvSpPr>
        <p:spPr>
          <a:xfrm>
            <a:off x="2095500" y="53911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thì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đầy, 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4960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2050" y="66484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2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002" dirty="0"/>
          </a:p>
        </p:txBody>
      </p:sp>
      <p:sp>
        <p:nvSpPr>
          <p:cNvPr id="14" name="Text 12"/>
          <p:cNvSpPr/>
          <p:nvPr/>
        </p:nvSpPr>
        <p:spPr>
          <a:xfrm>
            <a:off x="2095500" y="64960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chở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76009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2050" y="77533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2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002" dirty="0"/>
          </a:p>
        </p:txBody>
      </p:sp>
      <p:sp>
        <p:nvSpPr>
          <p:cNvPr id="17" name="Text 15"/>
          <p:cNvSpPr/>
          <p:nvPr/>
        </p:nvSpPr>
        <p:spPr>
          <a:xfrm>
            <a:off x="2095500" y="76009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điệp.</a:t>
            </a:r>
            <a:endParaRPr lang="en-US" sz="2550" dirty="0"/>
          </a:p>
        </p:txBody>
      </p:sp>
      <p:sp>
        <p:nvSpPr>
          <p:cNvPr id="18" name="Connector line-1792382968728-80052944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93c26d8-1beb-45d2-971b-751e60cdd5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sắp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7" name="Text richtext-1792382993566-340561808"/>
          <p:cNvSpPr/>
          <p:nvPr/>
        </p:nvSpPr>
        <p:spPr>
          <a:xfrm>
            <a:off x="1238250" y="514350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Ống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Semaphore,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5800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2850" dirty="0"/>
          </a:p>
        </p:txBody>
      </p:sp>
      <p:sp>
        <p:nvSpPr>
          <p:cNvPr id="11" name="Text richtext-1792382993585-889985354"/>
          <p:cNvSpPr/>
          <p:nvPr/>
        </p:nvSpPr>
        <p:spPr>
          <a:xfrm>
            <a:off x="6858000" y="514350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Dung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PIPE_BUF,</a:t>
            </a:r>
            <a:r>
              <a:rPr lang="en-US" sz="22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250" dirty="0" spc="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7775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7775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Semaphore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POSIX</a:t>
            </a:r>
            <a:endParaRPr lang="en-US" sz="2850" dirty="0"/>
          </a:p>
        </p:txBody>
      </p:sp>
      <p:sp>
        <p:nvSpPr>
          <p:cNvPr id="15" name="Text richtext-1792382993597-358830730"/>
          <p:cNvSpPr/>
          <p:nvPr/>
        </p:nvSpPr>
        <p:spPr>
          <a:xfrm>
            <a:off x="12477750" y="514350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âm.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tác: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giảm.</a:t>
            </a:r>
            <a:endParaRPr lang="en-US" sz="2250" dirty="0"/>
          </a:p>
        </p:txBody>
      </p:sp>
      <p:sp>
        <p:nvSpPr>
          <p:cNvPr id="16" name="Connector line-1792382993604-33585630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4929e0c-6888-4cdc-8a09-8b3a1dcd1b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8382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819400"/>
            <a:ext cx="20955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524250" y="2743200"/>
            <a:ext cx="1352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Inter-Process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Communication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524250" y="3028950"/>
            <a:ext cx="1352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3600450"/>
            <a:ext cx="16459200" cy="8382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3752850"/>
            <a:ext cx="20955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POSIX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24250" y="3676650"/>
            <a:ext cx="1352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Portable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Operating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24250" y="3962400"/>
            <a:ext cx="1352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hệ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Unix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4533900"/>
            <a:ext cx="16459200" cy="8382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4686300"/>
            <a:ext cx="2095500" cy="533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FIFO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524250" y="4610100"/>
            <a:ext cx="1352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First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In,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First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524250" y="4895850"/>
            <a:ext cx="1352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trước;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đây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 dẫn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5467350"/>
            <a:ext cx="16459200" cy="8382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5619750"/>
            <a:ext cx="20955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CPU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524250" y="5543550"/>
            <a:ext cx="1352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524250" y="5829300"/>
            <a:ext cx="1352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tâm;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 là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6400800"/>
            <a:ext cx="16459200" cy="8382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" y="6553200"/>
            <a:ext cx="2095500" cy="533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SIGINT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524250" y="6477000"/>
            <a:ext cx="1352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SIGnal</a:t>
            </a: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INTerrupt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524250" y="6762750"/>
            <a:ext cx="1352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Ctrl+C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76200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80200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man-pages: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pipe,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mq_overview,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signal,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sem_overview,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shm_overview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1950" dirty="0"/>
          </a:p>
        </p:txBody>
      </p:sp>
      <p:sp>
        <p:nvSpPr>
          <p:cNvPr id="26" name="Connector line-1792383023848-96389159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31677a23-cf4d-47fa-8f12-8ddfdcd9ef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2026-10-19T04:12:45Z</dcterms:created>
  <dcterms:modified xsi:type="dcterms:W3CDTF">2026-10-19T04:12:45Z</dcterms:modified>
</cp:coreProperties>
</file>