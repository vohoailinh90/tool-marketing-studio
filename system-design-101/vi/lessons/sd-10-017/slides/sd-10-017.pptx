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(2009,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tra)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LISP,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Zig.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PHP: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Hypertext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Preprocessor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4391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PC: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Personal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2026-10-19T16:08:21Z</dcterms:created>
  <dcterms:modified xsi:type="dcterms:W3CDTF">2026-10-19T16:08:21Z</dcterms:modified>
</cp:coreProperties>
</file>