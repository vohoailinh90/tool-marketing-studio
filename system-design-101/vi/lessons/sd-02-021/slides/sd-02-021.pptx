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Java: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3000" dirty="0"/>
          </a:p>
        </p:txBody>
      </p:sp>
      <p:sp>
        <p:nvSpPr>
          <p:cNvPr id="5" name="Connector line-1792380004514-835365071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BFF,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1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Federation.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 API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7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BFF,</a:t>
            </a:r>
            <a:r>
              <a:rPr lang="en-US" sz="315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Groovy,</a:t>
            </a:r>
            <a:r>
              <a:rPr lang="en-US" sz="315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RxJava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315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Federation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60ad09c-6563-4fda-bfe2-c4d23113c1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 là</a:t>
            </a:r>
            <a:r>
              <a:rPr lang="en-US" sz="72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video,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phim.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fb42712-b573-486b-94ca-c1c8db2f81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4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CỔNG API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6900" dirty="0"/>
          </a:p>
        </p:txBody>
      </p:sp>
      <p:sp>
        <p:nvSpPr>
          <p:cNvPr id="4" name="Connector line-1792380008402-899483644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Đời</a:t>
            </a:r>
            <a:r>
              <a:rPr lang="en-US" sz="33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</a:t>
            </a:r>
            <a:r>
              <a:rPr lang="en-US" sz="2250" dirty="0" spc="-1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dirty="0" spc="1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2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389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Đời</a:t>
            </a:r>
            <a:r>
              <a:rPr lang="en-US" sz="33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4008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9253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Đời</a:t>
            </a:r>
            <a:r>
              <a:rPr lang="en-US" sz="33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8872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34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Federation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18872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2250" dirty="0" spc="-2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Groovy</a:t>
            </a:r>
            <a:r>
              <a:rPr lang="en-US" sz="2250" dirty="0" spc="-1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250" dirty="0" spc="2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238096a-994c-4c3c-8da5-0dd26b5040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ĐỜI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BFF</a:t>
            </a:r>
            <a:r>
              <a:rPr lang="en-US" sz="195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9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GROOVY</a:t>
            </a:r>
            <a:r>
              <a:rPr lang="en-US" sz="1950" b="1" spc="2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RXJAVA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BFF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896600" y="29527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35433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000" dirty="0"/>
          </a:p>
        </p:txBody>
      </p:sp>
      <p:sp>
        <p:nvSpPr>
          <p:cNvPr id="10" name="Connector line-1792380009372-738857844"/>
          <p:cNvSpPr/>
          <p:nvPr/>
        </p:nvSpPr>
        <p:spPr>
          <a:xfrm flipV="1">
            <a:off x="5867400" y="3619500"/>
            <a:ext cx="5029200" cy="14287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896600" y="45720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77600" y="4781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77600" y="516255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000" dirty="0"/>
          </a:p>
        </p:txBody>
      </p:sp>
      <p:sp>
        <p:nvSpPr>
          <p:cNvPr id="14" name="Connector line-1792380009375-139258790"/>
          <p:cNvSpPr/>
          <p:nvPr/>
        </p:nvSpPr>
        <p:spPr>
          <a:xfrm>
            <a:off x="5867400" y="5238750"/>
            <a:ext cx="50292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896600" y="61912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77600" y="64008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b="1" spc="23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7600" y="67818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BFF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000" dirty="0"/>
          </a:p>
        </p:txBody>
      </p:sp>
      <p:sp>
        <p:nvSpPr>
          <p:cNvPr id="18" name="Connector line-1792380009379-383747501"/>
          <p:cNvSpPr/>
          <p:nvPr/>
        </p:nvSpPr>
        <p:spPr>
          <a:xfrm>
            <a:off x="5867400" y="5429250"/>
            <a:ext cx="5029200" cy="14287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2df103f-b846-47cf-88fb-7d358c7019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ĐỜI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195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FEDERATION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rời</a:t>
            </a:r>
            <a:r>
              <a:rPr lang="en-US" sz="66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Groovy</a:t>
            </a:r>
            <a:r>
              <a:rPr lang="en-US" sz="66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RxJava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</a:t>
            </a:r>
            <a:r>
              <a:rPr lang="en-US" sz="1950" b="1" spc="21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GROOVY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UI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 TRÌNH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1950" b="1" spc="2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1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Federation.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Zuul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543b5f5-d7d4-4593-9b8c-a6f61b03cc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 CHUNG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Java;</a:t>
            </a:r>
            <a:r>
              <a:rPr lang="en-US" sz="72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khách,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b62eac2-ce92-4daa-b130-84fc15581f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rời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F8D9D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Federation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 thế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4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2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345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đỡ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45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4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9c2810d-1fca-433a-8517-61e8cd584b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tivi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thoại?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5431536"/>
                <a:gridCol w="543153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3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400" b="1" dirty="0" spc="0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400" b="1" dirty="0" spc="-10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400" b="1" dirty="0" spc="-4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BFF</a:t>
                      </a:r>
                      <a:r>
                        <a:rPr lang="en-US" sz="2400" b="1" dirty="0" spc="-1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Tivi,</a:t>
                      </a:r>
                      <a:r>
                        <a:rPr lang="en-US" sz="2400" b="1" dirty="0" spc="1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ảnh</a:t>
                      </a:r>
                      <a:r>
                        <a:rPr lang="en-US" sz="2400" b="1" dirty="0" spc="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bìa</a:t>
                      </a:r>
                      <a:r>
                        <a:rPr lang="en-US" sz="2400" b="1" dirty="0" spc="-2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thiếu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Đúng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Điện</a:t>
                      </a:r>
                      <a:r>
                        <a:rPr lang="en-US" sz="2400" b="1" dirty="0" spc="-1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thoại,</a:t>
                      </a:r>
                      <a:r>
                        <a:rPr lang="en-US" sz="2400" b="1" dirty="0" spc="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ít</a:t>
                      </a:r>
                      <a:r>
                        <a:rPr lang="en-US" sz="2400" b="1" dirty="0" spc="5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Nhận</a:t>
                      </a: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thừa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Đúng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3055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chung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mọi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67366b2-ae4b-4159-88c1-8898edcf9e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Federation</a:t>
            </a:r>
            <a:r>
              <a:rPr lang="en-US" sz="6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đỡ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7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470f5c5-6d7a-4606-8039-8f29c1a510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BFF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Backend</a:t>
                      </a:r>
                      <a:r>
                        <a:rPr lang="en-US" sz="2250" dirty="0" spc="-2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</a:t>
                      </a:r>
                      <a:r>
                        <a:rPr lang="en-US" sz="2250" dirty="0" spc="-3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Frontend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lớp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User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Query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GraphQL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39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6581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19150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4e21586-be8e-4244-ac75-30efe667ae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2026-10-19T03:21:40Z</dcterms:created>
  <dcterms:modified xsi:type="dcterms:W3CDTF">2026-10-19T03:21:40Z</dcterms:modified>
</cp:coreProperties>
</file>