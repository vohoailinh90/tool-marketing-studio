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2286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9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vùng,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mươi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0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000" dirty="0"/>
          </a:p>
        </p:txBody>
      </p:sp>
      <p:sp>
        <p:nvSpPr>
          <p:cNvPr id="5" name="Connector line-1792392862646-825765138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056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239500" y="3143250"/>
            <a:ext cx="3429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4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39500" y="5334000"/>
            <a:ext cx="3429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239500" y="7524750"/>
            <a:ext cx="3429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endParaRPr lang="en-US" sz="2400" dirty="0"/>
          </a:p>
        </p:txBody>
      </p:sp>
      <p:sp>
        <p:nvSpPr>
          <p:cNvPr id="10" name="Connector line-1792392862660-454155734"/>
          <p:cNvSpPr/>
          <p:nvPr/>
        </p:nvSpPr>
        <p:spPr>
          <a:xfrm>
            <a:off x="12954000" y="409575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92862661-71714204"/>
          <p:cNvSpPr/>
          <p:nvPr/>
        </p:nvSpPr>
        <p:spPr>
          <a:xfrm>
            <a:off x="12954000" y="628650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5049500" y="5429250"/>
            <a:ext cx="2857500" cy="857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d0fdf594-fdef-4498-821c-e6ec65a869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3886200" cy="2381250"/>
          </a:xfrm>
          <a:prstGeom prst="roundRect">
            <a:avLst>
              <a:gd name="adj" fmla="val 9600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3028950"/>
            <a:ext cx="333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Ngôn</a:t>
            </a:r>
            <a:r>
              <a:rPr lang="en-US" sz="225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ngữ</a:t>
            </a:r>
            <a:r>
              <a:rPr lang="en-US" sz="225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lập</a:t>
            </a:r>
            <a:r>
              <a:rPr lang="en-US" sz="2250" dirty="0" spc="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trình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00150" y="4095750"/>
            <a:ext cx="3333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5029200" y="2762250"/>
            <a:ext cx="3886200" cy="2381250"/>
          </a:xfrm>
          <a:prstGeom prst="roundRect">
            <a:avLst>
              <a:gd name="adj" fmla="val 9600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14950" y="3028950"/>
            <a:ext cx="333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Công</a:t>
            </a:r>
            <a:r>
              <a:rPr lang="en-US" sz="225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cụ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314950" y="4095750"/>
            <a:ext cx="3333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9144000" y="2762250"/>
            <a:ext cx="3886200" cy="2381250"/>
          </a:xfrm>
          <a:prstGeom prst="roundRect">
            <a:avLst>
              <a:gd name="adj" fmla="val 9600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29750" y="3028950"/>
            <a:ext cx="333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Nguyên</a:t>
            </a:r>
            <a:r>
              <a:rPr lang="en-US" sz="2250" dirty="0" spc="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tắc</a:t>
            </a:r>
            <a:r>
              <a:rPr lang="en-US" sz="225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thiết</a:t>
            </a:r>
            <a:r>
              <a:rPr lang="en-US" sz="2250" dirty="0" spc="-2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kế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429750" y="4095750"/>
            <a:ext cx="3333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13258800" y="2762250"/>
            <a:ext cx="4114800" cy="2381250"/>
          </a:xfrm>
          <a:prstGeom prst="roundRect">
            <a:avLst>
              <a:gd name="adj" fmla="val 96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44550" y="3028950"/>
            <a:ext cx="3524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Nguyên</a:t>
            </a:r>
            <a:r>
              <a:rPr lang="en-US" sz="2250" dirty="0" spc="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tắc</a:t>
            </a:r>
            <a:r>
              <a:rPr lang="en-US" sz="225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kiến</a:t>
            </a:r>
            <a:r>
              <a:rPr lang="en-US" sz="225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trúc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544550" y="4095750"/>
            <a:ext cx="3524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14400" y="5429250"/>
            <a:ext cx="3886200" cy="2381250"/>
          </a:xfrm>
          <a:prstGeom prst="roundRect">
            <a:avLst>
              <a:gd name="adj" fmla="val 9600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0150" y="5695950"/>
            <a:ext cx="333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Hiểu</a:t>
            </a:r>
            <a:r>
              <a:rPr lang="en-US" sz="22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biết</a:t>
            </a:r>
            <a:r>
              <a:rPr lang="en-US" sz="2250" dirty="0" spc="-1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về</a:t>
            </a:r>
            <a:r>
              <a:rPr lang="en-US" sz="225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nền</a:t>
            </a:r>
            <a:r>
              <a:rPr lang="en-US" sz="225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tảng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00150" y="6762750"/>
            <a:ext cx="3333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5400" dirty="0"/>
          </a:p>
        </p:txBody>
      </p:sp>
      <p:sp>
        <p:nvSpPr>
          <p:cNvPr id="19" name="Shape 17"/>
          <p:cNvSpPr/>
          <p:nvPr/>
        </p:nvSpPr>
        <p:spPr>
          <a:xfrm>
            <a:off x="5029200" y="5429250"/>
            <a:ext cx="3886200" cy="2381250"/>
          </a:xfrm>
          <a:prstGeom prst="roundRect">
            <a:avLst>
              <a:gd name="adj" fmla="val 9600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14950" y="5695950"/>
            <a:ext cx="333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Phân</a:t>
            </a:r>
            <a:r>
              <a:rPr lang="en-US" sz="225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tích</a:t>
            </a:r>
            <a:r>
              <a:rPr lang="en-US" sz="225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dữ</a:t>
            </a:r>
            <a:r>
              <a:rPr lang="en-US" sz="225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5314950" y="6762750"/>
            <a:ext cx="3333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5400" dirty="0"/>
          </a:p>
        </p:txBody>
      </p:sp>
      <p:sp>
        <p:nvSpPr>
          <p:cNvPr id="22" name="Shape 20"/>
          <p:cNvSpPr/>
          <p:nvPr/>
        </p:nvSpPr>
        <p:spPr>
          <a:xfrm>
            <a:off x="9144000" y="5429250"/>
            <a:ext cx="3886200" cy="2381250"/>
          </a:xfrm>
          <a:prstGeom prst="roundRect">
            <a:avLst>
              <a:gd name="adj" fmla="val 9600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29750" y="5695950"/>
            <a:ext cx="333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Mạng</a:t>
            </a:r>
            <a:r>
              <a:rPr lang="en-US" sz="2250" dirty="0" spc="-1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25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bảo</a:t>
            </a:r>
            <a:r>
              <a:rPr lang="en-US" sz="225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mật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429750" y="6762750"/>
            <a:ext cx="3333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5400" dirty="0"/>
          </a:p>
        </p:txBody>
      </p:sp>
      <p:sp>
        <p:nvSpPr>
          <p:cNvPr id="25" name="Shape 23"/>
          <p:cNvSpPr/>
          <p:nvPr/>
        </p:nvSpPr>
        <p:spPr>
          <a:xfrm>
            <a:off x="13258800" y="5429250"/>
            <a:ext cx="4114800" cy="2381250"/>
          </a:xfrm>
          <a:prstGeom prst="roundRect">
            <a:avLst>
              <a:gd name="adj" fmla="val 96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44550" y="5695950"/>
            <a:ext cx="3524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Kỹ</a:t>
            </a:r>
            <a:r>
              <a:rPr lang="en-US" sz="225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năng</a:t>
            </a:r>
            <a:r>
              <a:rPr lang="en-US" sz="225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hỗ</a:t>
            </a:r>
            <a:r>
              <a:rPr lang="en-US" sz="225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trợ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3544550" y="6762750"/>
            <a:ext cx="3524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5400" dirty="0"/>
          </a:p>
        </p:txBody>
      </p:sp>
      <p:sp>
        <p:nvSpPr>
          <p:cNvPr id="28" name="Text 26"/>
          <p:cNvSpPr/>
          <p:nvPr/>
        </p:nvSpPr>
        <p:spPr>
          <a:xfrm>
            <a:off x="914400" y="8096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950" dirty="0" spc="4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19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9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1950" dirty="0" spc="-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7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-1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dirty="0" spc="-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1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950" dirty="0" spc="-1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1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(đếm</a:t>
            </a:r>
            <a:r>
              <a:rPr lang="en-US" sz="1950" dirty="0" spc="-1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tay).</a:t>
            </a:r>
            <a:endParaRPr lang="en-US" sz="1950" dirty="0"/>
          </a:p>
        </p:txBody>
      </p:sp>
      <p:sp>
        <p:nvSpPr>
          <p:cNvPr id="29" name="Connector line-1792392863718-85385296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81aa75c0-2528-4c4f-a98e-e7ecd5a2d7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VÙNG,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MƯƠI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239000" cy="4953000"/>
          </a:xfrm>
          <a:prstGeom prst="rect">
            <a:avLst/>
          </a:prstGeom>
          <a:noFill/>
          <a:ln/>
        </p:spPr>
        <p:txBody>
          <a:bodyPr wrap="square" lIns="0" tIns="320040" rIns="0" bIns="-320040" rtlCol="0" anchor="ctr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 spc="-3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</a:t>
            </a:r>
            <a:endParaRPr lang="en-US" sz="31500" dirty="0"/>
          </a:p>
        </p:txBody>
      </p:sp>
      <p:sp>
        <p:nvSpPr>
          <p:cNvPr id="5" name="Text 3"/>
          <p:cNvSpPr/>
          <p:nvPr/>
        </p:nvSpPr>
        <p:spPr>
          <a:xfrm>
            <a:off x="914400" y="7905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0" y="2952750"/>
            <a:ext cx="82296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25000" y="2952750"/>
            <a:ext cx="752475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0" y="4667250"/>
            <a:ext cx="82296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4667250"/>
            <a:ext cx="752475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0" y="6381750"/>
            <a:ext cx="8229600" cy="142875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0" y="6381750"/>
            <a:ext cx="752475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4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mời</a:t>
            </a:r>
            <a:r>
              <a:rPr lang="en-US" sz="2400" b="1" dirty="0" spc="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400" dirty="0"/>
          </a:p>
        </p:txBody>
      </p:sp>
      <p:sp>
        <p:nvSpPr>
          <p:cNvPr id="12" name="Connector line-1792392864582-199161630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01bdd77c-80cf-4b20-8bb9-431e75cbd5d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HAI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69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được,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9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ACID,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810000"/>
            <a:ext cx="7048500" cy="4572000"/>
          </a:xfrm>
          <a:prstGeom prst="rect">
            <a:avLst/>
          </a:prstGeom>
          <a:noFill/>
          <a:ln/>
        </p:spPr>
        <p:txBody>
          <a:bodyPr wrap="square" lIns="0" tIns="-2286" rIns="0" bIns="2286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150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100.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240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riêng: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250.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dịch: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631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822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82200" y="3810000"/>
            <a:ext cx="7048500" cy="4572000"/>
          </a:xfrm>
          <a:prstGeom prst="rect">
            <a:avLst/>
          </a:prstGeom>
          <a:noFill/>
          <a:ln/>
        </p:spPr>
        <p:txBody>
          <a:bodyPr wrap="square" lIns="0" tIns="-2286" rIns="0" bIns="2286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dung.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24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dung: chữ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khớp.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"không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ký"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chối.</a:t>
            </a:r>
            <a:endParaRPr lang="en-US" sz="2400" dirty="0"/>
          </a:p>
        </p:txBody>
      </p:sp>
      <p:sp>
        <p:nvSpPr>
          <p:cNvPr id="10" name="Connector line-1792392865390-14389102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c9a5880-1a72-47a8-b0d0-dab32444579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7622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76500" y="27622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1910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76500" y="41910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Mới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mươi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6197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76500" y="56197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chữ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70485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476500" y="70485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endParaRPr lang="en-US" sz="2250" dirty="0"/>
          </a:p>
        </p:txBody>
      </p:sp>
      <p:sp>
        <p:nvSpPr>
          <p:cNvPr id="16" name="Connector line-1792392866251-31188386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04aa1d02-aa55-455d-80bd-2694a6d756a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800" b="1" spc="302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29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ACID,</a:t>
            </a:r>
            <a:r>
              <a:rPr lang="en-US" sz="1800" b="1" spc="304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800" b="1" spc="298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Chuyển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r>
              <a:rPr lang="en-US" sz="6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chừng</a:t>
            </a:r>
            <a:endParaRPr lang="en-US" sz="6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7571232"/>
                <a:gridCol w="2962656"/>
                <a:gridCol w="2962656"/>
                <a:gridCol w="2962656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40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7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Tổng</a:t>
                      </a:r>
                      <a:r>
                        <a:rPr lang="en-US" sz="2400" b="1" dirty="0" spc="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trước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7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Tổng</a:t>
                      </a:r>
                      <a:r>
                        <a:rPr lang="en-US" sz="240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sau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Số dư</a:t>
                      </a:r>
                      <a:r>
                        <a:rPr lang="en-US" sz="240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sau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9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Từng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lệnh chạy</a:t>
                      </a:r>
                      <a:r>
                        <a:rPr lang="en-US" sz="2400" dirty="0" spc="-4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riêng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3" kern="0">
                          <a:solidFill>
                            <a:srgbClr val="E8472B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250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100</a:t>
                      </a:r>
                      <a:r>
                        <a:rPr lang="en-US" sz="240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150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8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Một</a:t>
                      </a: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giao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dịch,</a:t>
                      </a: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hủy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khi</a:t>
                      </a:r>
                      <a:r>
                        <a:rPr lang="en-US" sz="2400" dirty="0" spc="-5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lỗi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0F766E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100</a:t>
                      </a:r>
                      <a:r>
                        <a:rPr lang="en-US" sz="240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6477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DDE3FA"/>
          </a:solidFill>
          <a:ln/>
        </p:spPr>
      </p:sp>
      <p:sp>
        <p:nvSpPr>
          <p:cNvPr id="6" name="Text 3"/>
          <p:cNvSpPr/>
          <p:nvPr/>
        </p:nvSpPr>
        <p:spPr>
          <a:xfrm>
            <a:off x="1295400" y="6477000"/>
            <a:ext cx="15697200" cy="1428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Nguyên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tử: hoặc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hết,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gì.</a:t>
            </a:r>
            <a:endParaRPr lang="en-US" sz="2550" dirty="0"/>
          </a:p>
        </p:txBody>
      </p:sp>
      <p:sp>
        <p:nvSpPr>
          <p:cNvPr id="7" name="Connector line-1792392901936-20298763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c2da6c32-498f-41a6-9f43-a801b4a9d5e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14795" rIns="0" bIns="-14795" rtlCol="0" anchor="t"/>
          <a:lstStyle/>
          <a:p>
            <a:pPr algn="l" indent="0" marL="0">
              <a:lnSpc>
                <a:spcPts val="5347"/>
              </a:lnSpc>
              <a:buNone/>
            </a:pPr>
            <a:r>
              <a:rPr lang="en-US" sz="46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Thẻ</a:t>
            </a:r>
            <a:r>
              <a:rPr lang="en-US" sz="465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JWT</a:t>
            </a:r>
            <a:r>
              <a:rPr lang="en-US" sz="46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465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role</a:t>
            </a:r>
            <a:r>
              <a:rPr lang="en-US" sz="465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reader:</a:t>
            </a:r>
            <a:r>
              <a:rPr lang="en-US" sz="46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muốn</a:t>
            </a:r>
            <a:r>
              <a:rPr lang="en-US" sz="46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46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admin</a:t>
            </a:r>
            <a:r>
              <a:rPr lang="en-US" sz="465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465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465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46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</a:t>
            </a:r>
            <a:r>
              <a:rPr lang="en-US" sz="465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bạn?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14400" y="4095750"/>
            <a:ext cx="34290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dung:</a:t>
            </a:r>
            <a:r>
              <a:rPr lang="en-US" sz="210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1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257800" y="4095750"/>
            <a:ext cx="34290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admin,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chữ ký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0" y="4095750"/>
            <a:ext cx="34290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 cũ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944600" y="4095750"/>
            <a:ext cx="34290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100" dirty="0"/>
          </a:p>
        </p:txBody>
      </p:sp>
      <p:sp>
        <p:nvSpPr>
          <p:cNvPr id="8" name="Connector line-1792392902928-593564440"/>
          <p:cNvSpPr/>
          <p:nvPr/>
        </p:nvSpPr>
        <p:spPr>
          <a:xfrm>
            <a:off x="4343400" y="5000625"/>
            <a:ext cx="9144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392902928-638373648"/>
          <p:cNvSpPr/>
          <p:nvPr/>
        </p:nvSpPr>
        <p:spPr>
          <a:xfrm>
            <a:off x="8686800" y="5000625"/>
            <a:ext cx="9144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392902928-235339645"/>
          <p:cNvSpPr/>
          <p:nvPr/>
        </p:nvSpPr>
        <p:spPr>
          <a:xfrm>
            <a:off x="13030200" y="5000625"/>
            <a:ext cx="9144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6858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thẻ;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endParaRPr lang="en-US" sz="2250" dirty="0"/>
          </a:p>
        </p:txBody>
      </p:sp>
      <p:sp>
        <p:nvSpPr>
          <p:cNvPr id="12" name="Connector line-1792392902932-287377819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0a13976-f9f9-488b-84c9-135a15700d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54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5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56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69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6210"/>
              </a:lnSpc>
              <a:buNone/>
            </a:pP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4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54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54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tám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vùng.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 chạy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54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54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70485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2250" dirty="0"/>
          </a:p>
        </p:txBody>
      </p:sp>
      <p:sp>
        <p:nvSpPr>
          <p:cNvPr id="7" name="Connector line-1792392903732-29635005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ad994c6b-5dd9-4aad-8681-2876aca2340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0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495550"/>
            <a:ext cx="3943350" cy="1123950"/>
          </a:xfrm>
          <a:prstGeom prst="roundRect">
            <a:avLst>
              <a:gd name="adj" fmla="val 15254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25717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​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04900" y="30099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086350" y="2495550"/>
            <a:ext cx="3943350" cy="1123950"/>
          </a:xfrm>
          <a:prstGeom prst="roundRect">
            <a:avLst>
              <a:gd name="adj" fmla="val 15254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5276850" y="25717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​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276850" y="30099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258300" y="2495550"/>
            <a:ext cx="3943350" cy="1123950"/>
          </a:xfrm>
          <a:prstGeom prst="roundRect">
            <a:avLst>
              <a:gd name="adj" fmla="val 15254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448800" y="25717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​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448800" y="30099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3430250" y="2495550"/>
            <a:ext cx="3943350" cy="1123950"/>
          </a:xfrm>
          <a:prstGeom prst="roundRect">
            <a:avLst>
              <a:gd name="adj" fmla="val 15254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3620750" y="25717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​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620750" y="30099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14400" y="3733800"/>
            <a:ext cx="3943350" cy="1123950"/>
          </a:xfrm>
          <a:prstGeom prst="roundRect">
            <a:avLst>
              <a:gd name="adj" fmla="val 15254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" y="38100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​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04900" y="42481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5086350" y="3733800"/>
            <a:ext cx="3943350" cy="1123950"/>
          </a:xfrm>
          <a:prstGeom prst="roundRect">
            <a:avLst>
              <a:gd name="adj" fmla="val 15254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5276850" y="38100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​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5276850" y="42481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258300" y="3733800"/>
            <a:ext cx="3943350" cy="1123950"/>
          </a:xfrm>
          <a:prstGeom prst="roundRect">
            <a:avLst>
              <a:gd name="adj" fmla="val 15254"/>
            </a:avLst>
          </a:prstGeom>
          <a:solidFill>
            <a:srgbClr val="1E212B"/>
          </a:solidFill>
          <a:ln/>
        </p:spPr>
      </p:sp>
      <p:sp>
        <p:nvSpPr>
          <p:cNvPr id="23" name="Text 21"/>
          <p:cNvSpPr/>
          <p:nvPr/>
        </p:nvSpPr>
        <p:spPr>
          <a:xfrm>
            <a:off x="9448800" y="38100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​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448800" y="42481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3430250" y="3733800"/>
            <a:ext cx="3943350" cy="1123950"/>
          </a:xfrm>
          <a:prstGeom prst="roundRect">
            <a:avLst>
              <a:gd name="adj" fmla="val 15254"/>
            </a:avLst>
          </a:prstGeom>
          <a:solidFill>
            <a:srgbClr val="1E212B"/>
          </a:solidFill>
          <a:ln/>
        </p:spPr>
      </p:sp>
      <p:sp>
        <p:nvSpPr>
          <p:cNvPr id="26" name="Text 24"/>
          <p:cNvSpPr/>
          <p:nvPr/>
        </p:nvSpPr>
        <p:spPr>
          <a:xfrm>
            <a:off x="13620750" y="38100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​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3620750" y="42481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914400" y="4972050"/>
            <a:ext cx="3943350" cy="1123950"/>
          </a:xfrm>
          <a:prstGeom prst="roundRect">
            <a:avLst>
              <a:gd name="adj" fmla="val 15254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1104900" y="50482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​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104900" y="54864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5086350" y="4972050"/>
            <a:ext cx="3943350" cy="1123950"/>
          </a:xfrm>
          <a:prstGeom prst="roundRect">
            <a:avLst>
              <a:gd name="adj" fmla="val 15254"/>
            </a:avLst>
          </a:prstGeom>
          <a:solidFill>
            <a:srgbClr val="1E212B"/>
          </a:solidFill>
          <a:ln/>
        </p:spPr>
      </p:sp>
      <p:sp>
        <p:nvSpPr>
          <p:cNvPr id="32" name="Text 30"/>
          <p:cNvSpPr/>
          <p:nvPr/>
        </p:nvSpPr>
        <p:spPr>
          <a:xfrm>
            <a:off x="5276850" y="50482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​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5276850" y="54864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9258300" y="4972050"/>
            <a:ext cx="3943350" cy="1123950"/>
          </a:xfrm>
          <a:prstGeom prst="roundRect">
            <a:avLst>
              <a:gd name="adj" fmla="val 15254"/>
            </a:avLst>
          </a:prstGeom>
          <a:solidFill>
            <a:srgbClr val="1E212B"/>
          </a:solidFill>
          <a:ln/>
        </p:spPr>
      </p:sp>
      <p:sp>
        <p:nvSpPr>
          <p:cNvPr id="35" name="Text 33"/>
          <p:cNvSpPr/>
          <p:nvPr/>
        </p:nvSpPr>
        <p:spPr>
          <a:xfrm>
            <a:off x="9448800" y="50482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​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9448800" y="54864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3430250" y="4972050"/>
            <a:ext cx="3943350" cy="1123950"/>
          </a:xfrm>
          <a:prstGeom prst="roundRect">
            <a:avLst>
              <a:gd name="adj" fmla="val 15254"/>
            </a:avLst>
          </a:prstGeom>
          <a:solidFill>
            <a:srgbClr val="1E212B"/>
          </a:solidFill>
          <a:ln/>
        </p:spPr>
      </p:sp>
      <p:sp>
        <p:nvSpPr>
          <p:cNvPr id="38" name="Text 36"/>
          <p:cNvSpPr/>
          <p:nvPr/>
        </p:nvSpPr>
        <p:spPr>
          <a:xfrm>
            <a:off x="13620750" y="50482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​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13620750" y="54864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914400" y="6210300"/>
            <a:ext cx="3943350" cy="1123950"/>
          </a:xfrm>
          <a:prstGeom prst="roundRect">
            <a:avLst>
              <a:gd name="adj" fmla="val 15254"/>
            </a:avLst>
          </a:prstGeom>
          <a:solidFill>
            <a:srgbClr val="1E212B"/>
          </a:solidFill>
          <a:ln/>
        </p:spPr>
      </p:sp>
      <p:sp>
        <p:nvSpPr>
          <p:cNvPr id="41" name="Text 39"/>
          <p:cNvSpPr/>
          <p:nvPr/>
        </p:nvSpPr>
        <p:spPr>
          <a:xfrm>
            <a:off x="1104900" y="62865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​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1104900" y="67246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5086350" y="6210300"/>
            <a:ext cx="3943350" cy="1123950"/>
          </a:xfrm>
          <a:prstGeom prst="roundRect">
            <a:avLst>
              <a:gd name="adj" fmla="val 15254"/>
            </a:avLst>
          </a:prstGeom>
          <a:solidFill>
            <a:srgbClr val="1E212B"/>
          </a:solidFill>
          <a:ln/>
        </p:spPr>
      </p:sp>
      <p:sp>
        <p:nvSpPr>
          <p:cNvPr id="44" name="Text 42"/>
          <p:cNvSpPr/>
          <p:nvPr/>
        </p:nvSpPr>
        <p:spPr>
          <a:xfrm>
            <a:off x="5276850" y="62865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​</a:t>
            </a:r>
            <a:endParaRPr lang="en-US" sz="2250" dirty="0"/>
          </a:p>
        </p:txBody>
      </p:sp>
      <p:sp>
        <p:nvSpPr>
          <p:cNvPr id="45" name="Text 43"/>
          <p:cNvSpPr/>
          <p:nvPr/>
        </p:nvSpPr>
        <p:spPr>
          <a:xfrm>
            <a:off x="5276850" y="67246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9258300" y="6210300"/>
            <a:ext cx="3943350" cy="1123950"/>
          </a:xfrm>
          <a:prstGeom prst="roundRect">
            <a:avLst>
              <a:gd name="adj" fmla="val 15254"/>
            </a:avLst>
          </a:prstGeom>
          <a:solidFill>
            <a:srgbClr val="1E212B"/>
          </a:solidFill>
          <a:ln/>
        </p:spPr>
      </p:sp>
      <p:sp>
        <p:nvSpPr>
          <p:cNvPr id="47" name="Text 45"/>
          <p:cNvSpPr/>
          <p:nvPr/>
        </p:nvSpPr>
        <p:spPr>
          <a:xfrm>
            <a:off x="9448800" y="62865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​</a:t>
            </a:r>
            <a:endParaRPr lang="en-US" sz="2250" dirty="0"/>
          </a:p>
        </p:txBody>
      </p:sp>
      <p:sp>
        <p:nvSpPr>
          <p:cNvPr id="48" name="Text 46"/>
          <p:cNvSpPr/>
          <p:nvPr/>
        </p:nvSpPr>
        <p:spPr>
          <a:xfrm>
            <a:off x="9448800" y="67246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3430250" y="6210300"/>
            <a:ext cx="3943350" cy="1123950"/>
          </a:xfrm>
          <a:prstGeom prst="roundRect">
            <a:avLst>
              <a:gd name="adj" fmla="val 15254"/>
            </a:avLst>
          </a:prstGeom>
          <a:solidFill>
            <a:srgbClr val="1E212B"/>
          </a:solidFill>
          <a:ln/>
        </p:spPr>
      </p:sp>
      <p:sp>
        <p:nvSpPr>
          <p:cNvPr id="50" name="Text 48"/>
          <p:cNvSpPr/>
          <p:nvPr/>
        </p:nvSpPr>
        <p:spPr>
          <a:xfrm>
            <a:off x="13620750" y="62865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​</a:t>
            </a:r>
            <a:endParaRPr lang="en-US" sz="2250" dirty="0"/>
          </a:p>
        </p:txBody>
      </p:sp>
      <p:sp>
        <p:nvSpPr>
          <p:cNvPr id="51" name="Text 49"/>
          <p:cNvSpPr/>
          <p:nvPr/>
        </p:nvSpPr>
        <p:spPr>
          <a:xfrm>
            <a:off x="13620750" y="67246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​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914400" y="76200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914400" y="8001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8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18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</a:t>
            </a:r>
            <a:r>
              <a:rPr lang="en-US" sz="18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styles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Python:</a:t>
            </a:r>
            <a:r>
              <a:rPr lang="en-US" sz="18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mô-đun</a:t>
            </a:r>
            <a:r>
              <a:rPr lang="en-US" sz="18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sqlite3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thư</a:t>
            </a: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18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PyJWT</a:t>
            </a:r>
            <a:endParaRPr lang="en-US" sz="1800" dirty="0"/>
          </a:p>
        </p:txBody>
      </p:sp>
      <p:sp>
        <p:nvSpPr>
          <p:cNvPr id="54" name="Connector line-1792392904561-2367492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3A3F52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4" name="Text 6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1104900" y="25717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ACID</a:t>
            </a:r>
            <a:endParaRPr lang="en-US" sz="2250" dirty="0"/>
          </a:p>
        </p:txBody>
      </p:sp>
      <p:sp>
        <p:nvSpPr>
          <p:cNvPr id="66" name="Text 64"/>
          <p:cNvSpPr/>
          <p:nvPr/>
        </p:nvSpPr>
        <p:spPr>
          <a:xfrm>
            <a:off x="1104900" y="30099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Atomicity</a:t>
            </a:r>
            <a:r>
              <a:rPr lang="en-US" sz="16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Consistency</a:t>
            </a:r>
            <a:r>
              <a:rPr lang="en-US" sz="16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Isolation</a:t>
            </a:r>
            <a:r>
              <a:rPr lang="en-US" sz="16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Durability</a:t>
            </a:r>
            <a:endParaRPr lang="en-US" sz="1650" dirty="0"/>
          </a:p>
        </p:txBody>
      </p:sp>
      <p:sp>
        <p:nvSpPr>
          <p:cNvPr id="67" name="Text 65"/>
          <p:cNvSpPr/>
          <p:nvPr/>
        </p:nvSpPr>
        <p:spPr>
          <a:xfrm>
            <a:off x="5276850" y="25717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API</a:t>
            </a:r>
            <a:endParaRPr lang="en-US" sz="2250" dirty="0"/>
          </a:p>
        </p:txBody>
      </p:sp>
      <p:sp>
        <p:nvSpPr>
          <p:cNvPr id="68" name="Text 66"/>
          <p:cNvSpPr/>
          <p:nvPr/>
        </p:nvSpPr>
        <p:spPr>
          <a:xfrm>
            <a:off x="5276850" y="30099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6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6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650" dirty="0"/>
          </a:p>
        </p:txBody>
      </p:sp>
      <p:sp>
        <p:nvSpPr>
          <p:cNvPr id="69" name="Text 67"/>
          <p:cNvSpPr/>
          <p:nvPr/>
        </p:nvSpPr>
        <p:spPr>
          <a:xfrm>
            <a:off x="9448800" y="25717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CAP</a:t>
            </a:r>
            <a:endParaRPr lang="en-US" sz="2250" dirty="0"/>
          </a:p>
        </p:txBody>
      </p:sp>
      <p:sp>
        <p:nvSpPr>
          <p:cNvPr id="70" name="Text 68"/>
          <p:cNvSpPr/>
          <p:nvPr/>
        </p:nvSpPr>
        <p:spPr>
          <a:xfrm>
            <a:off x="9448800" y="30099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Consistency</a:t>
            </a:r>
            <a:r>
              <a:rPr lang="en-US" sz="16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Availability</a:t>
            </a:r>
            <a:r>
              <a:rPr lang="en-US" sz="16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</a:t>
            </a:r>
            <a:endParaRPr lang="en-US" sz="1650" dirty="0"/>
          </a:p>
        </p:txBody>
      </p:sp>
      <p:sp>
        <p:nvSpPr>
          <p:cNvPr id="71" name="Text 69"/>
          <p:cNvSpPr/>
          <p:nvPr/>
        </p:nvSpPr>
        <p:spPr>
          <a:xfrm>
            <a:off x="13620750" y="25717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DNS</a:t>
            </a:r>
            <a:endParaRPr lang="en-US" sz="2250" dirty="0"/>
          </a:p>
        </p:txBody>
      </p:sp>
      <p:sp>
        <p:nvSpPr>
          <p:cNvPr id="72" name="Text 70"/>
          <p:cNvSpPr/>
          <p:nvPr/>
        </p:nvSpPr>
        <p:spPr>
          <a:xfrm>
            <a:off x="13620750" y="30099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Domain</a:t>
            </a:r>
            <a:r>
              <a:rPr lang="en-US" sz="16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</a:t>
            </a:r>
            <a:r>
              <a:rPr lang="en-US" sz="16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endParaRPr lang="en-US" sz="1650" dirty="0"/>
          </a:p>
        </p:txBody>
      </p:sp>
      <p:sp>
        <p:nvSpPr>
          <p:cNvPr id="73" name="Text 71"/>
          <p:cNvSpPr/>
          <p:nvPr/>
        </p:nvSpPr>
        <p:spPr>
          <a:xfrm>
            <a:off x="1104900" y="38100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ELK</a:t>
            </a:r>
            <a:endParaRPr lang="en-US" sz="2250" dirty="0"/>
          </a:p>
        </p:txBody>
      </p:sp>
      <p:sp>
        <p:nvSpPr>
          <p:cNvPr id="74" name="Text 72"/>
          <p:cNvSpPr/>
          <p:nvPr/>
        </p:nvSpPr>
        <p:spPr>
          <a:xfrm>
            <a:off x="1104900" y="42481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Elasticsearch</a:t>
            </a:r>
            <a:r>
              <a:rPr lang="en-US" sz="16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Logstash</a:t>
            </a:r>
            <a:r>
              <a:rPr lang="en-US" sz="16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Kibana</a:t>
            </a:r>
            <a:endParaRPr lang="en-US" sz="1650" dirty="0"/>
          </a:p>
        </p:txBody>
      </p:sp>
      <p:sp>
        <p:nvSpPr>
          <p:cNvPr id="75" name="Text 73"/>
          <p:cNvSpPr/>
          <p:nvPr/>
        </p:nvSpPr>
        <p:spPr>
          <a:xfrm>
            <a:off x="5276850" y="38100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HTTPS</a:t>
            </a:r>
            <a:endParaRPr lang="en-US" sz="2250" dirty="0"/>
          </a:p>
        </p:txBody>
      </p:sp>
      <p:sp>
        <p:nvSpPr>
          <p:cNvPr id="76" name="Text 74"/>
          <p:cNvSpPr/>
          <p:nvPr/>
        </p:nvSpPr>
        <p:spPr>
          <a:xfrm>
            <a:off x="5276850" y="42481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6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</a:t>
            </a:r>
            <a:endParaRPr lang="en-US" sz="1650" dirty="0"/>
          </a:p>
        </p:txBody>
      </p:sp>
      <p:sp>
        <p:nvSpPr>
          <p:cNvPr id="77" name="Text 75"/>
          <p:cNvSpPr/>
          <p:nvPr/>
        </p:nvSpPr>
        <p:spPr>
          <a:xfrm>
            <a:off x="9448800" y="38100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JSON</a:t>
            </a:r>
            <a:endParaRPr lang="en-US" sz="2250" dirty="0"/>
          </a:p>
        </p:txBody>
      </p:sp>
      <p:sp>
        <p:nvSpPr>
          <p:cNvPr id="78" name="Text 76"/>
          <p:cNvSpPr/>
          <p:nvPr/>
        </p:nvSpPr>
        <p:spPr>
          <a:xfrm>
            <a:off x="9448800" y="42481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16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6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Notation</a:t>
            </a:r>
            <a:endParaRPr lang="en-US" sz="1650" dirty="0"/>
          </a:p>
        </p:txBody>
      </p:sp>
      <p:sp>
        <p:nvSpPr>
          <p:cNvPr id="79" name="Text 77"/>
          <p:cNvSpPr/>
          <p:nvPr/>
        </p:nvSpPr>
        <p:spPr>
          <a:xfrm>
            <a:off x="13620750" y="38100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JWT</a:t>
            </a:r>
            <a:endParaRPr lang="en-US" sz="2250" dirty="0"/>
          </a:p>
        </p:txBody>
      </p:sp>
      <p:sp>
        <p:nvSpPr>
          <p:cNvPr id="80" name="Text 78"/>
          <p:cNvSpPr/>
          <p:nvPr/>
        </p:nvSpPr>
        <p:spPr>
          <a:xfrm>
            <a:off x="13620750" y="42481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16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-3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650" dirty="0"/>
          </a:p>
        </p:txBody>
      </p:sp>
      <p:sp>
        <p:nvSpPr>
          <p:cNvPr id="81" name="Text 79"/>
          <p:cNvSpPr/>
          <p:nvPr/>
        </p:nvSpPr>
        <p:spPr>
          <a:xfrm>
            <a:off x="1104900" y="50482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MVC</a:t>
            </a:r>
            <a:endParaRPr lang="en-US" sz="2250" dirty="0"/>
          </a:p>
        </p:txBody>
      </p:sp>
      <p:sp>
        <p:nvSpPr>
          <p:cNvPr id="82" name="Text 80"/>
          <p:cNvSpPr/>
          <p:nvPr/>
        </p:nvSpPr>
        <p:spPr>
          <a:xfrm>
            <a:off x="1104900" y="54864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Model</a:t>
            </a:r>
            <a:r>
              <a:rPr lang="en-US" sz="16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r>
              <a:rPr lang="en-US" sz="16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Controller</a:t>
            </a:r>
            <a:endParaRPr lang="en-US" sz="1650" dirty="0"/>
          </a:p>
        </p:txBody>
      </p:sp>
      <p:sp>
        <p:nvSpPr>
          <p:cNvPr id="83" name="Text 81"/>
          <p:cNvSpPr/>
          <p:nvPr/>
        </p:nvSpPr>
        <p:spPr>
          <a:xfrm>
            <a:off x="5276850" y="50482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NoSQL</a:t>
            </a:r>
            <a:endParaRPr lang="en-US" sz="2250" dirty="0"/>
          </a:p>
        </p:txBody>
      </p:sp>
      <p:sp>
        <p:nvSpPr>
          <p:cNvPr id="84" name="Text 82"/>
          <p:cNvSpPr/>
          <p:nvPr/>
        </p:nvSpPr>
        <p:spPr>
          <a:xfrm>
            <a:off x="5276850" y="54864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</a:t>
            </a:r>
            <a:r>
              <a:rPr lang="en-US" sz="16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Only</a:t>
            </a:r>
            <a:r>
              <a:rPr lang="en-US" sz="16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</a:t>
            </a:r>
            <a:endParaRPr lang="en-US" sz="1650" dirty="0"/>
          </a:p>
        </p:txBody>
      </p:sp>
      <p:sp>
        <p:nvSpPr>
          <p:cNvPr id="85" name="Text 83"/>
          <p:cNvSpPr/>
          <p:nvPr/>
        </p:nvSpPr>
        <p:spPr>
          <a:xfrm>
            <a:off x="9448800" y="50482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OAuth</a:t>
            </a:r>
            <a:endParaRPr lang="en-US" sz="2250" dirty="0"/>
          </a:p>
        </p:txBody>
      </p:sp>
      <p:sp>
        <p:nvSpPr>
          <p:cNvPr id="86" name="Text 84"/>
          <p:cNvSpPr/>
          <p:nvPr/>
        </p:nvSpPr>
        <p:spPr>
          <a:xfrm>
            <a:off x="9448800" y="54864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AUTHorization</a:t>
            </a:r>
            <a:endParaRPr lang="en-US" sz="1650" dirty="0"/>
          </a:p>
        </p:txBody>
      </p:sp>
      <p:sp>
        <p:nvSpPr>
          <p:cNvPr id="87" name="Text 85"/>
          <p:cNvSpPr/>
          <p:nvPr/>
        </p:nvSpPr>
        <p:spPr>
          <a:xfrm>
            <a:off x="13620750" y="504825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OLAP</a:t>
            </a:r>
            <a:endParaRPr lang="en-US" sz="2250" dirty="0"/>
          </a:p>
        </p:txBody>
      </p:sp>
      <p:sp>
        <p:nvSpPr>
          <p:cNvPr id="88" name="Text 86"/>
          <p:cNvSpPr/>
          <p:nvPr/>
        </p:nvSpPr>
        <p:spPr>
          <a:xfrm>
            <a:off x="13620750" y="54864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OnLine</a:t>
            </a:r>
            <a:r>
              <a:rPr lang="en-US" sz="16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Analytical</a:t>
            </a:r>
            <a:r>
              <a:rPr lang="en-US" sz="16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endParaRPr lang="en-US" sz="1650" dirty="0"/>
          </a:p>
        </p:txBody>
      </p:sp>
      <p:sp>
        <p:nvSpPr>
          <p:cNvPr id="89" name="Text 87"/>
          <p:cNvSpPr/>
          <p:nvPr/>
        </p:nvSpPr>
        <p:spPr>
          <a:xfrm>
            <a:off x="1104900" y="62865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RFC</a:t>
            </a:r>
            <a:endParaRPr lang="en-US" sz="2250" dirty="0"/>
          </a:p>
        </p:txBody>
      </p:sp>
      <p:sp>
        <p:nvSpPr>
          <p:cNvPr id="90" name="Text 88"/>
          <p:cNvSpPr/>
          <p:nvPr/>
        </p:nvSpPr>
        <p:spPr>
          <a:xfrm>
            <a:off x="1104900" y="67246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16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Comments</a:t>
            </a:r>
            <a:endParaRPr lang="en-US" sz="1650" dirty="0"/>
          </a:p>
        </p:txBody>
      </p:sp>
      <p:sp>
        <p:nvSpPr>
          <p:cNvPr id="91" name="Text 89"/>
          <p:cNvSpPr/>
          <p:nvPr/>
        </p:nvSpPr>
        <p:spPr>
          <a:xfrm>
            <a:off x="5276850" y="62865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SQL</a:t>
            </a:r>
            <a:endParaRPr lang="en-US" sz="2250" dirty="0"/>
          </a:p>
        </p:txBody>
      </p:sp>
      <p:sp>
        <p:nvSpPr>
          <p:cNvPr id="92" name="Text 90"/>
          <p:cNvSpPr/>
          <p:nvPr/>
        </p:nvSpPr>
        <p:spPr>
          <a:xfrm>
            <a:off x="5276850" y="67246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16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16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650" dirty="0"/>
          </a:p>
        </p:txBody>
      </p:sp>
      <p:sp>
        <p:nvSpPr>
          <p:cNvPr id="93" name="Text 91"/>
          <p:cNvSpPr/>
          <p:nvPr/>
        </p:nvSpPr>
        <p:spPr>
          <a:xfrm>
            <a:off x="9448800" y="62865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TCP</a:t>
            </a:r>
            <a:endParaRPr lang="en-US" sz="2250" dirty="0"/>
          </a:p>
        </p:txBody>
      </p:sp>
      <p:sp>
        <p:nvSpPr>
          <p:cNvPr id="94" name="Text 92"/>
          <p:cNvSpPr/>
          <p:nvPr/>
        </p:nvSpPr>
        <p:spPr>
          <a:xfrm>
            <a:off x="9448800" y="67246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6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95" name="Text 93"/>
          <p:cNvSpPr/>
          <p:nvPr/>
        </p:nvSpPr>
        <p:spPr>
          <a:xfrm>
            <a:off x="13620750" y="6286500"/>
            <a:ext cx="361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TLS</a:t>
            </a:r>
            <a:endParaRPr lang="en-US" sz="2250" dirty="0"/>
          </a:p>
        </p:txBody>
      </p:sp>
      <p:sp>
        <p:nvSpPr>
          <p:cNvPr id="96" name="Text 94"/>
          <p:cNvSpPr/>
          <p:nvPr/>
        </p:nvSpPr>
        <p:spPr>
          <a:xfrm>
            <a:off x="13620750" y="67246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Transport</a:t>
            </a:r>
            <a:r>
              <a:rPr lang="en-US" sz="165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6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650" dirty="0"/>
          </a:p>
        </p:txBody>
      </p:sp>
      <p:sp>
        <p:nvSpPr>
          <p:cNvPr id="97" name="Shape 9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8" name="Moda image moda-export-watermark-f0e47107-5aa7-41d8-8a60-6794851040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2026-10-19T06:56:03Z</dcterms:created>
  <dcterms:modified xsi:type="dcterms:W3CDTF">2026-10-19T06:56:03Z</dcterms:modified>
</cp:coreProperties>
</file>