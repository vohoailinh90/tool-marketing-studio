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3143250"/>
          </a:xfrm>
          <a:prstGeom prst="rect">
            <a:avLst/>
          </a:prstGeom>
          <a:noFill/>
          <a:ln/>
        </p:spPr>
        <p:txBody>
          <a:bodyPr wrap="square" lIns="0" tIns="65988" rIns="0" bIns="-65988" rtlCol="0" anchor="t"/>
          <a:lstStyle/>
          <a:p>
            <a:pPr algn="l" indent="0" marL="0">
              <a:lnSpc>
                <a:spcPts val="7720"/>
              </a:lnSpc>
              <a:buNone/>
            </a:pPr>
            <a:r>
              <a:rPr lang="en-US" sz="7423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Khóa</a:t>
            </a:r>
            <a:r>
              <a:rPr lang="en-US" sz="7423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</a:t>
            </a:r>
            <a:r>
              <a:rPr lang="en-US" sz="7423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</a:t>
            </a:r>
            <a:r>
              <a:rPr lang="en-US" sz="7423" dirty="0" spc="-8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423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7423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lạc quan: hai</a:t>
            </a:r>
            <a:r>
              <a:rPr lang="en-US" sz="7423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7423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7423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mua</a:t>
            </a:r>
            <a:r>
              <a:rPr lang="en-US" sz="7423" dirty="0" spc="-7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vé</a:t>
            </a:r>
            <a:r>
              <a:rPr lang="en-US" sz="7423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cuối</a:t>
            </a:r>
            <a:endParaRPr lang="en-US" sz="7423" dirty="0"/>
          </a:p>
        </p:txBody>
      </p:sp>
      <p:sp>
        <p:nvSpPr>
          <p:cNvPr id="4" name="Text 2"/>
          <p:cNvSpPr/>
          <p:nvPr/>
        </p:nvSpPr>
        <p:spPr>
          <a:xfrm>
            <a:off x="914400" y="5143500"/>
            <a:ext cx="2857500" cy="1047750"/>
          </a:xfrm>
          <a:prstGeom prst="roundRect">
            <a:avLst>
              <a:gd name="adj" fmla="val 16364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7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vé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23900" y="5476875"/>
            <a:ext cx="381000" cy="3810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6" name="Shape 4"/>
          <p:cNvSpPr/>
          <p:nvPr/>
        </p:nvSpPr>
        <p:spPr>
          <a:xfrm>
            <a:off x="3581400" y="5476875"/>
            <a:ext cx="381000" cy="3810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7" name="Text 5"/>
          <p:cNvSpPr/>
          <p:nvPr/>
        </p:nvSpPr>
        <p:spPr>
          <a:xfrm>
            <a:off x="4286250" y="5143500"/>
            <a:ext cx="1238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0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30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vé,</a:t>
            </a:r>
            <a:r>
              <a:rPr lang="en-US" sz="30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vé</a:t>
            </a: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14400" y="7048500"/>
            <a:ext cx="5334000" cy="142875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77000" y="7048500"/>
            <a:ext cx="5334000" cy="142875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039600" y="7048500"/>
            <a:ext cx="5334000" cy="142875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8250" y="7048500"/>
            <a:ext cx="476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4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4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800850" y="7048500"/>
            <a:ext cx="476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40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4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</a:t>
            </a:r>
            <a:r>
              <a:rPr lang="en-US" sz="240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363450" y="7048500"/>
            <a:ext cx="476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4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 ·</a:t>
            </a:r>
            <a:r>
              <a:rPr lang="en-US" sz="24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lạc</a:t>
            </a:r>
            <a:r>
              <a:rPr lang="en-US" sz="240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6249fc46-fb86-4ced-bd6c-bf3422cd99a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5905500" cy="5334000"/>
          </a:xfrm>
          <a:prstGeom prst="rect">
            <a:avLst/>
          </a:prstGeom>
          <a:noFill/>
          <a:ln/>
        </p:spPr>
        <p:txBody>
          <a:bodyPr wrap="square" lIns="0" tIns="396240" rIns="0" bIns="-396240" rtlCol="0" anchor="t"/>
          <a:lstStyle/>
          <a:p>
            <a:pPr algn="l" indent="0" marL="0">
              <a:lnSpc>
                <a:spcPts val="39000"/>
              </a:lnSpc>
              <a:buNone/>
            </a:pPr>
            <a:r>
              <a:rPr lang="en-US" sz="390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9000" dirty="0"/>
          </a:p>
        </p:txBody>
      </p:sp>
      <p:sp>
        <p:nvSpPr>
          <p:cNvPr id="4" name="Text 2"/>
          <p:cNvSpPr/>
          <p:nvPr/>
        </p:nvSpPr>
        <p:spPr>
          <a:xfrm>
            <a:off x="6096000" y="1809750"/>
            <a:ext cx="11239500" cy="2476500"/>
          </a:xfrm>
          <a:prstGeom prst="rect">
            <a:avLst/>
          </a:prstGeom>
          <a:noFill/>
          <a:ln/>
        </p:spPr>
        <p:txBody>
          <a:bodyPr wrap="square" lIns="0" tIns="52006" rIns="0" bIns="-52006" rtlCol="0" anchor="t"/>
          <a:lstStyle/>
          <a:p>
            <a:pPr algn="l" indent="0" marL="0">
              <a:lnSpc>
                <a:spcPts val="6678"/>
              </a:lnSpc>
              <a:buNone/>
            </a:pP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3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63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</a:t>
            </a:r>
            <a:r>
              <a:rPr lang="en-US" sz="63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vé.</a:t>
            </a:r>
            <a:endParaRPr lang="en-US" sz="6300" dirty="0"/>
          </a:p>
        </p:txBody>
      </p:sp>
      <p:sp>
        <p:nvSpPr>
          <p:cNvPr id="5" name="Shape 3"/>
          <p:cNvSpPr/>
          <p:nvPr/>
        </p:nvSpPr>
        <p:spPr>
          <a:xfrm>
            <a:off x="6096000" y="4762500"/>
            <a:ext cx="11277600" cy="1428750"/>
          </a:xfrm>
          <a:prstGeom prst="roundRect">
            <a:avLst>
              <a:gd name="adj" fmla="val 18667"/>
            </a:avLst>
          </a:prstGeom>
          <a:solidFill>
            <a:srgbClr val="F8D9D0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0" y="4762500"/>
            <a:ext cx="133350" cy="14287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7" name="Text 5"/>
          <p:cNvSpPr/>
          <p:nvPr/>
        </p:nvSpPr>
        <p:spPr>
          <a:xfrm>
            <a:off x="6572250" y="4762500"/>
            <a:ext cx="1047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30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096000" y="6572250"/>
            <a:ext cx="11277600" cy="1428750"/>
          </a:xfrm>
          <a:prstGeom prst="roundRect">
            <a:avLst>
              <a:gd name="adj" fmla="val 18667"/>
            </a:avLst>
          </a:prstGeom>
          <a:solidFill>
            <a:srgbClr val="DDE3FA"/>
          </a:solidFill>
          <a:ln/>
        </p:spPr>
      </p:sp>
      <p:sp>
        <p:nvSpPr>
          <p:cNvPr id="9" name="Shape 7"/>
          <p:cNvSpPr/>
          <p:nvPr/>
        </p:nvSpPr>
        <p:spPr>
          <a:xfrm>
            <a:off x="6096000" y="6572250"/>
            <a:ext cx="133350" cy="14287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6572250" y="6572250"/>
            <a:ext cx="1047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Lạc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30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 ghi.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b20121ae-d15f-4773-9b2d-36d78ce1f19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 1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b="1" spc="28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8110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vé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38100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2762250"/>
            <a:ext cx="8001000" cy="38100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762250"/>
            <a:ext cx="8001000" cy="914400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1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30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372600" y="2762250"/>
            <a:ext cx="8001000" cy="914400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1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300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295400" y="4095750"/>
            <a:ext cx="7239000" cy="952500"/>
          </a:xfrm>
          <a:prstGeom prst="roundRect">
            <a:avLst>
              <a:gd name="adj" fmla="val 22000"/>
            </a:avLst>
          </a:prstGeom>
          <a:solidFill>
            <a:srgbClr val="CFE8E2"/>
          </a:solidFill>
          <a:ln/>
        </p:spPr>
      </p:sp>
      <p:sp>
        <p:nvSpPr>
          <p:cNvPr id="9" name="Shape 7"/>
          <p:cNvSpPr/>
          <p:nvPr/>
        </p:nvSpPr>
        <p:spPr>
          <a:xfrm>
            <a:off x="1295400" y="5334000"/>
            <a:ext cx="7239000" cy="952500"/>
          </a:xfrm>
          <a:prstGeom prst="roundRect">
            <a:avLst>
              <a:gd name="adj" fmla="val 22000"/>
            </a:avLst>
          </a:prstGeom>
          <a:solidFill>
            <a:srgbClr val="CFE8E2"/>
          </a:solidFill>
          <a:ln/>
        </p:spPr>
      </p:sp>
      <p:sp>
        <p:nvSpPr>
          <p:cNvPr id="10" name="Shape 8"/>
          <p:cNvSpPr/>
          <p:nvPr/>
        </p:nvSpPr>
        <p:spPr>
          <a:xfrm>
            <a:off x="9753600" y="4095750"/>
            <a:ext cx="7239000" cy="952500"/>
          </a:xfrm>
          <a:prstGeom prst="roundRect">
            <a:avLst>
              <a:gd name="adj" fmla="val 22000"/>
            </a:avLst>
          </a:prstGeom>
          <a:solidFill>
            <a:srgbClr val="CFE8E2"/>
          </a:solidFill>
          <a:ln/>
        </p:spPr>
      </p:sp>
      <p:sp>
        <p:nvSpPr>
          <p:cNvPr id="11" name="Shape 9"/>
          <p:cNvSpPr/>
          <p:nvPr/>
        </p:nvSpPr>
        <p:spPr>
          <a:xfrm>
            <a:off x="9753600" y="5334000"/>
            <a:ext cx="7239000" cy="952500"/>
          </a:xfrm>
          <a:prstGeom prst="roundRect">
            <a:avLst>
              <a:gd name="adj" fmla="val 22000"/>
            </a:avLst>
          </a:prstGeom>
          <a:solidFill>
            <a:srgbClr val="CFE8E2"/>
          </a:solidFill>
          <a:ln/>
        </p:spPr>
      </p:sp>
      <p:sp>
        <p:nvSpPr>
          <p:cNvPr id="12" name="Text 10"/>
          <p:cNvSpPr/>
          <p:nvPr/>
        </p:nvSpPr>
        <p:spPr>
          <a:xfrm>
            <a:off x="1619250" y="4095750"/>
            <a:ext cx="666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Đọc: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8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vé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619250" y="5334000"/>
            <a:ext cx="666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Ghi: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0077450" y="4095750"/>
            <a:ext cx="666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Đọc: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8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vé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0077450" y="5334000"/>
            <a:ext cx="666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Ghi: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14400" y="70485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14161C"/>
          </a:solidFill>
          <a:ln/>
        </p:spPr>
      </p:sp>
      <p:sp>
        <p:nvSpPr>
          <p:cNvPr id="17" name="Text 15"/>
          <p:cNvSpPr/>
          <p:nvPr/>
        </p:nvSpPr>
        <p:spPr>
          <a:xfrm>
            <a:off x="1428750" y="7048500"/>
            <a:ext cx="15430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Lệnh</a:t>
            </a:r>
            <a:r>
              <a:rPr lang="en-US" sz="36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 sau</a:t>
            </a:r>
            <a:r>
              <a:rPr lang="en-US" sz="3600" dirty="0" spc="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đè</a:t>
            </a:r>
            <a:r>
              <a:rPr lang="en-US" sz="36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 ghi</a:t>
            </a:r>
            <a:r>
              <a:rPr lang="en-US" sz="3600" dirty="0" spc="-3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trước:</a:t>
            </a:r>
            <a:r>
              <a:rPr lang="en-US" sz="36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mất</a:t>
            </a:r>
            <a:r>
              <a:rPr lang="en-US" sz="3600" dirty="0" spc="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cập</a:t>
            </a:r>
            <a:r>
              <a:rPr lang="en-US" sz="3600" dirty="0" spc="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nhật.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03/09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b9469ce0-2dab-4141-9576-0f34fce8e26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</a:t>
            </a:r>
            <a:r>
              <a:rPr lang="en-US" sz="1800" b="1" spc="29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668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Khóa</a:t>
            </a: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r>
              <a:rPr lang="en-US" sz="6900" dirty="0" spc="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endParaRPr lang="en-US" sz="6900" dirty="0"/>
          </a:p>
        </p:txBody>
      </p:sp>
      <p:sp>
        <p:nvSpPr>
          <p:cNvPr id="4" name="Connector line-1792441600991-528375201"/>
          <p:cNvSpPr/>
          <p:nvPr/>
        </p:nvSpPr>
        <p:spPr>
          <a:xfrm>
            <a:off x="3429000" y="3143250"/>
            <a:ext cx="0" cy="6000750"/>
          </a:xfrm>
          <a:prstGeom prst="line">
            <a:avLst/>
          </a:prstGeom>
          <a:noFill/>
          <a:ln w="3810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5" name="Connector line-1792441600992-884889900"/>
          <p:cNvSpPr/>
          <p:nvPr/>
        </p:nvSpPr>
        <p:spPr>
          <a:xfrm>
            <a:off x="9144000" y="3143250"/>
            <a:ext cx="0" cy="6000750"/>
          </a:xfrm>
          <a:prstGeom prst="line">
            <a:avLst/>
          </a:prstGeom>
          <a:noFill/>
          <a:ln w="3810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6" name="Connector line-1792441600992-789548478"/>
          <p:cNvSpPr/>
          <p:nvPr/>
        </p:nvSpPr>
        <p:spPr>
          <a:xfrm>
            <a:off x="14859000" y="3143250"/>
            <a:ext cx="0" cy="6000750"/>
          </a:xfrm>
          <a:prstGeom prst="line">
            <a:avLst/>
          </a:prstGeom>
          <a:noFill/>
          <a:ln w="3810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2000250" y="2381250"/>
            <a:ext cx="2857500" cy="723900"/>
          </a:xfrm>
          <a:prstGeom prst="roundRect">
            <a:avLst>
              <a:gd name="adj" fmla="val 26316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15250" y="2381250"/>
            <a:ext cx="2857500" cy="723900"/>
          </a:xfrm>
          <a:prstGeom prst="roundRect">
            <a:avLst>
              <a:gd name="adj" fmla="val 26316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400" b="1" dirty="0" spc="-2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vé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430250" y="2381250"/>
            <a:ext cx="2857500" cy="723900"/>
          </a:xfrm>
          <a:prstGeom prst="roundRect">
            <a:avLst>
              <a:gd name="adj" fmla="val 26316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400" dirty="0"/>
          </a:p>
        </p:txBody>
      </p:sp>
      <p:sp>
        <p:nvSpPr>
          <p:cNvPr id="10" name="Connector line-1792441600999-583871238"/>
          <p:cNvSpPr/>
          <p:nvPr/>
        </p:nvSpPr>
        <p:spPr>
          <a:xfrm>
            <a:off x="3467100" y="4000500"/>
            <a:ext cx="56388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467100" y="3543300"/>
            <a:ext cx="5638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1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100" dirty="0"/>
          </a:p>
        </p:txBody>
      </p:sp>
      <p:sp>
        <p:nvSpPr>
          <p:cNvPr id="12" name="Connector line-1792441601002-896241932"/>
          <p:cNvSpPr/>
          <p:nvPr/>
        </p:nvSpPr>
        <p:spPr>
          <a:xfrm flipH="1">
            <a:off x="9182100" y="4953000"/>
            <a:ext cx="56388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182100" y="4495800"/>
            <a:ext cx="5638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001500" y="5429250"/>
            <a:ext cx="5715000" cy="6096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100" dirty="0"/>
          </a:p>
        </p:txBody>
      </p:sp>
      <p:sp>
        <p:nvSpPr>
          <p:cNvPr id="15" name="Connector line-1792441601007-991769096"/>
          <p:cNvSpPr/>
          <p:nvPr/>
        </p:nvSpPr>
        <p:spPr>
          <a:xfrm>
            <a:off x="3467100" y="6858000"/>
            <a:ext cx="56388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467100" y="6400800"/>
            <a:ext cx="5638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</a:t>
            </a: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endParaRPr lang="en-US" sz="2100" dirty="0"/>
          </a:p>
        </p:txBody>
      </p:sp>
      <p:sp>
        <p:nvSpPr>
          <p:cNvPr id="17" name="Connector line-1792441601010-238154254"/>
          <p:cNvSpPr/>
          <p:nvPr/>
        </p:nvSpPr>
        <p:spPr>
          <a:xfrm>
            <a:off x="9182100" y="7715250"/>
            <a:ext cx="56388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182100" y="7258050"/>
            <a:ext cx="5638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r>
              <a:rPr lang="en-US" sz="210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b="1" dirty="0" spc="-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10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001500" y="8191500"/>
            <a:ext cx="5715000" cy="6096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r>
              <a:rPr lang="en-US" sz="210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r>
              <a:rPr lang="en-US" sz="210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c6f7deac-7382-4cb2-bbe3-b48c0acf26d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 ·</a:t>
            </a:r>
            <a:r>
              <a:rPr lang="en-US" sz="1800" b="1" spc="28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b="1" spc="28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LẠC</a:t>
            </a:r>
            <a:r>
              <a:rPr lang="en-US" sz="1800" b="1" spc="29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811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Ghi</a:t>
            </a:r>
            <a:r>
              <a:rPr lang="en-US" sz="69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kèm</a:t>
            </a:r>
            <a:r>
              <a:rPr lang="en-US" sz="6900" dirty="0" spc="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phiên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4762500"/>
            <a:ext cx="40005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đọc: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905500" y="4762500"/>
            <a:ext cx="4191000" cy="1619250"/>
          </a:xfrm>
          <a:prstGeom prst="roundRect">
            <a:avLst>
              <a:gd name="adj" fmla="val 16471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 phiên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620500" y="3143250"/>
            <a:ext cx="57531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1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5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b="1" dirty="0" spc="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trước:</a:t>
            </a:r>
            <a:r>
              <a:rPr lang="en-US" sz="2550" b="1" dirty="0" spc="1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55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1620500" y="6572250"/>
            <a:ext cx="57531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1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55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sau:</a:t>
            </a:r>
            <a:r>
              <a:rPr lang="en-US" sz="2550" b="1" dirty="0" spc="1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r>
              <a:rPr lang="en-US" sz="255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550" dirty="0"/>
          </a:p>
        </p:txBody>
      </p:sp>
      <p:sp>
        <p:nvSpPr>
          <p:cNvPr id="8" name="Connector line-1792441615190-320378617"/>
          <p:cNvSpPr/>
          <p:nvPr/>
        </p:nvSpPr>
        <p:spPr>
          <a:xfrm>
            <a:off x="4953000" y="5572125"/>
            <a:ext cx="9144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9" name="Connector line-1792441615190-716658362"/>
          <p:cNvSpPr/>
          <p:nvPr/>
        </p:nvSpPr>
        <p:spPr>
          <a:xfrm flipV="1">
            <a:off x="10134600" y="4000500"/>
            <a:ext cx="1447800" cy="133350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0" name="Connector line-1792441615191-867758897"/>
          <p:cNvSpPr/>
          <p:nvPr/>
        </p:nvSpPr>
        <p:spPr>
          <a:xfrm>
            <a:off x="10134600" y="5810250"/>
            <a:ext cx="1447800" cy="133350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1620500" y="8382000"/>
            <a:ext cx="5753100" cy="762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đột:</a:t>
            </a: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250" dirty="0"/>
          </a:p>
        </p:txBody>
      </p:sp>
      <p:sp>
        <p:nvSpPr>
          <p:cNvPr id="12" name="Connector line-1792441615194-730647475"/>
          <p:cNvSpPr/>
          <p:nvPr/>
        </p:nvSpPr>
        <p:spPr>
          <a:xfrm>
            <a:off x="14497050" y="8039100"/>
            <a:ext cx="0" cy="30480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bf7c4ba3-05fa-4997-9e4f-4400e21ca91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1800" b="1" spc="20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668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4191000" y="2381250"/>
            <a:ext cx="6477000" cy="857250"/>
          </a:xfrm>
          <a:prstGeom prst="roundRect">
            <a:avLst>
              <a:gd name="adj" fmla="val 26667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85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 quan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0896600" y="2381250"/>
            <a:ext cx="6477000" cy="857250"/>
          </a:xfrm>
          <a:prstGeom prst="roundRect">
            <a:avLst>
              <a:gd name="adj" fmla="val 26667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85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lạc</a:t>
            </a:r>
            <a:r>
              <a:rPr lang="en-US" sz="285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3429000"/>
            <a:ext cx="3048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thua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14400" y="5334000"/>
            <a:ext cx="30480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4191000" y="3429000"/>
            <a:ext cx="6477000" cy="1619250"/>
          </a:xfrm>
          <a:prstGeom prst="roundRect">
            <a:avLst>
              <a:gd name="adj" fmla="val 14118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chờ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10896600" y="3429000"/>
            <a:ext cx="6477000" cy="1619250"/>
          </a:xfrm>
          <a:prstGeom prst="roundRect">
            <a:avLst>
              <a:gd name="adj" fmla="val 14118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làm</a:t>
            </a: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3900" dirty="0"/>
          </a:p>
        </p:txBody>
      </p:sp>
      <p:sp>
        <p:nvSpPr>
          <p:cNvPr id="10" name="Shape 8"/>
          <p:cNvSpPr/>
          <p:nvPr/>
        </p:nvSpPr>
        <p:spPr>
          <a:xfrm>
            <a:off x="4191000" y="5334000"/>
            <a:ext cx="6477000" cy="3619500"/>
          </a:xfrm>
          <a:prstGeom prst="roundRect">
            <a:avLst>
              <a:gd name="adj" fmla="val 6316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96600" y="5334000"/>
            <a:ext cx="6477000" cy="3619500"/>
          </a:xfrm>
          <a:prstGeom prst="roundRect">
            <a:avLst>
              <a:gd name="adj" fmla="val 6316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2" name="Text richtext-1792441631847-537628107"/>
          <p:cNvSpPr/>
          <p:nvPr/>
        </p:nvSpPr>
        <p:spPr>
          <a:xfrm>
            <a:off x="4572000" y="5619750"/>
            <a:ext cx="5715000" cy="3048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tự: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deadlock.</a:t>
            </a:r>
            <a:endParaRPr lang="en-US" sz="2550" dirty="0"/>
          </a:p>
        </p:txBody>
      </p:sp>
      <p:sp>
        <p:nvSpPr>
          <p:cNvPr id="13" name="Text richtext-1792441631868-411739494"/>
          <p:cNvSpPr/>
          <p:nvPr/>
        </p:nvSpPr>
        <p:spPr>
          <a:xfrm>
            <a:off x="11277600" y="5619750"/>
            <a:ext cx="5715000" cy="3048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Xung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tục: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Quên kiểm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version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611fa4c5-ae5c-436f-a580-b7c1f66d2eb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668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4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wiki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69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6096000" cy="5905500"/>
          </a:xfrm>
          <a:prstGeom prst="roundRect">
            <a:avLst>
              <a:gd name="adj" fmla="val 5806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143250"/>
            <a:ext cx="5334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33500" y="3810000"/>
            <a:ext cx="5334000" cy="4381500"/>
          </a:xfrm>
          <a:prstGeom prst="rect">
            <a:avLst/>
          </a:prstGeom>
          <a:noFill/>
          <a:ln/>
        </p:spPr>
        <p:txBody>
          <a:bodyPr wrap="square" lIns="0" tIns="18621" rIns="0" bIns="-18621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4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Wiki</a:t>
            </a:r>
            <a:r>
              <a:rPr lang="en-US" sz="34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4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450" b="1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sửa,</a:t>
            </a:r>
            <a:r>
              <a:rPr lang="en-US" sz="34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gõ</a:t>
            </a:r>
            <a:r>
              <a:rPr lang="en-US" sz="34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34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phút.</a:t>
            </a:r>
            <a:r>
              <a:rPr lang="en-US" sz="34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34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34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7620000" y="2762250"/>
            <a:ext cx="9753600" cy="1047750"/>
          </a:xfrm>
          <a:prstGeom prst="roundRect">
            <a:avLst>
              <a:gd name="adj" fmla="val 27273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2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Khóa</a:t>
            </a:r>
            <a:r>
              <a:rPr lang="en-US" sz="3900" dirty="0" spc="3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lạc quan</a:t>
            </a:r>
            <a:endParaRPr lang="en-US" sz="3900" dirty="0"/>
          </a:p>
        </p:txBody>
      </p:sp>
      <p:sp>
        <p:nvSpPr>
          <p:cNvPr id="8" name="Shape 6"/>
          <p:cNvSpPr/>
          <p:nvPr/>
        </p:nvSpPr>
        <p:spPr>
          <a:xfrm>
            <a:off x="7620000" y="4095750"/>
            <a:ext cx="9753600" cy="1333500"/>
          </a:xfrm>
          <a:prstGeom prst="roundRect">
            <a:avLst>
              <a:gd name="adj" fmla="val 20000"/>
            </a:avLst>
          </a:prstGeom>
          <a:solidFill>
            <a:srgbClr val="DDE3FA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0" y="5715000"/>
            <a:ext cx="9753600" cy="1333500"/>
          </a:xfrm>
          <a:prstGeom prst="roundRect">
            <a:avLst>
              <a:gd name="adj" fmla="val 20000"/>
            </a:avLst>
          </a:prstGeom>
          <a:solidFill>
            <a:srgbClr val="DDE3FA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0" y="7334250"/>
            <a:ext cx="9753600" cy="1333500"/>
          </a:xfrm>
          <a:prstGeom prst="roundRect">
            <a:avLst>
              <a:gd name="adj" fmla="val 20000"/>
            </a:avLst>
          </a:prstGeom>
          <a:solidFill>
            <a:srgbClr val="DDE3FA"/>
          </a:solidFill>
          <a:ln/>
        </p:spPr>
      </p:sp>
      <p:sp>
        <p:nvSpPr>
          <p:cNvPr id="11" name="Text 9"/>
          <p:cNvSpPr/>
          <p:nvPr/>
        </p:nvSpPr>
        <p:spPr>
          <a:xfrm>
            <a:off x="7905750" y="43815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905750" y="600075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905750" y="76200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953500" y="4095750"/>
            <a:ext cx="8191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 quan giữ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suốt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mấy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gõ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phím.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8953500" y="5715000"/>
            <a:ext cx="8191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550" b="1" dirty="0" spc="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0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 sửa.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8953500" y="7334250"/>
            <a:ext cx="8191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33f90150-42af-4fbd-945f-fbe2be122a7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8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6459200" cy="4000500"/>
          </a:xfrm>
          <a:prstGeom prst="rect">
            <a:avLst/>
          </a:prstGeom>
          <a:noFill/>
          <a:ln/>
        </p:spPr>
        <p:txBody>
          <a:bodyPr wrap="square" lIns="0" tIns="69342" rIns="0" bIns="-69342" rtlCol="0" anchor="t"/>
          <a:lstStyle/>
          <a:p>
            <a:pPr algn="l" indent="0" marL="0">
              <a:lnSpc>
                <a:spcPts val="8904"/>
              </a:lnSpc>
              <a:buNone/>
            </a:pPr>
            <a:r>
              <a:rPr lang="en-US" sz="84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Cả</a:t>
            </a:r>
            <a:r>
              <a:rPr lang="en-US" sz="84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84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 làm</a:t>
            </a:r>
            <a:r>
              <a:rPr lang="en-US" sz="84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8400" dirty="0" spc="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đều</a:t>
            </a:r>
            <a:r>
              <a:rPr lang="en-US" sz="84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8904"/>
              </a:lnSpc>
              <a:buNone/>
            </a:pPr>
            <a:r>
              <a:rPr lang="en-US" sz="84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8400" dirty="0" spc="-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bán</a:t>
            </a:r>
            <a:r>
              <a:rPr lang="en-US" sz="8400" dirty="0" spc="-1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8400" dirty="0" spc="-6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vé.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1619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nhau: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thua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7048500"/>
            <a:ext cx="80010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72600" y="7048500"/>
            <a:ext cx="80010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704850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Lạc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lỗi: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753600" y="704850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 giao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bc329c33-2daa-453c-9640-5c127f451f7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811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9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6667500" cy="4953000"/>
          </a:xfrm>
          <a:prstGeom prst="roundRect">
            <a:avLst>
              <a:gd name="adj" fmla="val 692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28750" y="3524250"/>
            <a:ext cx="5715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0" dirty="0" spc="-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SQL</a:t>
            </a:r>
            <a:endParaRPr lang="en-US" sz="9750" dirty="0"/>
          </a:p>
        </p:txBody>
      </p:sp>
      <p:sp>
        <p:nvSpPr>
          <p:cNvPr id="6" name="Text 4"/>
          <p:cNvSpPr/>
          <p:nvPr/>
        </p:nvSpPr>
        <p:spPr>
          <a:xfrm>
            <a:off x="1428750" y="5334000"/>
            <a:ext cx="5715000" cy="2190750"/>
          </a:xfrm>
          <a:prstGeom prst="rect">
            <a:avLst/>
          </a:prstGeom>
          <a:noFill/>
          <a:ln/>
        </p:spPr>
        <p:txBody>
          <a:bodyPr wrap="square" lIns="0" tIns="17812" rIns="0" bIns="-17812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33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33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33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33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3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33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382000" y="31432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8" name="Text richtext-1792441668542-599549471"/>
          <p:cNvSpPr/>
          <p:nvPr/>
        </p:nvSpPr>
        <p:spPr>
          <a:xfrm>
            <a:off x="8382000" y="3810000"/>
            <a:ext cx="8991600" cy="4191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210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spcAft>
                <a:spcPts val="2100"/>
              </a:spcAft>
              <a:buSzPct val="100000"/>
              <a:buFont typeface="Arial"/>
              <a:buChar char="•"/>
            </a:pP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16: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550" dirty="0" spc="-5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SELECT,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 The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Locking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Clause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16:</a:t>
            </a:r>
            <a:r>
              <a:rPr lang="en-US" sz="25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Concurrency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a2c4079c-c977-4010-b099-0f180290c24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2026-10-19T20:28:07Z</dcterms:created>
  <dcterms:modified xsi:type="dcterms:W3CDTF">2026-10-19T20:28:07Z</dcterms:modified>
</cp:coreProperties>
</file>