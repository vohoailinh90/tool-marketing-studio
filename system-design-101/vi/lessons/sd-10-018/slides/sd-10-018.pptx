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10515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529590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529590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748665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486650" y="6324600"/>
            <a:ext cx="20383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5·1·1</a:t>
            </a:r>
            <a:endParaRPr lang="en-US" sz="4500" dirty="0"/>
          </a:p>
        </p:txBody>
      </p:sp>
      <p:sp>
        <p:nvSpPr>
          <p:cNvPr id="13" name="Shape 11"/>
          <p:cNvSpPr/>
          <p:nvPr/>
        </p:nvSpPr>
        <p:spPr>
          <a:xfrm>
            <a:off x="10287000" y="91440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87000" y="9144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744200" y="123825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19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744200" y="173355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robin,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sticky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0287000" y="352425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3524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9" name="Text 17"/>
          <p:cNvSpPr/>
          <p:nvPr/>
        </p:nvSpPr>
        <p:spPr>
          <a:xfrm>
            <a:off x="10744200" y="384810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1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44200" y="434340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connections,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10287000" y="613410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87000" y="61341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10744200" y="645795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 LẠI</a:t>
            </a:r>
            <a:r>
              <a:rPr lang="en-US" sz="1800" b="1" spc="21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95325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14400" y="94297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5700" dirty="0"/>
          </a:p>
        </p:txBody>
      </p:sp>
      <p:sp>
        <p:nvSpPr>
          <p:cNvPr id="27" name="Text 25"/>
          <p:cNvSpPr/>
          <p:nvPr/>
        </p:nvSpPr>
        <p:spPr>
          <a:xfrm>
            <a:off x="310515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8" name="Text 26"/>
          <p:cNvSpPr/>
          <p:nvPr/>
        </p:nvSpPr>
        <p:spPr>
          <a:xfrm>
            <a:off x="529590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700" dirty="0"/>
          </a:p>
        </p:txBody>
      </p:sp>
      <p:sp>
        <p:nvSpPr>
          <p:cNvPr id="29" name="Text 27"/>
          <p:cNvSpPr/>
          <p:nvPr/>
        </p:nvSpPr>
        <p:spPr>
          <a:xfrm>
            <a:off x="748665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23f2dfe-a931-4456-b3b8-b9ae734f5a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7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chia,</a:t>
            </a:r>
            <a:r>
              <a:rPr lang="en-US" sz="31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1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40055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nhiều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627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382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15800" y="1905000"/>
            <a:ext cx="228600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550" dirty="0"/>
          </a:p>
        </p:txBody>
      </p:sp>
      <p:sp>
        <p:nvSpPr>
          <p:cNvPr id="11" name="Connector line-1792338229837-684361883"/>
          <p:cNvSpPr/>
          <p:nvPr/>
        </p:nvSpPr>
        <p:spPr>
          <a:xfrm>
            <a:off x="13258800" y="2819400"/>
            <a:ext cx="0" cy="647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1163300" y="3543300"/>
            <a:ext cx="41910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850" dirty="0"/>
          </a:p>
        </p:txBody>
      </p:sp>
      <p:sp>
        <p:nvSpPr>
          <p:cNvPr id="13" name="Connector line-1792338229840-803701939"/>
          <p:cNvSpPr/>
          <p:nvPr/>
        </p:nvSpPr>
        <p:spPr>
          <a:xfrm flipH="1">
            <a:off x="10763250" y="4648200"/>
            <a:ext cx="154305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8229841-864060636"/>
          <p:cNvSpPr/>
          <p:nvPr/>
        </p:nvSpPr>
        <p:spPr>
          <a:xfrm>
            <a:off x="13258800" y="4648200"/>
            <a:ext cx="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29841-35530102"/>
          <p:cNvSpPr/>
          <p:nvPr/>
        </p:nvSpPr>
        <p:spPr>
          <a:xfrm>
            <a:off x="14211300" y="4648200"/>
            <a:ext cx="154305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71550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21105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470660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525000" y="752475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848850" y="8058150"/>
            <a:ext cx="333375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373100" y="8058150"/>
            <a:ext cx="3333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Text richtext-1792339099380-81646228"/>
          <p:cNvSpPr/>
          <p:nvPr/>
        </p:nvSpPr>
        <p:spPr>
          <a:xfrm>
            <a:off x="1257300" y="687705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aa0b5af-609d-460d-9823-6915988b00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Round</a:t>
            </a:r>
            <a:r>
              <a:rPr lang="en-US" sz="72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robin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sticky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31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 tiến</a:t>
            </a:r>
            <a:r>
              <a:rPr lang="en-US" sz="31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</a:t>
            </a:r>
            <a:r>
              <a:rPr lang="en-US" sz="315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r>
              <a:rPr lang="en-US" sz="27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571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3855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11683-778792255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 tự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Sticky: cùng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 cùng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sticky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 ROBIN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38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14" name="Connector line-1792338311699-717560383"/>
          <p:cNvSpPr/>
          <p:nvPr/>
        </p:nvSpPr>
        <p:spPr>
          <a:xfrm>
            <a:off x="10991850" y="2809875"/>
            <a:ext cx="7239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75385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6" name="Connector line-1792338311700-309679134"/>
          <p:cNvSpPr/>
          <p:nvPr/>
        </p:nvSpPr>
        <p:spPr>
          <a:xfrm flipV="1">
            <a:off x="13601700" y="2019300"/>
            <a:ext cx="1600200" cy="7905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311701-741222718"/>
          <p:cNvSpPr/>
          <p:nvPr/>
        </p:nvSpPr>
        <p:spPr>
          <a:xfrm>
            <a:off x="13601700" y="2838450"/>
            <a:ext cx="1600200" cy="381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311701-238909460"/>
          <p:cNvSpPr/>
          <p:nvPr/>
        </p:nvSpPr>
        <p:spPr>
          <a:xfrm>
            <a:off x="13601700" y="2867025"/>
            <a:ext cx="1600200" cy="8667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5240000" y="167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253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240000" y="339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4287500" y="2133600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3" name="Text 21"/>
          <p:cNvSpPr/>
          <p:nvPr/>
        </p:nvSpPr>
        <p:spPr>
          <a:xfrm>
            <a:off x="14287500" y="21717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4287500" y="2676525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4287500" y="2714625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4287500" y="3219450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4287500" y="325755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 tự</a:t>
            </a:r>
            <a:endParaRPr lang="en-US" sz="1950" dirty="0"/>
          </a:p>
        </p:txBody>
      </p:sp>
      <p:sp>
        <p:nvSpPr>
          <p:cNvPr id="29" name="Connector line-1792338311716-907267224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180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525000" y="619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32" name="Connector line-1792338311720-734116099"/>
          <p:cNvSpPr/>
          <p:nvPr/>
        </p:nvSpPr>
        <p:spPr>
          <a:xfrm>
            <a:off x="10991850" y="6619875"/>
            <a:ext cx="7239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11753850" y="600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34" name="Connector line-1792338311722-305916385"/>
          <p:cNvSpPr/>
          <p:nvPr/>
        </p:nvSpPr>
        <p:spPr>
          <a:xfrm flipV="1">
            <a:off x="13601700" y="5829300"/>
            <a:ext cx="1600200" cy="790575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8311722-641116587"/>
          <p:cNvSpPr/>
          <p:nvPr/>
        </p:nvSpPr>
        <p:spPr>
          <a:xfrm>
            <a:off x="13601700" y="6648450"/>
            <a:ext cx="1600200" cy="38100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6" name="Connector line-1792338311722-165241450"/>
          <p:cNvSpPr/>
          <p:nvPr/>
        </p:nvSpPr>
        <p:spPr>
          <a:xfrm>
            <a:off x="13601700" y="6677025"/>
            <a:ext cx="1600200" cy="8667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15240000" y="548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5240000" y="634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5240000" y="720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525000" y="811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khách: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950" dirty="0"/>
          </a:p>
        </p:txBody>
      </p:sp>
      <p:sp>
        <p:nvSpPr>
          <p:cNvPr id="41" name="Shape 3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1751e261-55a6-4a89-87a2-efa403b8d1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Trọng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hash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1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Weighted</a:t>
            </a: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067300" y="5524500"/>
            <a:ext cx="15240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53698-67202106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WEIGHTED</a:t>
            </a:r>
            <a:r>
              <a:rPr lang="en-US" sz="180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38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14" name="Connector line-1792338353709-312798288"/>
          <p:cNvSpPr/>
          <p:nvPr/>
        </p:nvSpPr>
        <p:spPr>
          <a:xfrm>
            <a:off x="10991850" y="2809875"/>
            <a:ext cx="723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75385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6" name="Connector line-1792338353711-761899505"/>
          <p:cNvSpPr/>
          <p:nvPr/>
        </p:nvSpPr>
        <p:spPr>
          <a:xfrm flipV="1">
            <a:off x="13601700" y="2038350"/>
            <a:ext cx="1543050" cy="771525"/>
          </a:xfrm>
          <a:prstGeom prst="line">
            <a:avLst/>
          </a:prstGeom>
          <a:noFill/>
          <a:ln w="114300">
            <a:solidFill>
              <a:srgbClr val="1F3FD1"/>
            </a:solidFill>
            <a:prstDash val="solid"/>
            <a:headEnd type="none"/>
            <a:tailEnd type="triangle" w="sm" len="sm"/>
          </a:ln>
        </p:spPr>
      </p:sp>
      <p:sp>
        <p:nvSpPr>
          <p:cNvPr id="17" name="Connector line-1792338353711-164539379"/>
          <p:cNvSpPr/>
          <p:nvPr/>
        </p:nvSpPr>
        <p:spPr>
          <a:xfrm>
            <a:off x="13601700" y="2838450"/>
            <a:ext cx="1600200" cy="381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8" name="Connector line-1792338353711-793610700"/>
          <p:cNvSpPr/>
          <p:nvPr/>
        </p:nvSpPr>
        <p:spPr>
          <a:xfrm>
            <a:off x="13601700" y="2867025"/>
            <a:ext cx="1600200" cy="866775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15240000" y="167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253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240000" y="339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nhận nhiều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23" name="Connector line-1792338353720-886222344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endParaRPr lang="en-US" sz="2250" dirty="0"/>
          </a:p>
        </p:txBody>
      </p:sp>
      <p:sp>
        <p:nvSpPr>
          <p:cNvPr id="26" name="Connector line-1792338353723-957089206"/>
          <p:cNvSpPr/>
          <p:nvPr/>
        </p:nvSpPr>
        <p:spPr>
          <a:xfrm>
            <a:off x="11658600" y="666750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1221105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250" dirty="0"/>
          </a:p>
        </p:txBody>
      </p:sp>
      <p:sp>
        <p:nvSpPr>
          <p:cNvPr id="28" name="Connector line-1792338353725-195934933"/>
          <p:cNvSpPr/>
          <p:nvPr/>
        </p:nvSpPr>
        <p:spPr>
          <a:xfrm>
            <a:off x="14344650" y="666750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489710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tương</a:t>
            </a:r>
            <a:r>
              <a:rPr lang="en-US" sz="2250" b="1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525000" y="76200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4617ee3d-afd2-425b-830d-ef265d81ce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72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3150" b="1" dirty="0" spc="-3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1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 phản</a:t>
            </a:r>
            <a:r>
              <a:rPr lang="en-US" sz="31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1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495800" y="5524500"/>
            <a:ext cx="38100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437273-5438094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phản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nhanh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80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4" name="Connector line-1792338437284-866917258"/>
          <p:cNvSpPr/>
          <p:nvPr/>
        </p:nvSpPr>
        <p:spPr>
          <a:xfrm flipV="1">
            <a:off x="11372850" y="2019300"/>
            <a:ext cx="876300" cy="7905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15" name="Connector line-1792338437285-560502450"/>
          <p:cNvSpPr/>
          <p:nvPr/>
        </p:nvSpPr>
        <p:spPr>
          <a:xfrm>
            <a:off x="11372850" y="2838450"/>
            <a:ext cx="819150" cy="38100"/>
          </a:xfrm>
          <a:prstGeom prst="line">
            <a:avLst/>
          </a:prstGeom>
          <a:noFill/>
          <a:ln w="666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8437285-175271808"/>
          <p:cNvSpPr/>
          <p:nvPr/>
        </p:nvSpPr>
        <p:spPr>
          <a:xfrm>
            <a:off x="11372850" y="2867025"/>
            <a:ext cx="876300" cy="8667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287250" y="16764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287250" y="253365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287250" y="33909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097000" y="1828800"/>
            <a:ext cx="285750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21" name="Shape 19"/>
          <p:cNvSpPr/>
          <p:nvPr/>
        </p:nvSpPr>
        <p:spPr>
          <a:xfrm>
            <a:off x="14097000" y="3543300"/>
            <a:ext cx="200025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23" name="Connector line-1792338437296-866428256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59245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26" name="Connector line-1792338437299-917575556"/>
          <p:cNvSpPr/>
          <p:nvPr/>
        </p:nvSpPr>
        <p:spPr>
          <a:xfrm flipV="1">
            <a:off x="11372850" y="5753100"/>
            <a:ext cx="876300" cy="7905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7" name="Connector line-1792338437299-328030214"/>
          <p:cNvSpPr/>
          <p:nvPr/>
        </p:nvSpPr>
        <p:spPr>
          <a:xfrm>
            <a:off x="11372850" y="6572250"/>
            <a:ext cx="876300" cy="38100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8" name="Connector line-1792338437299-977862985"/>
          <p:cNvSpPr/>
          <p:nvPr/>
        </p:nvSpPr>
        <p:spPr>
          <a:xfrm>
            <a:off x="11372850" y="6600825"/>
            <a:ext cx="819150" cy="809625"/>
          </a:xfrm>
          <a:prstGeom prst="line">
            <a:avLst/>
          </a:prstGeom>
          <a:noFill/>
          <a:ln w="666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2287250" y="54102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287250" y="626745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2287250" y="71247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4097000" y="5562600"/>
            <a:ext cx="285750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33" name="Shape 31"/>
          <p:cNvSpPr/>
          <p:nvPr/>
        </p:nvSpPr>
        <p:spPr>
          <a:xfrm>
            <a:off x="14097000" y="6419850"/>
            <a:ext cx="219075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34" name="Text 32"/>
          <p:cNvSpPr/>
          <p:nvPr/>
        </p:nvSpPr>
        <p:spPr>
          <a:xfrm>
            <a:off x="9525000" y="811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4097000" y="2628900"/>
            <a:ext cx="1619250" cy="495300"/>
          </a:xfrm>
          <a:prstGeom prst="roundRect">
            <a:avLst>
              <a:gd name="adj" fmla="val 2692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4097000" y="7219950"/>
            <a:ext cx="1905000" cy="495300"/>
          </a:xfrm>
          <a:prstGeom prst="roundRect">
            <a:avLst>
              <a:gd name="adj" fmla="val 2692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640b0f4a-386a-452d-8bcf-b06c06dd31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17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 lại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nginx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3150" b="1" dirty="0" spc="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31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315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5, mỗi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lại 1.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5, 1, 1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495800" y="55245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Cứ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641946-22074406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(session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affinity)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least_time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800" b="1" spc="2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 YÊU</a:t>
            </a:r>
            <a:r>
              <a:rPr lang="en-US" sz="1800" b="1" spc="20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171450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5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525000" y="249555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525000" y="327660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17729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2535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8" name="Shape 16"/>
          <p:cNvSpPr/>
          <p:nvPr/>
        </p:nvSpPr>
        <p:spPr>
          <a:xfrm>
            <a:off x="128778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9" name="Shape 17"/>
          <p:cNvSpPr/>
          <p:nvPr/>
        </p:nvSpPr>
        <p:spPr>
          <a:xfrm>
            <a:off x="1343025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0" name="Shape 18"/>
          <p:cNvSpPr/>
          <p:nvPr/>
        </p:nvSpPr>
        <p:spPr>
          <a:xfrm>
            <a:off x="139827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11772900" y="258127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2" name="Shape 20"/>
          <p:cNvSpPr/>
          <p:nvPr/>
        </p:nvSpPr>
        <p:spPr>
          <a:xfrm>
            <a:off x="11772900" y="33623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15430500" y="161925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15430500" y="240030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15430500" y="318135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26" name="Text 24"/>
          <p:cNvSpPr/>
          <p:nvPr/>
        </p:nvSpPr>
        <p:spPr>
          <a:xfrm>
            <a:off x="9525000" y="41529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27" name="Connector line-1792338641976-338499010"/>
          <p:cNvSpPr/>
          <p:nvPr/>
        </p:nvSpPr>
        <p:spPr>
          <a:xfrm>
            <a:off x="9525000" y="46863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525000" y="48958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180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525000" y="53149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ip_hash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1582400" y="53149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9525000" y="59626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1950" dirty="0"/>
          </a:p>
        </p:txBody>
      </p:sp>
      <p:sp>
        <p:nvSpPr>
          <p:cNvPr id="42" name="Text 40"/>
          <p:cNvSpPr/>
          <p:nvPr/>
        </p:nvSpPr>
        <p:spPr>
          <a:xfrm>
            <a:off x="11582400" y="59626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9525000" y="66103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least_conn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1582400" y="66103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9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9525000" y="72580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endParaRPr lang="en-US" sz="1950" dirty="0"/>
          </a:p>
        </p:txBody>
      </p:sp>
      <p:sp>
        <p:nvSpPr>
          <p:cNvPr id="46" name="Text 44"/>
          <p:cNvSpPr/>
          <p:nvPr/>
        </p:nvSpPr>
        <p:spPr>
          <a:xfrm>
            <a:off x="11582400" y="72580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phiên: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9525000" y="79057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least_time</a:t>
            </a:r>
            <a:endParaRPr lang="en-US" sz="1950" dirty="0"/>
          </a:p>
        </p:txBody>
      </p:sp>
      <p:sp>
        <p:nvSpPr>
          <p:cNvPr id="48" name="Text 46"/>
          <p:cNvSpPr/>
          <p:nvPr/>
        </p:nvSpPr>
        <p:spPr>
          <a:xfrm>
            <a:off x="11582400" y="79057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9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mại: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dfffa9c-ad57-45ce-addd-3401f6d4ff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31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1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150" b="1" dirty="0" spc="3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1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8575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24300" y="5524500"/>
            <a:ext cx="41910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741392-62201583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hai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HAProxy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25000" y="171450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8573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0477500" y="171450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nào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268605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8289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0477500" y="268605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65760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38004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477500" y="365760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 nghĩa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525000" y="462915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23" name="Text 21"/>
          <p:cNvSpPr/>
          <p:nvPr/>
        </p:nvSpPr>
        <p:spPr>
          <a:xfrm>
            <a:off x="9715500" y="47720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477500" y="462915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2250" dirty="0"/>
          </a:p>
        </p:txBody>
      </p:sp>
      <p:sp>
        <p:nvSpPr>
          <p:cNvPr id="25" name="Connector line-1792338741422-546258246"/>
          <p:cNvSpPr/>
          <p:nvPr/>
        </p:nvSpPr>
        <p:spPr>
          <a:xfrm>
            <a:off x="9525000" y="58102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525000" y="60960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2A2E3B"/>
          </a:solidFill>
          <a:ln/>
        </p:spPr>
      </p:sp>
      <p:sp>
        <p:nvSpPr>
          <p:cNvPr id="27" name="Shape 25"/>
          <p:cNvSpPr/>
          <p:nvPr/>
        </p:nvSpPr>
        <p:spPr>
          <a:xfrm>
            <a:off x="9525000" y="6096000"/>
            <a:ext cx="133350" cy="2286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9944100" y="63627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944100" y="6838950"/>
            <a:ext cx="676275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259f13c8-0cc5-4b58-8b16-dc5bc61805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957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43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440055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có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5, 1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 Cứ 7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tiếp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nhiêu?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6267450"/>
            <a:ext cx="7620000" cy="2419350"/>
          </a:xfrm>
          <a:prstGeom prst="roundRect">
            <a:avLst>
              <a:gd name="adj" fmla="val 11024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65151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697230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ip_hash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khách?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145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9812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0858500" y="19621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0858500" y="25717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nginx: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chia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9624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791700" y="42291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0858500" y="42100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 còn</a:t>
            </a:r>
            <a:r>
              <a:rPr lang="en-US" sz="30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858500" y="48196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62103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9791700" y="6477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0858500" y="64579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300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858500" y="70675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hash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consistent,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ip_hash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cdd4283e-a401-4622-896d-a580cc9158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957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052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3429000" y="41910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50101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57300" y="5524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IP:</a:t>
            </a:r>
            <a:r>
              <a:rPr lang="en-US" sz="2250" dirty="0" spc="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67450"/>
            <a:ext cx="7620000" cy="2419350"/>
          </a:xfrm>
          <a:prstGeom prst="roundRect">
            <a:avLst>
              <a:gd name="adj" fmla="val 1102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4770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3429000" y="676275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</a:t>
            </a:r>
            <a:r>
              <a:rPr lang="en-US" sz="210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Locator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57300" y="75819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nhất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57300" y="8096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25000" y="1714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2A2E3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25000" y="1714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18" name="Text 16"/>
          <p:cNvSpPr/>
          <p:nvPr/>
        </p:nvSpPr>
        <p:spPr>
          <a:xfrm>
            <a:off x="9944100" y="19431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944100" y="2381250"/>
            <a:ext cx="6858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944100" y="2990850"/>
            <a:ext cx="6858000" cy="76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413385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2A2E3B"/>
          </a:solidFill>
          <a:ln/>
        </p:spPr>
      </p:sp>
      <p:sp>
        <p:nvSpPr>
          <p:cNvPr id="22" name="Shape 20"/>
          <p:cNvSpPr/>
          <p:nvPr/>
        </p:nvSpPr>
        <p:spPr>
          <a:xfrm>
            <a:off x="9525000" y="413385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9944100" y="43624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944100" y="4800600"/>
            <a:ext cx="6858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7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944100" y="54102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2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hash,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least_conn;</a:t>
            </a:r>
            <a:r>
              <a:rPr lang="en-US" sz="22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HAProxy: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leastconn,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2250" dirty="0"/>
          </a:p>
        </p:txBody>
      </p:sp>
      <p:sp>
        <p:nvSpPr>
          <p:cNvPr id="26" name="Connector line-1792339045977-635281851"/>
          <p:cNvSpPr/>
          <p:nvPr/>
        </p:nvSpPr>
        <p:spPr>
          <a:xfrm>
            <a:off x="9525000" y="662940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9525000" y="68580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0" y="7315200"/>
            <a:ext cx="74676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08d4edd-e2c3-4b93-903c-5f1bb88ecc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2026-10-19T14:29:09Z</dcterms:created>
  <dcterms:modified xsi:type="dcterms:W3CDTF">2026-10-19T14:29:09Z</dcterms:modified>
</cp:coreProperties>
</file>