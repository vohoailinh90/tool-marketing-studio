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  <p:embeddedFont>
      <p:font typeface="JetBrains Mono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0477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809750"/>
            <a:ext cx="9334500" cy="4000500"/>
          </a:xfrm>
          <a:prstGeom prst="rect">
            <a:avLst/>
          </a:prstGeom>
          <a:noFill/>
          <a:ln/>
        </p:spPr>
        <p:txBody>
          <a:bodyPr wrap="square" lIns="0" tIns="41631" rIns="0" bIns="-41631" rtlCol="0" anchor="t"/>
          <a:lstStyle/>
          <a:p>
            <a:pPr algn="l" indent="0" marL="0">
              <a:lnSpc>
                <a:spcPts val="7214"/>
              </a:lnSpc>
              <a:buNone/>
            </a:pPr>
            <a:r>
              <a:rPr lang="en-US" sz="6558" dirty="0" spc="-9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558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558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55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558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558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"mã</a:t>
            </a:r>
            <a:r>
              <a:rPr lang="en-US" sz="6558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558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mở":</a:t>
            </a:r>
            <a:r>
              <a:rPr lang="en-US" sz="6558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558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</a:t>
            </a:r>
            <a:r>
              <a:rPr lang="en-US" sz="6558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55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558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55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endParaRPr lang="en-US" sz="6558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93345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 là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800100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9239250"/>
            <a:ext cx="933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515600" y="4419600"/>
            <a:ext cx="1447800" cy="1447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0" y="4762500"/>
            <a:ext cx="1447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144500" y="2667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OSI</a:t>
            </a:r>
            <a:r>
              <a:rPr lang="en-US" sz="21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1445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nguồn</a:t>
            </a:r>
            <a:r>
              <a:rPr lang="en-US" sz="21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144500" y="6896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2" name="Connector line-1792370636605-739154615"/>
          <p:cNvSpPr/>
          <p:nvPr/>
        </p:nvSpPr>
        <p:spPr>
          <a:xfrm flipV="1">
            <a:off x="11963400" y="3028950"/>
            <a:ext cx="1181100" cy="21145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Connector line-1792370636606-285343971"/>
          <p:cNvSpPr/>
          <p:nvPr/>
        </p:nvSpPr>
        <p:spPr>
          <a:xfrm>
            <a:off x="11963400" y="5143500"/>
            <a:ext cx="1181100" cy="95"/>
          </a:xfrm>
          <a:custGeom>
            <a:avLst/>
            <a:gdLst/>
            <a:ahLst/>
            <a:cxnLst/>
            <a:rect l="l" t="t" r="r" b="b"/>
            <a:pathLst>
              <a:path w="1181100" h="95">
                <a:moveTo>
                  <a:pt x="0" y="0"/>
                </a:moveTo>
                <a:lnTo>
                  <a:pt x="590550" y="0"/>
                </a:lnTo>
                <a:lnTo>
                  <a:pt x="590550" y="0"/>
                </a:lnTo>
                <a:lnTo>
                  <a:pt x="1181100" y="0"/>
                </a:lnTo>
              </a:path>
            </a:pathLst>
          </a:custGeom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Connector line-1792370636606-552795228"/>
          <p:cNvSpPr/>
          <p:nvPr/>
        </p:nvSpPr>
        <p:spPr>
          <a:xfrm>
            <a:off x="11963400" y="5143500"/>
            <a:ext cx="1181100" cy="21145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480b7f4c-0997-4afc-8091-82d1826a23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7239000" cy="4953000"/>
          </a:xfrm>
          <a:prstGeom prst="rect">
            <a:avLst/>
          </a:prstGeom>
          <a:noFill/>
          <a:ln/>
        </p:spPr>
        <p:txBody>
          <a:bodyPr wrap="square" lIns="0" tIns="396240" rIns="0" bIns="-396240" rtlCol="0" anchor="t"/>
          <a:lstStyle/>
          <a:p>
            <a:pPr algn="l" indent="0" marL="0">
              <a:lnSpc>
                <a:spcPts val="39000"/>
              </a:lnSpc>
              <a:buNone/>
            </a:pPr>
            <a:r>
              <a:rPr lang="en-US" sz="39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39000" dirty="0"/>
          </a:p>
        </p:txBody>
      </p:sp>
      <p:sp>
        <p:nvSpPr>
          <p:cNvPr id="4" name="Text 2"/>
          <p:cNvSpPr/>
          <p:nvPr/>
        </p:nvSpPr>
        <p:spPr>
          <a:xfrm>
            <a:off x="1047750" y="6667500"/>
            <a:ext cx="7048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30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3000" dirty="0"/>
          </a:p>
        </p:txBody>
      </p:sp>
      <p:sp>
        <p:nvSpPr>
          <p:cNvPr id="5" name="Text richtext-1792370683968-440109252"/>
          <p:cNvSpPr/>
          <p:nvPr/>
        </p:nvSpPr>
        <p:spPr>
          <a:xfrm>
            <a:off x="8572500" y="1428750"/>
            <a:ext cx="876300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án,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10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OSI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572500" y="3810000"/>
            <a:ext cx="8763000" cy="1238250"/>
          </a:xfrm>
          <a:prstGeom prst="roundRect">
            <a:avLst>
              <a:gd name="adj" fmla="val 1846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</a:t>
            </a:r>
            <a:r>
              <a:rPr lang="en-US" sz="3300" dirty="0" spc="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3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OSI</a:t>
            </a:r>
            <a:r>
              <a:rPr lang="en-US" sz="3300" dirty="0" spc="-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duyệt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572500" y="5334000"/>
            <a:ext cx="8763000" cy="1238250"/>
          </a:xfrm>
          <a:prstGeom prst="roundRect">
            <a:avLst>
              <a:gd name="adj" fmla="val 1846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r>
              <a:rPr lang="en-US" sz="330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3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3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OSI</a:t>
            </a:r>
            <a:r>
              <a:rPr lang="en-US" sz="3300" dirty="0" spc="-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duyệt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572500" y="6858000"/>
            <a:ext cx="87630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r>
              <a:rPr lang="en-US" sz="3300" dirty="0" spc="-1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3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cần</a:t>
            </a:r>
            <a:r>
              <a:rPr lang="en-US" sz="330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giấy</a:t>
            </a:r>
            <a:r>
              <a:rPr lang="en-US" sz="3300" dirty="0" spc="-1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phép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Text 16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f9b381a-be8b-4e54-8c0b-d9c8786916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2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72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OSI</a:t>
            </a:r>
            <a:r>
              <a:rPr lang="en-US" sz="7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52500" y="1905000"/>
            <a:ext cx="163830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1145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002" dirty="0"/>
          </a:p>
        </p:txBody>
      </p:sp>
      <p:sp>
        <p:nvSpPr>
          <p:cNvPr id="5" name="Text 3"/>
          <p:cNvSpPr/>
          <p:nvPr/>
        </p:nvSpPr>
        <p:spPr>
          <a:xfrm>
            <a:off x="2286000" y="21526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MySQL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MariaDB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429500" y="21526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GPL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3162300"/>
            <a:ext cx="163830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3718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002" dirty="0"/>
          </a:p>
        </p:txBody>
      </p:sp>
      <p:sp>
        <p:nvSpPr>
          <p:cNvPr id="9" name="Text 7"/>
          <p:cNvSpPr/>
          <p:nvPr/>
        </p:nvSpPr>
        <p:spPr>
          <a:xfrm>
            <a:off x="2286000" y="34099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Neo4j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7429500" y="34099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GPL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4419600"/>
            <a:ext cx="163830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46291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002" dirty="0"/>
          </a:p>
        </p:txBody>
      </p:sp>
      <p:sp>
        <p:nvSpPr>
          <p:cNvPr id="13" name="Text 11"/>
          <p:cNvSpPr/>
          <p:nvPr/>
        </p:nvSpPr>
        <p:spPr>
          <a:xfrm>
            <a:off x="2286000" y="46672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7429500" y="4667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nó,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52500" y="5676900"/>
            <a:ext cx="163830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58864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002" dirty="0"/>
          </a:p>
        </p:txBody>
      </p:sp>
      <p:sp>
        <p:nvSpPr>
          <p:cNvPr id="17" name="Text 15"/>
          <p:cNvSpPr/>
          <p:nvPr/>
        </p:nvSpPr>
        <p:spPr>
          <a:xfrm>
            <a:off x="2286000" y="59245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7429500" y="59245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52500" y="69342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5400" y="7419975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2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002" dirty="0"/>
          </a:p>
        </p:txBody>
      </p:sp>
      <p:sp>
        <p:nvSpPr>
          <p:cNvPr id="21" name="Text 19"/>
          <p:cNvSpPr/>
          <p:nvPr/>
        </p:nvSpPr>
        <p:spPr>
          <a:xfrm>
            <a:off x="2286000" y="745807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bản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7429500" y="71247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RSAL,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SSPL,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AGPL.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AGPL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OSI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là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0" name="Shape 2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1" name="Shape 2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2" name="Text 30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5c47974-1d3c-4ba8-85b0-0fcaff849a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5143500" cy="64770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57175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MongoDB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33337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SSPL</a:t>
            </a:r>
            <a:endParaRPr lang="en-US" sz="5400" dirty="0"/>
          </a:p>
        </p:txBody>
      </p:sp>
      <p:sp>
        <p:nvSpPr>
          <p:cNvPr id="6" name="Text richtext-1792370685726-584486491"/>
          <p:cNvSpPr/>
          <p:nvPr/>
        </p:nvSpPr>
        <p:spPr>
          <a:xfrm>
            <a:off x="1333500" y="4572000"/>
            <a:ext cx="4381500" cy="2857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OSI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SSPL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2190750"/>
            <a:ext cx="5143500" cy="64770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3250" y="257175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Couchbase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953250" y="33337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BSL</a:t>
            </a:r>
            <a:r>
              <a:rPr lang="en-US" sz="5400" dirty="0" spc="-5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1.1</a:t>
            </a:r>
            <a:endParaRPr lang="en-US" sz="5400" dirty="0"/>
          </a:p>
        </p:txBody>
      </p:sp>
      <p:sp>
        <p:nvSpPr>
          <p:cNvPr id="10" name="Text richtext-1792370685736-533182196"/>
          <p:cNvSpPr/>
          <p:nvPr/>
        </p:nvSpPr>
        <p:spPr>
          <a:xfrm>
            <a:off x="6953250" y="4572000"/>
            <a:ext cx="4381500" cy="3810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 01/03/2029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192000" y="2190750"/>
            <a:ext cx="5143500" cy="64770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73000" y="257175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CockroachDB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573000" y="33337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Giấy</a:t>
            </a:r>
            <a:r>
              <a:rPr lang="en-US" sz="42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4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4200" dirty="0"/>
          </a:p>
        </p:txBody>
      </p:sp>
      <p:sp>
        <p:nvSpPr>
          <p:cNvPr id="14" name="Text richtext-1792370685747-132157955"/>
          <p:cNvSpPr/>
          <p:nvPr/>
        </p:nvSpPr>
        <p:spPr>
          <a:xfrm>
            <a:off x="12573000" y="4572000"/>
            <a:ext cx="4381500" cy="3810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5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cho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Text 22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c2182eb-5004-4674-aef3-de4139a5f7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6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7200" dirty="0" spc="-4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72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52500" y="2381250"/>
            <a:ext cx="7905750" cy="5715000"/>
          </a:xfrm>
          <a:prstGeom prst="roundRect">
            <a:avLst>
              <a:gd name="adj" fmla="val 4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762250"/>
            <a:ext cx="695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SQLite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28750" y="37147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Phạm</a:t>
            </a:r>
            <a:r>
              <a:rPr lang="en-US" sz="54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 công</a:t>
            </a:r>
            <a:r>
              <a:rPr lang="en-US" sz="54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endParaRPr lang="en-US" sz="5400" dirty="0"/>
          </a:p>
        </p:txBody>
      </p:sp>
      <p:sp>
        <p:nvSpPr>
          <p:cNvPr id="6" name="Text richtext-1792370686678-583835817"/>
          <p:cNvSpPr/>
          <p:nvPr/>
        </p:nvSpPr>
        <p:spPr>
          <a:xfrm>
            <a:off x="1428750" y="5143500"/>
            <a:ext cx="695325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429750" y="2381250"/>
            <a:ext cx="7905750" cy="5715000"/>
          </a:xfrm>
          <a:prstGeom prst="roundRect">
            <a:avLst>
              <a:gd name="adj" fmla="val 4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2762250"/>
            <a:ext cx="695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Redis</a:t>
            </a:r>
            <a:r>
              <a:rPr lang="en-US" sz="39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7.2</a:t>
            </a:r>
            <a:r>
              <a:rPr lang="en-US" sz="3900" dirty="0" spc="-2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trở</a:t>
            </a:r>
            <a:r>
              <a:rPr lang="en-US" sz="3900" dirty="0" spc="-3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về</a:t>
            </a:r>
            <a:r>
              <a:rPr lang="en-US" sz="3900" dirty="0" spc="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906000" y="37147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BSD</a:t>
            </a:r>
            <a:r>
              <a:rPr lang="en-US" sz="54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r>
              <a:rPr lang="en-US" sz="5400" dirty="0" spc="2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400" dirty="0" spc="-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endParaRPr lang="en-US" sz="5400" dirty="0"/>
          </a:p>
        </p:txBody>
      </p:sp>
      <p:sp>
        <p:nvSpPr>
          <p:cNvPr id="10" name="Text richtext-1792370686687-135561726"/>
          <p:cNvSpPr/>
          <p:nvPr/>
        </p:nvSpPr>
        <p:spPr>
          <a:xfrm>
            <a:off x="9906000" y="5143500"/>
            <a:ext cx="695325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BSD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68b39c7-e968-48d8-b05a-c3298c1014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4287500" cy="3429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8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84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8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</a:t>
            </a:r>
            <a:r>
              <a:rPr lang="en-US" sz="84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 bạn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dùng.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952500" y="5905500"/>
            <a:ext cx="5143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6191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gian:</a:t>
            </a:r>
            <a:r>
              <a:rPr lang="en-US" sz="24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CockroachDB,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Couchbase.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72250" y="5905500"/>
            <a:ext cx="5143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5150" y="6191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192000" y="5905500"/>
            <a:ext cx="5143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34900" y="6191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không</a:t>
            </a:r>
            <a:r>
              <a:rPr lang="en-US" sz="24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Text 17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06f7174-e9fe-4f3b-be92-071ab8e03c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38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 thu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phí:</a:t>
            </a:r>
            <a:r>
              <a:rPr lang="en-US" sz="54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</a:t>
            </a:r>
            <a:r>
              <a:rPr lang="en-US" sz="5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nào</a:t>
            </a:r>
            <a:r>
              <a:rPr lang="en-US" sz="54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57500"/>
            <a:ext cx="163830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MongoDB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096000" y="3143250"/>
            <a:ext cx="10858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SSPL: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 phải công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5048250"/>
            <a:ext cx="163830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33400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Couchbase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096000" y="5334000"/>
            <a:ext cx="10858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BSL: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 cơ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2500" y="7239000"/>
            <a:ext cx="163830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75247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PostgreSQL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096000" y="7524750"/>
            <a:ext cx="108585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thoáng,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Text 20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26bbeee-9a1f-48c6-ae9f-3e976850d4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0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0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</a:t>
            </a:r>
            <a:r>
              <a:rPr lang="en-US" sz="60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phép,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286000"/>
            <a:ext cx="3714750" cy="3238500"/>
          </a:xfrm>
          <a:prstGeom prst="roundRect">
            <a:avLst>
              <a:gd name="adj" fmla="val 705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4955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</a:t>
            </a:r>
            <a:r>
              <a:rPr lang="en-US" sz="19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nông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38250" y="3048000"/>
            <a:ext cx="3143250" cy="2286000"/>
          </a:xfrm>
          <a:prstGeom prst="rect">
            <a:avLst/>
          </a:prstGeom>
          <a:noFill/>
          <a:ln/>
        </p:spPr>
        <p:txBody>
          <a:bodyPr wrap="square" lIns="0" tIns="5144" rIns="0" bIns="-5144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clone --depth 1 --filter=blob:none --no-checkout &lt;địa chỉ&gt; kho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91125" y="2286000"/>
            <a:ext cx="3714750" cy="3238500"/>
          </a:xfrm>
          <a:prstGeom prst="roundRect">
            <a:avLst>
              <a:gd name="adj" fmla="val 705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6875" y="24955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tệp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76875" y="3048000"/>
            <a:ext cx="3143250" cy="2286000"/>
          </a:xfrm>
          <a:prstGeom prst="rect">
            <a:avLst/>
          </a:prstGeom>
          <a:noFill/>
          <a:ln/>
        </p:spPr>
        <p:txBody>
          <a:bodyPr wrap="square" lIns="0" tIns="4699" rIns="0" bIns="-4699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</a:t>
            </a:r>
            <a:r>
              <a:rPr lang="en-US" sz="1650" dirty="0" spc="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ls-tree</a:t>
            </a:r>
            <a:r>
              <a:rPr lang="en-US" sz="1650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--name-only</a:t>
            </a:r>
            <a:r>
              <a:rPr lang="en-US" sz="1650" dirty="0" spc="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HEAD |</a:t>
            </a:r>
            <a:r>
              <a:rPr lang="en-US" sz="1650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grep</a:t>
            </a:r>
            <a:r>
              <a:rPr lang="en-US" sz="1650" dirty="0" spc="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-i -E</a:t>
            </a:r>
            <a:r>
              <a:rPr lang="en-US" sz="1650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"licen|copying|copyright"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429750" y="2286000"/>
            <a:ext cx="3714750" cy="3238500"/>
          </a:xfrm>
          <a:prstGeom prst="roundRect">
            <a:avLst>
              <a:gd name="adj" fmla="val 705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0" y="249555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15500" y="3048000"/>
            <a:ext cx="3143250" cy="2286000"/>
          </a:xfrm>
          <a:prstGeom prst="rect">
            <a:avLst/>
          </a:prstGeom>
          <a:noFill/>
          <a:ln/>
        </p:spPr>
        <p:txBody>
          <a:bodyPr wrap="square" lIns="0" tIns="5144" rIns="0" bIns="-5144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checkout HEAD -- LICENSE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668375" y="2286000"/>
            <a:ext cx="3667125" cy="3238500"/>
          </a:xfrm>
          <a:prstGeom prst="roundRect">
            <a:avLst>
              <a:gd name="adj" fmla="val 705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54125" y="2495550"/>
            <a:ext cx="3095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954125" y="3048000"/>
            <a:ext cx="3095625" cy="2286000"/>
          </a:xfrm>
          <a:prstGeom prst="rect">
            <a:avLst/>
          </a:prstGeom>
          <a:noFill/>
          <a:ln/>
        </p:spPr>
        <p:txBody>
          <a:bodyPr wrap="square" lIns="0" tIns="5144" rIns="0" bIns="-5144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rev-parse HEAD</a:t>
            </a:r>
            <a:endParaRPr lang="en-US" sz="1800" dirty="0"/>
          </a:p>
        </p:txBody>
      </p:sp>
      <p:sp>
        <p:nvSpPr>
          <p:cNvPr id="15" name="Connector line-1792370735932-577325821"/>
          <p:cNvSpPr/>
          <p:nvPr/>
        </p:nvSpPr>
        <p:spPr>
          <a:xfrm>
            <a:off x="4667250" y="3905250"/>
            <a:ext cx="523875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70735933-626841377"/>
          <p:cNvSpPr/>
          <p:nvPr/>
        </p:nvSpPr>
        <p:spPr>
          <a:xfrm>
            <a:off x="8905875" y="3905250"/>
            <a:ext cx="523875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0735933-157432330"/>
          <p:cNvSpPr/>
          <p:nvPr/>
        </p:nvSpPr>
        <p:spPr>
          <a:xfrm>
            <a:off x="13144500" y="3905250"/>
            <a:ext cx="523875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2500" y="6191250"/>
            <a:ext cx="163830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9" name="Text richtext-1792370735933-597970642"/>
          <p:cNvSpPr/>
          <p:nvPr/>
        </p:nvSpPr>
        <p:spPr>
          <a:xfrm>
            <a:off x="1333500" y="6477000"/>
            <a:ext cx="15621000" cy="2000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"OSI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duyệt"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danh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Software</a:t>
            </a:r>
            <a:r>
              <a:rPr lang="en-US" sz="25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Package</a:t>
            </a:r>
            <a:r>
              <a:rPr lang="en-US" sz="25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Exchange,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3.29.0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SSPL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BUSL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RSAL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CockroachDB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9" name="Text 27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23c5c70-2cc3-4ccd-a152-79b71b2b7e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476500" y="13335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Sáng kiến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mở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21717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GPL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76500" y="21717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công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30099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AGPL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476500" y="30099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GPL mở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38481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SSPL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76500" y="38481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công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46863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BSL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76500" y="46863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55245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RSAL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76500" y="55245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công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" y="63627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BSD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76500" y="63627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" y="72009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476500" y="72009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" y="8039100"/>
            <a:ext cx="142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DB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476500" y="80391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0" y="952500"/>
            <a:ext cx="6858000" cy="78105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3" name="Text richtext-1792370737228-209436837"/>
          <p:cNvSpPr/>
          <p:nvPr/>
        </p:nvSpPr>
        <p:spPr>
          <a:xfrm>
            <a:off x="10858500" y="1809750"/>
            <a:ext cx="6096000" cy="6667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6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MySQL,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PostgreSQL,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MariaDB,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Cassandra,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Neo4j, SQLite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CockroachDB,</a:t>
            </a:r>
            <a:r>
              <a:rPr lang="en-US" sz="21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MongoDB,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Couchbase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kv_engine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Software</a:t>
            </a: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Package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Exchange,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3.29.0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032e53e4-413a-4daa-b4ca-7ab4482e29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2026-10-19T00:46:03Z</dcterms:created>
  <dcterms:modified xsi:type="dcterms:W3CDTF">2026-10-19T00:46:03Z</dcterms:modified>
</cp:coreProperties>
</file>