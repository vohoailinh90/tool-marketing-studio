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ricolage Grotesque"/>
      <p:bold r:id="rId18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 bằng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mã: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bậc,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6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6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421525692-694819859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Hạ</a:t>
            </a:r>
            <a:r>
              <a:rPr lang="en-US" sz="2100" b="1" dirty="0" spc="-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tầng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3143250"/>
            <a:ext cx="4000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286250"/>
            <a:ext cx="4000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5429250"/>
            <a:ext cx="4000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6572250"/>
            <a:ext cx="4000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GitOps</a:t>
            </a:r>
            <a:endParaRPr lang="en-US" sz="2100" dirty="0"/>
          </a:p>
        </p:txBody>
      </p:sp>
      <p:sp>
        <p:nvSpPr>
          <p:cNvPr id="13" name="Connector line-1792421525715-391433364"/>
          <p:cNvSpPr/>
          <p:nvPr/>
        </p:nvSpPr>
        <p:spPr>
          <a:xfrm flipV="1">
            <a:off x="12439650" y="3476625"/>
            <a:ext cx="895350" cy="1666875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Connector line-1792421525715-798689236"/>
          <p:cNvSpPr/>
          <p:nvPr/>
        </p:nvSpPr>
        <p:spPr>
          <a:xfrm flipV="1">
            <a:off x="12439650" y="4619625"/>
            <a:ext cx="895350" cy="5238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Connector line-1792421525716-479342916"/>
          <p:cNvSpPr/>
          <p:nvPr/>
        </p:nvSpPr>
        <p:spPr>
          <a:xfrm>
            <a:off x="12439650" y="5143500"/>
            <a:ext cx="895350" cy="619125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6" name="Connector line-1792421525716-225522584"/>
          <p:cNvSpPr/>
          <p:nvPr/>
        </p:nvSpPr>
        <p:spPr>
          <a:xfrm>
            <a:off x="12439650" y="5143500"/>
            <a:ext cx="895350" cy="176212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3d20ec7-02b5-4d7c-991d-f31d2ea9c7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34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4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4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4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4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34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45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3450" b="1" dirty="0" spc="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450" b="1" dirty="0" spc="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68063ed-96fd-413d-9b12-802afff671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180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38100" rIns="0" bIns="-3810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60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gói,</a:t>
            </a: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6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0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28750" y="2857500"/>
            <a:ext cx="3429000" cy="7620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Nhà</a:t>
            </a:r>
            <a:r>
              <a:rPr lang="en-US" sz="24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phát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triển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29500" y="2857500"/>
            <a:ext cx="3429000" cy="7620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24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container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430250" y="2857500"/>
            <a:ext cx="3429000" cy="7620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240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điều</a:t>
            </a:r>
            <a:r>
              <a:rPr lang="en-US" sz="24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phối</a:t>
            </a:r>
            <a:endParaRPr lang="en-US" sz="2400" dirty="0"/>
          </a:p>
        </p:txBody>
      </p:sp>
      <p:sp>
        <p:nvSpPr>
          <p:cNvPr id="7" name="Connector line-1792421528173-419851493"/>
          <p:cNvSpPr/>
          <p:nvPr/>
        </p:nvSpPr>
        <p:spPr>
          <a:xfrm>
            <a:off x="3143250" y="3619500"/>
            <a:ext cx="0" cy="4953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8" name="Connector line-1792421528174-779465075"/>
          <p:cNvSpPr/>
          <p:nvPr/>
        </p:nvSpPr>
        <p:spPr>
          <a:xfrm>
            <a:off x="9144000" y="3619500"/>
            <a:ext cx="0" cy="4953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9" name="Connector line-1792421528174-754069379"/>
          <p:cNvSpPr/>
          <p:nvPr/>
        </p:nvSpPr>
        <p:spPr>
          <a:xfrm>
            <a:off x="15144750" y="3619500"/>
            <a:ext cx="0" cy="4953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429000" y="39052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2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endParaRPr lang="en-US" sz="2250" dirty="0"/>
          </a:p>
        </p:txBody>
      </p:sp>
      <p:sp>
        <p:nvSpPr>
          <p:cNvPr id="11" name="Connector line-1792421528176-867134864"/>
          <p:cNvSpPr/>
          <p:nvPr/>
        </p:nvSpPr>
        <p:spPr>
          <a:xfrm>
            <a:off x="3143250" y="4476750"/>
            <a:ext cx="5905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29000" y="50482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giống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2250" dirty="0"/>
          </a:p>
        </p:txBody>
      </p:sp>
      <p:sp>
        <p:nvSpPr>
          <p:cNvPr id="13" name="Connector line-1792421528178-269623588"/>
          <p:cNvSpPr/>
          <p:nvPr/>
        </p:nvSpPr>
        <p:spPr>
          <a:xfrm flipH="1">
            <a:off x="3238500" y="5619750"/>
            <a:ext cx="5810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lgDash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29000" y="6191250"/>
            <a:ext cx="1143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container</a:t>
            </a:r>
            <a:endParaRPr lang="en-US" sz="2250" dirty="0"/>
          </a:p>
        </p:txBody>
      </p:sp>
      <p:sp>
        <p:nvSpPr>
          <p:cNvPr id="15" name="Connector line-1792421528180-117520937"/>
          <p:cNvSpPr/>
          <p:nvPr/>
        </p:nvSpPr>
        <p:spPr>
          <a:xfrm>
            <a:off x="3143250" y="6762750"/>
            <a:ext cx="11906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429750" y="73342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Chạy,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endParaRPr lang="en-US" sz="2250" dirty="0"/>
          </a:p>
        </p:txBody>
      </p:sp>
      <p:sp>
        <p:nvSpPr>
          <p:cNvPr id="17" name="Connector line-1792421528182-812543404"/>
          <p:cNvSpPr/>
          <p:nvPr/>
        </p:nvSpPr>
        <p:spPr>
          <a:xfrm flipH="1">
            <a:off x="3238500" y="7905750"/>
            <a:ext cx="11811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lg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8d0d83a-8beb-44bc-b778-0d783f5ead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800" b="1" spc="26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3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581400"/>
            <a:ext cx="4476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Terraform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có.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72250" y="3238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581400"/>
            <a:ext cx="4476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CloudFormation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4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230100" y="3238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53950" y="3581400"/>
            <a:ext cx="4476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Ansible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Nghiêng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333b158-c4c7-419b-b530-87edb9d76a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GITOPS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Duyệt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700" dirty="0"/>
          </a:p>
        </p:txBody>
      </p:sp>
      <p:sp>
        <p:nvSpPr>
          <p:cNvPr id="7" name="Connector line-1792421532083-326107221"/>
          <p:cNvSpPr/>
          <p:nvPr/>
        </p:nvSpPr>
        <p:spPr>
          <a:xfrm>
            <a:off x="5486400" y="4429125"/>
            <a:ext cx="1371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1532083-487651508"/>
          <p:cNvSpPr/>
          <p:nvPr/>
        </p:nvSpPr>
        <p:spPr>
          <a:xfrm>
            <a:off x="11430000" y="4429125"/>
            <a:ext cx="1371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6477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47700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 nên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 nào.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88e301c-a846-4e6b-9bc7-506deae14d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3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chủ.</a:t>
            </a:r>
            <a:endParaRPr lang="en-US" sz="6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3291840"/>
                <a:gridCol w="3950208"/>
                <a:gridCol w="4608576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55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Lần</a:t>
                      </a:r>
                      <a:r>
                        <a:rPr lang="en-US" sz="2550" b="1" dirty="0" spc="-8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55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Lần</a:t>
                      </a:r>
                      <a:r>
                        <a:rPr lang="en-US" sz="2550" b="1" dirty="0" spc="-8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55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Đổi</a:t>
                      </a:r>
                      <a:r>
                        <a:rPr lang="en-US" sz="2550" b="1" dirty="0" spc="-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xuống</a:t>
                      </a:r>
                      <a:r>
                        <a:rPr lang="en-US" sz="255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r>
                        <a:rPr lang="en-US" sz="2550" b="1" dirty="0" spc="-1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Từng</a:t>
                      </a:r>
                      <a:r>
                        <a:rPr lang="en-US" sz="2550" b="1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bước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</a:t>
                      </a:r>
                      <a:r>
                        <a:rPr lang="en-US" sz="2550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Thành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6</a:t>
                      </a:r>
                      <a:r>
                        <a:rPr lang="en-US" sz="2550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 kịch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r>
                        <a:rPr lang="en-US" sz="2550" dirty="0" spc="1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-2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Khai</a:t>
                      </a:r>
                      <a:r>
                        <a:rPr lang="en-US" sz="2550" b="1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Thay</a:t>
                      </a:r>
                      <a:r>
                        <a:rPr lang="en-US" sz="25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Thay</a:t>
                      </a:r>
                      <a:r>
                        <a:rPr lang="en-US" sz="25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Thay</a:t>
                      </a:r>
                      <a:r>
                        <a:rPr lang="en-US" sz="25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1,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còn 2</a:t>
                      </a:r>
                      <a:r>
                        <a:rPr lang="en-US" sz="2550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c9328de9-8a04-4be3-a335-bcc6cfac6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905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Dựng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54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54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54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ngày: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54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4257675"/>
            <a:ext cx="914400" cy="9144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35" dirty="0"/>
          </a:p>
        </p:txBody>
      </p:sp>
      <p:sp>
        <p:nvSpPr>
          <p:cNvPr id="6" name="Text 4"/>
          <p:cNvSpPr/>
          <p:nvPr/>
        </p:nvSpPr>
        <p:spPr>
          <a:xfrm>
            <a:off x="2571750" y="400050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IaC: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 báo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tệp,</a:t>
            </a:r>
            <a:r>
              <a:rPr lang="en-US" sz="3000" dirty="0" spc="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715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5972175"/>
            <a:ext cx="914400" cy="9144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35" dirty="0"/>
          </a:p>
        </p:txBody>
      </p:sp>
      <p:sp>
        <p:nvSpPr>
          <p:cNvPr id="9" name="Text 7"/>
          <p:cNvSpPr/>
          <p:nvPr/>
        </p:nvSpPr>
        <p:spPr>
          <a:xfrm>
            <a:off x="2571750" y="571500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Container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2A2E3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4295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GitOps</a:t>
            </a:r>
            <a:r>
              <a:rPr lang="en-US" sz="27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ích</a:t>
            </a:r>
            <a:r>
              <a:rPr lang="en-US" sz="27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IaC.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c5fb190-7e93-495c-ac37-e1089dc40a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IaC</a:t>
            </a:r>
            <a:pPr algn="l" indent="0" marL="0">
              <a:buNone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(Infrastructure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Code): hạ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0005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4000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GitOps</a:t>
            </a:r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(Git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Operations):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5715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(Amazon</a:t>
            </a:r>
            <a:r>
              <a:rPr lang="en-US" sz="22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Services):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CloudFormation.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3619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36195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Terraform: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72600" y="4953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4953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OpenGitOps: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f4755ca-f042-48c5-9227-dea4c775b2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2026-10-19T14:52:41Z</dcterms:created>
  <dcterms:modified xsi:type="dcterms:W3CDTF">2026-10-19T14:52:41Z</dcterms:modified>
</cp:coreProperties>
</file>