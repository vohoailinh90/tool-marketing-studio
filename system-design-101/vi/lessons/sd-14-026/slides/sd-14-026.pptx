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477500" cy="33337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Google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Authenticator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05375"/>
            <a:ext cx="895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TOTP</a:t>
            </a:r>
            <a:r>
              <a:rPr lang="en-US" sz="3300" dirty="0" spc="-3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5667375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4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4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2850" dirty="0" spc="-4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8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3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nào?</a:t>
            </a:r>
            <a:endParaRPr lang="en-US" sz="2850" dirty="0"/>
          </a:p>
        </p:txBody>
      </p:sp>
      <p:sp>
        <p:nvSpPr>
          <p:cNvPr id="6" name="Connector line-1792338508074-514286406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chung,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r>
              <a:rPr lang="en-US" sz="42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420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23812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650" b="1" spc="2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b="1" spc="18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382375" y="28194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điện</a:t>
            </a:r>
            <a:r>
              <a:rPr lang="en-US" sz="18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06625" y="28194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800" dirty="0"/>
          </a:p>
        </p:txBody>
      </p:sp>
      <p:sp>
        <p:nvSpPr>
          <p:cNvPr id="17" name="Connector line-1792338508096-139562901"/>
          <p:cNvSpPr/>
          <p:nvPr/>
        </p:nvSpPr>
        <p:spPr>
          <a:xfrm>
            <a:off x="12334875" y="3314700"/>
            <a:ext cx="35242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163425" y="31432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Shape 17"/>
          <p:cNvSpPr/>
          <p:nvPr/>
        </p:nvSpPr>
        <p:spPr>
          <a:xfrm>
            <a:off x="15687675" y="31432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3954125" y="31718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3500" y="35433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800" dirty="0" spc="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18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18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800" dirty="0"/>
          </a:p>
        </p:txBody>
      </p:sp>
      <p:sp>
        <p:nvSpPr>
          <p:cNvPr id="22" name="Connector line-1792338508102-194160354"/>
          <p:cNvSpPr/>
          <p:nvPr/>
        </p:nvSpPr>
        <p:spPr>
          <a:xfrm>
            <a:off x="12334875" y="3790950"/>
            <a:ext cx="0" cy="6096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23" name="Connector line-1792338508103-868083491"/>
          <p:cNvSpPr/>
          <p:nvPr/>
        </p:nvSpPr>
        <p:spPr>
          <a:xfrm>
            <a:off x="15859125" y="3790950"/>
            <a:ext cx="0" cy="6096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24" name="Shape 22"/>
          <p:cNvSpPr/>
          <p:nvPr/>
        </p:nvSpPr>
        <p:spPr>
          <a:xfrm>
            <a:off x="10763250" y="4476750"/>
            <a:ext cx="314325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4287500" y="4476750"/>
            <a:ext cx="314325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763250" y="47053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spc="21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650" b="1" spc="23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287500" y="47053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spc="21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650" b="1" spc="23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763250" y="5143500"/>
            <a:ext cx="3143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1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324550</a:t>
            </a:r>
            <a:endParaRPr lang="en-US" sz="5100" dirty="0"/>
          </a:p>
        </p:txBody>
      </p:sp>
      <p:sp>
        <p:nvSpPr>
          <p:cNvPr id="29" name="Text 27"/>
          <p:cNvSpPr/>
          <p:nvPr/>
        </p:nvSpPr>
        <p:spPr>
          <a:xfrm>
            <a:off x="14287500" y="5143500"/>
            <a:ext cx="3143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1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324550</a:t>
            </a:r>
            <a:endParaRPr lang="en-US" sz="5100" dirty="0"/>
          </a:p>
        </p:txBody>
      </p:sp>
      <p:sp>
        <p:nvSpPr>
          <p:cNvPr id="30" name="Text 28"/>
          <p:cNvSpPr/>
          <p:nvPr/>
        </p:nvSpPr>
        <p:spPr>
          <a:xfrm>
            <a:off x="13906500" y="4972050"/>
            <a:ext cx="38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=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0763250" y="64008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· không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650" dirty="0" spc="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29b278d-9dcd-430f-b085-5f8bd22f2d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382000" cy="22479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bên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8191500" cy="1524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 thoại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bí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hiện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810250"/>
            <a:ext cx="8191500" cy="3048000"/>
          </a:xfrm>
          <a:prstGeom prst="roundRect">
            <a:avLst>
              <a:gd name="adj" fmla="val 8125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6096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7" name="Text richtext-1792338894172-779958272"/>
          <p:cNvSpPr/>
          <p:nvPr/>
        </p:nvSpPr>
        <p:spPr>
          <a:xfrm>
            <a:off x="1257300" y="6534150"/>
            <a:ext cx="76200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phép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“một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mã”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57300" y="82486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bàn: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nhắn,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0" y="952500"/>
            <a:ext cx="7848600" cy="80010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1333500"/>
            <a:ext cx="200025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Điện</a:t>
            </a:r>
            <a:r>
              <a:rPr lang="en-US" sz="19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0" y="215265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bí</a:t>
            </a:r>
            <a:r>
              <a:rPr lang="en-US" sz="1950" dirty="0" spc="-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19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811000" y="236220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287250" y="215265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giờ</a:t>
            </a:r>
            <a:r>
              <a:rPr lang="en-US" sz="195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195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endParaRPr lang="en-US" sz="1950" dirty="0"/>
          </a:p>
        </p:txBody>
      </p:sp>
      <p:sp>
        <p:nvSpPr>
          <p:cNvPr id="14" name="Connector line-1792338894212-525544534"/>
          <p:cNvSpPr/>
          <p:nvPr/>
        </p:nvSpPr>
        <p:spPr>
          <a:xfrm>
            <a:off x="14287500" y="2628900"/>
            <a:ext cx="381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14763750" y="215265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906000" y="36576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763750" y="34861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=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906000" y="4381500"/>
            <a:ext cx="200025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06000" y="520065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bí</a:t>
            </a:r>
            <a:r>
              <a:rPr lang="en-US" sz="1950" dirty="0" spc="-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19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811000" y="541020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+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2287250" y="520065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giờ</a:t>
            </a:r>
            <a:r>
              <a:rPr lang="en-US" sz="195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195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endParaRPr lang="en-US" sz="1950" dirty="0"/>
          </a:p>
        </p:txBody>
      </p:sp>
      <p:sp>
        <p:nvSpPr>
          <p:cNvPr id="22" name="Connector line-1792338894227-891658866"/>
          <p:cNvSpPr/>
          <p:nvPr/>
        </p:nvSpPr>
        <p:spPr>
          <a:xfrm>
            <a:off x="14287500" y="5676900"/>
            <a:ext cx="381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14763750" y="520065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6000" y="6953250"/>
            <a:ext cx="714375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8900" y="7219950"/>
            <a:ext cx="647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4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248900" y="7658100"/>
            <a:ext cx="6477000" cy="8001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gõ.</a:t>
            </a:r>
            <a:endParaRPr lang="en-US" sz="2550" dirty="0"/>
          </a:p>
        </p:txBody>
      </p:sp>
      <p:sp>
        <p:nvSpPr>
          <p:cNvPr id="27" name="Connector line-1792338894235-32192583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9819041f-131c-470a-b276-9a43740f56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1950" b="1" spc="23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7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382000" cy="22479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QR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48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714500" y="38290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5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181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714500" y="51625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 không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gì: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6515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714500" y="64960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5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lưu: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mã cả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không có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805815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8058150"/>
            <a:ext cx="7905750" cy="3810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1800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800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 chỉ</a:t>
            </a:r>
            <a:r>
              <a:rPr lang="en-US" sz="1800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</a:t>
            </a:r>
            <a:r>
              <a:rPr lang="en-US" sz="1800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bit:</a:t>
            </a:r>
            <a:r>
              <a:rPr lang="en-US" sz="1800" dirty="0" spc="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1800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800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0" y="952500"/>
            <a:ext cx="7848600" cy="80010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0" y="133350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650" b="1" spc="2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906000" y="1866900"/>
            <a:ext cx="1676400" cy="1676400"/>
          </a:xfrm>
          <a:prstGeom prst="roundRect">
            <a:avLst>
              <a:gd name="adj" fmla="val 9091"/>
            </a:avLst>
          </a:prstGeom>
          <a:solidFill>
            <a:srgbClr val="F3EEE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0" y="2019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10800" y="2019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63200" y="2019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0" y="2019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0" y="2019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25200" y="2019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77600" y="2019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8400" y="2171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63200" y="2171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0" y="2171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0" y="2171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77600" y="2171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58400" y="2324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10800" y="2324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63200" y="2324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20400" y="2324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0" y="2324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25200" y="2324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77600" y="2324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10800" y="2476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15600" y="2476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00" y="2476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77600" y="2476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58400" y="26289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15600" y="26289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20400" y="26289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10972800" y="26289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10800" y="2781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63200" y="2781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68000" y="2781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25200" y="27813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58400" y="2933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210800" y="2933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63200" y="2933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15600" y="2933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25200" y="29337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1" name="Shape 49"/>
          <p:cNvSpPr/>
          <p:nvPr/>
        </p:nvSpPr>
        <p:spPr>
          <a:xfrm>
            <a:off x="10058400" y="3086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2" name="Shape 50"/>
          <p:cNvSpPr/>
          <p:nvPr/>
        </p:nvSpPr>
        <p:spPr>
          <a:xfrm>
            <a:off x="10363200" y="3086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3" name="Shape 51"/>
          <p:cNvSpPr/>
          <p:nvPr/>
        </p:nvSpPr>
        <p:spPr>
          <a:xfrm>
            <a:off x="10515600" y="3086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4" name="Shape 52"/>
          <p:cNvSpPr/>
          <p:nvPr/>
        </p:nvSpPr>
        <p:spPr>
          <a:xfrm>
            <a:off x="10820400" y="3086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5" name="Shape 53"/>
          <p:cNvSpPr/>
          <p:nvPr/>
        </p:nvSpPr>
        <p:spPr>
          <a:xfrm>
            <a:off x="11125200" y="3086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6" name="Shape 54"/>
          <p:cNvSpPr/>
          <p:nvPr/>
        </p:nvSpPr>
        <p:spPr>
          <a:xfrm>
            <a:off x="11277600" y="30861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7" name="Shape 55"/>
          <p:cNvSpPr/>
          <p:nvPr/>
        </p:nvSpPr>
        <p:spPr>
          <a:xfrm>
            <a:off x="10058400" y="3238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8" name="Shape 56"/>
          <p:cNvSpPr/>
          <p:nvPr/>
        </p:nvSpPr>
        <p:spPr>
          <a:xfrm>
            <a:off x="10210800" y="3238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59" name="Shape 57"/>
          <p:cNvSpPr/>
          <p:nvPr/>
        </p:nvSpPr>
        <p:spPr>
          <a:xfrm>
            <a:off x="10363200" y="3238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60" name="Shape 58"/>
          <p:cNvSpPr/>
          <p:nvPr/>
        </p:nvSpPr>
        <p:spPr>
          <a:xfrm>
            <a:off x="10668000" y="3238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61" name="Shape 59"/>
          <p:cNvSpPr/>
          <p:nvPr/>
        </p:nvSpPr>
        <p:spPr>
          <a:xfrm>
            <a:off x="10972800" y="3238500"/>
            <a:ext cx="152400" cy="1524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62" name="Connector line-1792338954452-470742343"/>
          <p:cNvSpPr/>
          <p:nvPr/>
        </p:nvSpPr>
        <p:spPr>
          <a:xfrm>
            <a:off x="11772900" y="2705100"/>
            <a:ext cx="5143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63" name="Text 61"/>
          <p:cNvSpPr/>
          <p:nvPr/>
        </p:nvSpPr>
        <p:spPr>
          <a:xfrm>
            <a:off x="12477750" y="2247900"/>
            <a:ext cx="447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550" dirty="0"/>
          </a:p>
        </p:txBody>
      </p:sp>
      <p:sp>
        <p:nvSpPr>
          <p:cNvPr id="64" name="Text 62"/>
          <p:cNvSpPr/>
          <p:nvPr/>
        </p:nvSpPr>
        <p:spPr>
          <a:xfrm>
            <a:off x="12477750" y="2781300"/>
            <a:ext cx="447675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loại,</a:t>
            </a:r>
            <a:r>
              <a:rPr lang="en-US" sz="19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nhãn,</a:t>
            </a:r>
            <a:r>
              <a:rPr lang="en-US" sz="1950" dirty="0" spc="-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19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9906000" y="4000500"/>
            <a:ext cx="276225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7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otpauth://totp/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14382750" y="3981450"/>
            <a:ext cx="266700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loại: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totp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hotp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9906000" y="4953000"/>
            <a:ext cx="381000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NoiCap:an@example.org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14382750" y="4933950"/>
            <a:ext cx="266700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nhãn: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9906000" y="5905500"/>
            <a:ext cx="4286250" cy="609600"/>
          </a:xfrm>
          <a:prstGeom prst="roundRect">
            <a:avLst>
              <a:gd name="adj" fmla="val 21875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?secret=JBSWY3DPEHPK3PXP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14382750" y="5886450"/>
            <a:ext cx="266700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secret:</a:t>
            </a:r>
            <a:r>
              <a:rPr lang="en-US" sz="18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9906000" y="6858000"/>
            <a:ext cx="276225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&amp;issuer=NoiCap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14382750" y="6838950"/>
            <a:ext cx="266700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issuer: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9906000" y="7943850"/>
            <a:ext cx="70485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algorithm, digits,</a:t>
            </a:r>
            <a:r>
              <a:rPr lang="en-US" sz="180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period: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800" dirty="0"/>
          </a:p>
        </p:txBody>
      </p:sp>
      <p:sp>
        <p:nvSpPr>
          <p:cNvPr id="74" name="Connector line-1792338954485-53242784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6" name="Shape 7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7" name="Shape 75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8" name="Shape 7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86" name="Shape 8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7" name="Moda image moda-export-watermark-baf6f1b2-e742-4d65-8ad4-f8d242ae90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LẦN</a:t>
            </a:r>
            <a:r>
              <a:rPr lang="en-US" sz="195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50" b="1" spc="28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75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2857500" cy="30480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085850" y="3086100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16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85850" y="356235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1700000010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85850" y="4286250"/>
            <a:ext cx="2514600" cy="12382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1/1/1970</a:t>
            </a:r>
            <a:endParaRPr lang="en-US" sz="1800" dirty="0"/>
          </a:p>
        </p:txBody>
      </p:sp>
      <p:sp>
        <p:nvSpPr>
          <p:cNvPr id="8" name="Connector line-1792339386197-417311622"/>
          <p:cNvSpPr/>
          <p:nvPr/>
        </p:nvSpPr>
        <p:spPr>
          <a:xfrm>
            <a:off x="3867150" y="4381500"/>
            <a:ext cx="35242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4314825" y="2857500"/>
            <a:ext cx="2857500" cy="30480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4486275" y="3086100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486275" y="3543300"/>
            <a:ext cx="2514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56666667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486275" y="4286250"/>
            <a:ext cx="2514600" cy="12382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30,</a:t>
            </a:r>
            <a:r>
              <a:rPr lang="en-US" sz="18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800" dirty="0"/>
          </a:p>
        </p:txBody>
      </p:sp>
      <p:sp>
        <p:nvSpPr>
          <p:cNvPr id="13" name="Connector line-1792339386205-610279416"/>
          <p:cNvSpPr/>
          <p:nvPr/>
        </p:nvSpPr>
        <p:spPr>
          <a:xfrm>
            <a:off x="7267575" y="4381500"/>
            <a:ext cx="35242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4" name="Shape 12"/>
          <p:cNvSpPr/>
          <p:nvPr/>
        </p:nvSpPr>
        <p:spPr>
          <a:xfrm>
            <a:off x="7715250" y="2857500"/>
            <a:ext cx="2857500" cy="3048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6700" y="3086100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HMAC-SHA1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886700" y="3486150"/>
            <a:ext cx="2514600" cy="5334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180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1800" dirty="0" spc="-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180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86700" y="4191000"/>
            <a:ext cx="2514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r>
              <a:rPr lang="en-US" sz="3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7886700" y="4953000"/>
            <a:ext cx="25146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8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vào:</a:t>
            </a:r>
            <a:r>
              <a:rPr lang="en-US" sz="18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18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800" dirty="0"/>
          </a:p>
        </p:txBody>
      </p:sp>
      <p:sp>
        <p:nvSpPr>
          <p:cNvPr id="19" name="Connector line-1792339386215-311217376"/>
          <p:cNvSpPr/>
          <p:nvPr/>
        </p:nvSpPr>
        <p:spPr>
          <a:xfrm>
            <a:off x="10668000" y="4381500"/>
            <a:ext cx="35242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0" name="Shape 18"/>
          <p:cNvSpPr/>
          <p:nvPr/>
        </p:nvSpPr>
        <p:spPr>
          <a:xfrm>
            <a:off x="11115675" y="2857500"/>
            <a:ext cx="2857500" cy="3048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87125" y="3086100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6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165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287125" y="3543300"/>
            <a:ext cx="2514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3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1287125" y="4286250"/>
            <a:ext cx="2514600" cy="1428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8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cuối;</a:t>
            </a: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18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24" name="Connector line-1792339386223-443970485"/>
          <p:cNvSpPr/>
          <p:nvPr/>
        </p:nvSpPr>
        <p:spPr>
          <a:xfrm>
            <a:off x="14068425" y="4381500"/>
            <a:ext cx="35242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5" name="Shape 23"/>
          <p:cNvSpPr/>
          <p:nvPr/>
        </p:nvSpPr>
        <p:spPr>
          <a:xfrm>
            <a:off x="14516100" y="2857500"/>
            <a:ext cx="2857500" cy="3048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14687550" y="3086100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650" b="1" spc="15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687550" y="3486150"/>
            <a:ext cx="2514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367665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14687550" y="4343400"/>
            <a:ext cx="2514600" cy="1428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1.000.000,</a:t>
            </a:r>
            <a:r>
              <a:rPr lang="en-US" sz="18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18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8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8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8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6381750"/>
            <a:ext cx="8039100" cy="2476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30" name="Text 28"/>
          <p:cNvSpPr/>
          <p:nvPr/>
        </p:nvSpPr>
        <p:spPr>
          <a:xfrm>
            <a:off x="1257300" y="6686550"/>
            <a:ext cx="742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MỐC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57300" y="7181850"/>
            <a:ext cx="73533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1700000010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1700000039.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9372600" y="6381750"/>
            <a:ext cx="8001000" cy="24765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33" name="Text 31"/>
          <p:cNvSpPr/>
          <p:nvPr/>
        </p:nvSpPr>
        <p:spPr>
          <a:xfrm>
            <a:off x="9715500" y="6686550"/>
            <a:ext cx="733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4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715500" y="7181850"/>
            <a:ext cx="73152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35" name="Connector line-1792339386238-76821291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89d3bdae-66af-41af-a250-fa557ba7d9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2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75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pyotp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70585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67050"/>
            <a:ext cx="4476750" cy="476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bí</a:t>
            </a:r>
            <a:r>
              <a:rPr lang="en-US" sz="18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180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JBSWY3DPEHPK3PXP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79095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1650" b="1" spc="15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191000" y="379095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b="1" spc="15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953250" y="379095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650" dirty="0"/>
          </a:p>
        </p:txBody>
      </p:sp>
      <p:sp>
        <p:nvSpPr>
          <p:cNvPr id="9" name="Connector line-1792363421644-71363551"/>
          <p:cNvSpPr/>
          <p:nvPr/>
        </p:nvSpPr>
        <p:spPr>
          <a:xfrm>
            <a:off x="1238250" y="4171950"/>
            <a:ext cx="805815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5295900"/>
            <a:ext cx="8362950" cy="952500"/>
          </a:xfrm>
          <a:prstGeom prst="roundRect">
            <a:avLst>
              <a:gd name="adj" fmla="val 18000"/>
            </a:avLst>
          </a:prstGeom>
          <a:solidFill>
            <a:srgbClr val="2C2A20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533900"/>
            <a:ext cx="2190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1700000009</a:t>
            </a:r>
            <a:endParaRPr lang="en-US" sz="2550" dirty="0"/>
          </a:p>
        </p:txBody>
      </p:sp>
      <p:sp>
        <p:nvSpPr>
          <p:cNvPr id="12" name="Connector line-1792363421647-321703105"/>
          <p:cNvSpPr/>
          <p:nvPr/>
        </p:nvSpPr>
        <p:spPr>
          <a:xfrm>
            <a:off x="3467100" y="4743450"/>
            <a:ext cx="53340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4191000" y="453390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56666666</a:t>
            </a:r>
            <a:endParaRPr lang="en-US" sz="2550" dirty="0"/>
          </a:p>
        </p:txBody>
      </p:sp>
      <p:sp>
        <p:nvSpPr>
          <p:cNvPr id="14" name="Connector line-1792363421649-915786788"/>
          <p:cNvSpPr/>
          <p:nvPr/>
        </p:nvSpPr>
        <p:spPr>
          <a:xfrm>
            <a:off x="6324600" y="4743450"/>
            <a:ext cx="43815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6953250" y="4419600"/>
            <a:ext cx="2381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324550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38250" y="5581650"/>
            <a:ext cx="2190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1700000010</a:t>
            </a:r>
            <a:endParaRPr lang="en-US" sz="2550" dirty="0"/>
          </a:p>
        </p:txBody>
      </p:sp>
      <p:sp>
        <p:nvSpPr>
          <p:cNvPr id="17" name="Connector line-1792363421653-924556414"/>
          <p:cNvSpPr/>
          <p:nvPr/>
        </p:nvSpPr>
        <p:spPr>
          <a:xfrm>
            <a:off x="3467100" y="5791200"/>
            <a:ext cx="53340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4191000" y="55816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56666667</a:t>
            </a:r>
            <a:endParaRPr lang="en-US" sz="2550" dirty="0"/>
          </a:p>
        </p:txBody>
      </p:sp>
      <p:sp>
        <p:nvSpPr>
          <p:cNvPr id="19" name="Connector line-1792363421655-67230345"/>
          <p:cNvSpPr/>
          <p:nvPr/>
        </p:nvSpPr>
        <p:spPr>
          <a:xfrm>
            <a:off x="6324600" y="5791200"/>
            <a:ext cx="43815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6953250" y="5467350"/>
            <a:ext cx="2381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367665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238250" y="6629400"/>
            <a:ext cx="2190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1700000040</a:t>
            </a:r>
            <a:endParaRPr lang="en-US" sz="2550" dirty="0"/>
          </a:p>
        </p:txBody>
      </p:sp>
      <p:sp>
        <p:nvSpPr>
          <p:cNvPr id="22" name="Connector line-1792363421659-552408262"/>
          <p:cNvSpPr/>
          <p:nvPr/>
        </p:nvSpPr>
        <p:spPr>
          <a:xfrm>
            <a:off x="3467100" y="6838950"/>
            <a:ext cx="53340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4191000" y="662940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56666668</a:t>
            </a:r>
            <a:endParaRPr lang="en-US" sz="2550" dirty="0"/>
          </a:p>
        </p:txBody>
      </p:sp>
      <p:sp>
        <p:nvSpPr>
          <p:cNvPr id="24" name="Connector line-1792363421661-818384682"/>
          <p:cNvSpPr/>
          <p:nvPr/>
        </p:nvSpPr>
        <p:spPr>
          <a:xfrm>
            <a:off x="6324600" y="6838950"/>
            <a:ext cx="43815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25" name="Text 23"/>
          <p:cNvSpPr/>
          <p:nvPr/>
        </p:nvSpPr>
        <p:spPr>
          <a:xfrm>
            <a:off x="6953250" y="6515100"/>
            <a:ext cx="2381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870960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238250" y="752475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30.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191750" y="2762250"/>
            <a:ext cx="718185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96550" y="3295650"/>
            <a:ext cx="3524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14097000" y="310515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1950" dirty="0" spc="-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pyotp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191750" y="4667250"/>
            <a:ext cx="718185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96550" y="5200650"/>
            <a:ext cx="3524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2000/2000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14097000" y="501015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nhiên: trùng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191750" y="6572250"/>
            <a:ext cx="718185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96550" y="7105650"/>
            <a:ext cx="3524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14097000" y="6819900"/>
            <a:ext cx="304800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thử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pyotp,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RFC: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4400" y="85725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soạn:</a:t>
            </a:r>
            <a:r>
              <a:rPr lang="en-US" sz="180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3.13,</a:t>
            </a:r>
            <a:r>
              <a:rPr lang="en-US" sz="1800" dirty="0" spc="-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pyotp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2.10.0.</a:t>
            </a:r>
            <a:endParaRPr lang="en-US" sz="1800" dirty="0"/>
          </a:p>
        </p:txBody>
      </p:sp>
      <p:sp>
        <p:nvSpPr>
          <p:cNvPr id="37" name="Connector line-1792363421680-74341964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97a4320b-d91d-4894-9c80-fd4bba9d7f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75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39100" cy="6191250"/>
          </a:xfrm>
          <a:prstGeom prst="roundRect">
            <a:avLst>
              <a:gd name="adj" fmla="val 40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086100"/>
            <a:ext cx="733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56235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30.000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762500" y="38481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 mỗi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57300" y="455295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≈</a:t>
            </a:r>
            <a:r>
              <a:rPr lang="en-US" sz="7200" dirty="0" spc="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33.333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257300" y="5734050"/>
            <a:ext cx="7334250" cy="666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1.000.000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30: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100" dirty="0"/>
          </a:p>
        </p:txBody>
      </p:sp>
      <p:sp>
        <p:nvSpPr>
          <p:cNvPr id="10" name="Connector line-1792363492666-233394256"/>
          <p:cNvSpPr/>
          <p:nvPr/>
        </p:nvSpPr>
        <p:spPr>
          <a:xfrm>
            <a:off x="1257300" y="6610350"/>
            <a:ext cx="7353300" cy="0"/>
          </a:xfrm>
          <a:prstGeom prst="line">
            <a:avLst/>
          </a:prstGeom>
          <a:noFill/>
          <a:ln w="19050">
            <a:solidFill>
              <a:srgbClr val="E8472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57300" y="680085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có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giây: mỗi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ván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57300" y="7867650"/>
            <a:ext cx="7353300" cy="8191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 lập</a:t>
            </a:r>
            <a:r>
              <a:rPr lang="en-US" sz="18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chạy: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 bước,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18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72600" y="2762250"/>
            <a:ext cx="8001000" cy="6191250"/>
          </a:xfrm>
          <a:prstGeom prst="roundRect">
            <a:avLst>
              <a:gd name="adj" fmla="val 4000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3067050"/>
            <a:ext cx="733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RÀO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1800" b="1" spc="27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3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15500" y="35052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Mức</a:t>
            </a: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15500" y="4171950"/>
            <a:ext cx="733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1650" b="1" spc="14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6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GOOGLE,</a:t>
            </a:r>
            <a:r>
              <a:rPr lang="en-US" sz="16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16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15500" y="4572000"/>
            <a:ext cx="2571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477750" y="45720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1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100" dirty="0"/>
          </a:p>
        </p:txBody>
      </p:sp>
      <p:sp>
        <p:nvSpPr>
          <p:cNvPr id="19" name="Connector line-1792363492687-171489409"/>
          <p:cNvSpPr/>
          <p:nvPr/>
        </p:nvSpPr>
        <p:spPr>
          <a:xfrm>
            <a:off x="9715500" y="5638800"/>
            <a:ext cx="7334250" cy="0"/>
          </a:xfrm>
          <a:prstGeom prst="line">
            <a:avLst/>
          </a:prstGeom>
          <a:noFill/>
          <a:ln w="19050">
            <a:solidFill>
              <a:srgbClr val="0F766E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715500" y="5810250"/>
            <a:ext cx="2571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≈</a:t>
            </a:r>
            <a:r>
              <a:rPr lang="en-US" sz="36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2,56%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2477750" y="5810250"/>
            <a:ext cx="45720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8.640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thử,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22" name="Connector line-1792363492691-880225338"/>
          <p:cNvSpPr/>
          <p:nvPr/>
        </p:nvSpPr>
        <p:spPr>
          <a:xfrm>
            <a:off x="9715500" y="6877050"/>
            <a:ext cx="7334250" cy="0"/>
          </a:xfrm>
          <a:prstGeom prst="line">
            <a:avLst/>
          </a:prstGeom>
          <a:noFill/>
          <a:ln w="19050">
            <a:solidFill>
              <a:srgbClr val="0F766E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715500" y="7048500"/>
            <a:ext cx="2571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≈</a:t>
            </a:r>
            <a:r>
              <a:rPr lang="en-US" sz="360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0,003%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2477750" y="70485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15500" y="8058150"/>
            <a:ext cx="7334250" cy="6667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16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16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16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6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6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6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6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1650" dirty="0"/>
          </a:p>
        </p:txBody>
      </p:sp>
      <p:sp>
        <p:nvSpPr>
          <p:cNvPr id="26" name="Connector line-1792363492698-12767692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939ac8c-bad9-4069-b266-b94ca95f20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chủ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39100" cy="6191250"/>
          </a:xfrm>
          <a:prstGeom prst="roundRect">
            <a:avLst>
              <a:gd name="adj" fmla="val 430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067050"/>
            <a:ext cx="733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650" b="1" spc="18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257300" y="3543300"/>
            <a:ext cx="7353300" cy="20955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2100" y="38290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62100" y="4324350"/>
            <a:ext cx="5048250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chỉ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19900" y="4343400"/>
            <a:ext cx="1524000" cy="609600"/>
          </a:xfrm>
          <a:prstGeom prst="roundRect">
            <a:avLst>
              <a:gd name="adj" fmla="val 50000"/>
            </a:avLst>
          </a:prstGeom>
          <a:solidFill>
            <a:srgbClr val="2A2D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950" dirty="0" spc="-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57300" y="5943600"/>
            <a:ext cx="7353300" cy="2476500"/>
          </a:xfrm>
          <a:prstGeom prst="roundRect">
            <a:avLst>
              <a:gd name="adj" fmla="val 8462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62100" y="62293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TOTP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562100" y="672465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giữ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bí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562100" y="7353300"/>
            <a:ext cx="50482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19900" y="6743700"/>
            <a:ext cx="15240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72600" y="2762250"/>
            <a:ext cx="8001000" cy="6191250"/>
          </a:xfrm>
          <a:prstGeom prst="roundRect">
            <a:avLst>
              <a:gd name="adj" fmla="val 430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15500" y="3067050"/>
            <a:ext cx="733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650" b="1" spc="1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6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15500" y="3505200"/>
            <a:ext cx="733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liền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kề.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715500" y="4248150"/>
            <a:ext cx="2190750" cy="142875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15500" y="457200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2100" dirty="0" spc="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715500" y="508635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192000" y="4248150"/>
            <a:ext cx="2190750" cy="1428750"/>
          </a:xfrm>
          <a:prstGeom prst="roundRect">
            <a:avLst>
              <a:gd name="adj" fmla="val 13333"/>
            </a:avLst>
          </a:prstGeom>
          <a:solidFill>
            <a:srgbClr val="3D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0" y="457200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192000" y="508635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4668500" y="4248150"/>
            <a:ext cx="2190750" cy="142875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68500" y="457200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2100" dirty="0" spc="-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4668500" y="508635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715500" y="5962650"/>
            <a:ext cx="7143750" cy="190500"/>
          </a:xfrm>
          <a:custGeom>
            <a:avLst/>
            <a:gdLst/>
            <a:ahLst/>
            <a:cxnLst/>
            <a:rect l="l" t="t" r="r" b="b"/>
            <a:pathLst>
              <a:path w="7143750" h="190500">
                <a:moveTo>
                  <a:pt x="0" y="0"/>
                </a:moveTo>
                <a:lnTo>
                  <a:pt x="0" y="190500"/>
                </a:lnTo>
                <a:lnTo>
                  <a:pt x="7143750" y="190500"/>
                </a:lnTo>
                <a:lnTo>
                  <a:pt x="7143750" y="0"/>
                </a:lnTo>
              </a:path>
            </a:pathLst>
          </a:custGeom>
          <a:ln w="28575">
            <a:solidFill>
              <a:srgbClr val="3D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15500" y="630555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22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 ba</a:t>
            </a:r>
            <a:r>
              <a:rPr lang="en-US" sz="22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715500" y="674370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80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ba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715500" y="7429500"/>
            <a:ext cx="733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6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1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b="1" spc="1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1650" b="1" spc="1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1650" b="1" spc="13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650" b="1" spc="14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715500" y="7829550"/>
            <a:ext cx="3476625" cy="914400"/>
          </a:xfrm>
          <a:prstGeom prst="roundRect">
            <a:avLst>
              <a:gd name="adj" fmla="val 20833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44100" y="798195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11430000" y="8143875"/>
            <a:ext cx="1714500" cy="2857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nhận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3382625" y="7829550"/>
            <a:ext cx="3476625" cy="914400"/>
          </a:xfrm>
          <a:prstGeom prst="roundRect">
            <a:avLst>
              <a:gd name="adj" fmla="val 20833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611225" y="798195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3300" dirty="0"/>
          </a:p>
        </p:txBody>
      </p:sp>
      <p:sp>
        <p:nvSpPr>
          <p:cNvPr id="36" name="Text 34"/>
          <p:cNvSpPr/>
          <p:nvPr/>
        </p:nvSpPr>
        <p:spPr>
          <a:xfrm>
            <a:off x="15097125" y="8143875"/>
            <a:ext cx="1714500" cy="2857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nhận</a:t>
            </a: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37" name="Connector line-1792363564822-18777909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9c1223ab-9c14-4c3c-a2ce-86d9e63886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6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chống</a:t>
            </a:r>
            <a:r>
              <a:rPr lang="en-US" sz="75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6191250"/>
          </a:xfrm>
          <a:prstGeom prst="roundRect">
            <a:avLst>
              <a:gd name="adj" fmla="val 47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105150"/>
            <a:ext cx="4800600" cy="1714500"/>
          </a:xfrm>
          <a:prstGeom prst="roundRect">
            <a:avLst>
              <a:gd name="adj" fmla="val 1000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810000"/>
            <a:ext cx="9144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endParaRPr lang="en-US" sz="1800" dirty="0"/>
          </a:p>
        </p:txBody>
      </p:sp>
      <p:sp>
        <p:nvSpPr>
          <p:cNvPr id="7" name="Connector line-1792365267252-642201432"/>
          <p:cNvSpPr/>
          <p:nvPr/>
        </p:nvSpPr>
        <p:spPr>
          <a:xfrm>
            <a:off x="2286000" y="4076700"/>
            <a:ext cx="3048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2628900" y="3810000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8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800" dirty="0"/>
          </a:p>
        </p:txBody>
      </p:sp>
      <p:sp>
        <p:nvSpPr>
          <p:cNvPr id="9" name="Connector line-1792365267254-626725980"/>
          <p:cNvSpPr/>
          <p:nvPr/>
        </p:nvSpPr>
        <p:spPr>
          <a:xfrm>
            <a:off x="4095750" y="4076700"/>
            <a:ext cx="381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4514850" y="3810000"/>
            <a:ext cx="12382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3352800"/>
            <a:ext cx="762000" cy="342900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905250" y="3352800"/>
            <a:ext cx="762000" cy="342900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445770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6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6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57300" y="5105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66900" y="5048250"/>
            <a:ext cx="403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6" name="Text richtext-1792365267275-338548703"/>
          <p:cNvSpPr/>
          <p:nvPr/>
        </p:nvSpPr>
        <p:spPr>
          <a:xfrm>
            <a:off x="1257300" y="6019800"/>
            <a:ext cx="4610100" cy="2857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Chống: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tên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passkey.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15100" y="2762250"/>
            <a:ext cx="5257800" cy="6191250"/>
          </a:xfrm>
          <a:prstGeom prst="roundRect">
            <a:avLst>
              <a:gd name="adj" fmla="val 47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43700" y="3105150"/>
            <a:ext cx="4800600" cy="1714500"/>
          </a:xfrm>
          <a:prstGeom prst="roundRect">
            <a:avLst>
              <a:gd name="adj" fmla="val 10000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6934200" y="3810000"/>
            <a:ext cx="104775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8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800" dirty="0"/>
          </a:p>
        </p:txBody>
      </p:sp>
      <p:sp>
        <p:nvSpPr>
          <p:cNvPr id="20" name="Connector line-1792365267299-538456676"/>
          <p:cNvSpPr/>
          <p:nvPr/>
        </p:nvSpPr>
        <p:spPr>
          <a:xfrm>
            <a:off x="8039100" y="4076700"/>
            <a:ext cx="3048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9"/>
          <p:cNvSpPr/>
          <p:nvPr/>
        </p:nvSpPr>
        <p:spPr>
          <a:xfrm>
            <a:off x="8401050" y="3810000"/>
            <a:ext cx="17145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b="1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22" name="Connector line-1792365267301-166247425"/>
          <p:cNvSpPr/>
          <p:nvPr/>
        </p:nvSpPr>
        <p:spPr>
          <a:xfrm>
            <a:off x="10172700" y="4076700"/>
            <a:ext cx="3048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10534650" y="3810000"/>
            <a:ext cx="85725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34200" y="445770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16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6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858000" y="5105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67600" y="5048250"/>
            <a:ext cx="403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endParaRPr lang="en-US" sz="2550" dirty="0"/>
          </a:p>
        </p:txBody>
      </p:sp>
      <p:sp>
        <p:nvSpPr>
          <p:cNvPr id="27" name="Text richtext-1792365267308-529101498"/>
          <p:cNvSpPr/>
          <p:nvPr/>
        </p:nvSpPr>
        <p:spPr>
          <a:xfrm>
            <a:off x="6858000" y="6019800"/>
            <a:ext cx="4610100" cy="2857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bí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2115800" y="2762250"/>
            <a:ext cx="5257800" cy="6191250"/>
          </a:xfrm>
          <a:prstGeom prst="roundRect">
            <a:avLst>
              <a:gd name="adj" fmla="val 47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0" y="3105150"/>
            <a:ext cx="4800600" cy="1714500"/>
          </a:xfrm>
          <a:prstGeom prst="roundRect">
            <a:avLst>
              <a:gd name="adj" fmla="val 10000"/>
            </a:avLst>
          </a:prstGeom>
          <a:solidFill>
            <a:srgbClr val="F8D9D0"/>
          </a:solidFill>
          <a:ln/>
        </p:spPr>
      </p:sp>
      <p:sp>
        <p:nvSpPr>
          <p:cNvPr id="30" name="Text 28"/>
          <p:cNvSpPr/>
          <p:nvPr/>
        </p:nvSpPr>
        <p:spPr>
          <a:xfrm>
            <a:off x="12611100" y="323850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8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1" name="Connector line-1792365267316-89861603"/>
          <p:cNvSpPr/>
          <p:nvPr/>
        </p:nvSpPr>
        <p:spPr>
          <a:xfrm>
            <a:off x="14497050" y="3486150"/>
            <a:ext cx="476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32" name="Text 30"/>
          <p:cNvSpPr/>
          <p:nvPr/>
        </p:nvSpPr>
        <p:spPr>
          <a:xfrm>
            <a:off x="15068550" y="323850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8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611100" y="384810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8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4" name="Connector line-1792365267320-502707756"/>
          <p:cNvSpPr/>
          <p:nvPr/>
        </p:nvSpPr>
        <p:spPr>
          <a:xfrm>
            <a:off x="14497050" y="4095750"/>
            <a:ext cx="476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35" name="Text 33"/>
          <p:cNvSpPr/>
          <p:nvPr/>
        </p:nvSpPr>
        <p:spPr>
          <a:xfrm>
            <a:off x="15068550" y="384810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8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611100" y="4457700"/>
            <a:ext cx="447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6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458700" y="5105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3068300" y="5048250"/>
            <a:ext cx="403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550" dirty="0"/>
          </a:p>
        </p:txBody>
      </p:sp>
      <p:sp>
        <p:nvSpPr>
          <p:cNvPr id="39" name="Text richtext-1792365267328-435974972"/>
          <p:cNvSpPr/>
          <p:nvPr/>
        </p:nvSpPr>
        <p:spPr>
          <a:xfrm>
            <a:off x="12458700" y="6019800"/>
            <a:ext cx="4610100" cy="2857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pyotp.verify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liên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chọn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40" name="Connector line-1792365267334-45455877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0308a77c-8497-4ab4-8156-998cf29a47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91821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Đồng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 25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giây.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 còn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không,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191000"/>
            <a:ext cx="9182100" cy="466725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14825" y="4552950"/>
            <a:ext cx="2381250" cy="4381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chủ:</a:t>
            </a:r>
            <a:r>
              <a:rPr lang="en-US" sz="18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1800" dirty="0" spc="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180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endParaRPr lang="en-US" sz="1800" dirty="0"/>
          </a:p>
        </p:txBody>
      </p:sp>
      <p:sp>
        <p:nvSpPr>
          <p:cNvPr id="7" name="Connector line-1792366406281-29862323"/>
          <p:cNvSpPr/>
          <p:nvPr/>
        </p:nvSpPr>
        <p:spPr>
          <a:xfrm>
            <a:off x="5505450" y="5029200"/>
            <a:ext cx="0" cy="2857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7162800" y="4552950"/>
            <a:ext cx="2571750" cy="4381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điện</a:t>
            </a:r>
            <a:r>
              <a:rPr lang="en-US" sz="18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thoại:</a:t>
            </a:r>
            <a:r>
              <a:rPr lang="en-US" sz="18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+25</a:t>
            </a:r>
            <a:r>
              <a:rPr lang="en-US" sz="18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1800" dirty="0"/>
          </a:p>
        </p:txBody>
      </p:sp>
      <p:sp>
        <p:nvSpPr>
          <p:cNvPr id="9" name="Connector line-1792366406286-525692034"/>
          <p:cNvSpPr/>
          <p:nvPr/>
        </p:nvSpPr>
        <p:spPr>
          <a:xfrm>
            <a:off x="8448675" y="5029200"/>
            <a:ext cx="0" cy="2857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8"/>
          <p:cNvSpPr/>
          <p:nvPr/>
        </p:nvSpPr>
        <p:spPr>
          <a:xfrm>
            <a:off x="1181100" y="5391150"/>
            <a:ext cx="2762250" cy="1143000"/>
          </a:xfrm>
          <a:prstGeom prst="roundRect">
            <a:avLst>
              <a:gd name="adj" fmla="val 16667"/>
            </a:avLst>
          </a:prstGeom>
          <a:solidFill>
            <a:srgbClr val="F3EEE3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565785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81100" y="607695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124325" y="5391150"/>
            <a:ext cx="2762250" cy="1143000"/>
          </a:xfrm>
          <a:prstGeom prst="roundRect">
            <a:avLst>
              <a:gd name="adj" fmla="val 16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4325" y="565785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124325" y="607695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067550" y="5391150"/>
            <a:ext cx="2762250" cy="1143000"/>
          </a:xfrm>
          <a:prstGeom prst="roundRect">
            <a:avLst>
              <a:gd name="adj" fmla="val 16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7550" y="565785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67550" y="607695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4124325" y="6819900"/>
            <a:ext cx="2762250" cy="152400"/>
          </a:xfrm>
          <a:custGeom>
            <a:avLst/>
            <a:gdLst/>
            <a:ahLst/>
            <a:cxnLst/>
            <a:rect l="l" t="t" r="r" b="b"/>
            <a:pathLst>
              <a:path w="2762250" h="152400">
                <a:moveTo>
                  <a:pt x="0" y="0"/>
                </a:moveTo>
                <a:lnTo>
                  <a:pt x="0" y="152400"/>
                </a:lnTo>
                <a:lnTo>
                  <a:pt x="2762250" y="152400"/>
                </a:lnTo>
                <a:lnTo>
                  <a:pt x="2762250" y="0"/>
                </a:lnTo>
              </a:path>
            </a:pathLst>
          </a:custGeom>
          <a:ln w="28575">
            <a:solidFill>
              <a:srgbClr val="E84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4325" y="7067550"/>
            <a:ext cx="276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1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81100" y="7677150"/>
            <a:ext cx="8648700" cy="152400"/>
          </a:xfrm>
          <a:custGeom>
            <a:avLst/>
            <a:gdLst/>
            <a:ahLst/>
            <a:cxnLst/>
            <a:rect l="l" t="t" r="r" b="b"/>
            <a:pathLst>
              <a:path w="8648700" h="152400">
                <a:moveTo>
                  <a:pt x="0" y="0"/>
                </a:moveTo>
                <a:lnTo>
                  <a:pt x="0" y="152400"/>
                </a:lnTo>
                <a:lnTo>
                  <a:pt x="8648700" y="152400"/>
                </a:lnTo>
                <a:lnTo>
                  <a:pt x="8648700" y="0"/>
                </a:lnTo>
              </a:path>
            </a:pathLst>
          </a:custGeom>
          <a:ln w="28575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1100" y="7924800"/>
            <a:ext cx="8648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b="1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477500" y="952500"/>
            <a:ext cx="6896100" cy="7905750"/>
          </a:xfrm>
          <a:prstGeom prst="roundRect">
            <a:avLst>
              <a:gd name="adj" fmla="val 3867"/>
            </a:avLst>
          </a:prstGeom>
          <a:solidFill>
            <a:srgbClr val="1F3FD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34700" y="1371600"/>
            <a:ext cx="609600" cy="609600"/>
          </a:xfrm>
          <a:prstGeom prst="ellipse">
            <a:avLst/>
          </a:prstGeom>
          <a:solidFill>
            <a:srgbClr val="1F3F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7100" y="1562100"/>
            <a:ext cx="323850" cy="257175"/>
          </a:xfrm>
          <a:custGeom>
            <a:avLst/>
            <a:gdLst/>
            <a:ahLst/>
            <a:cxnLst/>
            <a:rect l="l" t="t" r="r" b="b"/>
            <a:pathLst>
              <a:path w="323850" h="257175">
                <a:moveTo>
                  <a:pt x="0" y="133350"/>
                </a:moveTo>
                <a:lnTo>
                  <a:pt x="114300" y="257175"/>
                </a:lnTo>
                <a:lnTo>
                  <a:pt x="323850" y="0"/>
                </a:lnTo>
              </a:path>
            </a:pathLst>
          </a:custGeom>
          <a:ln w="476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34700" y="22860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934700" y="2647950"/>
            <a:ext cx="609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Tùy</a:t>
            </a:r>
            <a:r>
              <a:rPr lang="en-US" sz="48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48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48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0934700" y="3771900"/>
            <a:ext cx="6096000" cy="4476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350"/>
              </a:spcAft>
              <a:buNone/>
            </a:pP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</a:t>
            </a:r>
            <a:r>
              <a:rPr lang="en-US" sz="25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5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2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mã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2550" dirty="0"/>
          </a:p>
          <a:p>
            <a:pPr algn="l" indent="0" marL="0">
              <a:lnSpc>
                <a:spcPts val="3315"/>
              </a:lnSpc>
              <a:spcAft>
                <a:spcPts val="1350"/>
              </a:spcAft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chối;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(trước,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tại,</a:t>
            </a:r>
            <a:r>
              <a:rPr lang="en-US" sz="25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sau)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nhận.</a:t>
            </a:r>
            <a:endParaRPr lang="en-US" sz="25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100" dirty="0" spc="-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100" dirty="0" spc="-1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1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100" dirty="0" spc="-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(17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2100" dirty="0" spc="-1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phút,</a:t>
            </a:r>
            <a:r>
              <a:rPr lang="en-US" sz="2100" dirty="0" spc="-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Google)</a:t>
            </a:r>
            <a:r>
              <a:rPr lang="en-US" sz="2100" dirty="0" spc="1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100" dirty="0" spc="-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100" dirty="0" spc="-1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100" dirty="0" spc="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trúng.</a:t>
            </a:r>
            <a:endParaRPr lang="en-US" sz="2550" dirty="0"/>
          </a:p>
        </p:txBody>
      </p:sp>
      <p:sp>
        <p:nvSpPr>
          <p:cNvPr id="29" name="Connector line-1792366406330-24547031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0e014f8a-bf36-4d12-87eb-371d29e041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257800" cy="2238375"/>
          </a:xfrm>
          <a:prstGeom prst="roundRect">
            <a:avLst>
              <a:gd name="adj" fmla="val 1021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285750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TOTP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81100" y="3505200"/>
            <a:ext cx="47244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Time-based</a:t>
            </a: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One-Time</a:t>
            </a:r>
            <a:r>
              <a:rPr lang="en-US" sz="16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Password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1100" y="4133850"/>
            <a:ext cx="47244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bí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15100" y="2667000"/>
            <a:ext cx="5257800" cy="2238375"/>
          </a:xfrm>
          <a:prstGeom prst="roundRect">
            <a:avLst>
              <a:gd name="adj" fmla="val 1021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1800" y="285750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HOTP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781800" y="3505200"/>
            <a:ext cx="47244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HMAC-based</a:t>
            </a: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One-Time</a:t>
            </a:r>
            <a:r>
              <a:rPr lang="en-US" sz="16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Password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81800" y="4133850"/>
            <a:ext cx="47244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1800" dirty="0" spc="-5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TOTP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15800" y="2667000"/>
            <a:ext cx="5257800" cy="2238375"/>
          </a:xfrm>
          <a:prstGeom prst="roundRect">
            <a:avLst>
              <a:gd name="adj" fmla="val 1021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0" y="285750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2382500" y="3505200"/>
            <a:ext cx="47244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 Message</a:t>
            </a:r>
            <a:r>
              <a:rPr lang="en-US" sz="16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82500" y="4133850"/>
            <a:ext cx="47244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trộn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bí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 bằng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5095875"/>
            <a:ext cx="5257800" cy="2238375"/>
          </a:xfrm>
          <a:prstGeom prst="roundRect">
            <a:avLst>
              <a:gd name="adj" fmla="val 1021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1100" y="5286375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QR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181100" y="5934075"/>
            <a:ext cx="47244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</a:t>
            </a:r>
            <a:r>
              <a:rPr lang="en-US" sz="16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81100" y="6562725"/>
            <a:ext cx="47244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vạch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chiều; ở</a:t>
            </a:r>
            <a:r>
              <a:rPr lang="en-US" sz="18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15100" y="5095875"/>
            <a:ext cx="5257800" cy="2238375"/>
          </a:xfrm>
          <a:prstGeom prst="roundRect">
            <a:avLst>
              <a:gd name="adj" fmla="val 1021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1800" y="5286375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6781800" y="5934075"/>
            <a:ext cx="47244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781800" y="6562725"/>
            <a:ext cx="47244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115800" y="5095875"/>
            <a:ext cx="5257800" cy="2238375"/>
          </a:xfrm>
          <a:prstGeom prst="roundRect">
            <a:avLst>
              <a:gd name="adj" fmla="val 1021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82500" y="5286375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8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2382500" y="5934075"/>
            <a:ext cx="47244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382500" y="6562725"/>
            <a:ext cx="47244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18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800" dirty="0" spc="-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HOTP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4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TOTP;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không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endParaRPr lang="en-US" sz="1800" dirty="0"/>
          </a:p>
        </p:txBody>
      </p:sp>
      <p:sp>
        <p:nvSpPr>
          <p:cNvPr id="28" name="Connector line-1792367681035-232322614"/>
          <p:cNvSpPr/>
          <p:nvPr/>
        </p:nvSpPr>
        <p:spPr>
          <a:xfrm>
            <a:off x="914400" y="762000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914400" y="78295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14400" y="81915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Google</a:t>
            </a:r>
            <a:r>
              <a:rPr lang="en-US" sz="1950" dirty="0" spc="-4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URI</a:t>
            </a:r>
            <a:r>
              <a:rPr lang="en-US" sz="19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Format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pyotp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google-authenticator-libpam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4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14400" y="86487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32" name="Connector line-1792367681042-96617390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6ad13f4a-ee63-41a8-aea2-a3a57ae1c6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2026-10-19T00:07:40Z</dcterms:created>
  <dcterms:modified xsi:type="dcterms:W3CDTF">2026-10-19T00:07:40Z</dcterms:modified>
</cp:coreProperties>
</file>