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538162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19137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 là</a:t>
            </a:r>
            <a:r>
              <a:rPr lang="en-US" sz="300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8334375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96500" y="123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096500" y="1714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96500" y="1714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10572750" y="2095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096500" y="31432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96500" y="31432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72750" y="3524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0096500" y="45720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96500" y="45720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0572750" y="49530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096500" y="60007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96500" y="60007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72750" y="63817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có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0096500" y="7429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96500" y="7429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2750" y="7810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096500" y="885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4d14974-534e-4dca-b785-f0ec56df74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traffic?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 lần</a:t>
            </a:r>
            <a:r>
              <a:rPr lang="en-US" sz="28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01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64" dirty="0"/>
          </a:p>
        </p:txBody>
      </p:sp>
      <p:sp>
        <p:nvSpPr>
          <p:cNvPr id="7" name="Text 5"/>
          <p:cNvSpPr/>
          <p:nvPr/>
        </p:nvSpPr>
        <p:spPr>
          <a:xfrm>
            <a:off x="12001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endParaRPr lang="en-US" sz="2700" dirty="0"/>
          </a:p>
        </p:txBody>
      </p:sp>
      <p:sp>
        <p:nvSpPr>
          <p:cNvPr id="8" name="Connector line-1792369960068-264152700"/>
          <p:cNvSpPr/>
          <p:nvPr/>
        </p:nvSpPr>
        <p:spPr>
          <a:xfrm>
            <a:off x="382905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431482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057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1" name="Text 9"/>
          <p:cNvSpPr/>
          <p:nvPr/>
        </p:nvSpPr>
        <p:spPr>
          <a:xfrm>
            <a:off x="460057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700" dirty="0"/>
          </a:p>
        </p:txBody>
      </p:sp>
      <p:sp>
        <p:nvSpPr>
          <p:cNvPr id="12" name="Connector line-1792369960076-336303180"/>
          <p:cNvSpPr/>
          <p:nvPr/>
        </p:nvSpPr>
        <p:spPr>
          <a:xfrm>
            <a:off x="722947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771525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5" name="Text 13"/>
          <p:cNvSpPr/>
          <p:nvPr/>
        </p:nvSpPr>
        <p:spPr>
          <a:xfrm>
            <a:off x="800100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700" dirty="0"/>
          </a:p>
        </p:txBody>
      </p:sp>
      <p:sp>
        <p:nvSpPr>
          <p:cNvPr id="16" name="Connector line-1792369960082-857602443"/>
          <p:cNvSpPr/>
          <p:nvPr/>
        </p:nvSpPr>
        <p:spPr>
          <a:xfrm>
            <a:off x="1062990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7" name="Shape 15"/>
          <p:cNvSpPr/>
          <p:nvPr/>
        </p:nvSpPr>
        <p:spPr>
          <a:xfrm>
            <a:off x="1111567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0142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364" dirty="0"/>
          </a:p>
        </p:txBody>
      </p:sp>
      <p:sp>
        <p:nvSpPr>
          <p:cNvPr id="19" name="Text 17"/>
          <p:cNvSpPr/>
          <p:nvPr/>
        </p:nvSpPr>
        <p:spPr>
          <a:xfrm>
            <a:off x="1140142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endParaRPr lang="en-US" sz="2700" dirty="0"/>
          </a:p>
        </p:txBody>
      </p:sp>
      <p:sp>
        <p:nvSpPr>
          <p:cNvPr id="20" name="Connector line-1792369960089-777328455"/>
          <p:cNvSpPr/>
          <p:nvPr/>
        </p:nvSpPr>
        <p:spPr>
          <a:xfrm>
            <a:off x="1403032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1" name="Shape 19"/>
          <p:cNvSpPr/>
          <p:nvPr/>
        </p:nvSpPr>
        <p:spPr>
          <a:xfrm>
            <a:off x="145161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8018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64" dirty="0"/>
          </a:p>
        </p:txBody>
      </p:sp>
      <p:sp>
        <p:nvSpPr>
          <p:cNvPr id="23" name="Text 21"/>
          <p:cNvSpPr/>
          <p:nvPr/>
        </p:nvSpPr>
        <p:spPr>
          <a:xfrm>
            <a:off x="148018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144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5161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781050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4d63d34-9fcd-4fa3-8401-5a9943f0be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89" dirty="0"/>
          </a:p>
        </p:txBody>
      </p:sp>
      <p:sp>
        <p:nvSpPr>
          <p:cNvPr id="6" name="Text 4"/>
          <p:cNvSpPr/>
          <p:nvPr/>
        </p:nvSpPr>
        <p:spPr>
          <a:xfrm>
            <a:off x="2952750" y="34671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endpoint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7" name="Text richtext-1792369973520-77281639"/>
          <p:cNvSpPr/>
          <p:nvPr/>
        </p:nvSpPr>
        <p:spPr>
          <a:xfrm>
            <a:off x="2952750" y="42862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Selector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nhãn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63817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89" dirty="0"/>
          </a:p>
        </p:txBody>
      </p:sp>
      <p:sp>
        <p:nvSpPr>
          <p:cNvPr id="10" name="Text 8"/>
          <p:cNvSpPr/>
          <p:nvPr/>
        </p:nvSpPr>
        <p:spPr>
          <a:xfrm>
            <a:off x="2952750" y="63246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11" name="Text richtext-1792369973550-985806710"/>
          <p:cNvSpPr/>
          <p:nvPr/>
        </p:nvSpPr>
        <p:spPr>
          <a:xfrm>
            <a:off x="2952750" y="71437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targetPort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khớp cổng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ghi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targetPort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84440ca-79c8-494a-a650-0f9918754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95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ready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ready:</a:t>
            </a:r>
            <a:r>
              <a:rPr lang="en-US" sz="28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serving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terminating</a:t>
            </a:r>
            <a:r>
              <a:rPr lang="en-US" sz="28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b="1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serving: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r>
                        <a:rPr lang="en-US" sz="25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readiness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terminating:</a:t>
                      </a:r>
                      <a:r>
                        <a:rPr lang="en-US" sz="25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xóa; ready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vẫn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Service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đặt</a:t>
                      </a:r>
                      <a:r>
                        <a:rPr lang="en-US" sz="255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publishNotReadyAddresses: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182880" marB="1828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Ngoại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lệ: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177d3d2-f415-4912-a2ff-82c5075180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66675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5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đủ: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1905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8039100" y="3048000"/>
            <a:ext cx="9334500" cy="457200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4290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100" b="1" spc="1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515350" y="400050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namespace: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515350" y="4762500"/>
            <a:ext cx="14287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39350" y="49149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75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475" dirty="0"/>
          </a:p>
        </p:txBody>
      </p:sp>
      <p:sp>
        <p:nvSpPr>
          <p:cNvPr id="13" name="Text 11"/>
          <p:cNvSpPr/>
          <p:nvPr/>
        </p:nvSpPr>
        <p:spPr>
          <a:xfrm>
            <a:off x="10267950" y="4762500"/>
            <a:ext cx="31432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515350" y="59055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phần: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515350" y="6572250"/>
            <a:ext cx="123825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829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74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474" dirty="0"/>
          </a:p>
        </p:txBody>
      </p:sp>
      <p:sp>
        <p:nvSpPr>
          <p:cNvPr id="17" name="Text 15"/>
          <p:cNvSpPr/>
          <p:nvPr/>
        </p:nvSpPr>
        <p:spPr>
          <a:xfrm>
            <a:off x="10039350" y="657225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7305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74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474" dirty="0"/>
          </a:p>
        </p:txBody>
      </p:sp>
      <p:sp>
        <p:nvSpPr>
          <p:cNvPr id="19" name="Text 17"/>
          <p:cNvSpPr/>
          <p:nvPr/>
        </p:nvSpPr>
        <p:spPr>
          <a:xfrm>
            <a:off x="13182600" y="6572250"/>
            <a:ext cx="11430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401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74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474" dirty="0"/>
          </a:p>
        </p:txBody>
      </p:sp>
      <p:sp>
        <p:nvSpPr>
          <p:cNvPr id="21" name="Text 19"/>
          <p:cNvSpPr/>
          <p:nvPr/>
        </p:nvSpPr>
        <p:spPr>
          <a:xfrm>
            <a:off x="14611350" y="6572250"/>
            <a:ext cx="2095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miền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800100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 đủ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9d960084-f7b0-45e3-8617-793f2af79f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75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762500"/>
            <a:ext cx="285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2382500" y="3048000"/>
            <a:ext cx="4991100" cy="5715000"/>
          </a:xfrm>
          <a:prstGeom prst="roundRect">
            <a:avLst>
              <a:gd name="adj" fmla="val 610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6" name="Text 4"/>
          <p:cNvSpPr/>
          <p:nvPr/>
        </p:nvSpPr>
        <p:spPr>
          <a:xfrm>
            <a:off x="12763500" y="3286125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0" y="4857750"/>
            <a:ext cx="3848100" cy="1143000"/>
          </a:xfrm>
          <a:prstGeom prst="roundRect">
            <a:avLst>
              <a:gd name="adj" fmla="val 23333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3771900" y="3810000"/>
            <a:ext cx="1943100" cy="1333500"/>
          </a:xfrm>
          <a:custGeom>
            <a:avLst/>
            <a:gdLst/>
            <a:ahLst/>
            <a:cxnLst/>
            <a:rect l="l" t="t" r="r" b="b"/>
            <a:pathLst>
              <a:path w="1943100" h="1333500">
                <a:moveTo>
                  <a:pt x="0" y="1333500"/>
                </a:moveTo>
                <a:cubicBezTo>
                  <a:pt x="990600" y="1333500"/>
                  <a:pt x="990600" y="0"/>
                  <a:pt x="1943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3238500"/>
            <a:ext cx="2381250" cy="1143000"/>
          </a:xfrm>
          <a:prstGeom prst="roundRect">
            <a:avLst>
              <a:gd name="adj" fmla="val 2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Tường</a:t>
            </a:r>
            <a:r>
              <a:rPr lang="en-US" sz="24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400" dirty="0"/>
          </a:p>
        </p:txBody>
      </p:sp>
      <p:sp>
        <p:nvSpPr>
          <p:cNvPr id="10" name="Connector line-1792370021700-757674039"/>
          <p:cNvSpPr/>
          <p:nvPr/>
        </p:nvSpPr>
        <p:spPr>
          <a:xfrm>
            <a:off x="8191500" y="3810000"/>
            <a:ext cx="11430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429750" y="35242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✕ NodePort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715000" y="4524375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NodePort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3771900" y="5715000"/>
            <a:ext cx="1943100" cy="1524000"/>
          </a:xfrm>
          <a:custGeom>
            <a:avLst/>
            <a:gdLst/>
            <a:ahLst/>
            <a:cxnLst/>
            <a:rect l="l" t="t" r="r" b="b"/>
            <a:pathLst>
              <a:path w="1943100" h="1524000">
                <a:moveTo>
                  <a:pt x="0" y="0"/>
                </a:moveTo>
                <a:cubicBezTo>
                  <a:pt x="990600" y="0"/>
                  <a:pt x="990600" y="1524000"/>
                  <a:pt x="1943100" y="1524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6667500"/>
            <a:ext cx="38100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LoadBalancer:</a:t>
            </a:r>
            <a:r>
              <a:rPr lang="en-US" sz="24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</a:t>
            </a:r>
            <a:endParaRPr lang="en-US" sz="2400" dirty="0"/>
          </a:p>
        </p:txBody>
      </p:sp>
      <p:sp>
        <p:nvSpPr>
          <p:cNvPr id="15" name="Connector line-1792370021712-637170381"/>
          <p:cNvSpPr/>
          <p:nvPr/>
        </p:nvSpPr>
        <p:spPr>
          <a:xfrm>
            <a:off x="9620250" y="7239000"/>
            <a:ext cx="9525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715000" y="7953375"/>
            <a:ext cx="647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(bộ cân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tải).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0873225-bb48-49ac-beb5-434c72b699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</a:t>
            </a:r>
            <a:r>
              <a:rPr lang="en-US" sz="28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văn: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382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863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102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102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headless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583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821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5821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ExternalName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302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37541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Addresses: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69532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723900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3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3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90650" y="7810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f9e2fce-80f9-4582-95f1-76936cbd1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30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90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4191000"/>
          </a:xfrm>
          <a:prstGeom prst="roundRect">
            <a:avLst>
              <a:gd name="adj" fmla="val 8182"/>
            </a:avLst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4286250"/>
            <a:ext cx="15240000" cy="1047750"/>
          </a:xfrm>
          <a:prstGeom prst="rect">
            <a:avLst/>
          </a:prstGeom>
          <a:noFill/>
          <a:ln/>
        </p:spPr>
        <p:txBody>
          <a:bodyPr wrap="square" lIns="0" tIns="38100" rIns="0" bIns="-38100" rtlCol="0" anchor="t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60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6000" dirty="0"/>
          </a:p>
        </p:txBody>
      </p:sp>
      <p:sp>
        <p:nvSpPr>
          <p:cNvPr id="7" name="Text richtext-1792370057144-638321646"/>
          <p:cNvSpPr/>
          <p:nvPr/>
        </p:nvSpPr>
        <p:spPr>
          <a:xfrm>
            <a:off x="1485900" y="5524500"/>
            <a:ext cx="15430500" cy="2095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false: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bfbca1c-820a-459a-a8f8-c2132cd233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6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1185062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Chỗ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Endpoint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4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traffic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targetPort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 thì bằng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port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DNS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Khác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namespace: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thêm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</a:t>
                      </a: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vào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NodePort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dải</a:t>
                      </a:r>
                      <a:r>
                        <a:rPr lang="en-US" sz="24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30000–32767</a:t>
                      </a:r>
                      <a:r>
                        <a:rPr lang="en-US" sz="24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node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LoadBalancer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 nhà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cloud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phần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MetalLB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40a8ee1-812d-4dc0-8237-2e9e5ab296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144000" cy="1762125"/>
          </a:xfrm>
          <a:prstGeom prst="roundRect">
            <a:avLst>
              <a:gd name="adj" fmla="val 1513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2420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3496" dirty="0"/>
          </a:p>
        </p:txBody>
      </p:sp>
      <p:sp>
        <p:nvSpPr>
          <p:cNvPr id="6" name="Text 4"/>
          <p:cNvSpPr/>
          <p:nvPr/>
        </p:nvSpPr>
        <p:spPr>
          <a:xfrm>
            <a:off x="1295400" y="3771900"/>
            <a:ext cx="8382000" cy="666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810125"/>
            <a:ext cx="9144000" cy="1762125"/>
          </a:xfrm>
          <a:prstGeom prst="roundRect">
            <a:avLst>
              <a:gd name="adj" fmla="val 1513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076825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496" dirty="0"/>
          </a:p>
        </p:txBody>
      </p:sp>
      <p:sp>
        <p:nvSpPr>
          <p:cNvPr id="9" name="Text 7"/>
          <p:cNvSpPr/>
          <p:nvPr/>
        </p:nvSpPr>
        <p:spPr>
          <a:xfrm>
            <a:off x="1295400" y="5724525"/>
            <a:ext cx="8382000" cy="666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22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9144000" cy="1762125"/>
          </a:xfrm>
          <a:prstGeom prst="roundRect">
            <a:avLst>
              <a:gd name="adj" fmla="val 1513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02945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3496" dirty="0"/>
          </a:p>
        </p:txBody>
      </p:sp>
      <p:sp>
        <p:nvSpPr>
          <p:cNvPr id="12" name="Text 10"/>
          <p:cNvSpPr/>
          <p:nvPr/>
        </p:nvSpPr>
        <p:spPr>
          <a:xfrm>
            <a:off x="1295400" y="7677150"/>
            <a:ext cx="8382000" cy="666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Balancer: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477500" y="2857500"/>
            <a:ext cx="6896100" cy="5667375"/>
          </a:xfrm>
          <a:prstGeom prst="roundRect">
            <a:avLst>
              <a:gd name="adj" fmla="val 4706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319087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370089974-345260539"/>
          <p:cNvSpPr/>
          <p:nvPr/>
        </p:nvSpPr>
        <p:spPr>
          <a:xfrm>
            <a:off x="10858500" y="3810000"/>
            <a:ext cx="6191250" cy="4476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EndpointSlice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b8cc11b-03cd-4044-a3bf-a41b608a60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2026-10-19T02:13:02Z</dcterms:created>
  <dcterms:modified xsi:type="dcterms:W3CDTF">2026-10-19T02:13:02Z</dcterms:modified>
</cp:coreProperties>
</file>