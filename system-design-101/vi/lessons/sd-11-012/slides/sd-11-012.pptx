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1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Lambda phản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 nhanh: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chờ.</a:t>
            </a:r>
            <a:endParaRPr lang="en-US" sz="3000" dirty="0"/>
          </a:p>
        </p:txBody>
      </p:sp>
      <p:sp>
        <p:nvSpPr>
          <p:cNvPr id="5" name="Connector line-1792422812647-42349619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mẹo.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2857500"/>
            <a:ext cx="1485900" cy="2095500"/>
          </a:xfrm>
          <a:custGeom>
            <a:avLst/>
            <a:gdLst/>
            <a:ahLst/>
            <a:cxnLst/>
            <a:rect l="l" t="t" r="r" b="b"/>
            <a:pathLst>
              <a:path w="1485900" h="2095500">
                <a:moveTo>
                  <a:pt x="0" y="2095500"/>
                </a:moveTo>
                <a:cubicBezTo>
                  <a:pt x="723900" y="209550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191000"/>
            <a:ext cx="1485900" cy="762000"/>
          </a:xfrm>
          <a:custGeom>
            <a:avLst/>
            <a:gdLst/>
            <a:ahLst/>
            <a:cxnLst/>
            <a:rect l="l" t="t" r="r" b="b"/>
            <a:pathLst>
              <a:path w="1485900" h="762000">
                <a:moveTo>
                  <a:pt x="0" y="762000"/>
                </a:moveTo>
                <a:cubicBezTo>
                  <a:pt x="723900" y="76200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762000"/>
          </a:xfrm>
          <a:custGeom>
            <a:avLst/>
            <a:gdLst/>
            <a:ahLst/>
            <a:cxnLst/>
            <a:rect l="l" t="t" r="r" b="b"/>
            <a:pathLst>
              <a:path w="1485900" h="762000">
                <a:moveTo>
                  <a:pt x="0" y="0"/>
                </a:moveTo>
                <a:cubicBezTo>
                  <a:pt x="723900" y="0"/>
                  <a:pt x="723900" y="762000"/>
                  <a:pt x="1485900" y="76200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2095500"/>
          </a:xfrm>
          <a:custGeom>
            <a:avLst/>
            <a:gdLst/>
            <a:ahLst/>
            <a:cxnLst/>
            <a:rect l="l" t="t" r="r" b="b"/>
            <a:pathLst>
              <a:path w="1485900" h="2095500">
                <a:moveTo>
                  <a:pt x="0" y="0"/>
                </a:moveTo>
                <a:cubicBezTo>
                  <a:pt x="723900" y="0"/>
                  <a:pt x="723900" y="2095500"/>
                  <a:pt x="1485900" y="209550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Lambda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63500" y="2495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phân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353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686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ef67c12-3fce-4e4b-a8b3-d2f8f745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cắt</a:t>
            </a:r>
            <a:r>
              <a:rPr lang="en-US" sz="6900" dirty="0" spc="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9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chờ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fae0175b-39c5-46c3-a422-63e34f38f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GỌI HÀM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chờ,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428750" y="285750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429500" y="285750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430250" y="285750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7" name="Connector line-1792422816652-899250540"/>
          <p:cNvSpPr/>
          <p:nvPr/>
        </p:nvSpPr>
        <p:spPr>
          <a:xfrm>
            <a:off x="3143250" y="3619500"/>
            <a:ext cx="0" cy="495300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Connector line-1792422816652-203852608"/>
          <p:cNvSpPr/>
          <p:nvPr/>
        </p:nvSpPr>
        <p:spPr>
          <a:xfrm>
            <a:off x="9144000" y="3619500"/>
            <a:ext cx="0" cy="495300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9" name="Connector line-1792422816653-195463642"/>
          <p:cNvSpPr/>
          <p:nvPr/>
        </p:nvSpPr>
        <p:spPr>
          <a:xfrm>
            <a:off x="15144750" y="3619500"/>
            <a:ext cx="0" cy="495300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3143250" y="4476750"/>
            <a:ext cx="11906250" cy="9144"/>
          </a:xfrm>
          <a:custGeom>
            <a:avLst/>
            <a:gdLst/>
            <a:ahLst/>
            <a:cxnLst/>
            <a:rect l="l" t="t" r="r" b="b"/>
            <a:pathLst>
              <a:path w="11906250" h="9144">
                <a:moveTo>
                  <a:pt x="0" y="0"/>
                </a:moveTo>
                <a:lnTo>
                  <a:pt x="11906250" y="0"/>
                </a:lnTo>
              </a:path>
            </a:pathLst>
          </a:custGeom>
          <a:ln w="47625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0000" y="400050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3238500" y="5429250"/>
            <a:ext cx="11906250" cy="9144"/>
          </a:xfrm>
          <a:custGeom>
            <a:avLst/>
            <a:gdLst/>
            <a:ahLst/>
            <a:cxnLst/>
            <a:rect l="l" t="t" r="r" b="b"/>
            <a:pathLst>
              <a:path w="11906250" h="9144">
                <a:moveTo>
                  <a:pt x="11906250" y="0"/>
                </a:moveTo>
                <a:lnTo>
                  <a:pt x="0" y="0"/>
                </a:lnTo>
              </a:path>
            </a:pathLst>
          </a:custGeom>
          <a:ln w="47625">
            <a:solidFill>
              <a:srgbClr val="7C93FF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3810000" y="495300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3143250" y="6477000"/>
            <a:ext cx="5905500" cy="9144"/>
          </a:xfrm>
          <a:custGeom>
            <a:avLst/>
            <a:gdLst/>
            <a:ahLst/>
            <a:cxnLst/>
            <a:rect l="l" t="t" r="r" b="b"/>
            <a:pathLst>
              <a:path w="5905500" h="9144">
                <a:moveTo>
                  <a:pt x="0" y="0"/>
                </a:moveTo>
                <a:lnTo>
                  <a:pt x="5905500" y="0"/>
                </a:lnTo>
              </a:path>
            </a:pathLst>
          </a:custGeom>
          <a:ln w="47625">
            <a:solidFill>
              <a:srgbClr val="F3EE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10000" y="6000750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100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0" y="7524750"/>
            <a:ext cx="5905500" cy="9144"/>
          </a:xfrm>
          <a:custGeom>
            <a:avLst/>
            <a:gdLst/>
            <a:ahLst/>
            <a:cxnLst/>
            <a:rect l="l" t="t" r="r" b="b"/>
            <a:pathLst>
              <a:path w="5905500" h="9144">
                <a:moveTo>
                  <a:pt x="0" y="0"/>
                </a:moveTo>
                <a:lnTo>
                  <a:pt x="5905500" y="0"/>
                </a:lnTo>
              </a:path>
            </a:pathLst>
          </a:custGeom>
          <a:ln w="47625">
            <a:solidFill>
              <a:srgbClr val="F3EE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0250" y="7048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3d66e6b-1778-4da2-aa6d-30b0f6bbf3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rảnh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1485900" y="4762500"/>
            <a:ext cx="15316200" cy="1428750"/>
          </a:xfrm>
          <a:prstGeom prst="roundRect">
            <a:avLst>
              <a:gd name="adj" fmla="val 18667"/>
            </a:avLst>
          </a:prstGeom>
          <a:solidFill>
            <a:srgbClr val="EBCB92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6477000"/>
            <a:ext cx="14173200" cy="1428750"/>
          </a:xfrm>
          <a:prstGeom prst="roundRect">
            <a:avLst>
              <a:gd name="adj" fmla="val 18667"/>
            </a:avLst>
          </a:prstGeom>
          <a:solidFill>
            <a:srgbClr val="E0B76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0480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866900" y="4762500"/>
            <a:ext cx="14763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vùng: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438400" y="6477000"/>
            <a:ext cx="1352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0a190ffb-9ea2-4f8e-8ea8-d7efae357d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Firecracker: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39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9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KVM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Linux,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4cc2c6d-f038-4aea-a072-8d79c993e5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Ít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5" name="Shape 3"/>
          <p:cNvSpPr/>
          <p:nvPr/>
        </p:nvSpPr>
        <p:spPr>
          <a:xfrm>
            <a:off x="65151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6" name="Shape 4"/>
          <p:cNvSpPr/>
          <p:nvPr/>
        </p:nvSpPr>
        <p:spPr>
          <a:xfrm>
            <a:off x="121158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Chunking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954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mẩu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8961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0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3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tụ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961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dung: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mẩu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4968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SnapStart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968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nguội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cf4adf1-f49a-4e1a-8bb3-b0bbe2c2d7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575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575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50673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6477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68770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770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81250" y="28575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 độ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466725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64770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"Nhanh"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c780cbd-060c-4294-bd65-b4717efd6e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chậm,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F6D5CC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70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6DFCD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SnapStart: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8016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CFE6DF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 nguội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 chờ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524500" y="466725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8100" y="466725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6667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0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 nhẹ</a:t>
            </a:r>
            <a:r>
              <a:rPr lang="en-US" sz="2550" dirty="0" spc="-18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3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mẩu</a:t>
            </a:r>
            <a:r>
              <a:rPr lang="en-US" sz="2550" dirty="0" spc="-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-13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3c7043a-f148-4604-b4c0-12101da59e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CFE6DF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D6DCF7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726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6D5CC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Giữ: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6964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382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lặp: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6964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có: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7ebb669-cc6a-4dec-a5cd-b6a4fc3009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4480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3243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2006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0769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9532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25717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181100" y="34480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81100" y="43243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81100" y="52006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81100" y="60769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KVM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Linux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81100" y="69532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VM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853440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d0632a7-0b3a-4085-9e31-eee0f5e92d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2026-10-19T15:33:37Z</dcterms:created>
  <dcterms:modified xsi:type="dcterms:W3CDTF">2026-10-19T15:33:37Z</dcterms:modified>
</cp:coreProperties>
</file>