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09700"/>
            <a:ext cx="981075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Lịch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953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qua,</a:t>
            </a:r>
            <a:r>
              <a:rPr lang="en-US" sz="30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30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30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thứ ba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15277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315277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315277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39115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539115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539115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952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762952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762952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953750" y="9144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20450" y="12192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1563350" y="12192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563350" y="16383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1563350" y="23431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lỗ,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953750" y="36576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20450" y="39624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4" name="Text 22"/>
          <p:cNvSpPr/>
          <p:nvPr/>
        </p:nvSpPr>
        <p:spPr>
          <a:xfrm>
            <a:off x="11563350" y="39624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563350" y="43815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1563350" y="50863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Smalltalk,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953750" y="64008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20450" y="67056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9" name="Text 27"/>
          <p:cNvSpPr/>
          <p:nvPr/>
        </p:nvSpPr>
        <p:spPr>
          <a:xfrm>
            <a:off x="11563350" y="67056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563350" y="71247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3150" dirty="0"/>
          </a:p>
        </p:txBody>
      </p:sp>
      <p:sp>
        <p:nvSpPr>
          <p:cNvPr id="31" name="Text 29"/>
          <p:cNvSpPr/>
          <p:nvPr/>
        </p:nvSpPr>
        <p:spPr>
          <a:xfrm>
            <a:off x="11563350" y="78295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của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0996061-6f4b-4718-a0ab-7f2bfb2fe2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7147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thẻ đục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bậc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thói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6191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8185433-734152165"/>
          <p:cNvSpPr/>
          <p:nvPr/>
        </p:nvSpPr>
        <p:spPr>
          <a:xfrm>
            <a:off x="1257300" y="66675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Connector line-1792338185458-844399242"/>
          <p:cNvSpPr/>
          <p:nvPr/>
        </p:nvSpPr>
        <p:spPr>
          <a:xfrm>
            <a:off x="9906000" y="1619250"/>
            <a:ext cx="0" cy="6286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753600" y="14668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0363200" y="1238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363200" y="1714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753600" y="25146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363200" y="2286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363200" y="2762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753600" y="35623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0363200" y="3333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363200" y="3810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753600" y="46101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10363200" y="43815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63200" y="48577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753600" y="56578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3200" y="5429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363200" y="5905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753600" y="670560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3200" y="6477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363200" y="6953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C#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753600" y="775335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10363200" y="7524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0363200" y="8001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2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9adc53cc-9b5f-4333-bdb4-2334c5c0b9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33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1957,</a:t>
            </a:r>
            <a:r>
              <a:rPr lang="en-US" sz="28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334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33400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19650" y="53340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1957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3152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sớm;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19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14" name="Connector line-1792338249784-798110827"/>
          <p:cNvSpPr/>
          <p:nvPr/>
        </p:nvSpPr>
        <p:spPr>
          <a:xfrm>
            <a:off x="110871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49784-22052408"/>
          <p:cNvSpPr/>
          <p:nvPr/>
        </p:nvSpPr>
        <p:spPr>
          <a:xfrm>
            <a:off x="136779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3441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9349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55257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155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7155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7155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perforated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1158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063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3063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ngữ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23063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assembly,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7066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8971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48971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8971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năm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1800" dirty="0"/>
          </a:p>
        </p:txBody>
      </p:sp>
      <p:sp>
        <p:nvSpPr>
          <p:cNvPr id="31" name="Connector line-1792338249808-412930608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9525000" y="6362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2287250" y="6858000"/>
            <a:ext cx="15811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097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lệ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9525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2287250" y="77152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recursion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4097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exceptions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aa77562-d98d-469e-93e3-667dd902ab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3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3300" b="1" dirty="0" spc="-3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phổ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905500"/>
            <a:ext cx="952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248150" y="5905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724650" y="590550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124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7300" y="75628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có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bấm.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954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5250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33731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3639800" y="2971800"/>
            <a:ext cx="30861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0" name="Connector line-1792338376292-363344353"/>
          <p:cNvSpPr/>
          <p:nvPr/>
        </p:nvSpPr>
        <p:spPr>
          <a:xfrm>
            <a:off x="13258800" y="4572000"/>
            <a:ext cx="0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525000" y="55626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4200" dirty="0"/>
          </a:p>
        </p:txBody>
      </p:sp>
      <p:sp>
        <p:nvSpPr>
          <p:cNvPr id="22" name="Shape 20"/>
          <p:cNvSpPr/>
          <p:nvPr/>
        </p:nvSpPr>
        <p:spPr>
          <a:xfrm>
            <a:off x="95250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97917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36398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753600" y="2914650"/>
            <a:ext cx="3276600" cy="1333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84f6644-d095-40a1-aa73-d738597569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81025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724400" y="581025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4676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ngữ: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18110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95250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57175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9/1995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33731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398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525000" y="3771900"/>
            <a:ext cx="74676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3962400"/>
            <a:ext cx="689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791700" y="45720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1990,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1" name="Connector line-1792338540731-150385984"/>
          <p:cNvSpPr/>
          <p:nvPr/>
        </p:nvSpPr>
        <p:spPr>
          <a:xfrm>
            <a:off x="9525000" y="546735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9525000" y="561975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1995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5250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33731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5250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PHP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3731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Ruby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3639800" y="25717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 đầu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1990;</a:t>
            </a:r>
            <a:r>
              <a:rPr lang="en-US" sz="28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Netscape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1995.</a:t>
            </a:r>
            <a:endParaRPr lang="en-US" sz="28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cad94dc-7ffa-4087-876a-1a1d7f31ef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3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3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2010;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(2009,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tra)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(2022)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343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057650" y="581025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534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1430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9525000" y="1905000"/>
            <a:ext cx="7467600" cy="1238250"/>
          </a:xfrm>
          <a:prstGeom prst="roundRect">
            <a:avLst>
              <a:gd name="adj" fmla="val 18462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22098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2095500"/>
            <a:ext cx="5619750" cy="9144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Roslyn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525000" y="33337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2010,</a:t>
            </a: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200" dirty="0"/>
          </a:p>
        </p:txBody>
      </p:sp>
      <p:sp>
        <p:nvSpPr>
          <p:cNvPr id="18" name="Shape 16"/>
          <p:cNvSpPr/>
          <p:nvPr/>
        </p:nvSpPr>
        <p:spPr>
          <a:xfrm>
            <a:off x="95250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9" name="Text 17"/>
          <p:cNvSpPr/>
          <p:nvPr/>
        </p:nvSpPr>
        <p:spPr>
          <a:xfrm>
            <a:off x="97917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 MỤC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3731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36398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6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6172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 NGỮ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7155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mạnh,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0777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122682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22682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tùy chọn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46304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30" name="Text 28"/>
          <p:cNvSpPr/>
          <p:nvPr/>
        </p:nvSpPr>
        <p:spPr>
          <a:xfrm>
            <a:off x="148209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48209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 dùng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7917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Rust,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Go,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Kotlin</a:t>
            </a:r>
            <a:endParaRPr lang="en-US" sz="2550" dirty="0"/>
          </a:p>
        </p:txBody>
      </p:sp>
      <p:sp>
        <p:nvSpPr>
          <p:cNvPr id="43" name="Text 41"/>
          <p:cNvSpPr/>
          <p:nvPr/>
        </p:nvSpPr>
        <p:spPr>
          <a:xfrm>
            <a:off x="97917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quả,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6398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136398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57300" y="74676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kiểu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Objective-C.</a:t>
            </a:r>
            <a:endParaRPr lang="en-US" sz="25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8200901c-776b-4de3-9686-896a42d8d7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33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 ngôn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743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7181850"/>
            <a:ext cx="6953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lời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tra;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chưa.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638300"/>
            <a:ext cx="74676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7917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725400" y="215265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0589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40589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791700" y="3219450"/>
            <a:ext cx="6896100" cy="571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</a:t>
            </a:r>
            <a:r>
              <a:rPr lang="en-US" sz="18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25000" y="41719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25000" y="46291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3600" y="48863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515600" y="47625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515600" y="52006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525000" y="586740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53600" y="6124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515600" y="600075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515600" y="64389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“Object-C”,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71056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3600" y="73628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515600" y="72390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0515600" y="76771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e956b96b-7f9c-4f3c-bfbb-1d0da08a04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42100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943100" y="382905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5476875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59721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43100" y="5591175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723900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7734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735330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 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mình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16764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5360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591800" y="1905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Netscape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Navigator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91800" y="25527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Tháng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98145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42481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591800" y="42100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591800" y="4857750"/>
            <a:ext cx="619125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525000" y="6286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553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591800" y="65151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591800" y="71628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38f3063-a275-438b-94dc-efbdc6a942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2192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1920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05575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0375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GUI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810375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Graphical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810375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họa: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09675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155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PHP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1240155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Personal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Home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đầu;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PHP: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Hypertext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Preprocessor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57300" y="64389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Connector line-1792339308462-672422968"/>
          <p:cNvSpPr/>
          <p:nvPr/>
        </p:nvSpPr>
        <p:spPr>
          <a:xfrm>
            <a:off x="9029700" y="6934200"/>
            <a:ext cx="0" cy="129540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57300" y="6877050"/>
            <a:ext cx="742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57300" y="737235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đục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372600" y="68770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372600" y="73723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84391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PC: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Personal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Computer,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Network,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e91f03f-4db8-429e-a6a6-52c7be054c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2026-10-19T15:55:33Z</dcterms:created>
  <dcterms:modified xsi:type="dcterms:W3CDTF">2026-10-19T15:55:33Z</dcterms:modified>
</cp:coreProperties>
</file>