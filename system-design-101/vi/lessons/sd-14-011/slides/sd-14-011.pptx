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423862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SSO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OAuth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2.0: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ủy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Tôi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gì?</a:t>
            </a:r>
            <a:endParaRPr lang="en-US" sz="3000" dirty="0"/>
          </a:p>
        </p:txBody>
      </p:sp>
      <p:sp>
        <p:nvSpPr>
          <p:cNvPr id="5" name="Connector line-1792432106973-278469230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6962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câu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thứ hai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001500" y="3124200"/>
            <a:ext cx="1371600" cy="2000250"/>
          </a:xfrm>
          <a:custGeom>
            <a:avLst/>
            <a:gdLst/>
            <a:ahLst/>
            <a:cxnLst/>
            <a:rect l="l" t="t" r="r" b="b"/>
            <a:pathLst>
              <a:path w="1371600" h="2000250">
                <a:moveTo>
                  <a:pt x="0" y="2000250"/>
                </a:moveTo>
                <a:cubicBezTo>
                  <a:pt x="666750" y="2000250"/>
                  <a:pt x="666750" y="0"/>
                  <a:pt x="13716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0" y="4457700"/>
            <a:ext cx="1371600" cy="666750"/>
          </a:xfrm>
          <a:custGeom>
            <a:avLst/>
            <a:gdLst/>
            <a:ahLst/>
            <a:cxnLst/>
            <a:rect l="l" t="t" r="r" b="b"/>
            <a:pathLst>
              <a:path w="1371600" h="666750">
                <a:moveTo>
                  <a:pt x="0" y="666750"/>
                </a:moveTo>
                <a:cubicBezTo>
                  <a:pt x="666750" y="666750"/>
                  <a:pt x="666750" y="0"/>
                  <a:pt x="13716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01500" y="5124450"/>
            <a:ext cx="1371600" cy="666750"/>
          </a:xfrm>
          <a:custGeom>
            <a:avLst/>
            <a:gdLst/>
            <a:ahLst/>
            <a:cxnLst/>
            <a:rect l="l" t="t" r="r" b="b"/>
            <a:pathLst>
              <a:path w="1371600" h="666750">
                <a:moveTo>
                  <a:pt x="0" y="0"/>
                </a:moveTo>
                <a:cubicBezTo>
                  <a:pt x="666750" y="0"/>
                  <a:pt x="666750" y="666750"/>
                  <a:pt x="1371600" y="6667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0" y="5124450"/>
            <a:ext cx="1371600" cy="2000250"/>
          </a:xfrm>
          <a:custGeom>
            <a:avLst/>
            <a:gdLst/>
            <a:ahLst/>
            <a:cxnLst/>
            <a:rect l="l" t="t" r="r" b="b"/>
            <a:pathLst>
              <a:path w="1371600" h="2000250">
                <a:moveTo>
                  <a:pt x="0" y="0"/>
                </a:moveTo>
                <a:cubicBezTo>
                  <a:pt x="666750" y="0"/>
                  <a:pt x="666750" y="2000250"/>
                  <a:pt x="1371600" y="2000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39400" y="432435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439400" y="4838700"/>
            <a:ext cx="160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33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r>
              <a:rPr lang="en-US" sz="2333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2.0</a:t>
            </a:r>
            <a:endParaRPr lang="en-US" sz="2333" dirty="0"/>
          </a:p>
        </p:txBody>
      </p:sp>
      <p:sp>
        <p:nvSpPr>
          <p:cNvPr id="14" name="Text 12"/>
          <p:cNvSpPr/>
          <p:nvPr/>
        </p:nvSpPr>
        <p:spPr>
          <a:xfrm>
            <a:off x="9620250" y="60960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373100" y="2762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73100" y="4095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100" b="1" dirty="0" spc="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73100" y="5429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PKCE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373100" y="6762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r>
              <a:rPr lang="en-US" sz="21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tính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1dfb1aa-29e0-43e6-98bf-fe57cbd781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381500"/>
          </a:xfrm>
          <a:prstGeom prst="roundRect">
            <a:avLst>
              <a:gd name="adj" fmla="val 782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105150"/>
            <a:ext cx="3048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57300" y="428625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-1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Tôi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4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ai?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381500"/>
          </a:xfrm>
          <a:prstGeom prst="roundRect">
            <a:avLst>
              <a:gd name="adj" fmla="val 7826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3105150"/>
            <a:ext cx="3048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715500" y="428625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54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4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54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tôi?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 access</a:t>
            </a:r>
            <a:r>
              <a:rPr lang="en-US" sz="27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700" dirty="0"/>
          </a:p>
        </p:txBody>
      </p:sp>
      <p:sp>
        <p:nvSpPr>
          <p:cNvPr id="11" name="Connector line-1792432146302-70859204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01e087a-3f35-4149-be6d-fad53d460d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14500"/>
            <a:ext cx="16459200" cy="5334000"/>
          </a:xfrm>
          <a:prstGeom prst="rect">
            <a:avLst/>
          </a:prstGeom>
          <a:noFill/>
          <a:ln/>
        </p:spPr>
        <p:txBody>
          <a:bodyPr wrap="square" lIns="0" tIns="66294" rIns="0" bIns="-66294" rtlCol="0" anchor="t"/>
          <a:lstStyle/>
          <a:p>
            <a:pPr algn="l" indent="0" marL="0">
              <a:lnSpc>
                <a:spcPts val="9396"/>
              </a:lnSpc>
              <a:buNone/>
            </a:pPr>
            <a:r>
              <a:rPr lang="en-US" sz="8700" dirty="0" spc="-1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r>
              <a:rPr lang="en-US" sz="8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7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8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ủy</a:t>
            </a:r>
            <a:r>
              <a:rPr lang="en-US" sz="87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8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-5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8700" dirty="0" spc="-6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8700" dirty="0"/>
          </a:p>
        </p:txBody>
      </p:sp>
      <p:sp>
        <p:nvSpPr>
          <p:cNvPr id="4" name="Text 2"/>
          <p:cNvSpPr/>
          <p:nvPr/>
        </p:nvSpPr>
        <p:spPr>
          <a:xfrm>
            <a:off x="914400" y="7524750"/>
            <a:ext cx="8001000" cy="114300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nhập:</a:t>
            </a:r>
            <a:r>
              <a:rPr lang="en-US" sz="24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372600" y="7524750"/>
            <a:ext cx="8001000" cy="1143000"/>
          </a:xfrm>
          <a:prstGeom prst="roundRect">
            <a:avLst>
              <a:gd name="adj" fmla="val 26667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Ủy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quyền: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400" dirty="0"/>
          </a:p>
        </p:txBody>
      </p:sp>
      <p:sp>
        <p:nvSpPr>
          <p:cNvPr id="6" name="Connector line-1792432159186-76948773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3984bfb-637f-4db3-930a-724563193f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MÃ</a:t>
            </a:r>
            <a:r>
              <a:rPr lang="en-US" sz="1800" b="1" spc="31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800" b="1" spc="3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900" dirty="0"/>
          </a:p>
        </p:txBody>
      </p:sp>
      <p:sp>
        <p:nvSpPr>
          <p:cNvPr id="4" name="Connector line-1792432179900-663917445"/>
          <p:cNvSpPr/>
          <p:nvPr/>
        </p:nvSpPr>
        <p:spPr>
          <a:xfrm>
            <a:off x="3810000" y="3486150"/>
            <a:ext cx="0" cy="53721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Connector line-1792432179900-124135417"/>
          <p:cNvSpPr/>
          <p:nvPr/>
        </p:nvSpPr>
        <p:spPr>
          <a:xfrm>
            <a:off x="9144000" y="3486150"/>
            <a:ext cx="0" cy="53721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Connector line-1792432179901-536480217"/>
          <p:cNvSpPr/>
          <p:nvPr/>
        </p:nvSpPr>
        <p:spPr>
          <a:xfrm>
            <a:off x="14478000" y="3486150"/>
            <a:ext cx="0" cy="53721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476500" y="276225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239000" y="27622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144500" y="276225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05250" y="37909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endParaRPr lang="en-US" sz="2250" dirty="0"/>
          </a:p>
        </p:txBody>
      </p:sp>
      <p:sp>
        <p:nvSpPr>
          <p:cNvPr id="11" name="Connector line-1792432179910-808744181"/>
          <p:cNvSpPr/>
          <p:nvPr/>
        </p:nvSpPr>
        <p:spPr>
          <a:xfrm>
            <a:off x="3905250" y="4286250"/>
            <a:ext cx="5143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048500" y="4762500"/>
            <a:ext cx="4191000" cy="666750"/>
          </a:xfrm>
          <a:prstGeom prst="roundRect">
            <a:avLst>
              <a:gd name="adj" fmla="val 4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905250" y="58864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4" name="Connector line-1792432179915-641435972"/>
          <p:cNvSpPr/>
          <p:nvPr/>
        </p:nvSpPr>
        <p:spPr>
          <a:xfrm flipH="1">
            <a:off x="3905250" y="6381750"/>
            <a:ext cx="5143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905250" y="683895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16" name="Connector line-1792432179918-344309730"/>
          <p:cNvSpPr/>
          <p:nvPr/>
        </p:nvSpPr>
        <p:spPr>
          <a:xfrm>
            <a:off x="3905250" y="7334250"/>
            <a:ext cx="5143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905250" y="7791450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18" name="Connector line-1792432179922-299997437"/>
          <p:cNvSpPr/>
          <p:nvPr/>
        </p:nvSpPr>
        <p:spPr>
          <a:xfrm>
            <a:off x="3905250" y="8286750"/>
            <a:ext cx="10477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432179922-40168378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799862af-6786-49b5-ae60-6f31a66e8b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PKCE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 chính nó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1051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714750"/>
            <a:ext cx="4286250" cy="2381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nhiên: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verifier</a:t>
            </a:r>
            <a:endParaRPr lang="en-US" sz="3000" dirty="0"/>
          </a:p>
        </p:txBody>
      </p:sp>
      <p:sp>
        <p:nvSpPr>
          <p:cNvPr id="7" name="Connector line-1792432196171-383054716"/>
          <p:cNvSpPr/>
          <p:nvPr/>
        </p:nvSpPr>
        <p:spPr>
          <a:xfrm>
            <a:off x="5962650" y="4572000"/>
            <a:ext cx="6096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67500" y="2762250"/>
            <a:ext cx="495300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7010400" y="31051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010400" y="3714750"/>
            <a:ext cx="4286250" cy="2381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SHA-256: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challenge</a:t>
            </a:r>
            <a:endParaRPr lang="en-US" sz="3000" dirty="0"/>
          </a:p>
        </p:txBody>
      </p:sp>
      <p:sp>
        <p:nvSpPr>
          <p:cNvPr id="11" name="Connector line-1792432196177-669786927"/>
          <p:cNvSpPr/>
          <p:nvPr/>
        </p:nvSpPr>
        <p:spPr>
          <a:xfrm>
            <a:off x="11715750" y="4572000"/>
            <a:ext cx="6096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420600" y="2762250"/>
            <a:ext cx="495300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763500" y="31051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763500" y="3714750"/>
            <a:ext cx="4286250" cy="2381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gốc: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verifier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khớp,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bừa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verifier:</a:t>
            </a:r>
            <a:r>
              <a:rPr lang="en-US" sz="255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không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550" dirty="0"/>
          </a:p>
        </p:txBody>
      </p:sp>
      <p:sp>
        <p:nvSpPr>
          <p:cNvPr id="17" name="Connector line-1792432196196-8285574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fc24e50-b1d2-46f8-bfab-e85e911118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9525000" cy="1428750"/>
          </a:xfrm>
          <a:prstGeom prst="roundRect">
            <a:avLst>
              <a:gd name="adj" fmla="val 213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OpenID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381500"/>
            <a:ext cx="9525000" cy="1428750"/>
          </a:xfrm>
          <a:prstGeom prst="roundRect">
            <a:avLst>
              <a:gd name="adj" fmla="val 2133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OAuth: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0858500" y="2762250"/>
            <a:ext cx="6515100" cy="3048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1201400" y="310515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01400" y="4000500"/>
            <a:ext cx="5829300" cy="1619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nhập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dùng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61912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ai: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620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OpenID Connect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1800" dirty="0"/>
          </a:p>
        </p:txBody>
      </p:sp>
      <p:sp>
        <p:nvSpPr>
          <p:cNvPr id="11" name="Connector line-1792432209713-6625885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ec36e08-d0a1-457a-ad90-90b88441df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Token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25" y="3000375"/>
            <a:ext cx="952500" cy="952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152525" y="30956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476500" y="29718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30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76500" y="35433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lẫn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4714875"/>
            <a:ext cx="952500" cy="952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152525" y="48101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476500" y="46863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0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76500" y="5257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 thông tin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61912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6429375"/>
            <a:ext cx="952500" cy="952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525" y="65246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2476500" y="64008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476500" y="69723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 chung: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287250" y="68103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b="1" spc="15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650" b="1" spc="14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650" dirty="0"/>
          </a:p>
        </p:txBody>
      </p:sp>
      <p:sp>
        <p:nvSpPr>
          <p:cNvPr id="20" name="Connector line-1792432229527-67501466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071e9a2-a48d-4b1a-b8d3-a3fbf7570d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0670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619500"/>
            <a:ext cx="7334250" cy="1809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email: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30670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650" b="1" spc="2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65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15500" y="3619500"/>
            <a:ext cx="7334250" cy="1809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80010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1030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6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1650" dirty="0"/>
          </a:p>
        </p:txBody>
      </p:sp>
      <p:sp>
        <p:nvSpPr>
          <p:cNvPr id="12" name="Text richtext-1792432248098-297199697"/>
          <p:cNvSpPr/>
          <p:nvPr/>
        </p:nvSpPr>
        <p:spPr>
          <a:xfrm>
            <a:off x="1257300" y="6724650"/>
            <a:ext cx="733425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57300" y="8210550"/>
            <a:ext cx="733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72600" y="5905500"/>
            <a:ext cx="8001000" cy="2857500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15500" y="621030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6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650" dirty="0"/>
          </a:p>
        </p:txBody>
      </p:sp>
      <p:sp>
        <p:nvSpPr>
          <p:cNvPr id="16" name="Text richtext-1792432248137-629899405"/>
          <p:cNvSpPr/>
          <p:nvPr/>
        </p:nvSpPr>
        <p:spPr>
          <a:xfrm>
            <a:off x="9715500" y="6724650"/>
            <a:ext cx="7334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OpenID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550" dirty="0"/>
          </a:p>
        </p:txBody>
      </p:sp>
      <p:sp>
        <p:nvSpPr>
          <p:cNvPr id="17" name="Connector line-1792432248144-24666154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cb964fb-ccf2-4316-a1c9-716d8d9aee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Bài</a:t>
                      </a: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266700" marR="266700" marT="198120" marB="1981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Bài</a:t>
                      </a:r>
                      <a:r>
                        <a:rPr lang="en-US" sz="24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này</a:t>
                      </a:r>
                      <a:endParaRPr lang="en-US" sz="1200" dirty="0"/>
                    </a:p>
                  </a:txBody>
                  <a:tcPr marL="266700" marR="266700" marT="198120" marB="1981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chú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thích cho</a:t>
                      </a: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sơ</a:t>
                      </a:r>
                      <a:r>
                        <a:rPr lang="en-US" sz="240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40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 liệu</a:t>
                      </a:r>
                      <a:r>
                        <a:rPr lang="en-US" sz="2400" b="1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đối</a:t>
                      </a: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chiếu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Nói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SSO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dirty="0" spc="-3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CAS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lặp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400" b="1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400" b="1" dirty="0" spc="-3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CAS:</a:t>
                      </a:r>
                      <a:r>
                        <a:rPr lang="en-US" sz="2400" b="1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Luồng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40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OAuth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2.0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Theo</a:t>
                      </a:r>
                      <a:r>
                        <a:rPr lang="en-US" sz="2400" b="1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OAuth</a:t>
                      </a: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2.1: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luồng</a:t>
                      </a: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Implicit</a:t>
                      </a:r>
                      <a:r>
                        <a:rPr lang="en-US" sz="2400" b="1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mật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khẩu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code_verifier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code_challenge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14400" y="8810625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challenge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7" name="Connector line-1792432266537-39204033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e1be5f0-43a4-454e-a886-6518a9491e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7622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590800" y="27622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Sign-On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3333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dùng nhiều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0767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1719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590800" y="41719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47434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4864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581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PKCE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590800" y="55816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Proof</a:t>
            </a:r>
            <a:r>
              <a:rPr lang="en-US" sz="16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Exchange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000" y="61531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68961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9913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OpenID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2590800" y="69913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75628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mở;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r>
              <a:rPr lang="en-US" sz="19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210300" y="26670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38900" y="27622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886700" y="27622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38900" y="3333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băm; SHA-256 là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210300" y="40767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900" y="41719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886700" y="41719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38900" y="47434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tâm;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210300" y="54864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38900" y="5581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886700" y="55816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438900" y="61531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32" name="Connector line-1792432286164-213936198"/>
          <p:cNvSpPr/>
          <p:nvPr/>
        </p:nvSpPr>
        <p:spPr>
          <a:xfrm>
            <a:off x="11772900" y="2667000"/>
            <a:ext cx="0" cy="56197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2096750" y="2705100"/>
            <a:ext cx="5276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4" name="Text richtext-1792432286167-574570982"/>
          <p:cNvSpPr/>
          <p:nvPr/>
        </p:nvSpPr>
        <p:spPr>
          <a:xfrm>
            <a:off x="12096750" y="3276600"/>
            <a:ext cx="527685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r>
              <a:rPr lang="en-US" sz="22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OAuth2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2096750" y="5905500"/>
            <a:ext cx="5276850" cy="133350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challenge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650" dirty="0"/>
          </a:p>
        </p:txBody>
      </p:sp>
      <p:sp>
        <p:nvSpPr>
          <p:cNvPr id="36" name="Connector line-1792432286189-82053604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cc48623e-1be3-40e6-be99-1040d7b573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2026-10-19T18:10:40Z</dcterms:created>
  <dcterms:modified xsi:type="dcterms:W3CDTF">2026-10-19T18:10:40Z</dcterms:modified>
</cp:coreProperties>
</file>