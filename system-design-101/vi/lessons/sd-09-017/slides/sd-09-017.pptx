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191500" cy="332422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 mục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Linux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30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0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/.</a:t>
            </a:r>
            <a:endParaRPr lang="en-US" sz="3000" dirty="0"/>
          </a:p>
        </p:txBody>
      </p:sp>
      <p:sp>
        <p:nvSpPr>
          <p:cNvPr id="5" name="Connector line-1792371520183-726172654"/>
          <p:cNvSpPr/>
          <p:nvPr/>
        </p:nvSpPr>
        <p:spPr>
          <a:xfrm flipV="1">
            <a:off x="11239500" y="3219450"/>
            <a:ext cx="1047750" cy="19240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" name="Connector line-1792371520184-732446146"/>
          <p:cNvSpPr/>
          <p:nvPr/>
        </p:nvSpPr>
        <p:spPr>
          <a:xfrm flipV="1">
            <a:off x="11239500" y="4457700"/>
            <a:ext cx="1047750" cy="68580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7" name="Connector line-1792371520185-168470163"/>
          <p:cNvSpPr/>
          <p:nvPr/>
        </p:nvSpPr>
        <p:spPr>
          <a:xfrm>
            <a:off x="11239500" y="5143500"/>
            <a:ext cx="1047750" cy="55245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8" name="Connector line-1792371520185-439891681"/>
          <p:cNvSpPr/>
          <p:nvPr/>
        </p:nvSpPr>
        <p:spPr>
          <a:xfrm>
            <a:off x="11239500" y="5143500"/>
            <a:ext cx="1047750" cy="17907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810750" y="4381500"/>
            <a:ext cx="1524000" cy="15240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10750" y="4667250"/>
            <a:ext cx="15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46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</a:t>
            </a:r>
            <a:endParaRPr lang="en-US" sz="6246" dirty="0"/>
          </a:p>
        </p:txBody>
      </p:sp>
      <p:sp>
        <p:nvSpPr>
          <p:cNvPr id="11" name="Text 9"/>
          <p:cNvSpPr/>
          <p:nvPr/>
        </p:nvSpPr>
        <p:spPr>
          <a:xfrm>
            <a:off x="12287250" y="28575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Gốc</a:t>
            </a:r>
            <a:r>
              <a:rPr lang="en-US" sz="22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287250" y="409575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287250" y="53340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250" b="1" dirty="0" spc="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287250" y="657225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b="1" dirty="0" spc="-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95631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64adb2d8-f7e7-4206-b15e-c048cb632b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cây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3238500"/>
          </a:xfrm>
          <a:prstGeom prst="roundRect">
            <a:avLst>
              <a:gd name="adj" fmla="val 8235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952750"/>
            <a:ext cx="15430500" cy="2381250"/>
          </a:xfrm>
          <a:prstGeom prst="rect">
            <a:avLst/>
          </a:prstGeom>
          <a:noFill/>
          <a:ln/>
        </p:spPr>
        <p:txBody>
          <a:bodyPr wrap="square" lIns="0" tIns="32385" rIns="0" bIns="-32385" rtlCol="0" anchor="t"/>
          <a:lstStyle/>
          <a:p>
            <a:pPr algn="l" indent="0" marL="0">
              <a:lnSpc>
                <a:spcPts val="5610"/>
              </a:lnSpc>
              <a:buNone/>
            </a:pPr>
            <a:r>
              <a:rPr lang="en-US" sz="51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51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51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51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100" dirty="0" spc="-4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5100" dirty="0" spc="-2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trò,</a:t>
            </a:r>
            <a:r>
              <a:rPr lang="en-US" sz="51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theo</a:t>
            </a:r>
            <a:r>
              <a:rPr lang="en-US" sz="5100" dirty="0" spc="-1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tên.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filesystem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mount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c7df4c19-dd74-4cf4-827a-405fb4c661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Gốc</a:t>
            </a:r>
            <a:r>
              <a:rPr lang="en-US" sz="69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cây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4953000" cy="5334000"/>
          </a:xfrm>
          <a:prstGeom prst="roundRect">
            <a:avLst>
              <a:gd name="adj" fmla="val 5385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143250"/>
            <a:ext cx="4953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1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</a:t>
            </a:r>
            <a:endParaRPr lang="en-US" sz="22417" dirty="0"/>
          </a:p>
        </p:txBody>
      </p:sp>
      <p:sp>
        <p:nvSpPr>
          <p:cNvPr id="5" name="Text 3"/>
          <p:cNvSpPr/>
          <p:nvPr/>
        </p:nvSpPr>
        <p:spPr>
          <a:xfrm>
            <a:off x="6381750" y="2476500"/>
            <a:ext cx="2381250" cy="1238250"/>
          </a:xfrm>
          <a:prstGeom prst="roundRect">
            <a:avLst>
              <a:gd name="adj" fmla="val 15385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/etc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048750" y="2476500"/>
            <a:ext cx="2381250" cy="1238250"/>
          </a:xfrm>
          <a:prstGeom prst="roundRect">
            <a:avLst>
              <a:gd name="adj" fmla="val 15385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/var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715750" y="2476500"/>
            <a:ext cx="2381250" cy="1238250"/>
          </a:xfrm>
          <a:prstGeom prst="roundRect">
            <a:avLst>
              <a:gd name="adj" fmla="val 15385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/home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382750" y="2476500"/>
            <a:ext cx="2990850" cy="1238250"/>
          </a:xfrm>
          <a:prstGeom prst="roundRect">
            <a:avLst>
              <a:gd name="adj" fmla="val 15385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/usr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381750" y="4000500"/>
            <a:ext cx="2381250" cy="1238250"/>
          </a:xfrm>
          <a:prstGeom prst="roundRect">
            <a:avLst>
              <a:gd name="adj" fmla="val 15385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/tmp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048750" y="4000500"/>
            <a:ext cx="2381250" cy="1238250"/>
          </a:xfrm>
          <a:prstGeom prst="roundRect">
            <a:avLst>
              <a:gd name="adj" fmla="val 15385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/dev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715750" y="4000500"/>
            <a:ext cx="2381250" cy="1238250"/>
          </a:xfrm>
          <a:prstGeom prst="roundRect">
            <a:avLst>
              <a:gd name="adj" fmla="val 15385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/proc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382750" y="4000500"/>
            <a:ext cx="2990850" cy="1238250"/>
          </a:xfrm>
          <a:prstGeom prst="roundRect">
            <a:avLst>
              <a:gd name="adj" fmla="val 15385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3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/sys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81750" y="5905500"/>
            <a:ext cx="109918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30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30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30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000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3f4cb4ba-b289-4b3d-b621-b9ebce725a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Cấu</a:t>
            </a:r>
            <a:r>
              <a:rPr lang="en-US" sz="6900" dirty="0" spc="-1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4592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991" dirty="0" spc="-34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/etc</a:t>
            </a:r>
            <a:endParaRPr lang="en-US" sz="19991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" name="Moda image moda-export-watermark-51b95945-4833-4b91-8626-89bd0abe5f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 liệu</a:t>
            </a:r>
            <a:r>
              <a:rPr lang="en-US" sz="69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biến</a:t>
            </a:r>
            <a:r>
              <a:rPr lang="en-US" sz="6900" dirty="0" spc="1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6667500" cy="2095500"/>
          </a:xfrm>
          <a:prstGeom prst="roundRect">
            <a:avLst>
              <a:gd name="adj" fmla="val 10909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5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/var</a:t>
            </a:r>
            <a:endParaRPr lang="en-US" sz="5400" dirty="0"/>
          </a:p>
        </p:txBody>
      </p:sp>
      <p:sp>
        <p:nvSpPr>
          <p:cNvPr id="4" name="Connector line-1792371524083-803045916"/>
          <p:cNvSpPr/>
          <p:nvPr/>
        </p:nvSpPr>
        <p:spPr>
          <a:xfrm>
            <a:off x="7905750" y="3524250"/>
            <a:ext cx="15240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9753600" y="2476500"/>
            <a:ext cx="7620000" cy="2095500"/>
          </a:xfrm>
          <a:prstGeom prst="roundRect">
            <a:avLst>
              <a:gd name="adj" fmla="val 10909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/var/log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5334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1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91f67973-eb91-40d3-8cb5-7af532a8941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7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69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-7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 mềm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7886700" cy="4762500"/>
          </a:xfrm>
          <a:prstGeom prst="roundRect">
            <a:avLst>
              <a:gd name="adj" fmla="val 5600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95275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/home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33500" y="4286250"/>
            <a:ext cx="7048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30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0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486900" y="2476500"/>
            <a:ext cx="78867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95275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2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/usr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906000" y="4286250"/>
            <a:ext cx="7048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30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30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home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c0f0b37b-e3fe-4619-9aa7-e52ce58b1a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4762500" cy="2190750"/>
          </a:xfrm>
          <a:prstGeom prst="roundRect">
            <a:avLst>
              <a:gd name="adj" fmla="val 8696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FHS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6000" y="2476500"/>
            <a:ext cx="11277600" cy="2190750"/>
          </a:xfrm>
          <a:prstGeom prst="roundRect">
            <a:avLst>
              <a:gd name="adj" fmla="val 869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distro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5048250"/>
            <a:ext cx="4762500" cy="2190750"/>
          </a:xfrm>
          <a:prstGeom prst="roundRect">
            <a:avLst>
              <a:gd name="adj" fmla="val 8696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merged-/usr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6000" y="5048250"/>
            <a:ext cx="11277600" cy="2190750"/>
          </a:xfrm>
          <a:prstGeom prst="roundRect">
            <a:avLst>
              <a:gd name="adj" fmla="val 869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/bin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1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/usr/bin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16627bb9-1432-4647-a136-37d3f9e8a1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95400" y="3238500"/>
            <a:ext cx="857250" cy="8572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3850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71750" y="2762250"/>
            <a:ext cx="14287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 cấu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dịch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/etc</a:t>
            </a:r>
            <a:r>
              <a:rPr lang="en-US" sz="31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/home,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vì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usr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31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user?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5238750"/>
            <a:ext cx="164592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95400" y="6000750"/>
            <a:ext cx="857250" cy="8572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00075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71750" y="5524500"/>
            <a:ext cx="14287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/etc</a:t>
            </a:r>
            <a:r>
              <a:rPr lang="en-US" sz="31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1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thống.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/usr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home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user.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3ae8a02c-e116-4045-98d1-57f0770e9c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endParaRPr lang="en-US" sz="6900" dirty="0"/>
          </a:p>
        </p:txBody>
      </p:sp>
      <p:sp>
        <p:nvSpPr>
          <p:cNvPr id="3" name="Connector line-1792371527616-395419086"/>
          <p:cNvSpPr/>
          <p:nvPr/>
        </p:nvSpPr>
        <p:spPr>
          <a:xfrm>
            <a:off x="1905000" y="3810000"/>
            <a:ext cx="14478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552700" y="3505200"/>
            <a:ext cx="609600" cy="6096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5" name="Shape 3"/>
          <p:cNvSpPr/>
          <p:nvPr/>
        </p:nvSpPr>
        <p:spPr>
          <a:xfrm>
            <a:off x="8839200" y="3505200"/>
            <a:ext cx="609600" cy="6096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Shape 4"/>
          <p:cNvSpPr/>
          <p:nvPr/>
        </p:nvSpPr>
        <p:spPr>
          <a:xfrm>
            <a:off x="15125700" y="3505200"/>
            <a:ext cx="609600" cy="6096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381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pwd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239000" y="4381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525500" y="4381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findmnt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64770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mount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filesystem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cây.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8ec95324-1f8c-4e81-9426-edc2d2628e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80010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762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FHS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295400" y="4000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372600" y="238125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372600" y="304800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372600" y="409575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Filesystem</a:t>
            </a:r>
            <a:r>
              <a:rPr lang="en-US" sz="22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Hierarchy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372600" y="514350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hier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372600" y="619125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proc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bd89388d-3542-4dff-90b3-e40875bc0f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2026-10-19T06:26:25Z</dcterms:created>
  <dcterms:modified xsi:type="dcterms:W3CDTF">2026-10-19T06:26:25Z</dcterms:modified>
</cp:coreProperties>
</file>