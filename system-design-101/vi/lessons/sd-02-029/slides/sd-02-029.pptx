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nhắn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lần?</a:t>
            </a:r>
            <a:endParaRPr lang="en-US" sz="3000" dirty="0"/>
          </a:p>
        </p:txBody>
      </p:sp>
      <p:sp>
        <p:nvSpPr>
          <p:cNvPr id="5" name="Connector line-1792383094687-960309319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ScyllaDB.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ScyllaDB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315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31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ebe3b42-c207-4054-956c-5bafaa6423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7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 nghìn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nhắn;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3360817-d529-4649-9eab-39f44a77af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</a:t>
            </a:r>
            <a:r>
              <a:rPr lang="en-US" sz="1950" b="1" spc="28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2015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2017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12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2022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177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59b32ba-5d0a-48e4-b7bd-74f5f13acb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6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6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r>
              <a:rPr lang="en-US" sz="3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ae5ade4-59c1-4770-80b9-a315ce02e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72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SSTable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f087ab-02d0-49ed-8a0d-99f925ce75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ScyllaDB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7" name="Connector line-1792383139594-94899347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bằng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Rust</a:t>
            </a:r>
            <a:endParaRPr lang="en-US" sz="3300" dirty="0"/>
          </a:p>
        </p:txBody>
      </p:sp>
      <p:sp>
        <p:nvSpPr>
          <p:cNvPr id="11" name="Connector line-1792383139599-690839713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SCYLLADB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Tương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 viết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33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c060e24-429a-4e2e-8b82-3e908ea4b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nguồn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Độ</a:t>
                      </a:r>
                      <a:r>
                        <a:rPr lang="en-US" sz="240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trễ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p99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Cassandra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125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4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70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nhờ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2e1e6b2-fe43-45bb-beb0-0187b3dd0d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Kênh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LSM: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f7255b-a359-4f26-8387-3de9dd16d1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LSM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6d75c8-214b-411b-a046-9272e1941f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Random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Access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LSM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Log-Structured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Merge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thêm,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gộp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MongoDB,</a:t>
                      </a: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SST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Sorted</a:t>
                      </a:r>
                      <a:r>
                        <a:rPr lang="en-US" sz="225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String</a:t>
                      </a:r>
                      <a:r>
                        <a:rPr lang="en-US" sz="2250" dirty="0" spc="-3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Table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sắp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xếp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(SSTable)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Discord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e492d62-0d63-4b82-a166-d01cc8c9e8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2026-10-19T05:04:21Z</dcterms:created>
  <dcterms:modified xsi:type="dcterms:W3CDTF">2026-10-19T05:04:21Z</dcterms:modified>
</cp:coreProperties>
</file>