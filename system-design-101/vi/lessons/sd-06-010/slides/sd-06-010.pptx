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 chính sách</a:t>
            </a:r>
            <a:r>
              <a:rPr lang="en-US" sz="81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đẩy</a:t>
            </a:r>
            <a:r>
              <a:rPr lang="en-US" sz="81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81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khỏi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81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thắng</a:t>
            </a:r>
            <a:r>
              <a:rPr lang="en-US" sz="28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mọi kiểu</a:t>
            </a:r>
            <a:r>
              <a:rPr lang="en-US" sz="28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8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6191250"/>
            <a:ext cx="38862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-2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LRU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105400" y="6191250"/>
            <a:ext cx="38862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LFU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296400" y="6191250"/>
            <a:ext cx="38862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-2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MRU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3487400" y="6191250"/>
            <a:ext cx="3886200" cy="2286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-1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SLRU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" name="Moda image moda-export-watermark-3d61dcaf-f3c9-4c9f-820f-9399c8b0c4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Giải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năm, mô phỏng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4953000" cy="2095500"/>
          </a:xfrm>
          <a:prstGeom prst="roundRect">
            <a:avLst>
              <a:gd name="adj" fmla="val 10909"/>
            </a:avLst>
          </a:prstGeom>
          <a:solidFill>
            <a:srgbClr val="E8E0CF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Năm</a:t>
            </a:r>
            <a:r>
              <a:rPr lang="en-US" sz="30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r>
              <a:rPr lang="en-US" sz="300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sách</a:t>
            </a:r>
            <a:r>
              <a:rPr lang="en-US" sz="300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30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bài</a:t>
            </a:r>
            <a:r>
              <a:rPr lang="en-US" sz="300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nguồn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67500" y="3619500"/>
            <a:ext cx="4953000" cy="2095500"/>
          </a:xfrm>
          <a:prstGeom prst="roundRect">
            <a:avLst>
              <a:gd name="adj" fmla="val 10909"/>
            </a:avLst>
          </a:prstGeom>
          <a:solidFill>
            <a:srgbClr val="E8E0CF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Mô</a:t>
            </a:r>
            <a:r>
              <a:rPr lang="en-US" sz="3000" dirty="0" spc="-1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phỏng</a:t>
            </a:r>
            <a:r>
              <a:rPr lang="en-US" sz="300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sáu</a:t>
            </a:r>
            <a:r>
              <a:rPr lang="en-US" sz="30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r>
              <a:rPr lang="en-US" sz="300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sách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420600" y="3619500"/>
            <a:ext cx="4953000" cy="2095500"/>
          </a:xfrm>
          <a:prstGeom prst="roundRect">
            <a:avLst>
              <a:gd name="adj" fmla="val 10909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Trên</a:t>
            </a:r>
            <a:r>
              <a:rPr lang="en-US" sz="3000" dirty="0" spc="-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ba</a:t>
            </a:r>
            <a:r>
              <a:rPr lang="en-US" sz="300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kiểu</a:t>
            </a:r>
            <a:r>
              <a:rPr lang="en-US" sz="3000" dirty="0" spc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</a:t>
            </a:r>
            <a:r>
              <a:rPr lang="en-US" sz="30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cập</a:t>
            </a:r>
            <a:endParaRPr lang="en-US" sz="3000" dirty="0"/>
          </a:p>
        </p:txBody>
      </p:sp>
      <p:sp>
        <p:nvSpPr>
          <p:cNvPr id="7" name="Connector line-1792392411086-731272869"/>
          <p:cNvSpPr/>
          <p:nvPr/>
        </p:nvSpPr>
        <p:spPr>
          <a:xfrm>
            <a:off x="5905500" y="4667250"/>
            <a:ext cx="7239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392411086-832250370"/>
          <p:cNvSpPr/>
          <p:nvPr/>
        </p:nvSpPr>
        <p:spPr>
          <a:xfrm>
            <a:off x="11658600" y="4667250"/>
            <a:ext cx="7239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14400" y="6286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TTL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phỏng: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chọn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 khi</a:t>
            </a:r>
            <a:r>
              <a:rPr lang="en-US" sz="24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Text 18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1faae8c5-1ac6-44e5-b82c-a8c737e21f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LRU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238250"/>
            <a:ext cx="114300" cy="25717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1238250"/>
            <a:ext cx="160401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LRU</a:t>
            </a:r>
            <a:r>
              <a:rPr lang="en-US" sz="6900" dirty="0" spc="-10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cược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vừa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sẽ</a:t>
            </a: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sớm</a:t>
            </a:r>
            <a:r>
              <a:rPr lang="en-US" sz="6900" dirty="0" spc="-9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Bỏ</a:t>
            </a:r>
            <a:r>
              <a:rPr lang="en-US" sz="330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khóa</a:t>
            </a:r>
            <a:r>
              <a:rPr lang="en-US" sz="33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lâu</a:t>
            </a:r>
            <a:r>
              <a:rPr lang="en-US" sz="330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nhất</a:t>
            </a:r>
            <a:r>
              <a:rPr lang="en-US" sz="3300" dirty="0" spc="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chưa được</a:t>
            </a:r>
            <a:r>
              <a:rPr lang="en-US" sz="330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dùng.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7" name="Shape 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8" name="Shape 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Shape 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0" name="Shape 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1" name="Shape 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2" name="Shape 1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3" name="Shape 1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5" name="Shape 1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Text 14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14927b50-48b5-475b-a200-fb377e198f0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LFU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LFU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300" dirty="0" spc="-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4381500"/>
          </a:xfrm>
          <a:prstGeom prst="roundRect">
            <a:avLst>
              <a:gd name="adj" fmla="val 521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619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CƯỢC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4286250"/>
            <a:ext cx="7239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Khóa</a:t>
            </a:r>
            <a:r>
              <a:rPr lang="en-US" sz="3450" dirty="0" spc="-1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hay</a:t>
            </a:r>
            <a:r>
              <a:rPr lang="en-US" sz="3450" dirty="0" spc="1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34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dùng</a:t>
            </a:r>
            <a:r>
              <a:rPr lang="en-US" sz="34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sẽ</a:t>
            </a:r>
            <a:r>
              <a:rPr lang="en-US" sz="345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còn</a:t>
            </a:r>
            <a:r>
              <a:rPr lang="en-US" sz="3450" dirty="0" spc="-1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hay</a:t>
            </a:r>
            <a:r>
              <a:rPr lang="en-US" sz="3450" dirty="0" spc="1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34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dùng.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9372600" y="3238500"/>
            <a:ext cx="8001000" cy="4381500"/>
          </a:xfrm>
          <a:prstGeom prst="roundRect">
            <a:avLst>
              <a:gd name="adj" fmla="val 5217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619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791700" y="4286250"/>
            <a:ext cx="7239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Phải</a:t>
            </a:r>
            <a:r>
              <a:rPr lang="en-US" sz="34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đếm</a:t>
            </a:r>
            <a:r>
              <a:rPr lang="en-US" sz="34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số</a:t>
            </a:r>
            <a:r>
              <a:rPr lang="en-US" sz="34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lần</a:t>
            </a:r>
            <a:r>
              <a:rPr lang="en-US" sz="34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dùng</a:t>
            </a:r>
            <a:r>
              <a:rPr lang="en-US" sz="34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3450" dirty="0" spc="3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từng</a:t>
            </a:r>
            <a:r>
              <a:rPr lang="en-US" sz="34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khóa.</a:t>
            </a:r>
            <a:endParaRPr lang="en-US" sz="3450" dirty="0"/>
          </a:p>
        </p:txBody>
      </p:sp>
      <p:sp>
        <p:nvSpPr>
          <p:cNvPr id="10" name="Shape 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Text 18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ed6b6c9a-9f67-44ce-a2eb-40bf34fb1e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MRU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MRU</a:t>
            </a:r>
            <a:r>
              <a:rPr lang="en-US" sz="6300" dirty="0" spc="-9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cược</a:t>
            </a:r>
            <a:r>
              <a:rPr lang="en-US" sz="6300" dirty="0" spc="-7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ngược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300" dirty="0"/>
          </a:p>
        </p:txBody>
      </p:sp>
      <p:sp>
        <p:nvSpPr>
          <p:cNvPr id="4" name="Connector line-1792392413564-245264665"/>
          <p:cNvSpPr/>
          <p:nvPr/>
        </p:nvSpPr>
        <p:spPr>
          <a:xfrm>
            <a:off x="1905000" y="4762500"/>
            <a:ext cx="1447800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524000" y="4381500"/>
            <a:ext cx="762000" cy="7620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6" name="Shape 4"/>
          <p:cNvSpPr/>
          <p:nvPr/>
        </p:nvSpPr>
        <p:spPr>
          <a:xfrm>
            <a:off x="8763000" y="4381500"/>
            <a:ext cx="762000" cy="7620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0" y="4381500"/>
            <a:ext cx="762000" cy="7620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5524500"/>
            <a:ext cx="2571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lần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667500" y="552450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5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3335000" y="5524500"/>
            <a:ext cx="400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Lâu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nữa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lại: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14400" y="7620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Lặp</a:t>
            </a:r>
            <a:r>
              <a:rPr lang="en-US" sz="24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120</a:t>
            </a:r>
            <a:r>
              <a:rPr lang="en-US" sz="24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khóa:</a:t>
            </a:r>
            <a:r>
              <a:rPr lang="en-US" sz="24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MRU</a:t>
            </a:r>
            <a:r>
              <a:rPr lang="en-US" sz="24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trúng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83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trăm.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1" name="Shape 1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2" name="Text 20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1e0b02e0-efa5-4973-a8ec-149982698dc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SLRU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SLRU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3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4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Vùng</a:t>
            </a:r>
            <a:r>
              <a:rPr lang="en-US" sz="3300" dirty="0" spc="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33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bảo</a:t>
            </a:r>
            <a:r>
              <a:rPr lang="en-US" sz="3300" dirty="0" spc="-2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vệ:</a:t>
            </a:r>
            <a:r>
              <a:rPr lang="en-US" sz="330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khóa</a:t>
            </a:r>
            <a:r>
              <a:rPr lang="en-US" sz="33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đã</a:t>
            </a:r>
            <a:r>
              <a:rPr lang="en-US" sz="330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dùng</a:t>
            </a:r>
            <a:r>
              <a:rPr lang="en-US" sz="33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lại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50482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4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Vùng</a:t>
            </a:r>
            <a:r>
              <a:rPr lang="en-US" sz="33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thử:</a:t>
            </a:r>
            <a:r>
              <a:rPr lang="en-US" sz="3300" dirty="0" spc="-9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khóa</a:t>
            </a:r>
            <a:r>
              <a:rPr lang="en-US" sz="33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mới</a:t>
            </a:r>
            <a:r>
              <a:rPr lang="en-US" sz="3300" dirty="0" spc="-1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vào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7239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memcached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4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LRU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 nóng,</a:t>
            </a:r>
            <a:r>
              <a:rPr lang="en-US" sz="24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ấm,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lạnh.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7810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tiêu: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4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4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4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24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lướt.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0" name="Shape 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1" name="Shape 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2" name="Shape 1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3" name="Shape 1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Text 16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ba790398-8e9b-4e31-b590-25e22aeff1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143250"/>
            <a:ext cx="666750" cy="6667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286125"/>
            <a:ext cx="66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90750" y="3190875"/>
            <a:ext cx="148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850" b="1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4400" y="4381500"/>
            <a:ext cx="164592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667250"/>
            <a:ext cx="666750" cy="6667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810125"/>
            <a:ext cx="66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190750" y="4714875"/>
            <a:ext cx="148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xấp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xỉ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LRU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LFU.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14400" y="5905500"/>
            <a:ext cx="164592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6191250"/>
            <a:ext cx="666750" cy="6667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6334125"/>
            <a:ext cx="66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190750" y="6238875"/>
            <a:ext cx="148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LFU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đếm;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LFU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thuần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7715250"/>
            <a:ext cx="666750" cy="6667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7858125"/>
            <a:ext cx="66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190750" y="7762875"/>
            <a:ext cx="148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 truy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thật,</a:t>
            </a:r>
            <a:r>
              <a:rPr lang="en-US" sz="28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trúng.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9" name="Shape 2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0" name="Text 28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4aae17eb-e9e7-4818-85eb-174574ae589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1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Tác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63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đêm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3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38250"/>
          </a:xfrm>
          <a:prstGeom prst="roundRect">
            <a:avLst>
              <a:gd name="adj" fmla="val 1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857500"/>
            <a:ext cx="114300" cy="12382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190875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Tình</a:t>
            </a:r>
            <a:r>
              <a:rPr lang="en-US" sz="2550" dirty="0" spc="-1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huống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477000" y="3190875"/>
            <a:ext cx="1066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LRU.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286250"/>
            <a:ext cx="16459200" cy="1238250"/>
          </a:xfrm>
          <a:prstGeom prst="roundRect">
            <a:avLst>
              <a:gd name="adj" fmla="val 1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286250"/>
            <a:ext cx="114300" cy="12382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4619625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4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Vì</a:t>
            </a:r>
            <a:r>
              <a:rPr lang="en-US" sz="2550" dirty="0" spc="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sao</a:t>
            </a:r>
            <a:r>
              <a:rPr lang="en-US" sz="2550" dirty="0" spc="-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chậm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477000" y="4619625"/>
            <a:ext cx="1066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2.000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 bán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5715000"/>
            <a:ext cx="16459200" cy="1238250"/>
          </a:xfrm>
          <a:prstGeom prst="roundRect">
            <a:avLst>
              <a:gd name="adj" fmla="val 1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715000"/>
            <a:ext cx="114300" cy="12382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6048375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Hợp</a:t>
            </a:r>
            <a:r>
              <a:rPr lang="en-US" sz="255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hơn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6477000" y="6048375"/>
            <a:ext cx="1066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SLRU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LFU.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143750"/>
            <a:ext cx="16459200" cy="1238250"/>
          </a:xfrm>
          <a:prstGeom prst="roundRect">
            <a:avLst>
              <a:gd name="adj" fmla="val 1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7143750"/>
            <a:ext cx="114300" cy="12382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7477125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Cách</a:t>
            </a:r>
            <a:r>
              <a:rPr lang="en-US" sz="255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khác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6477000" y="7477125"/>
            <a:ext cx="1066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đêm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7" name="Shape 2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9" name="Shape 2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0" name="Text 28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a7f36b5a-b6da-424a-9f8e-3febf807e8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950" b="1" spc="28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phỏng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4290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Mỗi</a:t>
            </a:r>
            <a:r>
              <a:rPr lang="en-US" sz="28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r>
              <a:rPr lang="en-US" sz="285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sách</a:t>
            </a:r>
            <a:r>
              <a:rPr lang="en-US" sz="28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</a:t>
            </a:r>
            <a:r>
              <a:rPr lang="en-US" sz="2850" dirty="0" spc="-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28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hàm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33500" y="409575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 khóa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chứa,</a:t>
            </a:r>
            <a:r>
              <a:rPr lang="en-US" sz="24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4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trúng.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4290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LFU</a:t>
            </a:r>
            <a:r>
              <a:rPr lang="en-US" sz="2850" dirty="0" spc="-1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phá</a:t>
            </a:r>
            <a:r>
              <a:rPr lang="en-US" sz="2850" dirty="0" spc="-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hòa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791700" y="409575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6286500"/>
            <a:ext cx="80010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66675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Chọn</a:t>
            </a:r>
            <a:r>
              <a:rPr lang="en-US" sz="28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ngẫu</a:t>
            </a:r>
            <a:r>
              <a:rPr lang="en-US" sz="28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nhiên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333500" y="733425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372600" y="6286500"/>
            <a:ext cx="80010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91700" y="66675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Phân</a:t>
            </a:r>
            <a:r>
              <a:rPr lang="en-US" sz="285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bố</a:t>
            </a:r>
            <a:r>
              <a:rPr lang="en-US" sz="2850" dirty="0" spc="-9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Zipf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791700" y="733425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Mũ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1.000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6" name="Text 24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ebae8727-ab2d-482b-8838-dd481ef3f4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2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5334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TTL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 thời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2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477000" y="1333500"/>
            <a:ext cx="5334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LRU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2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2039600" y="1333500"/>
            <a:ext cx="5334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LFU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2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2857500"/>
            <a:ext cx="5334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MRU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2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2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477000" y="2857500"/>
            <a:ext cx="5334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SLRU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2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LRU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039600" y="2857500"/>
            <a:ext cx="5334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FIFO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2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14400" y="476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4400" y="5334000"/>
            <a:ext cx="5334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100" b="1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2100" b="1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</a:t>
            </a:r>
            <a:r>
              <a:rPr lang="en-US" sz="2100" b="1" dirty="0" spc="-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b="1" dirty="0" spc="1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77000" y="5334000"/>
            <a:ext cx="5334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100" b="1" dirty="0" spc="-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(tài</a:t>
            </a:r>
            <a:r>
              <a:rPr lang="en-US" sz="2100" b="1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b="1" dirty="0" spc="-9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eviction)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039600" y="5334000"/>
            <a:ext cx="5334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memcached</a:t>
            </a:r>
            <a:r>
              <a:rPr lang="en-US" sz="2100" b="1" dirty="0" spc="-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(tài</a:t>
            </a:r>
            <a:r>
              <a:rPr lang="en-US" sz="2100" b="1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b="1" dirty="0" spc="-1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LRU</a:t>
            </a:r>
            <a:r>
              <a:rPr lang="en-US" sz="2100" b="1" dirty="0" spc="-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mới)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2" name="Shape 2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Text 21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de409806-000a-45b2-8738-923a6eef39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2026-10-19T12:34:20Z</dcterms:created>
  <dcterms:modified xsi:type="dcterms:W3CDTF">2026-10-19T12:34:20Z</dcterms:modified>
</cp:coreProperties>
</file>