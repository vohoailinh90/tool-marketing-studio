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fals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8288000" cy="10287000"/>
  <p:notesSz cx="10287000" cy="18288000"/>
  <p:embeddedFontLst>
    <p:embeddedFont>
      <p:font typeface="Be Vietnam Pro"/>
      <p:regular r:id="rId19"/>
      <p:bold r:id="rId17"/>
    </p:embeddedFont>
    <p:embeddedFont>
      <p:font typeface="Bricolage Grotesque ExtraBold"/>
      <p:regular r:id="rId18"/>
    </p:embeddedFont>
    <p:embeddedFont>
      <p:font typeface="Be Vietnam Pro SemiBold"/>
      <p:regular r:id="rId20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857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7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9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b="1" spc="298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524000"/>
            <a:ext cx="16192500" cy="2381250"/>
          </a:xfrm>
          <a:prstGeom prst="rect">
            <a:avLst/>
          </a:prstGeom>
          <a:noFill/>
          <a:ln/>
        </p:spPr>
        <p:txBody>
          <a:bodyPr wrap="square" lIns="0" tIns="66733" rIns="0" bIns="-66733" rtlCol="0" anchor="t"/>
          <a:lstStyle/>
          <a:p>
            <a:pPr algn="l" indent="0" marL="0">
              <a:lnSpc>
                <a:spcPts val="8177"/>
              </a:lnSpc>
              <a:buNone/>
            </a:pPr>
            <a:r>
              <a:rPr lang="en-US" sz="7787" dirty="0" spc="-3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B-tree</a:t>
            </a:r>
            <a:r>
              <a:rPr lang="en-US" sz="7787" dirty="0" spc="-7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7787" dirty="0" spc="-2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LSM-tree:</a:t>
            </a:r>
            <a:r>
              <a:rPr lang="en-US" sz="7787" dirty="0" spc="-3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trả</a:t>
            </a:r>
            <a:r>
              <a:rPr lang="en-US" sz="7787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giá</a:t>
            </a:r>
            <a:r>
              <a:rPr lang="en-US" sz="7787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lúc</a:t>
            </a:r>
            <a:r>
              <a:rPr lang="en-US" sz="7787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ghi</a:t>
            </a:r>
            <a:r>
              <a:rPr lang="en-US" sz="7787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hay</a:t>
            </a:r>
            <a:r>
              <a:rPr lang="en-US" sz="7787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lúc</a:t>
            </a:r>
            <a:r>
              <a:rPr lang="en-US" sz="7787" dirty="0" spc="-4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gộp</a:t>
            </a:r>
            <a:endParaRPr lang="en-US" sz="7787" dirty="0"/>
          </a:p>
        </p:txBody>
      </p:sp>
      <p:sp>
        <p:nvSpPr>
          <p:cNvPr id="4" name="Text 2"/>
          <p:cNvSpPr/>
          <p:nvPr/>
        </p:nvSpPr>
        <p:spPr>
          <a:xfrm>
            <a:off x="914400" y="4191000"/>
            <a:ext cx="16192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-2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“B-tree</a:t>
            </a:r>
            <a:r>
              <a:rPr lang="en-US" sz="3000" dirty="0" spc="1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300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nhanh,</a:t>
            </a:r>
            <a:r>
              <a:rPr lang="en-US" sz="3000" dirty="0" spc="-1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LSM-tree</a:t>
            </a:r>
            <a:r>
              <a:rPr lang="en-US" sz="300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</a:t>
            </a:r>
            <a:r>
              <a:rPr lang="en-US" sz="300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nhanh”</a:t>
            </a:r>
            <a:r>
              <a:rPr lang="en-US" sz="300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30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đúng</a:t>
            </a:r>
            <a:r>
              <a:rPr lang="en-US" sz="3000" dirty="0" spc="-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30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phần.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5429250"/>
            <a:ext cx="1619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spc="124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BYTE</a:t>
            </a:r>
            <a:r>
              <a:rPr lang="en-US" sz="2100" b="1" spc="147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</a:t>
            </a:r>
            <a:r>
              <a:rPr lang="en-US" sz="2100" b="1" spc="157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SO</a:t>
            </a:r>
            <a:r>
              <a:rPr lang="en-US" sz="2100" b="1" spc="139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2100" b="1" spc="128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BYTE</a:t>
            </a:r>
            <a:r>
              <a:rPr lang="en-US" sz="2100" b="1" spc="151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100" b="1" spc="148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LIỆU,</a:t>
            </a:r>
            <a:r>
              <a:rPr lang="en-US" sz="2100" b="1" spc="126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100" b="1" spc="148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TRIỆU</a:t>
            </a:r>
            <a:r>
              <a:rPr lang="en-US" sz="2100" b="1" spc="133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</a:t>
            </a:r>
            <a:r>
              <a:rPr lang="en-US" sz="2100" b="1" spc="149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NGẪU</a:t>
            </a:r>
            <a:r>
              <a:rPr lang="en-US" sz="2100" b="1" spc="147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NHIÊN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914400" y="6096000"/>
            <a:ext cx="5181600" cy="2476500"/>
          </a:xfrm>
          <a:prstGeom prst="roundRect">
            <a:avLst>
              <a:gd name="adj" fmla="val 10769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553200" y="6096000"/>
            <a:ext cx="5181600" cy="2476500"/>
          </a:xfrm>
          <a:prstGeom prst="roundRect">
            <a:avLst>
              <a:gd name="adj" fmla="val 10769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2192000" y="6096000"/>
            <a:ext cx="5181600" cy="2476500"/>
          </a:xfrm>
          <a:prstGeom prst="roundRect">
            <a:avLst>
              <a:gd name="adj" fmla="val 10769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38250" y="6381750"/>
            <a:ext cx="4572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dirty="0" spc="-8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B-tree</a:t>
            </a:r>
            <a:r>
              <a:rPr lang="en-US" sz="1950" b="1" dirty="0" spc="-3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dirty="0" spc="-4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commit</a:t>
            </a:r>
            <a:r>
              <a:rPr lang="en-US" sz="1950" b="1" dirty="0" spc="-5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mỗi</a:t>
            </a:r>
            <a:r>
              <a:rPr lang="en-US" sz="1950" b="1" dirty="0" spc="2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1.000</a:t>
            </a:r>
            <a:r>
              <a:rPr lang="en-US" sz="1950" b="1" dirty="0" spc="-7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dòng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1238250" y="6953250"/>
            <a:ext cx="4572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0" dirty="0" spc="-4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105×</a:t>
            </a:r>
            <a:endParaRPr lang="en-US" sz="8250" dirty="0"/>
          </a:p>
        </p:txBody>
      </p:sp>
      <p:sp>
        <p:nvSpPr>
          <p:cNvPr id="11" name="Text 9"/>
          <p:cNvSpPr/>
          <p:nvPr/>
        </p:nvSpPr>
        <p:spPr>
          <a:xfrm>
            <a:off x="6877050" y="6381750"/>
            <a:ext cx="4572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dirty="0" spc="-8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B-tree</a:t>
            </a:r>
            <a:r>
              <a:rPr lang="en-US" sz="1950" b="1" dirty="0" spc="-3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dirty="0" spc="-9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1950" b="1" dirty="0" spc="0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giao</a:t>
            </a:r>
            <a:r>
              <a:rPr lang="en-US" sz="1950" b="1" dirty="0" spc="1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dịch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6877050" y="6953250"/>
            <a:ext cx="4572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0" dirty="0" spc="-1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2,4×</a:t>
            </a:r>
            <a:endParaRPr lang="en-US" sz="8250" dirty="0"/>
          </a:p>
        </p:txBody>
      </p:sp>
      <p:sp>
        <p:nvSpPr>
          <p:cNvPr id="13" name="Text 11"/>
          <p:cNvSpPr/>
          <p:nvPr/>
        </p:nvSpPr>
        <p:spPr>
          <a:xfrm>
            <a:off x="12515850" y="6381750"/>
            <a:ext cx="4572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dirty="0" spc="-6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LSM-tree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12515850" y="6953250"/>
            <a:ext cx="4572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0" dirty="0" spc="-4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5,4×</a:t>
            </a:r>
            <a:endParaRPr lang="en-US" sz="8250" dirty="0"/>
          </a:p>
        </p:txBody>
      </p:sp>
      <p:sp>
        <p:nvSpPr>
          <p:cNvPr id="15" name="Shape 1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6" name="Moda image moda-export-watermark-7245a7ad-a066-46f2-8c4b-f36ada656ae3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857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TÌNH</a:t>
            </a:r>
            <a:r>
              <a:rPr lang="en-US" sz="1800" b="1" spc="301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HUỐNG</a:t>
            </a:r>
            <a:r>
              <a:rPr lang="en-US" sz="1800" b="1" spc="254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b="1" spc="303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</a:t>
            </a:r>
            <a:r>
              <a:rPr lang="en-US" sz="1800" b="1" spc="300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TIÊU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914400" y="1809750"/>
            <a:ext cx="133350" cy="4000500"/>
          </a:xfrm>
          <a:prstGeom prst="rect">
            <a:avLst/>
          </a:prstGeom>
          <a:solidFill>
            <a:srgbClr val="1F3FD1"/>
          </a:solidFill>
          <a:ln/>
        </p:spPr>
      </p:sp>
      <p:sp>
        <p:nvSpPr>
          <p:cNvPr id="4" name="Text 2"/>
          <p:cNvSpPr/>
          <p:nvPr/>
        </p:nvSpPr>
        <p:spPr>
          <a:xfrm>
            <a:off x="1428750" y="1714500"/>
            <a:ext cx="15430500" cy="4191000"/>
          </a:xfrm>
          <a:prstGeom prst="rect">
            <a:avLst/>
          </a:prstGeom>
          <a:noFill/>
          <a:ln/>
        </p:spPr>
        <p:txBody>
          <a:bodyPr wrap="square" lIns="0" tIns="57150" rIns="0" bIns="-57150" rtlCol="0" anchor="t"/>
          <a:lstStyle/>
          <a:p>
            <a:pPr algn="l" indent="0" marL="0">
              <a:lnSpc>
                <a:spcPts val="8100"/>
              </a:lnSpc>
              <a:buNone/>
            </a:pPr>
            <a:r>
              <a:rPr lang="en-US" sz="7500" dirty="0" spc="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Cùng</a:t>
            </a:r>
            <a:r>
              <a:rPr lang="en-US" sz="7500" dirty="0" spc="-1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một</a:t>
            </a:r>
            <a:r>
              <a:rPr lang="en-US" sz="7500" dirty="0" spc="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triệu</a:t>
            </a:r>
            <a:r>
              <a:rPr lang="en-US" sz="7500" dirty="0" spc="-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khóa ngẫu</a:t>
            </a:r>
            <a:r>
              <a:rPr lang="en-US" sz="75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nhiên,</a:t>
            </a:r>
            <a:r>
              <a:rPr lang="en-US" sz="7500" dirty="0" spc="1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đếm</a:t>
            </a:r>
            <a:r>
              <a:rPr lang="en-US" sz="7500" dirty="0" spc="-2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byte</a:t>
            </a:r>
            <a:r>
              <a:rPr lang="en-US" sz="75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mỗi</a:t>
            </a:r>
            <a:r>
              <a:rPr lang="en-US" sz="75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bên</a:t>
            </a:r>
            <a:r>
              <a:rPr lang="en-US" sz="75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ghi</a:t>
            </a:r>
            <a:endParaRPr lang="en-US" sz="7500" dirty="0"/>
          </a:p>
        </p:txBody>
      </p:sp>
      <p:sp>
        <p:nvSpPr>
          <p:cNvPr id="5" name="Text 3"/>
          <p:cNvSpPr/>
          <p:nvPr/>
        </p:nvSpPr>
        <p:spPr>
          <a:xfrm>
            <a:off x="1428750" y="6381750"/>
            <a:ext cx="14859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SQLite</a:t>
            </a:r>
            <a:r>
              <a:rPr lang="en-US" sz="28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850" dirty="0" spc="-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B-tree,</a:t>
            </a:r>
            <a:r>
              <a:rPr lang="en-US" sz="2850" dirty="0" spc="-2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RocksDB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85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LSM-tree.</a:t>
            </a:r>
            <a:endParaRPr lang="en-US" sz="2850" dirty="0"/>
          </a:p>
        </p:txBody>
      </p:sp>
      <p:sp>
        <p:nvSpPr>
          <p:cNvPr id="6" name="Text 4"/>
          <p:cNvSpPr/>
          <p:nvPr/>
        </p:nvSpPr>
        <p:spPr>
          <a:xfrm>
            <a:off x="1428750" y="7524750"/>
            <a:ext cx="4762500" cy="857250"/>
          </a:xfrm>
          <a:prstGeom prst="roundRect">
            <a:avLst>
              <a:gd name="adj" fmla="val 50000"/>
            </a:avLst>
          </a:prstGeom>
          <a:solidFill>
            <a:srgbClr val="DDE3F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1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SQLite</a:t>
            </a:r>
            <a:r>
              <a:rPr lang="en-US" sz="2400" b="1" dirty="0" spc="-3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400" b="1" dirty="0" spc="-10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B-tree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477000" y="7524750"/>
            <a:ext cx="4762500" cy="857250"/>
          </a:xfrm>
          <a:prstGeom prst="roundRect">
            <a:avLst>
              <a:gd name="adj" fmla="val 50000"/>
            </a:avLst>
          </a:prstGeom>
          <a:solidFill>
            <a:srgbClr val="CFE8E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-29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RocksDB</a:t>
            </a:r>
            <a:r>
              <a:rPr lang="en-US" sz="2400" b="1" dirty="0" spc="-3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400" b="1" dirty="0" spc="-7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LSM-tree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923925" y="9458325"/>
            <a:ext cx="133350" cy="133350"/>
          </a:xfrm>
          <a:prstGeom prst="ellipse">
            <a:avLst/>
          </a:prstGeom>
          <a:solidFill>
            <a:srgbClr val="B9B2A0"/>
          </a:solidFill>
          <a:ln/>
        </p:spPr>
      </p:sp>
      <p:sp>
        <p:nvSpPr>
          <p:cNvPr id="9" name="Shape 7"/>
          <p:cNvSpPr/>
          <p:nvPr/>
        </p:nvSpPr>
        <p:spPr>
          <a:xfrm>
            <a:off x="1152525" y="9458325"/>
            <a:ext cx="133350" cy="1333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10" name="Shape 8"/>
          <p:cNvSpPr/>
          <p:nvPr/>
        </p:nvSpPr>
        <p:spPr>
          <a:xfrm>
            <a:off x="1381125" y="9458325"/>
            <a:ext cx="133350" cy="133350"/>
          </a:xfrm>
          <a:prstGeom prst="ellipse">
            <a:avLst/>
          </a:prstGeom>
          <a:solidFill>
            <a:srgbClr val="B9B2A0"/>
          </a:solidFill>
          <a:ln/>
        </p:spPr>
      </p:sp>
      <p:sp>
        <p:nvSpPr>
          <p:cNvPr id="11" name="Shape 9"/>
          <p:cNvSpPr/>
          <p:nvPr/>
        </p:nvSpPr>
        <p:spPr>
          <a:xfrm>
            <a:off x="1609725" y="9458325"/>
            <a:ext cx="133350" cy="133350"/>
          </a:xfrm>
          <a:prstGeom prst="ellipse">
            <a:avLst/>
          </a:prstGeom>
          <a:solidFill>
            <a:srgbClr val="B9B2A0"/>
          </a:solidFill>
          <a:ln/>
        </p:spPr>
      </p:sp>
      <p:sp>
        <p:nvSpPr>
          <p:cNvPr id="12" name="Shape 10"/>
          <p:cNvSpPr/>
          <p:nvPr/>
        </p:nvSpPr>
        <p:spPr>
          <a:xfrm>
            <a:off x="1838325" y="9458325"/>
            <a:ext cx="133350" cy="133350"/>
          </a:xfrm>
          <a:prstGeom prst="ellipse">
            <a:avLst/>
          </a:prstGeom>
          <a:solidFill>
            <a:srgbClr val="B9B2A0"/>
          </a:solidFill>
          <a:ln/>
        </p:spPr>
      </p:sp>
      <p:sp>
        <p:nvSpPr>
          <p:cNvPr id="13" name="Shape 11"/>
          <p:cNvSpPr/>
          <p:nvPr/>
        </p:nvSpPr>
        <p:spPr>
          <a:xfrm>
            <a:off x="2066925" y="9458325"/>
            <a:ext cx="133350" cy="133350"/>
          </a:xfrm>
          <a:prstGeom prst="ellipse">
            <a:avLst/>
          </a:prstGeom>
          <a:solidFill>
            <a:srgbClr val="B9B2A0"/>
          </a:solidFill>
          <a:ln/>
        </p:spPr>
      </p:sp>
      <p:sp>
        <p:nvSpPr>
          <p:cNvPr id="14" name="Shape 12"/>
          <p:cNvSpPr/>
          <p:nvPr/>
        </p:nvSpPr>
        <p:spPr>
          <a:xfrm>
            <a:off x="2295525" y="9458325"/>
            <a:ext cx="133350" cy="133350"/>
          </a:xfrm>
          <a:prstGeom prst="ellipse">
            <a:avLst/>
          </a:prstGeom>
          <a:solidFill>
            <a:srgbClr val="B9B2A0"/>
          </a:solidFill>
          <a:ln/>
        </p:spPr>
      </p:sp>
      <p:sp>
        <p:nvSpPr>
          <p:cNvPr id="15" name="Shape 13"/>
          <p:cNvSpPr/>
          <p:nvPr/>
        </p:nvSpPr>
        <p:spPr>
          <a:xfrm>
            <a:off x="2524125" y="9458325"/>
            <a:ext cx="133350" cy="133350"/>
          </a:xfrm>
          <a:prstGeom prst="ellipse">
            <a:avLst/>
          </a:prstGeom>
          <a:solidFill>
            <a:srgbClr val="B9B2A0"/>
          </a:solidFill>
          <a:ln/>
        </p:spPr>
      </p:sp>
      <p:sp>
        <p:nvSpPr>
          <p:cNvPr id="16" name="Shape 14"/>
          <p:cNvSpPr/>
          <p:nvPr/>
        </p:nvSpPr>
        <p:spPr>
          <a:xfrm>
            <a:off x="2752725" y="9458325"/>
            <a:ext cx="133350" cy="133350"/>
          </a:xfrm>
          <a:prstGeom prst="ellipse">
            <a:avLst/>
          </a:prstGeom>
          <a:solidFill>
            <a:srgbClr val="B9B2A0"/>
          </a:solidFill>
          <a:ln/>
        </p:spPr>
      </p:sp>
      <p:sp>
        <p:nvSpPr>
          <p:cNvPr id="17" name="Shape 15"/>
          <p:cNvSpPr/>
          <p:nvPr/>
        </p:nvSpPr>
        <p:spPr>
          <a:xfrm>
            <a:off x="2981325" y="9458325"/>
            <a:ext cx="133350" cy="133350"/>
          </a:xfrm>
          <a:prstGeom prst="ellipse">
            <a:avLst/>
          </a:prstGeom>
          <a:solidFill>
            <a:srgbClr val="B9B2A0"/>
          </a:solidFill>
          <a:ln/>
        </p:spPr>
      </p:sp>
      <p:sp>
        <p:nvSpPr>
          <p:cNvPr id="18" name="Text 16"/>
          <p:cNvSpPr/>
          <p:nvPr/>
        </p:nvSpPr>
        <p:spPr>
          <a:xfrm>
            <a:off x="914400" y="9715500"/>
            <a:ext cx="857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02/10</a:t>
            </a:r>
            <a:endParaRPr lang="en-US" sz="1650" dirty="0"/>
          </a:p>
        </p:txBody>
      </p:sp>
      <p:sp>
        <p:nvSpPr>
          <p:cNvPr id="19" name="Shape 17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0" name="Moda image moda-export-watermark-e0d5f8f1-efdf-4f89-9ca6-a5e740ad3f9f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857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1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B-TREE</a:t>
            </a:r>
            <a:r>
              <a:rPr lang="en-US" sz="1800" b="1" spc="302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300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LSM-TREE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428750"/>
            <a:ext cx="161925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9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Hai</a:t>
            </a: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cách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giữ</a:t>
            </a:r>
            <a:r>
              <a:rPr lang="en-US" sz="6900" dirty="0" spc="-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khóa</a:t>
            </a:r>
            <a:r>
              <a:rPr lang="en-US" sz="69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có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thứ tự</a:t>
            </a:r>
            <a:endParaRPr lang="en-US" sz="6900" dirty="0"/>
          </a:p>
        </p:txBody>
      </p:sp>
      <p:sp>
        <p:nvSpPr>
          <p:cNvPr id="4" name="Text 2"/>
          <p:cNvSpPr/>
          <p:nvPr/>
        </p:nvSpPr>
        <p:spPr>
          <a:xfrm>
            <a:off x="914400" y="2857500"/>
            <a:ext cx="78867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 spc="-16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B-tree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9486900" y="2857500"/>
            <a:ext cx="78867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 spc="-14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LSM-tree</a:t>
            </a:r>
            <a:endParaRPr lang="en-US" sz="4200" dirty="0"/>
          </a:p>
        </p:txBody>
      </p:sp>
      <p:sp>
        <p:nvSpPr>
          <p:cNvPr id="6" name="Shape 4"/>
          <p:cNvSpPr/>
          <p:nvPr/>
        </p:nvSpPr>
        <p:spPr>
          <a:xfrm>
            <a:off x="914400" y="3714750"/>
            <a:ext cx="7886700" cy="1428750"/>
          </a:xfrm>
          <a:prstGeom prst="roundRect">
            <a:avLst>
              <a:gd name="adj" fmla="val 13333"/>
            </a:avLst>
          </a:prstGeom>
          <a:solidFill>
            <a:srgbClr val="1F3FD1"/>
          </a:solidFill>
          <a:ln/>
        </p:spPr>
      </p:sp>
      <p:sp>
        <p:nvSpPr>
          <p:cNvPr id="7" name="Shape 5"/>
          <p:cNvSpPr/>
          <p:nvPr/>
        </p:nvSpPr>
        <p:spPr>
          <a:xfrm>
            <a:off x="914400" y="5334000"/>
            <a:ext cx="7886700" cy="1428750"/>
          </a:xfrm>
          <a:prstGeom prst="roundRect">
            <a:avLst>
              <a:gd name="adj" fmla="val 13333"/>
            </a:avLst>
          </a:prstGeom>
          <a:solidFill>
            <a:srgbClr val="DDE3FA"/>
          </a:solidFill>
          <a:ln w="28575">
            <a:solidFill>
              <a:srgbClr val="1F3FD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6953250"/>
            <a:ext cx="7886700" cy="1428750"/>
          </a:xfrm>
          <a:prstGeom prst="roundRect">
            <a:avLst>
              <a:gd name="adj" fmla="val 13333"/>
            </a:avLst>
          </a:prstGeom>
          <a:solidFill>
            <a:srgbClr val="DDE3FA"/>
          </a:solidFill>
          <a:ln w="28575">
            <a:solidFill>
              <a:srgbClr val="1F3FD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486900" y="3714750"/>
            <a:ext cx="7886700" cy="1428750"/>
          </a:xfrm>
          <a:prstGeom prst="roundRect">
            <a:avLst>
              <a:gd name="adj" fmla="val 13333"/>
            </a:avLst>
          </a:prstGeom>
          <a:solidFill>
            <a:srgbClr val="1F3FD1"/>
          </a:solidFill>
          <a:ln/>
        </p:spPr>
      </p:sp>
      <p:sp>
        <p:nvSpPr>
          <p:cNvPr id="10" name="Shape 8"/>
          <p:cNvSpPr/>
          <p:nvPr/>
        </p:nvSpPr>
        <p:spPr>
          <a:xfrm>
            <a:off x="9486900" y="5334000"/>
            <a:ext cx="7886700" cy="1428750"/>
          </a:xfrm>
          <a:prstGeom prst="roundRect">
            <a:avLst>
              <a:gd name="adj" fmla="val 13333"/>
            </a:avLst>
          </a:prstGeom>
          <a:solidFill>
            <a:srgbClr val="DDE3FA"/>
          </a:solidFill>
          <a:ln w="28575">
            <a:solidFill>
              <a:srgbClr val="1F3FD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486900" y="6953250"/>
            <a:ext cx="7886700" cy="1428750"/>
          </a:xfrm>
          <a:prstGeom prst="roundRect">
            <a:avLst>
              <a:gd name="adj" fmla="val 13333"/>
            </a:avLst>
          </a:prstGeom>
          <a:solidFill>
            <a:srgbClr val="DDE3FA"/>
          </a:solidFill>
          <a:ln w="28575">
            <a:solidFill>
              <a:srgbClr val="1F3FD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00150" y="4000500"/>
            <a:ext cx="73152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Gốc:</a:t>
            </a:r>
            <a:r>
              <a:rPr lang="en-US" sz="25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</a:t>
            </a:r>
            <a:r>
              <a:rPr lang="en-US" sz="25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</a:t>
            </a:r>
            <a:r>
              <a:rPr lang="en-US" sz="2550" b="1" dirty="0" spc="-2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N+1</a:t>
            </a:r>
            <a:r>
              <a:rPr lang="en-US" sz="255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con</a:t>
            </a:r>
            <a:r>
              <a:rPr lang="en-US" sz="2550" b="1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trỏ</a:t>
            </a:r>
            <a:r>
              <a:rPr lang="en-US" sz="255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tới</a:t>
            </a:r>
            <a:r>
              <a:rPr lang="en-US" sz="2550" b="1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trang</a:t>
            </a:r>
            <a:r>
              <a:rPr lang="en-US" sz="2550" b="1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con</a:t>
            </a:r>
            <a:endParaRPr lang="en-US" sz="2550" dirty="0"/>
          </a:p>
        </p:txBody>
      </p:sp>
      <p:sp>
        <p:nvSpPr>
          <p:cNvPr id="13" name="Text 11"/>
          <p:cNvSpPr/>
          <p:nvPr/>
        </p:nvSpPr>
        <p:spPr>
          <a:xfrm>
            <a:off x="1200150" y="5619750"/>
            <a:ext cx="73152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Khóa</a:t>
            </a:r>
            <a:r>
              <a:rPr lang="en-US" sz="2550" dirty="0" spc="-1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trang</a:t>
            </a:r>
            <a:r>
              <a:rPr lang="en-US" sz="255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con</a:t>
            </a:r>
            <a:r>
              <a:rPr lang="en-US" sz="255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nằm</a:t>
            </a:r>
            <a:r>
              <a:rPr lang="en-US" sz="2550" dirty="0" spc="1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giữa</a:t>
            </a:r>
            <a:r>
              <a:rPr lang="en-US" sz="25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hai</a:t>
            </a:r>
            <a:r>
              <a:rPr lang="en-US" sz="255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khóa</a:t>
            </a:r>
            <a:r>
              <a:rPr lang="en-US" sz="255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của</a:t>
            </a:r>
            <a:r>
              <a:rPr lang="en-US" sz="2550" dirty="0" spc="-1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trang</a:t>
            </a:r>
            <a:r>
              <a:rPr lang="en-US" sz="25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cha</a:t>
            </a:r>
            <a:endParaRPr lang="en-US" sz="2550" dirty="0"/>
          </a:p>
        </p:txBody>
      </p:sp>
      <p:sp>
        <p:nvSpPr>
          <p:cNvPr id="14" name="Text 12"/>
          <p:cNvSpPr/>
          <p:nvPr/>
        </p:nvSpPr>
        <p:spPr>
          <a:xfrm>
            <a:off x="1200150" y="7239000"/>
            <a:ext cx="73152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1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Sửa</a:t>
            </a:r>
            <a:r>
              <a:rPr lang="en-US" sz="2550" dirty="0" spc="-1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một</a:t>
            </a:r>
            <a:r>
              <a:rPr lang="en-US" sz="255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dòng</a:t>
            </a:r>
            <a:r>
              <a:rPr lang="en-US" sz="2550" dirty="0" spc="-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là</a:t>
            </a:r>
            <a:r>
              <a:rPr lang="en-US" sz="2550" dirty="0" spc="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ghi</a:t>
            </a:r>
            <a:r>
              <a:rPr lang="en-US" sz="255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lại cả</a:t>
            </a:r>
            <a:r>
              <a:rPr lang="en-US" sz="2550" dirty="0" spc="-1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trang</a:t>
            </a:r>
            <a:r>
              <a:rPr lang="en-US" sz="2550" dirty="0" spc="1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chứa</a:t>
            </a:r>
            <a:r>
              <a:rPr lang="en-US" sz="255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nó</a:t>
            </a:r>
            <a:endParaRPr lang="en-US" sz="2550" dirty="0"/>
          </a:p>
        </p:txBody>
      </p:sp>
      <p:sp>
        <p:nvSpPr>
          <p:cNvPr id="15" name="Text 13"/>
          <p:cNvSpPr/>
          <p:nvPr/>
        </p:nvSpPr>
        <p:spPr>
          <a:xfrm>
            <a:off x="9772650" y="4000500"/>
            <a:ext cx="73152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Nhật</a:t>
            </a:r>
            <a:r>
              <a:rPr lang="en-US" sz="25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ký</a:t>
            </a:r>
            <a:r>
              <a:rPr lang="en-US" sz="2550" b="1" dirty="0" spc="-2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b="1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memtable</a:t>
            </a:r>
            <a:r>
              <a:rPr lang="en-US" sz="2550" b="1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5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255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endParaRPr lang="en-US" sz="2550" dirty="0"/>
          </a:p>
        </p:txBody>
      </p:sp>
      <p:sp>
        <p:nvSpPr>
          <p:cNvPr id="16" name="Text 14"/>
          <p:cNvSpPr/>
          <p:nvPr/>
        </p:nvSpPr>
        <p:spPr>
          <a:xfrm>
            <a:off x="9772650" y="5619750"/>
            <a:ext cx="73152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1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Memtable</a:t>
            </a:r>
            <a:r>
              <a:rPr lang="en-US" sz="255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đầy:</a:t>
            </a:r>
            <a:r>
              <a:rPr lang="en-US" sz="2550" dirty="0" spc="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đổ</a:t>
            </a:r>
            <a:r>
              <a:rPr lang="en-US" sz="2550" dirty="0" spc="-2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ra</a:t>
            </a:r>
            <a:r>
              <a:rPr lang="en-US" sz="2550" dirty="0" spc="-1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tệp</a:t>
            </a:r>
            <a:r>
              <a:rPr lang="en-US" sz="2550" dirty="0" spc="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đã</a:t>
            </a:r>
            <a:r>
              <a:rPr lang="en-US" sz="2550" dirty="0" spc="-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sắp</a:t>
            </a:r>
            <a:r>
              <a:rPr lang="en-US" sz="2550" dirty="0" spc="-2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xếp</a:t>
            </a:r>
            <a:r>
              <a:rPr lang="en-US" sz="25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ở</a:t>
            </a:r>
            <a:r>
              <a:rPr lang="en-US" sz="2550" dirty="0" spc="-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tầng</a:t>
            </a:r>
            <a:r>
              <a:rPr lang="en-US" sz="255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0</a:t>
            </a:r>
            <a:endParaRPr lang="en-US" sz="2550" dirty="0"/>
          </a:p>
        </p:txBody>
      </p:sp>
      <p:sp>
        <p:nvSpPr>
          <p:cNvPr id="17" name="Text 15"/>
          <p:cNvSpPr/>
          <p:nvPr/>
        </p:nvSpPr>
        <p:spPr>
          <a:xfrm>
            <a:off x="9772650" y="7239000"/>
            <a:ext cx="73152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6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Tầng</a:t>
            </a:r>
            <a:r>
              <a:rPr lang="en-US" sz="255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quá</a:t>
            </a:r>
            <a:r>
              <a:rPr lang="en-US" sz="255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cỡ:</a:t>
            </a:r>
            <a:r>
              <a:rPr lang="en-US" sz="2550" dirty="0" spc="-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gộp</a:t>
            </a:r>
            <a:r>
              <a:rPr lang="en-US" sz="255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dần</a:t>
            </a:r>
            <a:r>
              <a:rPr lang="en-US" sz="255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xuống</a:t>
            </a:r>
            <a:r>
              <a:rPr lang="en-US" sz="2550" dirty="0" spc="-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tầng</a:t>
            </a:r>
            <a:r>
              <a:rPr lang="en-US" sz="2550" dirty="0" spc="1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dưới</a:t>
            </a:r>
            <a:endParaRPr lang="en-US" sz="2550" dirty="0"/>
          </a:p>
        </p:txBody>
      </p:sp>
      <p:sp>
        <p:nvSpPr>
          <p:cNvPr id="18" name="Shape 16"/>
          <p:cNvSpPr/>
          <p:nvPr/>
        </p:nvSpPr>
        <p:spPr>
          <a:xfrm>
            <a:off x="923925" y="9458325"/>
            <a:ext cx="133350" cy="133350"/>
          </a:xfrm>
          <a:prstGeom prst="ellipse">
            <a:avLst/>
          </a:prstGeom>
          <a:solidFill>
            <a:srgbClr val="B9B2A0"/>
          </a:solidFill>
          <a:ln/>
        </p:spPr>
      </p:sp>
      <p:sp>
        <p:nvSpPr>
          <p:cNvPr id="19" name="Shape 17"/>
          <p:cNvSpPr/>
          <p:nvPr/>
        </p:nvSpPr>
        <p:spPr>
          <a:xfrm>
            <a:off x="1152525" y="9458325"/>
            <a:ext cx="133350" cy="133350"/>
          </a:xfrm>
          <a:prstGeom prst="ellipse">
            <a:avLst/>
          </a:prstGeom>
          <a:solidFill>
            <a:srgbClr val="B9B2A0"/>
          </a:solidFill>
          <a:ln/>
        </p:spPr>
      </p:sp>
      <p:sp>
        <p:nvSpPr>
          <p:cNvPr id="20" name="Shape 18"/>
          <p:cNvSpPr/>
          <p:nvPr/>
        </p:nvSpPr>
        <p:spPr>
          <a:xfrm>
            <a:off x="1381125" y="9458325"/>
            <a:ext cx="133350" cy="1333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1" name="Shape 19"/>
          <p:cNvSpPr/>
          <p:nvPr/>
        </p:nvSpPr>
        <p:spPr>
          <a:xfrm>
            <a:off x="1609725" y="9458325"/>
            <a:ext cx="133350" cy="133350"/>
          </a:xfrm>
          <a:prstGeom prst="ellipse">
            <a:avLst/>
          </a:prstGeom>
          <a:solidFill>
            <a:srgbClr val="B9B2A0"/>
          </a:solidFill>
          <a:ln/>
        </p:spPr>
      </p:sp>
      <p:sp>
        <p:nvSpPr>
          <p:cNvPr id="22" name="Shape 20"/>
          <p:cNvSpPr/>
          <p:nvPr/>
        </p:nvSpPr>
        <p:spPr>
          <a:xfrm>
            <a:off x="1838325" y="9458325"/>
            <a:ext cx="133350" cy="133350"/>
          </a:xfrm>
          <a:prstGeom prst="ellipse">
            <a:avLst/>
          </a:prstGeom>
          <a:solidFill>
            <a:srgbClr val="B9B2A0"/>
          </a:solidFill>
          <a:ln/>
        </p:spPr>
      </p:sp>
      <p:sp>
        <p:nvSpPr>
          <p:cNvPr id="23" name="Shape 21"/>
          <p:cNvSpPr/>
          <p:nvPr/>
        </p:nvSpPr>
        <p:spPr>
          <a:xfrm>
            <a:off x="2066925" y="9458325"/>
            <a:ext cx="133350" cy="133350"/>
          </a:xfrm>
          <a:prstGeom prst="ellipse">
            <a:avLst/>
          </a:prstGeom>
          <a:solidFill>
            <a:srgbClr val="B9B2A0"/>
          </a:solidFill>
          <a:ln/>
        </p:spPr>
      </p:sp>
      <p:sp>
        <p:nvSpPr>
          <p:cNvPr id="24" name="Shape 22"/>
          <p:cNvSpPr/>
          <p:nvPr/>
        </p:nvSpPr>
        <p:spPr>
          <a:xfrm>
            <a:off x="2295525" y="9458325"/>
            <a:ext cx="133350" cy="133350"/>
          </a:xfrm>
          <a:prstGeom prst="ellipse">
            <a:avLst/>
          </a:prstGeom>
          <a:solidFill>
            <a:srgbClr val="B9B2A0"/>
          </a:solidFill>
          <a:ln/>
        </p:spPr>
      </p:sp>
      <p:sp>
        <p:nvSpPr>
          <p:cNvPr id="25" name="Shape 23"/>
          <p:cNvSpPr/>
          <p:nvPr/>
        </p:nvSpPr>
        <p:spPr>
          <a:xfrm>
            <a:off x="2524125" y="9458325"/>
            <a:ext cx="133350" cy="133350"/>
          </a:xfrm>
          <a:prstGeom prst="ellipse">
            <a:avLst/>
          </a:prstGeom>
          <a:solidFill>
            <a:srgbClr val="B9B2A0"/>
          </a:solidFill>
          <a:ln/>
        </p:spPr>
      </p:sp>
      <p:sp>
        <p:nvSpPr>
          <p:cNvPr id="26" name="Shape 24"/>
          <p:cNvSpPr/>
          <p:nvPr/>
        </p:nvSpPr>
        <p:spPr>
          <a:xfrm>
            <a:off x="2752725" y="9458325"/>
            <a:ext cx="133350" cy="133350"/>
          </a:xfrm>
          <a:prstGeom prst="ellipse">
            <a:avLst/>
          </a:prstGeom>
          <a:solidFill>
            <a:srgbClr val="B9B2A0"/>
          </a:solidFill>
          <a:ln/>
        </p:spPr>
      </p:sp>
      <p:sp>
        <p:nvSpPr>
          <p:cNvPr id="27" name="Shape 25"/>
          <p:cNvSpPr/>
          <p:nvPr/>
        </p:nvSpPr>
        <p:spPr>
          <a:xfrm>
            <a:off x="2981325" y="9458325"/>
            <a:ext cx="133350" cy="133350"/>
          </a:xfrm>
          <a:prstGeom prst="ellipse">
            <a:avLst/>
          </a:prstGeom>
          <a:solidFill>
            <a:srgbClr val="B9B2A0"/>
          </a:solidFill>
          <a:ln/>
        </p:spPr>
      </p:sp>
      <p:sp>
        <p:nvSpPr>
          <p:cNvPr id="28" name="Text 26"/>
          <p:cNvSpPr/>
          <p:nvPr/>
        </p:nvSpPr>
        <p:spPr>
          <a:xfrm>
            <a:off x="914400" y="9715500"/>
            <a:ext cx="857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 03/10</a:t>
            </a:r>
            <a:endParaRPr lang="en-US" sz="1650" dirty="0"/>
          </a:p>
        </p:txBody>
      </p:sp>
      <p:sp>
        <p:nvSpPr>
          <p:cNvPr id="29" name="Shape 27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0" name="Moda image moda-export-watermark-ad9b5a59-21ee-44e7-b374-266abe5ab743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1428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1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B-TREE</a:t>
            </a:r>
            <a:r>
              <a:rPr lang="en-US" sz="1800" b="1" spc="298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 GIÁ THEO</a:t>
            </a:r>
            <a:r>
              <a:rPr lang="en-US" sz="1800" b="1" spc="309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r>
              <a:rPr lang="en-US" sz="1800" b="1" spc="297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TRANG</a:t>
            </a:r>
            <a:r>
              <a:rPr lang="en-US" sz="1800" b="1" spc="300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MỖI</a:t>
            </a:r>
            <a:r>
              <a:rPr lang="en-US" sz="1800" b="1" spc="298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LẦN</a:t>
            </a:r>
            <a:r>
              <a:rPr lang="en-US" sz="1800" b="1" spc="300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COMMIT ĐỤNG</a:t>
            </a:r>
            <a:r>
              <a:rPr lang="en-US" sz="1800" b="1" spc="279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TỚI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428750"/>
            <a:ext cx="161925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6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Ghi</a:t>
            </a:r>
            <a:r>
              <a:rPr lang="en-US" sz="66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cả</a:t>
            </a:r>
            <a:r>
              <a:rPr lang="en-US" sz="66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trang,</a:t>
            </a:r>
            <a:r>
              <a:rPr lang="en-US" sz="6600" dirty="0" spc="-1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trang</a:t>
            </a:r>
            <a:r>
              <a:rPr lang="en-US" sz="66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nào</a:t>
            </a:r>
            <a:r>
              <a:rPr lang="en-US" sz="66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cũng</a:t>
            </a:r>
            <a:r>
              <a:rPr lang="en-US" sz="66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bị</a:t>
            </a:r>
            <a:r>
              <a:rPr lang="en-US" sz="6600" dirty="0" spc="1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đụng</a:t>
            </a:r>
            <a:endParaRPr lang="en-US" sz="6600" dirty="0"/>
          </a:p>
        </p:txBody>
      </p:sp>
      <p:sp>
        <p:nvSpPr>
          <p:cNvPr id="4" name="Text 2"/>
          <p:cNvSpPr/>
          <p:nvPr/>
        </p:nvSpPr>
        <p:spPr>
          <a:xfrm>
            <a:off x="914400" y="2762250"/>
            <a:ext cx="7620000" cy="419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750" dirty="0" spc="-136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105×</a:t>
            </a:r>
            <a:endParaRPr lang="en-US" sz="24750" dirty="0"/>
          </a:p>
        </p:txBody>
      </p:sp>
      <p:sp>
        <p:nvSpPr>
          <p:cNvPr id="5" name="Text 3"/>
          <p:cNvSpPr/>
          <p:nvPr/>
        </p:nvSpPr>
        <p:spPr>
          <a:xfrm>
            <a:off x="8572500" y="3143250"/>
            <a:ext cx="8763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Commit</a:t>
            </a:r>
            <a:r>
              <a:rPr lang="en-US" sz="3300" b="1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mỗi</a:t>
            </a:r>
            <a:r>
              <a:rPr lang="en-US" sz="33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1.000</a:t>
            </a:r>
            <a:r>
              <a:rPr lang="en-US" sz="3300" b="1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dòng:</a:t>
            </a:r>
            <a:r>
              <a:rPr lang="en-US" sz="330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</a:t>
            </a:r>
            <a:r>
              <a:rPr lang="en-US" sz="330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12,2</a:t>
            </a:r>
            <a:r>
              <a:rPr lang="en-US" sz="33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GB</a:t>
            </a:r>
            <a:r>
              <a:rPr lang="en-US" sz="3300" b="1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330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116</a:t>
            </a:r>
            <a:r>
              <a:rPr lang="en-US" sz="330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MB</a:t>
            </a:r>
            <a:r>
              <a:rPr lang="en-US" sz="33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330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endParaRPr lang="en-US" sz="3300" dirty="0"/>
          </a:p>
        </p:txBody>
      </p:sp>
      <p:sp>
        <p:nvSpPr>
          <p:cNvPr id="6" name="Text richtext-1792460674742-620443408"/>
          <p:cNvSpPr/>
          <p:nvPr/>
        </p:nvSpPr>
        <p:spPr>
          <a:xfrm>
            <a:off x="8572500" y="4953000"/>
            <a:ext cx="8763000" cy="2476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244981">
              <a:spcAft>
                <a:spcPts val="1500"/>
              </a:spcAft>
              <a:buSzPct val="100000"/>
              <a:buFont typeface="Arial"/>
              <a:buChar char="•"/>
            </a:pPr>
            <a:r>
              <a:rPr lang="en-US" sz="2700" dirty="0" spc="-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Bộ</a:t>
            </a:r>
            <a:r>
              <a:rPr lang="en-US" sz="2700" dirty="0" spc="1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đệm</a:t>
            </a:r>
            <a:r>
              <a:rPr lang="en-US" sz="270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lớn</a:t>
            </a:r>
            <a:r>
              <a:rPr lang="en-US" sz="270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</a:t>
            </a:r>
            <a:r>
              <a:rPr lang="en-US" sz="270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700" dirty="0" spc="1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</a:t>
            </a:r>
            <a:r>
              <a:rPr lang="en-US" sz="2700" dirty="0" spc="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được:</a:t>
            </a:r>
            <a:r>
              <a:rPr lang="en-US" sz="2700" dirty="0" spc="-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107,6</a:t>
            </a:r>
            <a:r>
              <a:rPr lang="en-US" sz="2700" dirty="0" spc="-1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so</a:t>
            </a:r>
            <a:r>
              <a:rPr lang="en-US" sz="2700" dirty="0" spc="-1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27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104,9</a:t>
            </a:r>
            <a:r>
              <a:rPr lang="en-US" sz="27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lần</a:t>
            </a:r>
            <a:endParaRPr lang="en-US" sz="2700" dirty="0"/>
          </a:p>
          <a:p>
            <a:pPr algn="l" marL="342900" indent="-244981">
              <a:buSzPct val="100000"/>
              <a:buFont typeface="Arial"/>
              <a:buChar char="•"/>
            </a:pPr>
            <a:r>
              <a:rPr lang="en-US" sz="2700" dirty="0" spc="-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Một</a:t>
            </a:r>
            <a:r>
              <a:rPr lang="en-US" sz="270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giao</a:t>
            </a:r>
            <a:r>
              <a:rPr lang="en-US" sz="27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dịch,</a:t>
            </a:r>
            <a:r>
              <a:rPr lang="en-US" sz="2700" dirty="0" spc="-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2700" dirty="0" spc="1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đệm</a:t>
            </a:r>
            <a:r>
              <a:rPr lang="en-US" sz="2700" dirty="0" spc="-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256</a:t>
            </a:r>
            <a:r>
              <a:rPr lang="en-US" sz="270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MiB:</a:t>
            </a:r>
            <a:r>
              <a:rPr lang="en-US" sz="27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còn</a:t>
            </a:r>
            <a:r>
              <a:rPr lang="en-US" sz="27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2,4</a:t>
            </a:r>
            <a:r>
              <a:rPr lang="en-US" sz="270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lần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923925" y="9458325"/>
            <a:ext cx="133350" cy="133350"/>
          </a:xfrm>
          <a:prstGeom prst="ellipse">
            <a:avLst/>
          </a:prstGeom>
          <a:solidFill>
            <a:srgbClr val="4A4F5E"/>
          </a:solidFill>
          <a:ln/>
        </p:spPr>
      </p:sp>
      <p:sp>
        <p:nvSpPr>
          <p:cNvPr id="8" name="Shape 6"/>
          <p:cNvSpPr/>
          <p:nvPr/>
        </p:nvSpPr>
        <p:spPr>
          <a:xfrm>
            <a:off x="1152525" y="9458325"/>
            <a:ext cx="133350" cy="133350"/>
          </a:xfrm>
          <a:prstGeom prst="ellipse">
            <a:avLst/>
          </a:prstGeom>
          <a:solidFill>
            <a:srgbClr val="4A4F5E"/>
          </a:solidFill>
          <a:ln/>
        </p:spPr>
      </p:sp>
      <p:sp>
        <p:nvSpPr>
          <p:cNvPr id="9" name="Shape 7"/>
          <p:cNvSpPr/>
          <p:nvPr/>
        </p:nvSpPr>
        <p:spPr>
          <a:xfrm>
            <a:off x="1381125" y="9458325"/>
            <a:ext cx="133350" cy="133350"/>
          </a:xfrm>
          <a:prstGeom prst="ellipse">
            <a:avLst/>
          </a:prstGeom>
          <a:solidFill>
            <a:srgbClr val="4A4F5E"/>
          </a:solidFill>
          <a:ln/>
        </p:spPr>
      </p:sp>
      <p:sp>
        <p:nvSpPr>
          <p:cNvPr id="10" name="Shape 8"/>
          <p:cNvSpPr/>
          <p:nvPr/>
        </p:nvSpPr>
        <p:spPr>
          <a:xfrm>
            <a:off x="1609725" y="9458325"/>
            <a:ext cx="133350" cy="1333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11" name="Shape 9"/>
          <p:cNvSpPr/>
          <p:nvPr/>
        </p:nvSpPr>
        <p:spPr>
          <a:xfrm>
            <a:off x="1838325" y="9458325"/>
            <a:ext cx="133350" cy="133350"/>
          </a:xfrm>
          <a:prstGeom prst="ellipse">
            <a:avLst/>
          </a:prstGeom>
          <a:solidFill>
            <a:srgbClr val="4A4F5E"/>
          </a:solidFill>
          <a:ln/>
        </p:spPr>
      </p:sp>
      <p:sp>
        <p:nvSpPr>
          <p:cNvPr id="12" name="Shape 10"/>
          <p:cNvSpPr/>
          <p:nvPr/>
        </p:nvSpPr>
        <p:spPr>
          <a:xfrm>
            <a:off x="2066925" y="9458325"/>
            <a:ext cx="133350" cy="133350"/>
          </a:xfrm>
          <a:prstGeom prst="ellipse">
            <a:avLst/>
          </a:prstGeom>
          <a:solidFill>
            <a:srgbClr val="4A4F5E"/>
          </a:solidFill>
          <a:ln/>
        </p:spPr>
      </p:sp>
      <p:sp>
        <p:nvSpPr>
          <p:cNvPr id="13" name="Shape 11"/>
          <p:cNvSpPr/>
          <p:nvPr/>
        </p:nvSpPr>
        <p:spPr>
          <a:xfrm>
            <a:off x="2295525" y="9458325"/>
            <a:ext cx="133350" cy="133350"/>
          </a:xfrm>
          <a:prstGeom prst="ellipse">
            <a:avLst/>
          </a:prstGeom>
          <a:solidFill>
            <a:srgbClr val="4A4F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524125" y="9458325"/>
            <a:ext cx="133350" cy="133350"/>
          </a:xfrm>
          <a:prstGeom prst="ellipse">
            <a:avLst/>
          </a:prstGeom>
          <a:solidFill>
            <a:srgbClr val="4A4F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752725" y="9458325"/>
            <a:ext cx="133350" cy="133350"/>
          </a:xfrm>
          <a:prstGeom prst="ellipse">
            <a:avLst/>
          </a:prstGeom>
          <a:solidFill>
            <a:srgbClr val="4A4F5E"/>
          </a:solidFill>
          <a:ln/>
        </p:spPr>
      </p:sp>
      <p:sp>
        <p:nvSpPr>
          <p:cNvPr id="16" name="Shape 14"/>
          <p:cNvSpPr/>
          <p:nvPr/>
        </p:nvSpPr>
        <p:spPr>
          <a:xfrm>
            <a:off x="2981325" y="9458325"/>
            <a:ext cx="133350" cy="133350"/>
          </a:xfrm>
          <a:prstGeom prst="ellipse">
            <a:avLst/>
          </a:prstGeom>
          <a:solidFill>
            <a:srgbClr val="4A4F5E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" y="9715500"/>
            <a:ext cx="857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04/10</a:t>
            </a:r>
            <a:endParaRPr lang="en-US" sz="1650" dirty="0"/>
          </a:p>
        </p:txBody>
      </p:sp>
      <p:sp>
        <p:nvSpPr>
          <p:cNvPr id="18" name="Shape 1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9" name="Moda image moda-export-watermark-c42f3827-ca21-4aa5-a5c0-6bf9357703b7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857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LSM-TREE</a:t>
            </a:r>
            <a:r>
              <a:rPr lang="en-US" sz="1800" b="1" spc="297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1800" b="1" spc="298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GIÁ</a:t>
            </a:r>
            <a:r>
              <a:rPr lang="en-US" sz="1800" b="1" spc="302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LÚC</a:t>
            </a:r>
            <a:r>
              <a:rPr lang="en-US" sz="1800" b="1" spc="299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GỘP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428750"/>
            <a:ext cx="161925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9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Ghi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nối</a:t>
            </a:r>
            <a:r>
              <a:rPr lang="en-US" sz="6900" dirty="0" spc="-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tiếp,</a:t>
            </a:r>
            <a:r>
              <a:rPr lang="en-US" sz="6900" dirty="0" spc="-3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trả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giá khi</a:t>
            </a:r>
            <a:r>
              <a:rPr lang="en-US" sz="6900" dirty="0" spc="-4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gộp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3238500"/>
            <a:ext cx="4953000" cy="2857500"/>
          </a:xfrm>
          <a:prstGeom prst="roundRect">
            <a:avLst>
              <a:gd name="adj" fmla="val 8000"/>
            </a:avLst>
          </a:prstGeom>
          <a:solidFill>
            <a:srgbClr val="CFE8E2"/>
          </a:solidFill>
          <a:ln w="38100">
            <a:solidFill>
              <a:srgbClr val="0F766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667500" y="3238500"/>
            <a:ext cx="4953000" cy="2857500"/>
          </a:xfrm>
          <a:prstGeom prst="roundRect">
            <a:avLst>
              <a:gd name="adj" fmla="val 8000"/>
            </a:avLst>
          </a:prstGeom>
          <a:solidFill>
            <a:srgbClr val="CFE8E2"/>
          </a:solidFill>
          <a:ln w="38100">
            <a:solidFill>
              <a:srgbClr val="0F766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2420600" y="3238500"/>
            <a:ext cx="4953000" cy="2857500"/>
          </a:xfrm>
          <a:prstGeom prst="roundRect">
            <a:avLst>
              <a:gd name="adj" fmla="val 8000"/>
            </a:avLst>
          </a:prstGeom>
          <a:solidFill>
            <a:srgbClr val="0F766E"/>
          </a:solidFill>
          <a:ln/>
        </p:spPr>
      </p:sp>
      <p:sp>
        <p:nvSpPr>
          <p:cNvPr id="7" name="Text 5"/>
          <p:cNvSpPr/>
          <p:nvPr/>
        </p:nvSpPr>
        <p:spPr>
          <a:xfrm>
            <a:off x="1238250" y="3571875"/>
            <a:ext cx="43053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dirty="0" spc="-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Nhật</a:t>
            </a:r>
            <a:r>
              <a:rPr lang="en-US" sz="285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ký</a:t>
            </a:r>
            <a:r>
              <a:rPr lang="en-US" sz="2850" dirty="0" spc="-1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và</a:t>
            </a:r>
            <a:r>
              <a:rPr lang="en-US" sz="2850" dirty="0" spc="1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đổ</a:t>
            </a:r>
            <a:r>
              <a:rPr lang="en-US" sz="2850" dirty="0" spc="-1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memtable:</a:t>
            </a:r>
            <a:r>
              <a:rPr lang="en-US" sz="285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mỗi</a:t>
            </a:r>
            <a:r>
              <a:rPr lang="en-US" sz="285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thứ</a:t>
            </a:r>
            <a:r>
              <a:rPr lang="en-US" sz="285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khoảng</a:t>
            </a:r>
            <a:r>
              <a:rPr lang="en-US" sz="2850" dirty="0" spc="-1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một</a:t>
            </a:r>
            <a:r>
              <a:rPr lang="en-US" sz="28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lần</a:t>
            </a:r>
            <a:r>
              <a:rPr lang="en-US" sz="2850" dirty="0" spc="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dữ liệu</a:t>
            </a:r>
            <a:endParaRPr lang="en-US" sz="2850" dirty="0"/>
          </a:p>
        </p:txBody>
      </p:sp>
      <p:sp>
        <p:nvSpPr>
          <p:cNvPr id="8" name="Text 6"/>
          <p:cNvSpPr/>
          <p:nvPr/>
        </p:nvSpPr>
        <p:spPr>
          <a:xfrm>
            <a:off x="6991350" y="3571875"/>
            <a:ext cx="43053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dirty="0" spc="-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Mọi</a:t>
            </a:r>
            <a:r>
              <a:rPr lang="en-US" sz="285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lần ghi</a:t>
            </a:r>
            <a:r>
              <a:rPr lang="en-US" sz="2850" dirty="0" spc="1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đều</a:t>
            </a:r>
            <a:r>
              <a:rPr lang="en-US" sz="285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nối</a:t>
            </a:r>
            <a:r>
              <a:rPr lang="en-US" sz="28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tiếp:</a:t>
            </a:r>
            <a:r>
              <a:rPr lang="en-US" sz="28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nạp</a:t>
            </a:r>
            <a:r>
              <a:rPr lang="en-US" sz="285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nhanh</a:t>
            </a:r>
            <a:r>
              <a:rPr lang="en-US" sz="2850" dirty="0" spc="-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nhất</a:t>
            </a:r>
            <a:endParaRPr lang="en-US" sz="2850" dirty="0"/>
          </a:p>
        </p:txBody>
      </p:sp>
      <p:sp>
        <p:nvSpPr>
          <p:cNvPr id="9" name="Text 7"/>
          <p:cNvSpPr/>
          <p:nvPr/>
        </p:nvSpPr>
        <p:spPr>
          <a:xfrm>
            <a:off x="12744450" y="3571875"/>
            <a:ext cx="43053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Phần</a:t>
            </a:r>
            <a:r>
              <a:rPr lang="en-US" sz="28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lớn</a:t>
            </a:r>
            <a:r>
              <a:rPr lang="en-US" sz="285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còn</a:t>
            </a:r>
            <a:r>
              <a:rPr lang="en-US" sz="28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lại:</a:t>
            </a:r>
            <a:r>
              <a:rPr lang="en-US" sz="285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gộp</a:t>
            </a:r>
            <a:r>
              <a:rPr lang="en-US" sz="285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tầng</a:t>
            </a:r>
            <a:r>
              <a:rPr lang="en-US" sz="2850" b="1" dirty="0" spc="-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285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xuống tầng</a:t>
            </a:r>
            <a:r>
              <a:rPr lang="en-US" sz="2850" b="1" dirty="0" spc="2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dưới</a:t>
            </a:r>
            <a:endParaRPr lang="en-US" sz="2850" dirty="0"/>
          </a:p>
        </p:txBody>
      </p:sp>
      <p:sp>
        <p:nvSpPr>
          <p:cNvPr id="10" name="Connector line-1792460678505-184514857"/>
          <p:cNvSpPr/>
          <p:nvPr/>
        </p:nvSpPr>
        <p:spPr>
          <a:xfrm>
            <a:off x="5924550" y="4667250"/>
            <a:ext cx="685800" cy="0"/>
          </a:xfrm>
          <a:prstGeom prst="line">
            <a:avLst/>
          </a:prstGeom>
          <a:noFill/>
          <a:ln w="47625">
            <a:solidFill>
              <a:srgbClr val="14161C"/>
            </a:solidFill>
            <a:prstDash val="solid"/>
            <a:headEnd type="none"/>
            <a:tailEnd type="triangle"/>
          </a:ln>
        </p:spPr>
      </p:sp>
      <p:sp>
        <p:nvSpPr>
          <p:cNvPr id="11" name="Connector line-1792460678505-967882351"/>
          <p:cNvSpPr/>
          <p:nvPr/>
        </p:nvSpPr>
        <p:spPr>
          <a:xfrm>
            <a:off x="11677650" y="4667250"/>
            <a:ext cx="685800" cy="0"/>
          </a:xfrm>
          <a:prstGeom prst="line">
            <a:avLst/>
          </a:prstGeom>
          <a:noFill/>
          <a:ln w="47625">
            <a:solidFill>
              <a:srgbClr val="14161C"/>
            </a:solidFill>
            <a:prstDash val="solid"/>
            <a:headEnd type="none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914400" y="6858000"/>
            <a:ext cx="161925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Ở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lô</a:t>
            </a:r>
            <a:r>
              <a:rPr lang="en-US" sz="28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1.000</a:t>
            </a: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dòng,</a:t>
            </a:r>
            <a:r>
              <a:rPr lang="en-US" sz="2850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LSM-tree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</a:t>
            </a:r>
            <a:r>
              <a:rPr lang="en-US" sz="28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khoảng</a:t>
            </a:r>
            <a:r>
              <a:rPr lang="en-US" sz="28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5,4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lần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8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liệu.</a:t>
            </a:r>
            <a:endParaRPr lang="en-US" sz="2850" dirty="0"/>
          </a:p>
        </p:txBody>
      </p:sp>
      <p:sp>
        <p:nvSpPr>
          <p:cNvPr id="13" name="Shape 11"/>
          <p:cNvSpPr/>
          <p:nvPr/>
        </p:nvSpPr>
        <p:spPr>
          <a:xfrm>
            <a:off x="923925" y="9458325"/>
            <a:ext cx="133350" cy="133350"/>
          </a:xfrm>
          <a:prstGeom prst="ellipse">
            <a:avLst/>
          </a:prstGeom>
          <a:solidFill>
            <a:srgbClr val="B9B2A0"/>
          </a:solidFill>
          <a:ln/>
        </p:spPr>
      </p:sp>
      <p:sp>
        <p:nvSpPr>
          <p:cNvPr id="14" name="Shape 12"/>
          <p:cNvSpPr/>
          <p:nvPr/>
        </p:nvSpPr>
        <p:spPr>
          <a:xfrm>
            <a:off x="1152525" y="9458325"/>
            <a:ext cx="133350" cy="133350"/>
          </a:xfrm>
          <a:prstGeom prst="ellipse">
            <a:avLst/>
          </a:prstGeom>
          <a:solidFill>
            <a:srgbClr val="B9B2A0"/>
          </a:solidFill>
          <a:ln/>
        </p:spPr>
      </p:sp>
      <p:sp>
        <p:nvSpPr>
          <p:cNvPr id="15" name="Shape 13"/>
          <p:cNvSpPr/>
          <p:nvPr/>
        </p:nvSpPr>
        <p:spPr>
          <a:xfrm>
            <a:off x="1381125" y="9458325"/>
            <a:ext cx="133350" cy="133350"/>
          </a:xfrm>
          <a:prstGeom prst="ellipse">
            <a:avLst/>
          </a:prstGeom>
          <a:solidFill>
            <a:srgbClr val="B9B2A0"/>
          </a:solidFill>
          <a:ln/>
        </p:spPr>
      </p:sp>
      <p:sp>
        <p:nvSpPr>
          <p:cNvPr id="16" name="Shape 14"/>
          <p:cNvSpPr/>
          <p:nvPr/>
        </p:nvSpPr>
        <p:spPr>
          <a:xfrm>
            <a:off x="1609725" y="9458325"/>
            <a:ext cx="133350" cy="133350"/>
          </a:xfrm>
          <a:prstGeom prst="ellipse">
            <a:avLst/>
          </a:prstGeom>
          <a:solidFill>
            <a:srgbClr val="B9B2A0"/>
          </a:solidFill>
          <a:ln/>
        </p:spPr>
      </p:sp>
      <p:sp>
        <p:nvSpPr>
          <p:cNvPr id="17" name="Shape 15"/>
          <p:cNvSpPr/>
          <p:nvPr/>
        </p:nvSpPr>
        <p:spPr>
          <a:xfrm>
            <a:off x="1838325" y="9458325"/>
            <a:ext cx="133350" cy="1333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18" name="Shape 16"/>
          <p:cNvSpPr/>
          <p:nvPr/>
        </p:nvSpPr>
        <p:spPr>
          <a:xfrm>
            <a:off x="2066925" y="9458325"/>
            <a:ext cx="133350" cy="133350"/>
          </a:xfrm>
          <a:prstGeom prst="ellipse">
            <a:avLst/>
          </a:prstGeom>
          <a:solidFill>
            <a:srgbClr val="B9B2A0"/>
          </a:solidFill>
          <a:ln/>
        </p:spPr>
      </p:sp>
      <p:sp>
        <p:nvSpPr>
          <p:cNvPr id="19" name="Shape 17"/>
          <p:cNvSpPr/>
          <p:nvPr/>
        </p:nvSpPr>
        <p:spPr>
          <a:xfrm>
            <a:off x="2295525" y="9458325"/>
            <a:ext cx="133350" cy="133350"/>
          </a:xfrm>
          <a:prstGeom prst="ellipse">
            <a:avLst/>
          </a:prstGeom>
          <a:solidFill>
            <a:srgbClr val="B9B2A0"/>
          </a:solidFill>
          <a:ln/>
        </p:spPr>
      </p:sp>
      <p:sp>
        <p:nvSpPr>
          <p:cNvPr id="20" name="Shape 18"/>
          <p:cNvSpPr/>
          <p:nvPr/>
        </p:nvSpPr>
        <p:spPr>
          <a:xfrm>
            <a:off x="2524125" y="9458325"/>
            <a:ext cx="133350" cy="133350"/>
          </a:xfrm>
          <a:prstGeom prst="ellipse">
            <a:avLst/>
          </a:prstGeom>
          <a:solidFill>
            <a:srgbClr val="B9B2A0"/>
          </a:solidFill>
          <a:ln/>
        </p:spPr>
      </p:sp>
      <p:sp>
        <p:nvSpPr>
          <p:cNvPr id="21" name="Shape 19"/>
          <p:cNvSpPr/>
          <p:nvPr/>
        </p:nvSpPr>
        <p:spPr>
          <a:xfrm>
            <a:off x="2752725" y="9458325"/>
            <a:ext cx="133350" cy="133350"/>
          </a:xfrm>
          <a:prstGeom prst="ellipse">
            <a:avLst/>
          </a:prstGeom>
          <a:solidFill>
            <a:srgbClr val="B9B2A0"/>
          </a:solidFill>
          <a:ln/>
        </p:spPr>
      </p:sp>
      <p:sp>
        <p:nvSpPr>
          <p:cNvPr id="22" name="Shape 20"/>
          <p:cNvSpPr/>
          <p:nvPr/>
        </p:nvSpPr>
        <p:spPr>
          <a:xfrm>
            <a:off x="2981325" y="9458325"/>
            <a:ext cx="133350" cy="133350"/>
          </a:xfrm>
          <a:prstGeom prst="ellipse">
            <a:avLst/>
          </a:prstGeom>
          <a:solidFill>
            <a:srgbClr val="B9B2A0"/>
          </a:solidFill>
          <a:ln/>
        </p:spPr>
      </p:sp>
      <p:sp>
        <p:nvSpPr>
          <p:cNvPr id="23" name="Text 21"/>
          <p:cNvSpPr/>
          <p:nvPr/>
        </p:nvSpPr>
        <p:spPr>
          <a:xfrm>
            <a:off x="914400" y="9715500"/>
            <a:ext cx="857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05/10</a:t>
            </a:r>
            <a:endParaRPr lang="en-US" sz="1650" dirty="0"/>
          </a:p>
        </p:txBody>
      </p:sp>
      <p:sp>
        <p:nvSpPr>
          <p:cNvPr id="24" name="Shape 2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5" name="Moda image moda-export-watermark-86bda936-d48f-433b-9044-77b9bc24e1ed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1619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BỘ</a:t>
            </a:r>
            <a:r>
              <a:rPr lang="en-US" sz="1800" b="1" spc="28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LỌC</a:t>
            </a:r>
            <a:r>
              <a:rPr lang="en-US" sz="1800" b="1" spc="28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BLOOM</a:t>
            </a:r>
            <a:r>
              <a:rPr lang="en-US" sz="1800" b="1" spc="304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QUYẾT</a:t>
            </a: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r>
              <a:rPr lang="en-US" sz="1800" b="1" spc="298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GIÁ</a:t>
            </a:r>
            <a:r>
              <a:rPr lang="en-US" sz="1800" b="1" spc="29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1800" b="1" spc="29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</a:t>
            </a:r>
            <a:r>
              <a:rPr lang="en-US" sz="180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TÌM</a:t>
            </a:r>
            <a:r>
              <a:rPr lang="en-US" sz="1800" b="1" spc="28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</a:t>
            </a: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1800" b="1" spc="303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428750"/>
            <a:ext cx="16459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600" dirty="0" spc="-14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Tắt</a:t>
            </a:r>
            <a:r>
              <a:rPr lang="en-US" sz="66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bộ</a:t>
            </a:r>
            <a:r>
              <a:rPr lang="en-US" sz="66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lọc,</a:t>
            </a:r>
            <a:r>
              <a:rPr lang="en-US" sz="6600" dirty="0" spc="-1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tìm</a:t>
            </a:r>
            <a:r>
              <a:rPr lang="en-US" sz="66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chậm</a:t>
            </a:r>
            <a:r>
              <a:rPr lang="en-US" sz="6600" dirty="0" spc="-1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gấp</a:t>
            </a:r>
            <a:r>
              <a:rPr lang="en-US" sz="66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10 lần</a:t>
            </a:r>
            <a:endParaRPr lang="en-US" sz="6600" dirty="0"/>
          </a:p>
        </p:txBody>
      </p:sp>
      <p:sp>
        <p:nvSpPr>
          <p:cNvPr id="4" name="Shape 2"/>
          <p:cNvSpPr/>
          <p:nvPr/>
        </p:nvSpPr>
        <p:spPr>
          <a:xfrm>
            <a:off x="914400" y="3143250"/>
            <a:ext cx="8001000" cy="5143500"/>
          </a:xfrm>
          <a:prstGeom prst="roundRect">
            <a:avLst>
              <a:gd name="adj" fmla="val 4444"/>
            </a:avLst>
          </a:prstGeom>
          <a:solidFill>
            <a:srgbClr val="1E2230"/>
          </a:solidFill>
          <a:ln w="38100">
            <a:solidFill>
              <a:srgbClr val="3DD6A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372600" y="3143250"/>
            <a:ext cx="8001000" cy="5143500"/>
          </a:xfrm>
          <a:prstGeom prst="roundRect">
            <a:avLst>
              <a:gd name="adj" fmla="val 4444"/>
            </a:avLst>
          </a:prstGeom>
          <a:solidFill>
            <a:srgbClr val="1E2230"/>
          </a:solidFill>
          <a:ln w="38100">
            <a:solidFill>
              <a:srgbClr val="FF6A4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95400" y="3524250"/>
            <a:ext cx="7239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 spc="1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Có</a:t>
            </a:r>
            <a:r>
              <a:rPr lang="en-US" sz="3000" b="1" dirty="0" spc="-3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3000" b="1" dirty="0" spc="-8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lọc Bloom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295400" y="4286250"/>
            <a:ext cx="7239000" cy="2476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0" dirty="0" spc="-24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0,07</a:t>
            </a:r>
            <a:r>
              <a:rPr lang="en-US" sz="150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</a:t>
            </a:r>
            <a:endParaRPr lang="en-US" sz="15000" dirty="0"/>
          </a:p>
        </p:txBody>
      </p:sp>
      <p:sp>
        <p:nvSpPr>
          <p:cNvPr id="8" name="Text 6"/>
          <p:cNvSpPr/>
          <p:nvPr/>
        </p:nvSpPr>
        <p:spPr>
          <a:xfrm>
            <a:off x="1295400" y="7048500"/>
            <a:ext cx="7239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Tìm</a:t>
            </a:r>
            <a:r>
              <a:rPr lang="en-US" sz="25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100.000</a:t>
            </a:r>
            <a:r>
              <a:rPr lang="en-US" sz="255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</a:t>
            </a:r>
            <a:r>
              <a:rPr lang="en-US" sz="25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5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có:</a:t>
            </a:r>
            <a:r>
              <a:rPr lang="en-US" sz="2550" dirty="0" spc="-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biết</a:t>
            </a:r>
            <a:r>
              <a:rPr lang="en-US" sz="2550" dirty="0" spc="-1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ngay</a:t>
            </a:r>
            <a:r>
              <a:rPr lang="en-US" sz="25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“không</a:t>
            </a:r>
            <a:r>
              <a:rPr lang="en-US" sz="25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5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550" dirty="0" spc="-1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tệp</a:t>
            </a:r>
            <a:r>
              <a:rPr lang="en-US" sz="2550" dirty="0" spc="-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này”</a:t>
            </a:r>
            <a:endParaRPr lang="en-US" sz="2550" dirty="0"/>
          </a:p>
        </p:txBody>
      </p:sp>
      <p:sp>
        <p:nvSpPr>
          <p:cNvPr id="9" name="Text 7"/>
          <p:cNvSpPr/>
          <p:nvPr/>
        </p:nvSpPr>
        <p:spPr>
          <a:xfrm>
            <a:off x="9753600" y="3524250"/>
            <a:ext cx="7239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 spc="-110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Tắt</a:t>
            </a:r>
            <a:r>
              <a:rPr lang="en-US" sz="3000" b="1" dirty="0" spc="-4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3000" b="1" dirty="0" spc="-7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lọc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9753600" y="4286250"/>
            <a:ext cx="7239000" cy="2476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0" dirty="0" spc="-54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0,74</a:t>
            </a:r>
            <a:r>
              <a:rPr lang="en-US" sz="150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</a:t>
            </a:r>
            <a:endParaRPr lang="en-US" sz="15000" dirty="0"/>
          </a:p>
        </p:txBody>
      </p:sp>
      <p:sp>
        <p:nvSpPr>
          <p:cNvPr id="11" name="Text 9"/>
          <p:cNvSpPr/>
          <p:nvPr/>
        </p:nvSpPr>
        <p:spPr>
          <a:xfrm>
            <a:off x="9753600" y="7048500"/>
            <a:ext cx="7239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Phải</a:t>
            </a:r>
            <a:r>
              <a:rPr lang="en-US" sz="2550" dirty="0" spc="1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2550" dirty="0" spc="2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từng</a:t>
            </a:r>
            <a:r>
              <a:rPr lang="en-US" sz="2550" dirty="0" spc="-1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tệp</a:t>
            </a:r>
            <a:r>
              <a:rPr lang="en-US" sz="25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55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r>
              <a:rPr lang="en-US" sz="2550" dirty="0" spc="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chứa</a:t>
            </a:r>
            <a:r>
              <a:rPr lang="en-US" sz="25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khóa:</a:t>
            </a:r>
            <a:r>
              <a:rPr lang="en-US" sz="25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chậm</a:t>
            </a:r>
            <a:r>
              <a:rPr lang="en-US" sz="2550" dirty="0" spc="-1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gấp</a:t>
            </a:r>
            <a:r>
              <a:rPr lang="en-US" sz="255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</a:t>
            </a:r>
            <a:r>
              <a:rPr lang="en-US" sz="25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lần</a:t>
            </a:r>
            <a:endParaRPr lang="en-US" sz="2550" dirty="0"/>
          </a:p>
        </p:txBody>
      </p:sp>
      <p:sp>
        <p:nvSpPr>
          <p:cNvPr id="12" name="Text 10"/>
          <p:cNvSpPr/>
          <p:nvPr/>
        </p:nvSpPr>
        <p:spPr>
          <a:xfrm>
            <a:off x="914400" y="8572500"/>
            <a:ext cx="164592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dirty="0" spc="-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Một</a:t>
            </a:r>
            <a:r>
              <a:rPr lang="en-US" sz="2700" dirty="0" spc="-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</a:t>
            </a:r>
            <a:r>
              <a:rPr lang="en-US" sz="27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 thể</a:t>
            </a:r>
            <a:r>
              <a:rPr lang="en-US" sz="270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nằm</a:t>
            </a:r>
            <a:r>
              <a:rPr lang="en-US" sz="270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70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nhiều</a:t>
            </a:r>
            <a:r>
              <a:rPr lang="en-US" sz="2700" dirty="0" spc="-1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tệp,</a:t>
            </a:r>
            <a:r>
              <a:rPr lang="en-US" sz="2700" dirty="0" spc="-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nên</a:t>
            </a:r>
            <a:r>
              <a:rPr lang="en-US" sz="2700" dirty="0" spc="-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270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lọc</a:t>
            </a:r>
            <a:r>
              <a:rPr lang="en-US" sz="270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giúp khỏi</a:t>
            </a:r>
            <a:r>
              <a:rPr lang="en-US" sz="2700" dirty="0" spc="1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2700" dirty="0" spc="-1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tệp.</a:t>
            </a:r>
            <a:endParaRPr lang="en-US" sz="2700" dirty="0"/>
          </a:p>
        </p:txBody>
      </p:sp>
      <p:sp>
        <p:nvSpPr>
          <p:cNvPr id="13" name="Shape 11"/>
          <p:cNvSpPr/>
          <p:nvPr/>
        </p:nvSpPr>
        <p:spPr>
          <a:xfrm>
            <a:off x="923925" y="9458325"/>
            <a:ext cx="133350" cy="133350"/>
          </a:xfrm>
          <a:prstGeom prst="ellipse">
            <a:avLst/>
          </a:prstGeom>
          <a:solidFill>
            <a:srgbClr val="4A4F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152525" y="9458325"/>
            <a:ext cx="133350" cy="133350"/>
          </a:xfrm>
          <a:prstGeom prst="ellipse">
            <a:avLst/>
          </a:prstGeom>
          <a:solidFill>
            <a:srgbClr val="4A4F5E"/>
          </a:solidFill>
          <a:ln/>
        </p:spPr>
      </p:sp>
      <p:sp>
        <p:nvSpPr>
          <p:cNvPr id="15" name="Shape 13"/>
          <p:cNvSpPr/>
          <p:nvPr/>
        </p:nvSpPr>
        <p:spPr>
          <a:xfrm>
            <a:off x="1381125" y="9458325"/>
            <a:ext cx="133350" cy="133350"/>
          </a:xfrm>
          <a:prstGeom prst="ellipse">
            <a:avLst/>
          </a:prstGeom>
          <a:solidFill>
            <a:srgbClr val="4A4F5E"/>
          </a:solidFill>
          <a:ln/>
        </p:spPr>
      </p:sp>
      <p:sp>
        <p:nvSpPr>
          <p:cNvPr id="16" name="Shape 14"/>
          <p:cNvSpPr/>
          <p:nvPr/>
        </p:nvSpPr>
        <p:spPr>
          <a:xfrm>
            <a:off x="1609725" y="9458325"/>
            <a:ext cx="133350" cy="133350"/>
          </a:xfrm>
          <a:prstGeom prst="ellipse">
            <a:avLst/>
          </a:prstGeom>
          <a:solidFill>
            <a:srgbClr val="4A4F5E"/>
          </a:solidFill>
          <a:ln/>
        </p:spPr>
      </p:sp>
      <p:sp>
        <p:nvSpPr>
          <p:cNvPr id="17" name="Shape 15"/>
          <p:cNvSpPr/>
          <p:nvPr/>
        </p:nvSpPr>
        <p:spPr>
          <a:xfrm>
            <a:off x="1838325" y="9458325"/>
            <a:ext cx="133350" cy="133350"/>
          </a:xfrm>
          <a:prstGeom prst="ellipse">
            <a:avLst/>
          </a:prstGeom>
          <a:solidFill>
            <a:srgbClr val="4A4F5E"/>
          </a:solidFill>
          <a:ln/>
        </p:spPr>
      </p:sp>
      <p:sp>
        <p:nvSpPr>
          <p:cNvPr id="18" name="Shape 16"/>
          <p:cNvSpPr/>
          <p:nvPr/>
        </p:nvSpPr>
        <p:spPr>
          <a:xfrm>
            <a:off x="2066925" y="9458325"/>
            <a:ext cx="133350" cy="1333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19" name="Shape 17"/>
          <p:cNvSpPr/>
          <p:nvPr/>
        </p:nvSpPr>
        <p:spPr>
          <a:xfrm>
            <a:off x="2295525" y="9458325"/>
            <a:ext cx="133350" cy="133350"/>
          </a:xfrm>
          <a:prstGeom prst="ellipse">
            <a:avLst/>
          </a:prstGeom>
          <a:solidFill>
            <a:srgbClr val="4A4F5E"/>
          </a:solidFill>
          <a:ln/>
        </p:spPr>
      </p:sp>
      <p:sp>
        <p:nvSpPr>
          <p:cNvPr id="20" name="Shape 18"/>
          <p:cNvSpPr/>
          <p:nvPr/>
        </p:nvSpPr>
        <p:spPr>
          <a:xfrm>
            <a:off x="2524125" y="9458325"/>
            <a:ext cx="133350" cy="133350"/>
          </a:xfrm>
          <a:prstGeom prst="ellipse">
            <a:avLst/>
          </a:prstGeom>
          <a:solidFill>
            <a:srgbClr val="4A4F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752725" y="9458325"/>
            <a:ext cx="133350" cy="133350"/>
          </a:xfrm>
          <a:prstGeom prst="ellipse">
            <a:avLst/>
          </a:prstGeom>
          <a:solidFill>
            <a:srgbClr val="4A4F5E"/>
          </a:solidFill>
          <a:ln/>
        </p:spPr>
      </p:sp>
      <p:sp>
        <p:nvSpPr>
          <p:cNvPr id="22" name="Shape 20"/>
          <p:cNvSpPr/>
          <p:nvPr/>
        </p:nvSpPr>
        <p:spPr>
          <a:xfrm>
            <a:off x="2981325" y="9458325"/>
            <a:ext cx="133350" cy="133350"/>
          </a:xfrm>
          <a:prstGeom prst="ellipse">
            <a:avLst/>
          </a:prstGeom>
          <a:solidFill>
            <a:srgbClr val="4A4F5E"/>
          </a:solidFill>
          <a:ln/>
        </p:spPr>
      </p:sp>
      <p:sp>
        <p:nvSpPr>
          <p:cNvPr id="23" name="Text 21"/>
          <p:cNvSpPr/>
          <p:nvPr/>
        </p:nvSpPr>
        <p:spPr>
          <a:xfrm>
            <a:off x="914400" y="9715500"/>
            <a:ext cx="857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06/10</a:t>
            </a:r>
            <a:endParaRPr lang="en-US" sz="1650" dirty="0"/>
          </a:p>
        </p:txBody>
      </p:sp>
      <p:sp>
        <p:nvSpPr>
          <p:cNvPr id="24" name="Shape 2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5" name="Moda image moda-export-watermark-635ba50e-4bfd-4076-8432-97ac91a67e10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1619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8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GIỚI</a:t>
            </a:r>
            <a:r>
              <a:rPr lang="en-US" sz="1800" b="1" spc="301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r>
              <a:rPr lang="en-US" sz="1800" b="1" spc="282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1800" b="1" spc="302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428750"/>
            <a:ext cx="16459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6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Bốn</a:t>
            </a:r>
            <a:r>
              <a:rPr lang="en-US" sz="6600" dirty="0" spc="-2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giới</a:t>
            </a:r>
            <a:r>
              <a:rPr lang="en-US" sz="66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hạn</a:t>
            </a:r>
            <a:r>
              <a:rPr lang="en-US" sz="66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của</a:t>
            </a:r>
            <a:r>
              <a:rPr lang="en-US" sz="66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thử</a:t>
            </a:r>
            <a:r>
              <a:rPr lang="en-US" sz="66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nghiệm</a:t>
            </a:r>
            <a:endParaRPr lang="en-US" sz="6600" dirty="0"/>
          </a:p>
        </p:txBody>
      </p:sp>
      <p:sp>
        <p:nvSpPr>
          <p:cNvPr id="4" name="Shape 2"/>
          <p:cNvSpPr/>
          <p:nvPr/>
        </p:nvSpPr>
        <p:spPr>
          <a:xfrm>
            <a:off x="914400" y="2952750"/>
            <a:ext cx="16459200" cy="1295400"/>
          </a:xfrm>
          <a:prstGeom prst="roundRect">
            <a:avLst>
              <a:gd name="adj" fmla="val 14706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95400" y="3219450"/>
            <a:ext cx="762000" cy="7620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476750"/>
            <a:ext cx="16459200" cy="1295400"/>
          </a:xfrm>
          <a:prstGeom prst="roundRect">
            <a:avLst>
              <a:gd name="adj" fmla="val 14706"/>
            </a:avLst>
          </a:prstGeom>
          <a:solidFill>
            <a:srgbClr val="E8E0CF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295400" y="4743450"/>
            <a:ext cx="762000" cy="7620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8" name="Shape 6"/>
          <p:cNvSpPr/>
          <p:nvPr/>
        </p:nvSpPr>
        <p:spPr>
          <a:xfrm>
            <a:off x="914400" y="6000750"/>
            <a:ext cx="16459200" cy="1295400"/>
          </a:xfrm>
          <a:prstGeom prst="roundRect">
            <a:avLst>
              <a:gd name="adj" fmla="val 14706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295400" y="6267450"/>
            <a:ext cx="762000" cy="7620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10" name="Shape 8"/>
          <p:cNvSpPr/>
          <p:nvPr/>
        </p:nvSpPr>
        <p:spPr>
          <a:xfrm>
            <a:off x="914400" y="7524750"/>
            <a:ext cx="16459200" cy="1295400"/>
          </a:xfrm>
          <a:prstGeom prst="roundRect">
            <a:avLst>
              <a:gd name="adj" fmla="val 14706"/>
            </a:avLst>
          </a:prstGeom>
          <a:solidFill>
            <a:srgbClr val="E8E0CF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295400" y="7791450"/>
            <a:ext cx="762000" cy="7620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12" name="Text 10"/>
          <p:cNvSpPr/>
          <p:nvPr/>
        </p:nvSpPr>
        <p:spPr>
          <a:xfrm>
            <a:off x="1390650" y="3295650"/>
            <a:ext cx="5715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1390650" y="4819650"/>
            <a:ext cx="5715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1390650" y="6343650"/>
            <a:ext cx="5715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1390650" y="7867650"/>
            <a:ext cx="5715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4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2438400" y="3286125"/>
            <a:ext cx="1428750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150" b="1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3150" b="1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fsync,</a:t>
            </a:r>
            <a:r>
              <a:rPr lang="en-US" sz="3150" b="1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3150" b="1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máy:</a:t>
            </a:r>
            <a:r>
              <a:rPr lang="en-US" sz="31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đếm</a:t>
            </a:r>
            <a:r>
              <a:rPr lang="en-US" sz="3150" b="1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byte</a:t>
            </a:r>
            <a:r>
              <a:rPr lang="en-US" sz="3150" b="1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chương</a:t>
            </a:r>
            <a:r>
              <a:rPr lang="en-US" sz="3150" b="1" dirty="0" spc="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</a:t>
            </a:r>
            <a:r>
              <a:rPr lang="en-US" sz="3150" b="1" dirty="0" spc="-2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yêu</a:t>
            </a:r>
            <a:r>
              <a:rPr lang="en-US" sz="31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cầu</a:t>
            </a:r>
            <a:r>
              <a:rPr lang="en-US" sz="31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</a:t>
            </a:r>
            <a:endParaRPr lang="en-US" sz="3150" dirty="0"/>
          </a:p>
        </p:txBody>
      </p:sp>
      <p:sp>
        <p:nvSpPr>
          <p:cNvPr id="17" name="Text 15"/>
          <p:cNvSpPr/>
          <p:nvPr/>
        </p:nvSpPr>
        <p:spPr>
          <a:xfrm>
            <a:off x="2438400" y="4810125"/>
            <a:ext cx="1428750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150" b="1" dirty="0" spc="-3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RocksDB</a:t>
            </a:r>
            <a:r>
              <a:rPr lang="en-US" sz="31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</a:t>
            </a:r>
            <a:r>
              <a:rPr lang="en-US" sz="315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nhỏ</a:t>
            </a:r>
            <a:r>
              <a:rPr lang="en-US" sz="31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16</a:t>
            </a:r>
            <a:r>
              <a:rPr lang="en-US" sz="315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lần</a:t>
            </a:r>
            <a:r>
              <a:rPr lang="en-US" sz="315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3150" b="1" dirty="0" spc="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vừa</a:t>
            </a:r>
            <a:r>
              <a:rPr lang="en-US" sz="315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thử</a:t>
            </a:r>
            <a:r>
              <a:rPr lang="en-US" sz="315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nghiệm</a:t>
            </a:r>
            <a:endParaRPr lang="en-US" sz="3150" dirty="0"/>
          </a:p>
        </p:txBody>
      </p:sp>
      <p:sp>
        <p:nvSpPr>
          <p:cNvPr id="18" name="Text 16"/>
          <p:cNvSpPr/>
          <p:nvPr/>
        </p:nvSpPr>
        <p:spPr>
          <a:xfrm>
            <a:off x="2438400" y="6334125"/>
            <a:ext cx="1428750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1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Cỡ</a:t>
            </a:r>
            <a:r>
              <a:rPr lang="en-US" sz="315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tầng</a:t>
            </a:r>
            <a:r>
              <a:rPr lang="en-US" sz="31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động:</a:t>
            </a:r>
            <a:r>
              <a:rPr lang="en-US" sz="315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31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315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nằm</a:t>
            </a:r>
            <a:r>
              <a:rPr lang="en-US" sz="31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315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tầng</a:t>
            </a:r>
            <a:r>
              <a:rPr lang="en-US" sz="31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5</a:t>
            </a:r>
            <a:r>
              <a:rPr lang="en-US" sz="3150" b="1" dirty="0" spc="-2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315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6</a:t>
            </a:r>
            <a:endParaRPr lang="en-US" sz="3150" dirty="0"/>
          </a:p>
        </p:txBody>
      </p:sp>
      <p:sp>
        <p:nvSpPr>
          <p:cNvPr id="19" name="Text 17"/>
          <p:cNvSpPr/>
          <p:nvPr/>
        </p:nvSpPr>
        <p:spPr>
          <a:xfrm>
            <a:off x="2438400" y="7858125"/>
            <a:ext cx="1428750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1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Chậm</a:t>
            </a:r>
            <a:r>
              <a:rPr lang="en-US" sz="31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 ở</a:t>
            </a:r>
            <a:r>
              <a:rPr lang="en-US" sz="315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</a:t>
            </a:r>
            <a:r>
              <a:rPr lang="en-US" sz="3150" b="1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tệp</a:t>
            </a:r>
            <a:r>
              <a:rPr lang="en-US" sz="315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tầng</a:t>
            </a:r>
            <a:r>
              <a:rPr lang="en-US" sz="315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0,</a:t>
            </a:r>
            <a:r>
              <a:rPr lang="en-US" sz="3150" b="1" dirty="0" spc="3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dừng</a:t>
            </a:r>
            <a:r>
              <a:rPr lang="en-US" sz="31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315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36</a:t>
            </a:r>
            <a:endParaRPr lang="en-US" sz="3150" dirty="0"/>
          </a:p>
        </p:txBody>
      </p:sp>
      <p:sp>
        <p:nvSpPr>
          <p:cNvPr id="20" name="Shape 18"/>
          <p:cNvSpPr/>
          <p:nvPr/>
        </p:nvSpPr>
        <p:spPr>
          <a:xfrm>
            <a:off x="923925" y="9458325"/>
            <a:ext cx="133350" cy="133350"/>
          </a:xfrm>
          <a:prstGeom prst="ellipse">
            <a:avLst/>
          </a:prstGeom>
          <a:solidFill>
            <a:srgbClr val="B9B2A0"/>
          </a:solidFill>
          <a:ln/>
        </p:spPr>
      </p:sp>
      <p:sp>
        <p:nvSpPr>
          <p:cNvPr id="21" name="Shape 19"/>
          <p:cNvSpPr/>
          <p:nvPr/>
        </p:nvSpPr>
        <p:spPr>
          <a:xfrm>
            <a:off x="1152525" y="9458325"/>
            <a:ext cx="133350" cy="133350"/>
          </a:xfrm>
          <a:prstGeom prst="ellipse">
            <a:avLst/>
          </a:prstGeom>
          <a:solidFill>
            <a:srgbClr val="B9B2A0"/>
          </a:solidFill>
          <a:ln/>
        </p:spPr>
      </p:sp>
      <p:sp>
        <p:nvSpPr>
          <p:cNvPr id="22" name="Shape 20"/>
          <p:cNvSpPr/>
          <p:nvPr/>
        </p:nvSpPr>
        <p:spPr>
          <a:xfrm>
            <a:off x="1381125" y="9458325"/>
            <a:ext cx="133350" cy="133350"/>
          </a:xfrm>
          <a:prstGeom prst="ellipse">
            <a:avLst/>
          </a:prstGeom>
          <a:solidFill>
            <a:srgbClr val="B9B2A0"/>
          </a:solidFill>
          <a:ln/>
        </p:spPr>
      </p:sp>
      <p:sp>
        <p:nvSpPr>
          <p:cNvPr id="23" name="Shape 21"/>
          <p:cNvSpPr/>
          <p:nvPr/>
        </p:nvSpPr>
        <p:spPr>
          <a:xfrm>
            <a:off x="1609725" y="9458325"/>
            <a:ext cx="133350" cy="133350"/>
          </a:xfrm>
          <a:prstGeom prst="ellipse">
            <a:avLst/>
          </a:prstGeom>
          <a:solidFill>
            <a:srgbClr val="B9B2A0"/>
          </a:solidFill>
          <a:ln/>
        </p:spPr>
      </p:sp>
      <p:sp>
        <p:nvSpPr>
          <p:cNvPr id="24" name="Shape 22"/>
          <p:cNvSpPr/>
          <p:nvPr/>
        </p:nvSpPr>
        <p:spPr>
          <a:xfrm>
            <a:off x="1838325" y="9458325"/>
            <a:ext cx="133350" cy="133350"/>
          </a:xfrm>
          <a:prstGeom prst="ellipse">
            <a:avLst/>
          </a:prstGeom>
          <a:solidFill>
            <a:srgbClr val="B9B2A0"/>
          </a:solidFill>
          <a:ln/>
        </p:spPr>
      </p:sp>
      <p:sp>
        <p:nvSpPr>
          <p:cNvPr id="25" name="Shape 23"/>
          <p:cNvSpPr/>
          <p:nvPr/>
        </p:nvSpPr>
        <p:spPr>
          <a:xfrm>
            <a:off x="2066925" y="9458325"/>
            <a:ext cx="133350" cy="133350"/>
          </a:xfrm>
          <a:prstGeom prst="ellipse">
            <a:avLst/>
          </a:prstGeom>
          <a:solidFill>
            <a:srgbClr val="B9B2A0"/>
          </a:solidFill>
          <a:ln/>
        </p:spPr>
      </p:sp>
      <p:sp>
        <p:nvSpPr>
          <p:cNvPr id="26" name="Shape 24"/>
          <p:cNvSpPr/>
          <p:nvPr/>
        </p:nvSpPr>
        <p:spPr>
          <a:xfrm>
            <a:off x="2295525" y="9458325"/>
            <a:ext cx="133350" cy="1333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7" name="Shape 25"/>
          <p:cNvSpPr/>
          <p:nvPr/>
        </p:nvSpPr>
        <p:spPr>
          <a:xfrm>
            <a:off x="2524125" y="9458325"/>
            <a:ext cx="133350" cy="133350"/>
          </a:xfrm>
          <a:prstGeom prst="ellipse">
            <a:avLst/>
          </a:prstGeom>
          <a:solidFill>
            <a:srgbClr val="B9B2A0"/>
          </a:solidFill>
          <a:ln/>
        </p:spPr>
      </p:sp>
      <p:sp>
        <p:nvSpPr>
          <p:cNvPr id="28" name="Shape 26"/>
          <p:cNvSpPr/>
          <p:nvPr/>
        </p:nvSpPr>
        <p:spPr>
          <a:xfrm>
            <a:off x="2752725" y="9458325"/>
            <a:ext cx="133350" cy="133350"/>
          </a:xfrm>
          <a:prstGeom prst="ellipse">
            <a:avLst/>
          </a:prstGeom>
          <a:solidFill>
            <a:srgbClr val="B9B2A0"/>
          </a:solidFill>
          <a:ln/>
        </p:spPr>
      </p:sp>
      <p:sp>
        <p:nvSpPr>
          <p:cNvPr id="29" name="Shape 27"/>
          <p:cNvSpPr/>
          <p:nvPr/>
        </p:nvSpPr>
        <p:spPr>
          <a:xfrm>
            <a:off x="2981325" y="9458325"/>
            <a:ext cx="133350" cy="133350"/>
          </a:xfrm>
          <a:prstGeom prst="ellipse">
            <a:avLst/>
          </a:prstGeom>
          <a:solidFill>
            <a:srgbClr val="B9B2A0"/>
          </a:solidFill>
          <a:ln/>
        </p:spPr>
      </p:sp>
      <p:sp>
        <p:nvSpPr>
          <p:cNvPr id="30" name="Text 28"/>
          <p:cNvSpPr/>
          <p:nvPr/>
        </p:nvSpPr>
        <p:spPr>
          <a:xfrm>
            <a:off x="914400" y="9715500"/>
            <a:ext cx="857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07/10</a:t>
            </a:r>
            <a:endParaRPr lang="en-US" sz="1650" dirty="0"/>
          </a:p>
        </p:txBody>
      </p:sp>
      <p:sp>
        <p:nvSpPr>
          <p:cNvPr id="31" name="Shape 29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2" name="Moda image moda-export-watermark-be62f266-834d-48a6-a9d8-3616153619af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1619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77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CÂU</a:t>
            </a:r>
            <a:r>
              <a:rPr lang="en-US" sz="1800" b="1" spc="302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</a:t>
            </a:r>
            <a:r>
              <a:rPr lang="en-US" sz="1800" b="1" spc="30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KIỂM</a:t>
            </a:r>
            <a:r>
              <a:rPr lang="en-US" sz="1800" b="1" spc="297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</a:t>
            </a:r>
            <a:r>
              <a:rPr lang="en-US" sz="1800" b="1" spc="254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b="1" spc="28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ĐÁP</a:t>
            </a:r>
            <a:r>
              <a:rPr lang="en-US" sz="1800" b="1" spc="299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ÁN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428750"/>
            <a:ext cx="16459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Sự</a:t>
            </a:r>
            <a:r>
              <a:rPr lang="en-US" sz="42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kiện</a:t>
            </a:r>
            <a:r>
              <a:rPr lang="en-US" sz="4200" dirty="0" spc="-1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nhỏ,</a:t>
            </a:r>
            <a:r>
              <a:rPr lang="en-US" sz="4200" dirty="0" spc="-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khóa</a:t>
            </a:r>
            <a:r>
              <a:rPr lang="en-US" sz="4200" dirty="0" spc="-1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rải</a:t>
            </a:r>
            <a:r>
              <a:rPr lang="en-US" sz="4200" dirty="0" spc="-1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rác,</a:t>
            </a:r>
            <a:r>
              <a:rPr lang="en-US" sz="42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lưu</a:t>
            </a:r>
            <a:r>
              <a:rPr lang="en-US" sz="42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ngay:</a:t>
            </a:r>
            <a:r>
              <a:rPr lang="en-US" sz="42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ai</a:t>
            </a:r>
            <a:r>
              <a:rPr lang="en-US" sz="42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ghi</a:t>
            </a:r>
            <a:r>
              <a:rPr lang="en-US" sz="42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ít</a:t>
            </a:r>
            <a:r>
              <a:rPr lang="en-US" sz="4200" dirty="0" spc="-1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byte</a:t>
            </a:r>
            <a:r>
              <a:rPr lang="en-US" sz="4200" dirty="0" spc="-3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hơn?</a:t>
            </a:r>
            <a:endParaRPr lang="en-US" sz="4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2952750"/>
          <a:ext cx="13716000" cy="914400"/>
        </p:xfrm>
        <a:graphic>
          <a:graphicData uri="http://schemas.openxmlformats.org/drawingml/2006/table">
            <a:tbl>
              <a:tblPr/>
              <a:tblGrid>
                <a:gridCol w="8229600"/>
                <a:gridCol w="8229600"/>
              </a:tblGrid>
              <a:tr h="9525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060"/>
                        </a:lnSpc>
                        <a:buNone/>
                      </a:pPr>
                      <a:r>
                        <a:rPr lang="en-US" sz="2550" b="1" dirty="0">
                          <a:solidFill>
                            <a:srgbClr val="F3EEE3"/>
                          </a:solidFill>
                          <a:latin typeface="sans-serif" pitchFamily="34" charset="0"/>
                          <a:ea typeface="sans-serif" pitchFamily="34" charset="-122"/>
                          <a:cs typeface="sans-serif" pitchFamily="34" charset="-120"/>
                        </a:rPr>
                        <a:t>Cách ghi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F3FD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060"/>
                        </a:lnSpc>
                        <a:buNone/>
                      </a:pPr>
                      <a:r>
                        <a:rPr lang="en-US" sz="2550" b="1" dirty="0">
                          <a:solidFill>
                            <a:srgbClr val="F3EEE3"/>
                          </a:solidFill>
                          <a:latin typeface="sans-serif" pitchFamily="34" charset="0"/>
                          <a:ea typeface="sans-serif" pitchFamily="34" charset="-122"/>
                          <a:cs typeface="sans-serif" pitchFamily="34" charset="-120"/>
                        </a:rPr>
                        <a:t>Byte ghi so với dữ liệu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F3FD1"/>
                    </a:solidFill>
                  </a:tcPr>
                </a:tc>
              </a:tr>
              <a:tr h="9525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060"/>
                        </a:lnSpc>
                        <a:buNone/>
                      </a:pPr>
                      <a:r>
                        <a:rPr lang="en-US" sz="2550" dirty="0">
                          <a:solidFill>
                            <a:srgbClr val="14161C"/>
                          </a:solidFill>
                          <a:latin typeface="sans-serif" pitchFamily="34" charset="0"/>
                          <a:ea typeface="sans-serif" pitchFamily="34" charset="-122"/>
                          <a:cs typeface="sans-serif" pitchFamily="34" charset="-120"/>
                        </a:rPr>
                        <a:t>B-tree, commit mỗi 1.000 dòng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8E0C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060"/>
                        </a:lnSpc>
                        <a:buNone/>
                      </a:pPr>
                      <a:r>
                        <a:rPr lang="en-US" sz="2550" dirty="0">
                          <a:solidFill>
                            <a:srgbClr val="14161C"/>
                          </a:solidFill>
                          <a:latin typeface="sans-serif" pitchFamily="34" charset="0"/>
                          <a:ea typeface="sans-serif" pitchFamily="34" charset="-122"/>
                          <a:cs typeface="sans-serif" pitchFamily="34" charset="-120"/>
                        </a:rPr>
                        <a:t>105 lần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8E0CF"/>
                    </a:solidFill>
                  </a:tcPr>
                </a:tc>
              </a:tr>
              <a:tr h="9525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060"/>
                        </a:lnSpc>
                        <a:buNone/>
                      </a:pPr>
                      <a:r>
                        <a:rPr lang="en-US" sz="2550" dirty="0">
                          <a:solidFill>
                            <a:srgbClr val="14161C"/>
                          </a:solidFill>
                          <a:latin typeface="sans-serif" pitchFamily="34" charset="0"/>
                          <a:ea typeface="sans-serif" pitchFamily="34" charset="-122"/>
                          <a:cs typeface="sans-serif" pitchFamily="34" charset="-120"/>
                        </a:rPr>
                        <a:t>B-tree, một giao dịch lớn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060"/>
                        </a:lnSpc>
                        <a:buNone/>
                      </a:pPr>
                      <a:r>
                        <a:rPr lang="en-US" sz="2550" dirty="0">
                          <a:solidFill>
                            <a:srgbClr val="14161C"/>
                          </a:solidFill>
                          <a:latin typeface="sans-serif" pitchFamily="34" charset="0"/>
                          <a:ea typeface="sans-serif" pitchFamily="34" charset="-122"/>
                          <a:cs typeface="sans-serif" pitchFamily="34" charset="-120"/>
                        </a:rPr>
                        <a:t>2,4 lần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BF8F2"/>
                    </a:solidFill>
                  </a:tcPr>
                </a:tc>
              </a:tr>
              <a:tr h="9525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060"/>
                        </a:lnSpc>
                        <a:buNone/>
                      </a:pPr>
                      <a:r>
                        <a:rPr lang="en-US" sz="2550" dirty="0">
                          <a:solidFill>
                            <a:srgbClr val="14161C"/>
                          </a:solidFill>
                          <a:latin typeface="sans-serif" pitchFamily="34" charset="0"/>
                          <a:ea typeface="sans-serif" pitchFamily="34" charset="-122"/>
                          <a:cs typeface="sans-serif" pitchFamily="34" charset="-120"/>
                        </a:rPr>
                        <a:t>LSM-tree, lô 1.000 dòng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8E0C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060"/>
                        </a:lnSpc>
                        <a:buNone/>
                      </a:pPr>
                      <a:r>
                        <a:rPr lang="en-US" sz="2550" dirty="0">
                          <a:solidFill>
                            <a:srgbClr val="14161C"/>
                          </a:solidFill>
                          <a:latin typeface="sans-serif" pitchFamily="34" charset="0"/>
                          <a:ea typeface="sans-serif" pitchFamily="34" charset="-122"/>
                          <a:cs typeface="sans-serif" pitchFamily="34" charset="-120"/>
                        </a:rPr>
                        <a:t>5,4 lần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8E0C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914400" y="7143750"/>
            <a:ext cx="16459200" cy="1619250"/>
          </a:xfrm>
          <a:prstGeom prst="roundRect">
            <a:avLst>
              <a:gd name="adj" fmla="val 11765"/>
            </a:avLst>
          </a:prstGeom>
          <a:solidFill>
            <a:srgbClr val="14161C"/>
          </a:solidFill>
          <a:ln/>
        </p:spPr>
      </p:sp>
      <p:sp>
        <p:nvSpPr>
          <p:cNvPr id="6" name="Text 3"/>
          <p:cNvSpPr/>
          <p:nvPr/>
        </p:nvSpPr>
        <p:spPr>
          <a:xfrm>
            <a:off x="1295400" y="7353300"/>
            <a:ext cx="285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b="1" spc="198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ĐÁP</a:t>
            </a:r>
            <a:r>
              <a:rPr lang="en-US" sz="2250" b="1" spc="228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ÁN</a:t>
            </a:r>
            <a:endParaRPr lang="en-US" sz="2250" dirty="0"/>
          </a:p>
        </p:txBody>
      </p:sp>
      <p:sp>
        <p:nvSpPr>
          <p:cNvPr id="7" name="Text 4"/>
          <p:cNvSpPr/>
          <p:nvPr/>
        </p:nvSpPr>
        <p:spPr>
          <a:xfrm>
            <a:off x="1295400" y="7772400"/>
            <a:ext cx="1571625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11" b="1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LSM-tree.</a:t>
            </a:r>
            <a:r>
              <a:rPr lang="en-US" sz="2811" b="1" dirty="0" spc="2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“Lưu</a:t>
            </a:r>
            <a:r>
              <a:rPr lang="en-US" sz="2811" b="1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ngay”</a:t>
            </a:r>
            <a:r>
              <a:rPr lang="en-US" sz="2811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nghĩa</a:t>
            </a:r>
            <a:r>
              <a:rPr lang="en-US" sz="2811" b="1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811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giao</a:t>
            </a:r>
            <a:r>
              <a:rPr lang="en-US" sz="2811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dịch</a:t>
            </a:r>
            <a:r>
              <a:rPr lang="en-US" sz="2811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nhỏ,</a:t>
            </a:r>
            <a:r>
              <a:rPr lang="en-US" sz="2811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mỗi</a:t>
            </a:r>
            <a:r>
              <a:rPr lang="en-US" sz="2811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giao</a:t>
            </a:r>
            <a:r>
              <a:rPr lang="en-US" sz="2811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dịch</a:t>
            </a:r>
            <a:r>
              <a:rPr lang="en-US" sz="2811" b="1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vẫn</a:t>
            </a:r>
            <a:r>
              <a:rPr lang="en-US" sz="2811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</a:t>
            </a:r>
            <a:r>
              <a:rPr lang="en-US" sz="2811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r>
              <a:rPr lang="en-US" sz="2811" b="1" dirty="0" spc="-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nguyên</a:t>
            </a:r>
            <a:r>
              <a:rPr lang="en-US" sz="2811" b="1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trang.</a:t>
            </a:r>
            <a:r>
              <a:rPr lang="en-US" sz="2811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Suy</a:t>
            </a:r>
            <a:r>
              <a:rPr lang="en-US" sz="2811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luận,</a:t>
            </a:r>
            <a:r>
              <a:rPr lang="en-US" sz="2811" b="1" dirty="0" spc="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</a:t>
            </a:r>
            <a:r>
              <a:rPr lang="en-US" sz="2811" b="1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</a:t>
            </a:r>
            <a:r>
              <a:rPr lang="en-US" sz="2811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mỗi</a:t>
            </a:r>
            <a:r>
              <a:rPr lang="en-US" sz="2811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commit</a:t>
            </a:r>
            <a:r>
              <a:rPr lang="en-US" sz="2811" b="1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811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dòng.</a:t>
            </a:r>
            <a:endParaRPr lang="en-US" sz="2811" dirty="0"/>
          </a:p>
        </p:txBody>
      </p:sp>
      <p:sp>
        <p:nvSpPr>
          <p:cNvPr id="8" name="Shape 5"/>
          <p:cNvSpPr/>
          <p:nvPr/>
        </p:nvSpPr>
        <p:spPr>
          <a:xfrm>
            <a:off x="923925" y="9458325"/>
            <a:ext cx="133350" cy="133350"/>
          </a:xfrm>
          <a:prstGeom prst="ellipse">
            <a:avLst/>
          </a:prstGeom>
          <a:solidFill>
            <a:srgbClr val="B9B2A0"/>
          </a:solidFill>
          <a:ln/>
        </p:spPr>
      </p:sp>
      <p:sp>
        <p:nvSpPr>
          <p:cNvPr id="9" name="Shape 6"/>
          <p:cNvSpPr/>
          <p:nvPr/>
        </p:nvSpPr>
        <p:spPr>
          <a:xfrm>
            <a:off x="1152525" y="9458325"/>
            <a:ext cx="133350" cy="133350"/>
          </a:xfrm>
          <a:prstGeom prst="ellipse">
            <a:avLst/>
          </a:prstGeom>
          <a:solidFill>
            <a:srgbClr val="B9B2A0"/>
          </a:solidFill>
          <a:ln/>
        </p:spPr>
      </p:sp>
      <p:sp>
        <p:nvSpPr>
          <p:cNvPr id="10" name="Shape 7"/>
          <p:cNvSpPr/>
          <p:nvPr/>
        </p:nvSpPr>
        <p:spPr>
          <a:xfrm>
            <a:off x="1381125" y="9458325"/>
            <a:ext cx="133350" cy="133350"/>
          </a:xfrm>
          <a:prstGeom prst="ellipse">
            <a:avLst/>
          </a:prstGeom>
          <a:solidFill>
            <a:srgbClr val="B9B2A0"/>
          </a:solidFill>
          <a:ln/>
        </p:spPr>
      </p:sp>
      <p:sp>
        <p:nvSpPr>
          <p:cNvPr id="11" name="Shape 8"/>
          <p:cNvSpPr/>
          <p:nvPr/>
        </p:nvSpPr>
        <p:spPr>
          <a:xfrm>
            <a:off x="1609725" y="9458325"/>
            <a:ext cx="133350" cy="133350"/>
          </a:xfrm>
          <a:prstGeom prst="ellipse">
            <a:avLst/>
          </a:prstGeom>
          <a:solidFill>
            <a:srgbClr val="B9B2A0"/>
          </a:solidFill>
          <a:ln/>
        </p:spPr>
      </p:sp>
      <p:sp>
        <p:nvSpPr>
          <p:cNvPr id="12" name="Shape 9"/>
          <p:cNvSpPr/>
          <p:nvPr/>
        </p:nvSpPr>
        <p:spPr>
          <a:xfrm>
            <a:off x="1838325" y="9458325"/>
            <a:ext cx="133350" cy="133350"/>
          </a:xfrm>
          <a:prstGeom prst="ellipse">
            <a:avLst/>
          </a:prstGeom>
          <a:solidFill>
            <a:srgbClr val="B9B2A0"/>
          </a:solidFill>
          <a:ln/>
        </p:spPr>
      </p:sp>
      <p:sp>
        <p:nvSpPr>
          <p:cNvPr id="13" name="Shape 10"/>
          <p:cNvSpPr/>
          <p:nvPr/>
        </p:nvSpPr>
        <p:spPr>
          <a:xfrm>
            <a:off x="2066925" y="9458325"/>
            <a:ext cx="133350" cy="133350"/>
          </a:xfrm>
          <a:prstGeom prst="ellipse">
            <a:avLst/>
          </a:prstGeom>
          <a:solidFill>
            <a:srgbClr val="B9B2A0"/>
          </a:solidFill>
          <a:ln/>
        </p:spPr>
      </p:sp>
      <p:sp>
        <p:nvSpPr>
          <p:cNvPr id="14" name="Shape 11"/>
          <p:cNvSpPr/>
          <p:nvPr/>
        </p:nvSpPr>
        <p:spPr>
          <a:xfrm>
            <a:off x="2295525" y="9458325"/>
            <a:ext cx="133350" cy="133350"/>
          </a:xfrm>
          <a:prstGeom prst="ellipse">
            <a:avLst/>
          </a:prstGeom>
          <a:solidFill>
            <a:srgbClr val="B9B2A0"/>
          </a:solidFill>
          <a:ln/>
        </p:spPr>
      </p:sp>
      <p:sp>
        <p:nvSpPr>
          <p:cNvPr id="15" name="Shape 12"/>
          <p:cNvSpPr/>
          <p:nvPr/>
        </p:nvSpPr>
        <p:spPr>
          <a:xfrm>
            <a:off x="2524125" y="9458325"/>
            <a:ext cx="133350" cy="1333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16" name="Shape 13"/>
          <p:cNvSpPr/>
          <p:nvPr/>
        </p:nvSpPr>
        <p:spPr>
          <a:xfrm>
            <a:off x="2752725" y="9458325"/>
            <a:ext cx="133350" cy="133350"/>
          </a:xfrm>
          <a:prstGeom prst="ellipse">
            <a:avLst/>
          </a:prstGeom>
          <a:solidFill>
            <a:srgbClr val="B9B2A0"/>
          </a:solidFill>
          <a:ln/>
        </p:spPr>
      </p:sp>
      <p:sp>
        <p:nvSpPr>
          <p:cNvPr id="17" name="Shape 14"/>
          <p:cNvSpPr/>
          <p:nvPr/>
        </p:nvSpPr>
        <p:spPr>
          <a:xfrm>
            <a:off x="2981325" y="9458325"/>
            <a:ext cx="133350" cy="133350"/>
          </a:xfrm>
          <a:prstGeom prst="ellipse">
            <a:avLst/>
          </a:prstGeom>
          <a:solidFill>
            <a:srgbClr val="B9B2A0"/>
          </a:solidFill>
          <a:ln/>
        </p:spPr>
      </p:sp>
      <p:sp>
        <p:nvSpPr>
          <p:cNvPr id="18" name="Text 15"/>
          <p:cNvSpPr/>
          <p:nvPr/>
        </p:nvSpPr>
        <p:spPr>
          <a:xfrm>
            <a:off x="914400" y="9715500"/>
            <a:ext cx="857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08/10</a:t>
            </a:r>
            <a:endParaRPr lang="en-US" sz="1650" dirty="0"/>
          </a:p>
        </p:txBody>
      </p:sp>
      <p:sp>
        <p:nvSpPr>
          <p:cNvPr id="19" name="Shape 1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0" name="Moda image moda-export-watermark-f449fd27-1940-4f19-b16e-3a4f0a00f5d4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1619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3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BÀI</a:t>
            </a:r>
            <a:r>
              <a:rPr lang="en-US" sz="1800" b="1" spc="300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1800" b="1" spc="254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b="1" spc="302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THỬ</a:t>
            </a:r>
            <a:r>
              <a:rPr lang="en-US" sz="1800" b="1" spc="300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NGHIỆM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428750"/>
            <a:ext cx="16459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4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Nguồn</a:t>
            </a:r>
            <a:r>
              <a:rPr lang="en-US" sz="54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nói</a:t>
            </a:r>
            <a:r>
              <a:rPr lang="en-US" sz="5400" dirty="0" spc="-1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một</a:t>
            </a:r>
            <a:r>
              <a:rPr lang="en-US" sz="5400" dirty="0" spc="2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đằng,</a:t>
            </a:r>
            <a:r>
              <a:rPr lang="en-US" sz="54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số</a:t>
            </a:r>
            <a:r>
              <a:rPr lang="en-US" sz="5400" dirty="0" spc="1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đo</a:t>
            </a:r>
            <a:r>
              <a:rPr lang="en-US" sz="54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cho</a:t>
            </a:r>
            <a:r>
              <a:rPr lang="en-US" sz="54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thấy</a:t>
            </a:r>
            <a:r>
              <a:rPr lang="en-US" sz="54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khác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4953000" y="2857500"/>
            <a:ext cx="6096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 spc="3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Bài</a:t>
            </a:r>
            <a:r>
              <a:rPr lang="en-US" sz="2400" b="1" dirty="0" spc="-5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2400" b="1" dirty="0" spc="-4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nói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1430000" y="2857500"/>
            <a:ext cx="59436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 spc="-1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Thử</a:t>
            </a:r>
            <a:r>
              <a:rPr lang="en-US" sz="2400" b="1" dirty="0" spc="-6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nghiệm</a:t>
            </a:r>
            <a:r>
              <a:rPr lang="en-US" sz="2400" b="1" dirty="0" spc="-4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400" b="1" dirty="0" spc="-9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thấy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914400" y="4333875"/>
            <a:ext cx="3619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Ghi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914400" y="7191375"/>
            <a:ext cx="3619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Đọc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4953000" y="3333750"/>
            <a:ext cx="6096000" cy="2571750"/>
          </a:xfrm>
          <a:prstGeom prst="roundRect">
            <a:avLst>
              <a:gd name="adj" fmla="val 8889"/>
            </a:avLst>
          </a:prstGeom>
          <a:solidFill>
            <a:srgbClr val="1E2230"/>
          </a:solidFill>
          <a:ln w="38100">
            <a:solidFill>
              <a:srgbClr val="FFB45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430000" y="3333750"/>
            <a:ext cx="5943600" cy="2571750"/>
          </a:xfrm>
          <a:prstGeom prst="roundRect">
            <a:avLst>
              <a:gd name="adj" fmla="val 8889"/>
            </a:avLst>
          </a:prstGeom>
          <a:solidFill>
            <a:srgbClr val="1E2230"/>
          </a:solidFill>
          <a:ln w="38100">
            <a:solidFill>
              <a:srgbClr val="3DD6A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953000" y="6191250"/>
            <a:ext cx="6096000" cy="2571750"/>
          </a:xfrm>
          <a:prstGeom prst="roundRect">
            <a:avLst>
              <a:gd name="adj" fmla="val 8889"/>
            </a:avLst>
          </a:prstGeom>
          <a:solidFill>
            <a:srgbClr val="1E2230"/>
          </a:solidFill>
          <a:ln w="38100">
            <a:solidFill>
              <a:srgbClr val="FFB45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430000" y="6191250"/>
            <a:ext cx="5943600" cy="2571750"/>
          </a:xfrm>
          <a:prstGeom prst="roundRect">
            <a:avLst>
              <a:gd name="adj" fmla="val 8889"/>
            </a:avLst>
          </a:prstGeom>
          <a:solidFill>
            <a:srgbClr val="1E2230"/>
          </a:solidFill>
          <a:ln w="38100">
            <a:solidFill>
              <a:srgbClr val="3DD6A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295900" y="3714750"/>
            <a:ext cx="5429250" cy="1809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LSM-tree</a:t>
            </a:r>
            <a:r>
              <a:rPr lang="en-US" sz="300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</a:t>
            </a:r>
            <a:r>
              <a:rPr lang="en-US" sz="300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nhanh</a:t>
            </a:r>
            <a:r>
              <a:rPr lang="en-US" sz="3000" b="1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11772900" y="3714750"/>
            <a:ext cx="5257800" cy="1809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Phụ thuộc</a:t>
            </a:r>
            <a:r>
              <a:rPr lang="en-US" sz="285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cách</a:t>
            </a:r>
            <a:r>
              <a:rPr lang="en-US" sz="28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commit:</a:t>
            </a:r>
            <a:r>
              <a:rPr lang="en-US" sz="2850" b="1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B-tree</a:t>
            </a:r>
            <a:r>
              <a:rPr lang="en-US" sz="2850" b="1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850" b="1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giao</a:t>
            </a:r>
            <a:r>
              <a:rPr lang="en-US" sz="285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dịch</a:t>
            </a:r>
            <a:r>
              <a:rPr lang="en-US" sz="28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lớn</a:t>
            </a:r>
            <a:r>
              <a:rPr lang="en-US" sz="285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</a:t>
            </a:r>
            <a:r>
              <a:rPr lang="en-US" sz="28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ít</a:t>
            </a:r>
            <a:r>
              <a:rPr lang="en-US" sz="2850" b="1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byte</a:t>
            </a:r>
            <a:r>
              <a:rPr lang="en-US" sz="285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</a:t>
            </a:r>
            <a:endParaRPr lang="en-US" sz="2850" dirty="0"/>
          </a:p>
        </p:txBody>
      </p:sp>
      <p:sp>
        <p:nvSpPr>
          <p:cNvPr id="14" name="Text 12"/>
          <p:cNvSpPr/>
          <p:nvPr/>
        </p:nvSpPr>
        <p:spPr>
          <a:xfrm>
            <a:off x="5295900" y="6572250"/>
            <a:ext cx="5429250" cy="1809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B-tree</a:t>
            </a:r>
            <a:r>
              <a:rPr lang="en-US" sz="300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300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nhanh</a:t>
            </a:r>
            <a:r>
              <a:rPr lang="en-US" sz="3000" b="1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11772900" y="6572250"/>
            <a:ext cx="5257800" cy="1809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28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kiểm</a:t>
            </a:r>
            <a:r>
              <a:rPr lang="en-US" sz="2850" b="1" dirty="0" spc="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85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vì</a:t>
            </a:r>
            <a:r>
              <a:rPr lang="en-US" sz="2850" b="1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8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85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nằm</a:t>
            </a:r>
            <a:r>
              <a:rPr lang="en-US" sz="2850" b="1" dirty="0" spc="-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8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28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nhớ;</a:t>
            </a:r>
            <a:r>
              <a:rPr lang="en-US" sz="2850" b="1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LSM-tree</a:t>
            </a:r>
            <a:r>
              <a:rPr lang="en-US" sz="28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28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285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lọc</a:t>
            </a:r>
            <a:r>
              <a:rPr lang="en-US" sz="2850" b="1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Bloom</a:t>
            </a:r>
            <a:endParaRPr lang="en-US" sz="2850" dirty="0"/>
          </a:p>
        </p:txBody>
      </p:sp>
      <p:sp>
        <p:nvSpPr>
          <p:cNvPr id="16" name="Shape 14"/>
          <p:cNvSpPr/>
          <p:nvPr/>
        </p:nvSpPr>
        <p:spPr>
          <a:xfrm>
            <a:off x="923925" y="9458325"/>
            <a:ext cx="133350" cy="133350"/>
          </a:xfrm>
          <a:prstGeom prst="ellipse">
            <a:avLst/>
          </a:prstGeom>
          <a:solidFill>
            <a:srgbClr val="4A4F5E"/>
          </a:solidFill>
          <a:ln/>
        </p:spPr>
      </p:sp>
      <p:sp>
        <p:nvSpPr>
          <p:cNvPr id="17" name="Shape 15"/>
          <p:cNvSpPr/>
          <p:nvPr/>
        </p:nvSpPr>
        <p:spPr>
          <a:xfrm>
            <a:off x="1152525" y="9458325"/>
            <a:ext cx="133350" cy="133350"/>
          </a:xfrm>
          <a:prstGeom prst="ellipse">
            <a:avLst/>
          </a:prstGeom>
          <a:solidFill>
            <a:srgbClr val="4A4F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381125" y="9458325"/>
            <a:ext cx="133350" cy="133350"/>
          </a:xfrm>
          <a:prstGeom prst="ellipse">
            <a:avLst/>
          </a:prstGeom>
          <a:solidFill>
            <a:srgbClr val="4A4F5E"/>
          </a:solidFill>
          <a:ln/>
        </p:spPr>
      </p:sp>
      <p:sp>
        <p:nvSpPr>
          <p:cNvPr id="19" name="Shape 17"/>
          <p:cNvSpPr/>
          <p:nvPr/>
        </p:nvSpPr>
        <p:spPr>
          <a:xfrm>
            <a:off x="1609725" y="9458325"/>
            <a:ext cx="133350" cy="133350"/>
          </a:xfrm>
          <a:prstGeom prst="ellipse">
            <a:avLst/>
          </a:prstGeom>
          <a:solidFill>
            <a:srgbClr val="4A4F5E"/>
          </a:solidFill>
          <a:ln/>
        </p:spPr>
      </p:sp>
      <p:sp>
        <p:nvSpPr>
          <p:cNvPr id="20" name="Shape 18"/>
          <p:cNvSpPr/>
          <p:nvPr/>
        </p:nvSpPr>
        <p:spPr>
          <a:xfrm>
            <a:off x="1838325" y="9458325"/>
            <a:ext cx="133350" cy="133350"/>
          </a:xfrm>
          <a:prstGeom prst="ellipse">
            <a:avLst/>
          </a:prstGeom>
          <a:solidFill>
            <a:srgbClr val="4A4F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066925" y="9458325"/>
            <a:ext cx="133350" cy="133350"/>
          </a:xfrm>
          <a:prstGeom prst="ellipse">
            <a:avLst/>
          </a:prstGeom>
          <a:solidFill>
            <a:srgbClr val="4A4F5E"/>
          </a:solidFill>
          <a:ln/>
        </p:spPr>
      </p:sp>
      <p:sp>
        <p:nvSpPr>
          <p:cNvPr id="22" name="Shape 20"/>
          <p:cNvSpPr/>
          <p:nvPr/>
        </p:nvSpPr>
        <p:spPr>
          <a:xfrm>
            <a:off x="2295525" y="9458325"/>
            <a:ext cx="133350" cy="133350"/>
          </a:xfrm>
          <a:prstGeom prst="ellipse">
            <a:avLst/>
          </a:prstGeom>
          <a:solidFill>
            <a:srgbClr val="4A4F5E"/>
          </a:solidFill>
          <a:ln/>
        </p:spPr>
      </p:sp>
      <p:sp>
        <p:nvSpPr>
          <p:cNvPr id="23" name="Shape 21"/>
          <p:cNvSpPr/>
          <p:nvPr/>
        </p:nvSpPr>
        <p:spPr>
          <a:xfrm>
            <a:off x="2524125" y="9458325"/>
            <a:ext cx="133350" cy="133350"/>
          </a:xfrm>
          <a:prstGeom prst="ellipse">
            <a:avLst/>
          </a:prstGeom>
          <a:solidFill>
            <a:srgbClr val="4A4F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752725" y="9458325"/>
            <a:ext cx="133350" cy="1333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5" name="Shape 23"/>
          <p:cNvSpPr/>
          <p:nvPr/>
        </p:nvSpPr>
        <p:spPr>
          <a:xfrm>
            <a:off x="2981325" y="9458325"/>
            <a:ext cx="133350" cy="133350"/>
          </a:xfrm>
          <a:prstGeom prst="ellipse">
            <a:avLst/>
          </a:prstGeom>
          <a:solidFill>
            <a:srgbClr val="4A4F5E"/>
          </a:solidFill>
          <a:ln/>
        </p:spPr>
      </p:sp>
      <p:sp>
        <p:nvSpPr>
          <p:cNvPr id="26" name="Text 24"/>
          <p:cNvSpPr/>
          <p:nvPr/>
        </p:nvSpPr>
        <p:spPr>
          <a:xfrm>
            <a:off x="914400" y="9715500"/>
            <a:ext cx="857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09/10</a:t>
            </a:r>
            <a:endParaRPr lang="en-US" sz="1650" dirty="0"/>
          </a:p>
        </p:txBody>
      </p:sp>
      <p:sp>
        <p:nvSpPr>
          <p:cNvPr id="27" name="Shape 2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8" name="Moda image moda-export-watermark-ab67f242-810f-435c-bc6e-b66df4f993c3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1619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TỪ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VIẾT</a:t>
            </a:r>
            <a:r>
              <a:rPr lang="en-US" sz="1800" b="1" spc="208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TẮT</a:t>
            </a:r>
            <a:r>
              <a:rPr lang="en-US" sz="1800" b="1" spc="254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428750"/>
            <a:ext cx="164592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400" dirty="0" spc="-13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Tám</a:t>
            </a:r>
            <a:r>
              <a:rPr lang="en-US" sz="54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từ</a:t>
            </a:r>
            <a:r>
              <a:rPr lang="en-US" sz="54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viết</a:t>
            </a:r>
            <a:r>
              <a:rPr lang="en-US" sz="5400" dirty="0" spc="-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tắt</a:t>
            </a:r>
            <a:r>
              <a:rPr lang="en-US" sz="5400" dirty="0" spc="-1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trong</a:t>
            </a:r>
            <a:r>
              <a:rPr lang="en-US" sz="5400" dirty="0" spc="-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bài</a:t>
            </a:r>
            <a:endParaRPr lang="en-US" sz="5400" dirty="0"/>
          </a:p>
        </p:txBody>
      </p:sp>
      <p:sp>
        <p:nvSpPr>
          <p:cNvPr id="4" name="Shape 2"/>
          <p:cNvSpPr/>
          <p:nvPr/>
        </p:nvSpPr>
        <p:spPr>
          <a:xfrm>
            <a:off x="914400" y="2762250"/>
            <a:ext cx="3886200" cy="1581150"/>
          </a:xfrm>
          <a:prstGeom prst="roundRect">
            <a:avLst>
              <a:gd name="adj" fmla="val 12048"/>
            </a:avLst>
          </a:prstGeom>
          <a:solidFill>
            <a:srgbClr val="1E2230"/>
          </a:solidFill>
          <a:ln w="19050">
            <a:solidFill>
              <a:srgbClr val="4A4F5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105400" y="2762250"/>
            <a:ext cx="3886200" cy="1581150"/>
          </a:xfrm>
          <a:prstGeom prst="roundRect">
            <a:avLst>
              <a:gd name="adj" fmla="val 12048"/>
            </a:avLst>
          </a:prstGeom>
          <a:solidFill>
            <a:srgbClr val="1E2230"/>
          </a:solidFill>
          <a:ln w="19050">
            <a:solidFill>
              <a:srgbClr val="4A4F5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296400" y="2762250"/>
            <a:ext cx="3886200" cy="1581150"/>
          </a:xfrm>
          <a:prstGeom prst="roundRect">
            <a:avLst>
              <a:gd name="adj" fmla="val 12048"/>
            </a:avLst>
          </a:prstGeom>
          <a:solidFill>
            <a:srgbClr val="1E2230"/>
          </a:solidFill>
          <a:ln w="19050">
            <a:solidFill>
              <a:srgbClr val="4A4F5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3487400" y="2762250"/>
            <a:ext cx="3886200" cy="1581150"/>
          </a:xfrm>
          <a:prstGeom prst="roundRect">
            <a:avLst>
              <a:gd name="adj" fmla="val 12048"/>
            </a:avLst>
          </a:prstGeom>
          <a:solidFill>
            <a:srgbClr val="1E2230"/>
          </a:solidFill>
          <a:ln w="19050">
            <a:solidFill>
              <a:srgbClr val="4A4F5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4572000"/>
            <a:ext cx="3886200" cy="1581150"/>
          </a:xfrm>
          <a:prstGeom prst="roundRect">
            <a:avLst>
              <a:gd name="adj" fmla="val 12048"/>
            </a:avLst>
          </a:prstGeom>
          <a:solidFill>
            <a:srgbClr val="1E2230"/>
          </a:solidFill>
          <a:ln w="19050">
            <a:solidFill>
              <a:srgbClr val="4A4F5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105400" y="4572000"/>
            <a:ext cx="3886200" cy="1581150"/>
          </a:xfrm>
          <a:prstGeom prst="roundRect">
            <a:avLst>
              <a:gd name="adj" fmla="val 12048"/>
            </a:avLst>
          </a:prstGeom>
          <a:solidFill>
            <a:srgbClr val="1E2230"/>
          </a:solidFill>
          <a:ln w="19050">
            <a:solidFill>
              <a:srgbClr val="4A4F5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296400" y="4572000"/>
            <a:ext cx="3886200" cy="1581150"/>
          </a:xfrm>
          <a:prstGeom prst="roundRect">
            <a:avLst>
              <a:gd name="adj" fmla="val 12048"/>
            </a:avLst>
          </a:prstGeom>
          <a:solidFill>
            <a:srgbClr val="1E2230"/>
          </a:solidFill>
          <a:ln w="19050">
            <a:solidFill>
              <a:srgbClr val="4A4F5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3487400" y="4572000"/>
            <a:ext cx="3886200" cy="1581150"/>
          </a:xfrm>
          <a:prstGeom prst="roundRect">
            <a:avLst>
              <a:gd name="adj" fmla="val 12048"/>
            </a:avLst>
          </a:prstGeom>
          <a:solidFill>
            <a:srgbClr val="1E2230"/>
          </a:solidFill>
          <a:ln w="19050">
            <a:solidFill>
              <a:srgbClr val="4A4F5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81100" y="2952750"/>
            <a:ext cx="33528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122" dirty="0" spc="1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LSM</a:t>
            </a:r>
            <a:endParaRPr lang="en-US" sz="3122" dirty="0"/>
          </a:p>
        </p:txBody>
      </p:sp>
      <p:sp>
        <p:nvSpPr>
          <p:cNvPr id="13" name="Text 11"/>
          <p:cNvSpPr/>
          <p:nvPr/>
        </p:nvSpPr>
        <p:spPr>
          <a:xfrm>
            <a:off x="1181100" y="3524250"/>
            <a:ext cx="33528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-1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gộp</a:t>
            </a:r>
            <a:r>
              <a:rPr lang="en-US" sz="195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19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cấu</a:t>
            </a:r>
            <a:r>
              <a:rPr lang="en-US" sz="19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trúc</a:t>
            </a:r>
            <a:r>
              <a:rPr lang="en-US" sz="1950" dirty="0" spc="-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nhật</a:t>
            </a:r>
            <a:r>
              <a:rPr lang="en-US" sz="195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ký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5372100" y="2952750"/>
            <a:ext cx="33528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122" dirty="0" spc="-4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SQL</a:t>
            </a:r>
            <a:endParaRPr lang="en-US" sz="3122" dirty="0"/>
          </a:p>
        </p:txBody>
      </p:sp>
      <p:sp>
        <p:nvSpPr>
          <p:cNvPr id="15" name="Text 13"/>
          <p:cNvSpPr/>
          <p:nvPr/>
        </p:nvSpPr>
        <p:spPr>
          <a:xfrm>
            <a:off x="5372100" y="3524250"/>
            <a:ext cx="33528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-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ngôn</a:t>
            </a:r>
            <a:r>
              <a:rPr lang="en-US" sz="195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ngữ</a:t>
            </a:r>
            <a:r>
              <a:rPr lang="en-US" sz="19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truy</a:t>
            </a:r>
            <a:r>
              <a:rPr lang="en-US" sz="1950" dirty="0" spc="-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vấn</a:t>
            </a:r>
            <a:r>
              <a:rPr lang="en-US" sz="1950" dirty="0" spc="-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19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cấu trúc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9563100" y="2952750"/>
            <a:ext cx="33528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122" dirty="0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DB</a:t>
            </a:r>
            <a:endParaRPr lang="en-US" sz="3122" dirty="0"/>
          </a:p>
        </p:txBody>
      </p:sp>
      <p:sp>
        <p:nvSpPr>
          <p:cNvPr id="17" name="Text 15"/>
          <p:cNvSpPr/>
          <p:nvPr/>
        </p:nvSpPr>
        <p:spPr>
          <a:xfrm>
            <a:off x="9563100" y="3524250"/>
            <a:ext cx="33528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cơ</a:t>
            </a:r>
            <a:r>
              <a:rPr lang="en-US" sz="1950" dirty="0" spc="-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sở</a:t>
            </a:r>
            <a:r>
              <a:rPr lang="en-US" sz="19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19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13754100" y="2952750"/>
            <a:ext cx="33528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122" dirty="0" spc="2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KiB</a:t>
            </a:r>
            <a:endParaRPr lang="en-US" sz="3122" dirty="0"/>
          </a:p>
        </p:txBody>
      </p:sp>
      <p:sp>
        <p:nvSpPr>
          <p:cNvPr id="19" name="Text 17"/>
          <p:cNvSpPr/>
          <p:nvPr/>
        </p:nvSpPr>
        <p:spPr>
          <a:xfrm>
            <a:off x="13754100" y="3524250"/>
            <a:ext cx="33528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-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kibibyte</a:t>
            </a:r>
            <a:endParaRPr lang="en-US" sz="1950" dirty="0"/>
          </a:p>
        </p:txBody>
      </p:sp>
      <p:sp>
        <p:nvSpPr>
          <p:cNvPr id="20" name="Text 18"/>
          <p:cNvSpPr/>
          <p:nvPr/>
        </p:nvSpPr>
        <p:spPr>
          <a:xfrm>
            <a:off x="1181100" y="4762500"/>
            <a:ext cx="33528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122" dirty="0" spc="7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MiB</a:t>
            </a:r>
            <a:endParaRPr lang="en-US" sz="3122" dirty="0"/>
          </a:p>
        </p:txBody>
      </p:sp>
      <p:sp>
        <p:nvSpPr>
          <p:cNvPr id="21" name="Text 19"/>
          <p:cNvSpPr/>
          <p:nvPr/>
        </p:nvSpPr>
        <p:spPr>
          <a:xfrm>
            <a:off x="1181100" y="5334000"/>
            <a:ext cx="33528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-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mebibyte</a:t>
            </a:r>
            <a:endParaRPr lang="en-US" sz="1950" dirty="0"/>
          </a:p>
        </p:txBody>
      </p:sp>
      <p:sp>
        <p:nvSpPr>
          <p:cNvPr id="22" name="Text 20"/>
          <p:cNvSpPr/>
          <p:nvPr/>
        </p:nvSpPr>
        <p:spPr>
          <a:xfrm>
            <a:off x="5372100" y="4762500"/>
            <a:ext cx="33528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122" dirty="0" spc="1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MB</a:t>
            </a:r>
            <a:endParaRPr lang="en-US" sz="3122" dirty="0"/>
          </a:p>
        </p:txBody>
      </p:sp>
      <p:sp>
        <p:nvSpPr>
          <p:cNvPr id="23" name="Text 21"/>
          <p:cNvSpPr/>
          <p:nvPr/>
        </p:nvSpPr>
        <p:spPr>
          <a:xfrm>
            <a:off x="5372100" y="5334000"/>
            <a:ext cx="33528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-1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megabyte</a:t>
            </a:r>
            <a:endParaRPr lang="en-US" sz="1950" dirty="0"/>
          </a:p>
        </p:txBody>
      </p:sp>
      <p:sp>
        <p:nvSpPr>
          <p:cNvPr id="24" name="Text 22"/>
          <p:cNvSpPr/>
          <p:nvPr/>
        </p:nvSpPr>
        <p:spPr>
          <a:xfrm>
            <a:off x="9563100" y="4762500"/>
            <a:ext cx="33528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122" dirty="0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GB</a:t>
            </a:r>
            <a:endParaRPr lang="en-US" sz="3122" dirty="0"/>
          </a:p>
        </p:txBody>
      </p:sp>
      <p:sp>
        <p:nvSpPr>
          <p:cNvPr id="25" name="Text 23"/>
          <p:cNvSpPr/>
          <p:nvPr/>
        </p:nvSpPr>
        <p:spPr>
          <a:xfrm>
            <a:off x="9563100" y="5334000"/>
            <a:ext cx="33528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-1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gigabyte</a:t>
            </a:r>
            <a:endParaRPr lang="en-US" sz="1950" dirty="0"/>
          </a:p>
        </p:txBody>
      </p:sp>
      <p:sp>
        <p:nvSpPr>
          <p:cNvPr id="26" name="Text 24"/>
          <p:cNvSpPr/>
          <p:nvPr/>
        </p:nvSpPr>
        <p:spPr>
          <a:xfrm>
            <a:off x="13754100" y="4762500"/>
            <a:ext cx="33528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122" dirty="0" spc="-81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WAL</a:t>
            </a:r>
            <a:endParaRPr lang="en-US" sz="3122" dirty="0"/>
          </a:p>
        </p:txBody>
      </p:sp>
      <p:sp>
        <p:nvSpPr>
          <p:cNvPr id="27" name="Text 25"/>
          <p:cNvSpPr/>
          <p:nvPr/>
        </p:nvSpPr>
        <p:spPr>
          <a:xfrm>
            <a:off x="13754100" y="5334000"/>
            <a:ext cx="33528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-1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nhật</a:t>
            </a:r>
            <a:r>
              <a:rPr lang="en-US" sz="195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ký</a:t>
            </a:r>
            <a:r>
              <a:rPr lang="en-US" sz="19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</a:t>
            </a:r>
            <a:r>
              <a:rPr lang="en-US" sz="1950" dirty="0" spc="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trước</a:t>
            </a:r>
            <a:endParaRPr lang="en-US" sz="1950" dirty="0"/>
          </a:p>
        </p:txBody>
      </p:sp>
      <p:sp>
        <p:nvSpPr>
          <p:cNvPr id="28" name="Text 26"/>
          <p:cNvSpPr/>
          <p:nvPr/>
        </p:nvSpPr>
        <p:spPr>
          <a:xfrm>
            <a:off x="914400" y="6667500"/>
            <a:ext cx="164592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spc="224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</a:t>
            </a:r>
            <a:endParaRPr lang="en-US" sz="2100" dirty="0"/>
          </a:p>
        </p:txBody>
      </p:sp>
      <p:sp>
        <p:nvSpPr>
          <p:cNvPr id="29" name="Text 27"/>
          <p:cNvSpPr/>
          <p:nvPr/>
        </p:nvSpPr>
        <p:spPr>
          <a:xfrm>
            <a:off x="914400" y="7143750"/>
            <a:ext cx="164592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-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ByteByteGo</a:t>
            </a:r>
            <a:r>
              <a:rPr lang="en-US" sz="2250" dirty="0" spc="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—</a:t>
            </a:r>
            <a:r>
              <a:rPr lang="en-US" sz="225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22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2250" dirty="0" spc="-1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tại</a:t>
            </a:r>
            <a:r>
              <a:rPr lang="en-US" sz="22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commit</a:t>
            </a:r>
            <a:r>
              <a:rPr lang="en-US" sz="2250" dirty="0" spc="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cố</a:t>
            </a:r>
            <a:r>
              <a:rPr lang="en-US" sz="2250" dirty="0" spc="1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định;</a:t>
            </a:r>
            <a:r>
              <a:rPr lang="en-US" sz="22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cấu</a:t>
            </a:r>
            <a:r>
              <a:rPr lang="en-US" sz="225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trúc</a:t>
            </a:r>
            <a:r>
              <a:rPr lang="en-US" sz="2250" dirty="0" spc="-1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B-tree;</a:t>
            </a:r>
            <a:r>
              <a:rPr lang="en-US" sz="2250" dirty="0" spc="-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nhật</a:t>
            </a:r>
            <a:r>
              <a:rPr lang="en-US" sz="22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ký</a:t>
            </a:r>
            <a:r>
              <a:rPr lang="en-US" sz="2250" dirty="0" spc="-3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WAL;</a:t>
            </a:r>
            <a:r>
              <a:rPr lang="en-US" sz="2250" dirty="0" spc="-2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LevelDB</a:t>
            </a:r>
            <a:r>
              <a:rPr lang="en-US" sz="2250" dirty="0" spc="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—</a:t>
            </a:r>
            <a:r>
              <a:rPr lang="en-US" sz="2250" dirty="0" spc="-1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tài</a:t>
            </a:r>
            <a:r>
              <a:rPr lang="en-US" sz="22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250" dirty="0" spc="-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thiết</a:t>
            </a:r>
            <a:r>
              <a:rPr lang="en-US" sz="2250" dirty="0" spc="-2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kế,</a:t>
            </a:r>
            <a:r>
              <a:rPr lang="en-US" sz="2250" dirty="0" spc="-1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tại</a:t>
            </a:r>
            <a:r>
              <a:rPr lang="en-US" sz="22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commit</a:t>
            </a:r>
            <a:r>
              <a:rPr lang="en-US" sz="2250" dirty="0" spc="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cố</a:t>
            </a:r>
            <a:r>
              <a:rPr lang="en-US" sz="2250" dirty="0" spc="1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định;</a:t>
            </a:r>
            <a:r>
              <a:rPr lang="en-US" sz="225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tùy</a:t>
            </a:r>
            <a:r>
              <a:rPr lang="en-US" sz="2250" dirty="0" spc="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chọn</a:t>
            </a:r>
            <a:r>
              <a:rPr lang="en-US" sz="22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chính;</a:t>
            </a:r>
            <a:r>
              <a:rPr lang="en-US" sz="2250" dirty="0" spc="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tùy chọn</a:t>
            </a:r>
            <a:r>
              <a:rPr lang="en-US" sz="22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nâng cao;</a:t>
            </a:r>
            <a:r>
              <a:rPr lang="en-US" sz="22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22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lọc</a:t>
            </a:r>
            <a:r>
              <a:rPr lang="en-US" sz="225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Bloom</a:t>
            </a:r>
            <a:endParaRPr lang="en-US" sz="2250" dirty="0"/>
          </a:p>
        </p:txBody>
      </p:sp>
      <p:sp>
        <p:nvSpPr>
          <p:cNvPr id="30" name="Shape 28"/>
          <p:cNvSpPr/>
          <p:nvPr/>
        </p:nvSpPr>
        <p:spPr>
          <a:xfrm>
            <a:off x="923925" y="9458325"/>
            <a:ext cx="133350" cy="133350"/>
          </a:xfrm>
          <a:prstGeom prst="ellipse">
            <a:avLst/>
          </a:prstGeom>
          <a:solidFill>
            <a:srgbClr val="4A4F5E"/>
          </a:solidFill>
          <a:ln/>
        </p:spPr>
      </p:sp>
      <p:sp>
        <p:nvSpPr>
          <p:cNvPr id="31" name="Shape 29"/>
          <p:cNvSpPr/>
          <p:nvPr/>
        </p:nvSpPr>
        <p:spPr>
          <a:xfrm>
            <a:off x="1152525" y="9458325"/>
            <a:ext cx="133350" cy="133350"/>
          </a:xfrm>
          <a:prstGeom prst="ellipse">
            <a:avLst/>
          </a:prstGeom>
          <a:solidFill>
            <a:srgbClr val="4A4F5E"/>
          </a:solidFill>
          <a:ln/>
        </p:spPr>
      </p:sp>
      <p:sp>
        <p:nvSpPr>
          <p:cNvPr id="32" name="Shape 30"/>
          <p:cNvSpPr/>
          <p:nvPr/>
        </p:nvSpPr>
        <p:spPr>
          <a:xfrm>
            <a:off x="1381125" y="9458325"/>
            <a:ext cx="133350" cy="133350"/>
          </a:xfrm>
          <a:prstGeom prst="ellipse">
            <a:avLst/>
          </a:prstGeom>
          <a:solidFill>
            <a:srgbClr val="4A4F5E"/>
          </a:solidFill>
          <a:ln/>
        </p:spPr>
      </p:sp>
      <p:sp>
        <p:nvSpPr>
          <p:cNvPr id="33" name="Shape 31"/>
          <p:cNvSpPr/>
          <p:nvPr/>
        </p:nvSpPr>
        <p:spPr>
          <a:xfrm>
            <a:off x="1609725" y="9458325"/>
            <a:ext cx="133350" cy="133350"/>
          </a:xfrm>
          <a:prstGeom prst="ellipse">
            <a:avLst/>
          </a:prstGeom>
          <a:solidFill>
            <a:srgbClr val="4A4F5E"/>
          </a:solidFill>
          <a:ln/>
        </p:spPr>
      </p:sp>
      <p:sp>
        <p:nvSpPr>
          <p:cNvPr id="34" name="Shape 32"/>
          <p:cNvSpPr/>
          <p:nvPr/>
        </p:nvSpPr>
        <p:spPr>
          <a:xfrm>
            <a:off x="1838325" y="9458325"/>
            <a:ext cx="133350" cy="133350"/>
          </a:xfrm>
          <a:prstGeom prst="ellipse">
            <a:avLst/>
          </a:prstGeom>
          <a:solidFill>
            <a:srgbClr val="4A4F5E"/>
          </a:solidFill>
          <a:ln/>
        </p:spPr>
      </p:sp>
      <p:sp>
        <p:nvSpPr>
          <p:cNvPr id="35" name="Shape 33"/>
          <p:cNvSpPr/>
          <p:nvPr/>
        </p:nvSpPr>
        <p:spPr>
          <a:xfrm>
            <a:off x="2066925" y="9458325"/>
            <a:ext cx="133350" cy="133350"/>
          </a:xfrm>
          <a:prstGeom prst="ellipse">
            <a:avLst/>
          </a:prstGeom>
          <a:solidFill>
            <a:srgbClr val="4A4F5E"/>
          </a:solidFill>
          <a:ln/>
        </p:spPr>
      </p:sp>
      <p:sp>
        <p:nvSpPr>
          <p:cNvPr id="36" name="Shape 34"/>
          <p:cNvSpPr/>
          <p:nvPr/>
        </p:nvSpPr>
        <p:spPr>
          <a:xfrm>
            <a:off x="2295525" y="9458325"/>
            <a:ext cx="133350" cy="133350"/>
          </a:xfrm>
          <a:prstGeom prst="ellipse">
            <a:avLst/>
          </a:prstGeom>
          <a:solidFill>
            <a:srgbClr val="4A4F5E"/>
          </a:solidFill>
          <a:ln/>
        </p:spPr>
      </p:sp>
      <p:sp>
        <p:nvSpPr>
          <p:cNvPr id="37" name="Shape 35"/>
          <p:cNvSpPr/>
          <p:nvPr/>
        </p:nvSpPr>
        <p:spPr>
          <a:xfrm>
            <a:off x="2524125" y="9458325"/>
            <a:ext cx="133350" cy="133350"/>
          </a:xfrm>
          <a:prstGeom prst="ellipse">
            <a:avLst/>
          </a:prstGeom>
          <a:solidFill>
            <a:srgbClr val="4A4F5E"/>
          </a:solidFill>
          <a:ln/>
        </p:spPr>
      </p:sp>
      <p:sp>
        <p:nvSpPr>
          <p:cNvPr id="38" name="Shape 36"/>
          <p:cNvSpPr/>
          <p:nvPr/>
        </p:nvSpPr>
        <p:spPr>
          <a:xfrm>
            <a:off x="2752725" y="9458325"/>
            <a:ext cx="133350" cy="133350"/>
          </a:xfrm>
          <a:prstGeom prst="ellipse">
            <a:avLst/>
          </a:prstGeom>
          <a:solidFill>
            <a:srgbClr val="4A4F5E"/>
          </a:solidFill>
          <a:ln/>
        </p:spPr>
      </p:sp>
      <p:sp>
        <p:nvSpPr>
          <p:cNvPr id="39" name="Shape 37"/>
          <p:cNvSpPr/>
          <p:nvPr/>
        </p:nvSpPr>
        <p:spPr>
          <a:xfrm>
            <a:off x="2981325" y="9458325"/>
            <a:ext cx="133350" cy="1333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40" name="Text 38"/>
          <p:cNvSpPr/>
          <p:nvPr/>
        </p:nvSpPr>
        <p:spPr>
          <a:xfrm>
            <a:off x="914400" y="9715500"/>
            <a:ext cx="857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10/10</a:t>
            </a:r>
            <a:endParaRPr lang="en-US" sz="1650" dirty="0"/>
          </a:p>
        </p:txBody>
      </p:sp>
      <p:sp>
        <p:nvSpPr>
          <p:cNvPr id="41" name="Shape 39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42" name="Moda image moda-export-watermark-cd180a3d-e600-45d6-abd0-47e8a805d586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2026-10-20T01:48:31Z</dcterms:created>
  <dcterms:modified xsi:type="dcterms:W3CDTF">2026-10-20T01:48:31Z</dcterms:modified>
</cp:coreProperties>
</file>