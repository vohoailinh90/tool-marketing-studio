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7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9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9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9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30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525000" cy="5524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81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752475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Trúng</a:t>
            </a: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70%,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8953500"/>
            <a:ext cx="13335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10763250" y="91440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763250" y="9144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1163300" y="12382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33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33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163300" y="20383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nhiều,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763250" y="367665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763250" y="36766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163300" y="400050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3300" dirty="0" spc="-1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163300" y="48006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763250" y="643890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63250" y="64389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1163300" y="67627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94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3094" dirty="0" spc="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sống,</a:t>
            </a:r>
            <a:r>
              <a:rPr lang="en-US" sz="3094" dirty="0" spc="-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3094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3094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nguội</a:t>
            </a:r>
            <a:endParaRPr lang="en-US" sz="3094" dirty="0"/>
          </a:p>
        </p:txBody>
      </p:sp>
      <p:sp>
        <p:nvSpPr>
          <p:cNvPr id="17" name="Text 15"/>
          <p:cNvSpPr/>
          <p:nvPr/>
        </p:nvSpPr>
        <p:spPr>
          <a:xfrm>
            <a:off x="11163300" y="75628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f1b4619-c43a-4916-a67a-9c124598af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459200" cy="4572000"/>
          </a:xfrm>
          <a:prstGeom prst="rect">
            <a:avLst/>
          </a:prstGeom>
          <a:noFill/>
          <a:ln/>
        </p:spPr>
        <p:txBody>
          <a:bodyPr wrap="square" lIns="0" tIns="75438" rIns="0" bIns="-75438" rtlCol="0" anchor="t"/>
          <a:lstStyle/>
          <a:p>
            <a:pPr algn="l" indent="0" marL="0">
              <a:lnSpc>
                <a:spcPts val="10692"/>
              </a:lnSpc>
              <a:buNone/>
            </a:pPr>
            <a:r>
              <a:rPr lang="en-US" sz="9900" dirty="0" spc="-30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Tới</a:t>
            </a:r>
            <a:r>
              <a:rPr lang="en-US" sz="9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9900" dirty="0" spc="-10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9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9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đó,</a:t>
            </a:r>
            <a:r>
              <a:rPr lang="en-US" sz="9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9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9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 không</a:t>
            </a:r>
            <a:r>
              <a:rPr lang="en-US" sz="9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r>
              <a:rPr lang="en-US" sz="9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9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gì.</a:t>
            </a:r>
            <a:endParaRPr lang="en-US" sz="9900" dirty="0"/>
          </a:p>
        </p:txBody>
      </p:sp>
      <p:sp>
        <p:nvSpPr>
          <p:cNvPr id="4" name="Shape 2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91400"/>
            <a:ext cx="72390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8915400" y="7391400"/>
            <a:ext cx="80772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76d8135-df8e-4591-b2b0-bc01abbedd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1950" spc="20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 ĐÁNG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nhiều,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78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8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7800" dirty="0"/>
          </a:p>
        </p:txBody>
      </p:sp>
      <p:sp>
        <p:nvSpPr>
          <p:cNvPr id="4" name="Connector line-1792371165275-774555619"/>
          <p:cNvSpPr/>
          <p:nvPr/>
        </p:nvSpPr>
        <p:spPr>
          <a:xfrm>
            <a:off x="2571750" y="4000500"/>
            <a:ext cx="131445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90750" y="36195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0" y="36195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" name="Shape 5"/>
          <p:cNvSpPr/>
          <p:nvPr/>
        </p:nvSpPr>
        <p:spPr>
          <a:xfrm>
            <a:off x="15335250" y="361950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85775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5143500"/>
            <a:ext cx="449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-2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endParaRPr lang="en-US" sz="3122" dirty="0"/>
          </a:p>
        </p:txBody>
      </p:sp>
      <p:sp>
        <p:nvSpPr>
          <p:cNvPr id="10" name="Text 8"/>
          <p:cNvSpPr/>
          <p:nvPr/>
        </p:nvSpPr>
        <p:spPr>
          <a:xfrm>
            <a:off x="1238250" y="5810250"/>
            <a:ext cx="4495800" cy="2857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572250" y="485775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6896100" y="5143500"/>
            <a:ext cx="449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122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122" dirty="0"/>
          </a:p>
        </p:txBody>
      </p:sp>
      <p:sp>
        <p:nvSpPr>
          <p:cNvPr id="13" name="Text 11"/>
          <p:cNvSpPr/>
          <p:nvPr/>
        </p:nvSpPr>
        <p:spPr>
          <a:xfrm>
            <a:off x="6896100" y="5810250"/>
            <a:ext cx="4495800" cy="2857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nhanh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230100" y="485775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553950" y="5143500"/>
            <a:ext cx="4495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22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Luôn</a:t>
            </a:r>
            <a:r>
              <a:rPr lang="en-US" sz="31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3122" dirty="0"/>
          </a:p>
        </p:txBody>
      </p:sp>
      <p:sp>
        <p:nvSpPr>
          <p:cNvPr id="16" name="Text 14"/>
          <p:cNvSpPr/>
          <p:nvPr/>
        </p:nvSpPr>
        <p:spPr>
          <a:xfrm>
            <a:off x="12553950" y="5810250"/>
            <a:ext cx="4495800" cy="2857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mất;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quý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kho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b705f06-3ea9-4fba-9d35-f459da4b94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1950" spc="22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GÌ: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1950" spc="21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INFO</a:t>
            </a:r>
            <a:r>
              <a:rPr lang="en-US" sz="1950" spc="217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1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619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9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keyspace_hits, keyspace_misses</a:t>
            </a:r>
            <a:endParaRPr lang="en-US" sz="3809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hits chia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hits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misses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0861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b="1" dirty="0" spc="-7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753600" y="3619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evicted_keys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9753600" y="44767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8001000" cy="2952750"/>
          </a:xfrm>
          <a:prstGeom prst="roundRect">
            <a:avLst>
              <a:gd name="adj" fmla="val 7742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4198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" y="695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95400" y="7810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6096000"/>
            <a:ext cx="8001000" cy="2952750"/>
          </a:xfrm>
          <a:prstGeom prst="roundRect">
            <a:avLst>
              <a:gd name="adj" fmla="val 7742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64198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753600" y="695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9753600" y="7810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bc956ab-095c-40d2-883f-208a618130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</a:t>
            </a:r>
            <a:r>
              <a:rPr lang="en-US" sz="1950" spc="231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r>
              <a:rPr lang="en-US" sz="1950" spc="17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KHỞI ĐỘNG</a:t>
            </a:r>
            <a:r>
              <a:rPr lang="en-US" sz="1950" spc="22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NGUỘI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78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trượt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6096000"/>
          </a:xfrm>
          <a:prstGeom prst="roundRect">
            <a:avLst>
              <a:gd name="adj" fmla="val 375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80010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194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51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r>
              <a:rPr lang="en-US" sz="51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(TTL)</a:t>
            </a:r>
            <a:endParaRPr lang="en-US" sz="5100" dirty="0"/>
          </a:p>
        </p:txBody>
      </p:sp>
      <p:sp>
        <p:nvSpPr>
          <p:cNvPr id="7" name="Text richtext-1792371191458-324357107"/>
          <p:cNvSpPr/>
          <p:nvPr/>
        </p:nvSpPr>
        <p:spPr>
          <a:xfrm>
            <a:off x="1295400" y="4476750"/>
            <a:ext cx="7239000" cy="4191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kịp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lại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dài: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lâu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6096000"/>
          </a:xfrm>
          <a:prstGeom prst="roundRect">
            <a:avLst>
              <a:gd name="adj" fmla="val 375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2762250"/>
            <a:ext cx="80010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2194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Khởi</a:t>
            </a:r>
            <a:r>
              <a:rPr lang="en-US" sz="510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1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nguội</a:t>
            </a:r>
            <a:endParaRPr lang="en-US" sz="5100" dirty="0"/>
          </a:p>
        </p:txBody>
      </p:sp>
      <p:sp>
        <p:nvSpPr>
          <p:cNvPr id="11" name="Text richtext-1792371191481-470445532"/>
          <p:cNvSpPr/>
          <p:nvPr/>
        </p:nvSpPr>
        <p:spPr>
          <a:xfrm>
            <a:off x="9753600" y="4476750"/>
            <a:ext cx="7239000" cy="4191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trượt,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(seed)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300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7be5c57-60cc-4896-b488-6676629fed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trúng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của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78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908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857500" y="28575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1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Tỷ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trúng</a:t>
            </a:r>
            <a:r>
              <a:rPr lang="en-US" sz="34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34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4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816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2857500" y="50482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34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450" dirty="0" spc="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34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4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34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34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3723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2857500" y="72390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34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cũ,</a:t>
            </a:r>
            <a:r>
              <a:rPr lang="en-US" sz="34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4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34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nữa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66fca51-af0f-49d0-89fb-628e4c0590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Trúng</a:t>
            </a:r>
            <a:r>
              <a:rPr lang="en-US" sz="7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70%,</a:t>
            </a:r>
            <a:r>
              <a:rPr lang="en-US" sz="7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78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15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70%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tại;</a:t>
            </a:r>
            <a:r>
              <a:rPr lang="en-US" sz="28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8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28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8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572500" y="2762250"/>
            <a:ext cx="8801100" cy="1524000"/>
          </a:xfrm>
          <a:prstGeom prst="roundRect">
            <a:avLst>
              <a:gd name="adj" fmla="val 15000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0" y="2819400"/>
            <a:ext cx="8115300" cy="14097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ctr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3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3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36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6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INFO</a:t>
            </a:r>
            <a:r>
              <a:rPr lang="en-US" sz="36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572500" y="4572000"/>
            <a:ext cx="8801100" cy="4476750"/>
          </a:xfrm>
          <a:prstGeom prst="roundRect">
            <a:avLst>
              <a:gd name="adj" fmla="val 5106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8572500" y="4572000"/>
            <a:ext cx="8801100" cy="952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8953500" y="4914900"/>
            <a:ext cx="8039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6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Xem</a:t>
            </a:r>
            <a:r>
              <a:rPr lang="en-US" sz="3600" dirty="0" spc="-1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evicted_keys</a:t>
            </a:r>
            <a:r>
              <a:rPr lang="en-US" sz="3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 bao</a:t>
            </a: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endParaRPr lang="en-US" sz="3600" dirty="0"/>
          </a:p>
        </p:txBody>
      </p:sp>
      <p:sp>
        <p:nvSpPr>
          <p:cNvPr id="11" name="Text richtext-1792371195441-842450428"/>
          <p:cNvSpPr/>
          <p:nvPr/>
        </p:nvSpPr>
        <p:spPr>
          <a:xfrm>
            <a:off x="8953500" y="5810250"/>
            <a:ext cx="80391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6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tăng: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giúp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noeviction:</a:t>
            </a:r>
            <a:r>
              <a:rPr lang="en-US" sz="27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989f47c-3454-470d-9846-ba4e27c625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HƠN: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 REDIS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2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trúng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86296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0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trúng thêm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" name="Shape 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7" name="Shape 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9" name="Shape 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5925312"/>
                <a:gridCol w="5925312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Giới</a:t>
                      </a:r>
                      <a:r>
                        <a:rPr lang="en-US" sz="30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-10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Tỷ</a:t>
                      </a:r>
                      <a:r>
                        <a:rPr lang="en-US" sz="30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lệ trúng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b="1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Khóa</a:t>
                      </a:r>
                      <a:r>
                        <a:rPr lang="en-US" sz="3000" b="1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30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đẩy</a:t>
                      </a:r>
                      <a:r>
                        <a:rPr lang="en-US" sz="3000" b="1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2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MB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63%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21.024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4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MB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79%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9.620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8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MB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88%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549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3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16</a:t>
                      </a:r>
                      <a:r>
                        <a:rPr lang="en-US" sz="3000" dirty="0" spc="1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MB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2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88%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ac72f4e-78fc-4b4c-937e-a4ff5e1f44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334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MegaByte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1338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Megabyte,</a:t>
            </a:r>
            <a:r>
              <a:rPr lang="en-US" sz="2400" dirty="0" spc="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40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4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400" dirty="0" spc="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77000" y="2667000"/>
            <a:ext cx="5334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00850" y="2857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800850" y="3714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Time</a:t>
            </a:r>
            <a:r>
              <a:rPr lang="en-US" sz="1800" dirty="0" spc="-58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</a:t>
            </a:r>
            <a:r>
              <a:rPr lang="en-US" sz="1800" dirty="0" spc="-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00850" y="41338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240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40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r>
              <a:rPr lang="en-US" sz="24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39600" y="2667000"/>
            <a:ext cx="5334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63450" y="28575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OOM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363450" y="37147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Out</a:t>
            </a:r>
            <a:r>
              <a:rPr lang="en-US" sz="1800" dirty="0" spc="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Of</a:t>
            </a:r>
            <a:r>
              <a:rPr lang="en-US" sz="1800" dirty="0" spc="-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Memory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63450" y="41338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Hết</a:t>
            </a:r>
            <a:r>
              <a:rPr lang="en-US" sz="24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4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429250"/>
            <a:ext cx="16459200" cy="3619500"/>
          </a:xfrm>
          <a:prstGeom prst="roundRect">
            <a:avLst>
              <a:gd name="adj" fmla="val 5263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6578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658600" y="56578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950" dirty="0"/>
          </a:p>
        </p:txBody>
      </p:sp>
      <p:sp>
        <p:nvSpPr>
          <p:cNvPr id="19" name="Text richtext-1792371218327-690177432"/>
          <p:cNvSpPr/>
          <p:nvPr/>
        </p:nvSpPr>
        <p:spPr>
          <a:xfrm>
            <a:off x="1295400" y="6153150"/>
            <a:ext cx="15697200" cy="2762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eviction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1700078-f3c4-4066-8cdd-3d888d05e0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2026-10-19T06:31:50Z</dcterms:created>
  <dcterms:modified xsi:type="dcterms:W3CDTF">2026-10-19T06:31:50Z</dcterms:modified>
</cp:coreProperties>
</file>