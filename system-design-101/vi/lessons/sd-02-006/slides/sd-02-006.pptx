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619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Levels.fyi: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backend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riêng?</a:t>
            </a:r>
            <a:endParaRPr lang="en-US" sz="3000" dirty="0"/>
          </a:p>
        </p:txBody>
      </p:sp>
      <p:sp>
        <p:nvSpPr>
          <p:cNvPr id="5" name="Connector line-1792374188058-242139089"/>
          <p:cNvSpPr/>
          <p:nvPr/>
        </p:nvSpPr>
        <p:spPr>
          <a:xfrm>
            <a:off x="914400" y="6858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143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 đơn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858500" y="1714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39500" y="1962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39500" y="2381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39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Forms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10858500" y="3619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239500" y="3867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39500" y="4286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Google</a:t>
            </a: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Sheets</a:t>
            </a:r>
            <a:endParaRPr lang="en-US" sz="3900" dirty="0"/>
          </a:p>
        </p:txBody>
      </p:sp>
      <p:sp>
        <p:nvSpPr>
          <p:cNvPr id="14" name="Shape 12"/>
          <p:cNvSpPr/>
          <p:nvPr/>
        </p:nvSpPr>
        <p:spPr>
          <a:xfrm>
            <a:off x="10858500" y="5524500"/>
            <a:ext cx="6477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57721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KHÔNG</a:t>
            </a:r>
            <a:r>
              <a:rPr lang="en-US" sz="1800" b="1" spc="16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239500" y="6191250"/>
            <a:ext cx="571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0858500" y="7429500"/>
            <a:ext cx="64770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b="1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a090f0-ab94-4348-bcbf-09566d120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 tính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chở</a:t>
            </a:r>
            <a:r>
              <a:rPr lang="en-US" sz="75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5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209827-884928579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 sánh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có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gì,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31ca630-80d5-4a61-be61-5f0edcab2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195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mảnh,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backend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051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667000" y="3143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667000" y="37147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8196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667000" y="48577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 Sheets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67000" y="54292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34150"/>
            <a:ext cx="1143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667000" y="6572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667000" y="7143750"/>
            <a:ext cx="14287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làm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mỗi tháng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a6140c8-0453-44c7-8cd4-4f82af814e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7800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800" dirty="0" spc="-3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8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giản,</a:t>
            </a:r>
            <a:r>
              <a:rPr lang="en-US" sz="7800" dirty="0" spc="-2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cải</a:t>
            </a:r>
            <a:r>
              <a:rPr lang="en-US" sz="7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tiến</a:t>
            </a:r>
            <a:r>
              <a:rPr lang="en-US" sz="78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richtext-1792374239148-664760566"/>
          <p:cNvSpPr/>
          <p:nvPr/>
        </p:nvSpPr>
        <p:spPr>
          <a:xfrm>
            <a:off x="1333500" y="5334000"/>
            <a:ext cx="14287500" cy="2286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Nghe</a:t>
            </a:r>
            <a:r>
              <a:rPr lang="en-US" sz="27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backend,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3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809625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c5dff1-bbdb-40e9-a35a-ce0cd60885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3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1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dựng,</a:t>
            </a:r>
            <a:r>
              <a:rPr lang="en-US" sz="2250" dirty="0" spc="-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25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1515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33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91515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381500"/>
          </a:xfrm>
          <a:prstGeom prst="roundRect">
            <a:avLst>
              <a:gd name="adj" fmla="val 60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2534900" y="43815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 ý</a:t>
            </a:r>
            <a:r>
              <a:rPr lang="en-US" sz="3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534900" y="60007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a83ae24-7fd8-45d9-9d26-7e0e3cc36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66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4608576"/>
                <a:gridCol w="46085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 cần</a:t>
                      </a: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Ràng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buộc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kiểu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 nhiều</a:t>
                      </a:r>
                      <a:r>
                        <a:rPr lang="en-US" sz="24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phức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-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thiếu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Hạn</a:t>
                      </a:r>
                      <a:r>
                        <a:rPr lang="en-US" sz="240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40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gọi,</a:t>
                      </a:r>
                      <a:r>
                        <a:rPr lang="en-US" sz="24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kích</a:t>
                      </a:r>
                      <a:r>
                        <a:rPr lang="en-US" sz="24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tùy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400" dirty="0" spc="1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3820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nào.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d65e1d70-da95-48b0-b61e-5142b9146c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4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chỗ: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48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ghế.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48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1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5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54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5400" dirty="0"/>
          </a:p>
        </p:txBody>
      </p:sp>
      <p:sp>
        <p:nvSpPr>
          <p:cNvPr id="7" name="Text richtext-1792374289895-64286138"/>
          <p:cNvSpPr/>
          <p:nvPr/>
        </p:nvSpPr>
        <p:spPr>
          <a:xfrm>
            <a:off x="1371600" y="5619750"/>
            <a:ext cx="70866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ghế.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LEVELS.FYI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Chịu</a:t>
            </a:r>
            <a:r>
              <a:rPr lang="en-US" sz="5400" dirty="0" spc="-7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4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5400" dirty="0"/>
          </a:p>
        </p:txBody>
      </p:sp>
      <p:sp>
        <p:nvSpPr>
          <p:cNvPr id="11" name="Text richtext-1792374289918-642861615"/>
          <p:cNvSpPr/>
          <p:nvPr/>
        </p:nvSpPr>
        <p:spPr>
          <a:xfrm>
            <a:off x="9829800" y="5619750"/>
            <a:ext cx="70866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 chỉ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suy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e4621a2-5e23-4c60-a110-2203475f6a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Đơn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giản,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6675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85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0485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3238500"/>
            <a:ext cx="4953000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0" y="352425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801600" y="4381500"/>
            <a:ext cx="4191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hàm</a:t>
            </a:r>
            <a:endParaRPr lang="en-US" sz="2550" dirty="0"/>
          </a:p>
        </p:txBody>
      </p:sp>
      <p:sp>
        <p:nvSpPr>
          <p:cNvPr id="13" name="Connector line-1792374307172-234435337"/>
          <p:cNvSpPr/>
          <p:nvPr/>
        </p:nvSpPr>
        <p:spPr>
          <a:xfrm>
            <a:off x="5924550" y="4762500"/>
            <a:ext cx="666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307172-329161281"/>
          <p:cNvSpPr/>
          <p:nvPr/>
        </p:nvSpPr>
        <p:spPr>
          <a:xfrm>
            <a:off x="11677650" y="4762500"/>
            <a:ext cx="666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6953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có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157525b-67d2-4cee-ba6d-07e45a68c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Serverless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Backend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Levels.fyi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45fe83a-b081-4ec1-9779-4dcf2b17fe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2026-10-19T09:37:07Z</dcterms:created>
  <dcterms:modified xsi:type="dcterms:W3CDTF">2026-10-19T09:37:07Z</dcterms:modified>
</cp:coreProperties>
</file>