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096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143000"/>
            <a:ext cx="10096500" cy="4476750"/>
          </a:xfrm>
          <a:prstGeom prst="rect">
            <a:avLst/>
          </a:prstGeom>
          <a:noFill/>
          <a:ln/>
        </p:spPr>
        <p:txBody>
          <a:bodyPr wrap="square" lIns="0" tIns="54007" rIns="0" bIns="-54007" rtlCol="0" anchor="t"/>
          <a:lstStyle/>
          <a:p>
            <a:pPr algn="l" indent="0" marL="0">
              <a:lnSpc>
                <a:spcPts val="6615"/>
              </a:lnSpc>
              <a:buNone/>
            </a:pPr>
            <a:r>
              <a:rPr lang="en-US" sz="63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3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lệnh</a:t>
            </a:r>
            <a:r>
              <a:rPr lang="en-US" sz="6300" dirty="0" spc="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 sàn</a:t>
            </a:r>
            <a:r>
              <a:rPr lang="en-US" sz="63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chứng</a:t>
            </a:r>
            <a:r>
              <a:rPr lang="en-US" sz="63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khoán:</a:t>
            </a:r>
            <a:r>
              <a:rPr lang="en-US" sz="6300" dirty="0" spc="-5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đường</a:t>
            </a:r>
            <a:r>
              <a:rPr lang="en-US" sz="63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găng</a:t>
            </a:r>
            <a:r>
              <a:rPr lang="en-US" sz="6300" dirty="0" spc="-6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300" dirty="0" spc="-2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khớp</a:t>
            </a:r>
            <a:r>
              <a:rPr lang="en-US" sz="63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lệnh</a:t>
            </a:r>
            <a:endParaRPr lang="en-US" sz="6300" dirty="0"/>
          </a:p>
        </p:txBody>
      </p:sp>
      <p:sp>
        <p:nvSpPr>
          <p:cNvPr id="4" name="Text 2"/>
          <p:cNvSpPr/>
          <p:nvPr/>
        </p:nvSpPr>
        <p:spPr>
          <a:xfrm>
            <a:off x="914400" y="6572250"/>
            <a:ext cx="9525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6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Vì</a:t>
            </a:r>
            <a:r>
              <a:rPr lang="en-US" sz="27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khớp lệnh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lặp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70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được?</a:t>
            </a:r>
            <a:endParaRPr lang="en-US" sz="2700" dirty="0"/>
          </a:p>
        </p:txBody>
      </p:sp>
      <p:sp>
        <p:nvSpPr>
          <p:cNvPr id="5" name="Connector line-1792423736668-289862901"/>
          <p:cNvSpPr/>
          <p:nvPr/>
        </p:nvSpPr>
        <p:spPr>
          <a:xfrm>
            <a:off x="914400" y="7620000"/>
            <a:ext cx="8610600" cy="0"/>
          </a:xfrm>
          <a:prstGeom prst="line">
            <a:avLst/>
          </a:prstGeom>
          <a:noFill/>
          <a:ln w="19050">
            <a:solidFill>
              <a:srgbClr val="2A2E3B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905750"/>
            <a:ext cx="952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1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sổ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nhỏ, 2.000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1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ngẫu</a:t>
            </a:r>
            <a:r>
              <a:rPr lang="en-US" sz="21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nhiên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r>
              <a:rPr lang="en-US" sz="1650" dirty="0" spc="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9525000" y="4476750"/>
            <a:ext cx="2857500" cy="2857500"/>
          </a:xfrm>
          <a:prstGeom prst="ellipse">
            <a:avLst/>
          </a:prstGeom>
          <a:noFill/>
          <a:ln w="28575">
            <a:solidFill>
              <a:srgbClr val="3DD6A0">
                <a:alpha val="2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953625" y="4905375"/>
            <a:ext cx="2000250" cy="2000250"/>
          </a:xfrm>
          <a:prstGeom prst="ellipse">
            <a:avLst/>
          </a:prstGeom>
          <a:noFill/>
          <a:ln w="28575">
            <a:solidFill>
              <a:srgbClr val="3DD6A0">
                <a:alpha val="5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363200" y="5314950"/>
            <a:ext cx="1181100" cy="1181100"/>
          </a:xfrm>
          <a:prstGeom prst="ellipse">
            <a:avLst/>
          </a:prstGeom>
          <a:solidFill>
            <a:srgbClr val="1E212B"/>
          </a:solidFill>
          <a:ln w="38100">
            <a:solidFill>
              <a:srgbClr val="F3EE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363200" y="5695950"/>
            <a:ext cx="11811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Lệnh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11544300" y="4191000"/>
            <a:ext cx="1600200" cy="1619250"/>
          </a:xfrm>
          <a:custGeom>
            <a:avLst/>
            <a:gdLst/>
            <a:ahLst/>
            <a:cxnLst/>
            <a:rect l="l" t="t" r="r" b="b"/>
            <a:pathLst>
              <a:path w="1600200" h="1619250">
                <a:moveTo>
                  <a:pt x="0" y="1619250"/>
                </a:moveTo>
                <a:cubicBezTo>
                  <a:pt x="838200" y="1619250"/>
                  <a:pt x="838200" y="0"/>
                  <a:pt x="1600200" y="0"/>
                </a:cubicBezTo>
              </a:path>
            </a:pathLst>
          </a:custGeom>
          <a:ln w="47625">
            <a:solidFill>
              <a:srgbClr val="3DD6A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544300" y="6000750"/>
            <a:ext cx="1600200" cy="1619250"/>
          </a:xfrm>
          <a:custGeom>
            <a:avLst/>
            <a:gdLst/>
            <a:ahLst/>
            <a:cxnLst/>
            <a:rect l="l" t="t" r="r" b="b"/>
            <a:pathLst>
              <a:path w="1600200" h="1619250">
                <a:moveTo>
                  <a:pt x="0" y="0"/>
                </a:moveTo>
                <a:cubicBezTo>
                  <a:pt x="838200" y="0"/>
                  <a:pt x="838200" y="1619250"/>
                  <a:pt x="1600200" y="1619250"/>
                </a:cubicBezTo>
              </a:path>
            </a:pathLst>
          </a:custGeom>
          <a:ln w="47625">
            <a:solidFill>
              <a:srgbClr val="FF6A4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144500" y="3829050"/>
            <a:ext cx="4762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Luồng</a:t>
            </a:r>
            <a:r>
              <a:rPr lang="en-US" sz="1950" b="1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1950" b="1" dirty="0" spc="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13144500" y="7258050"/>
            <a:ext cx="4762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Khớp</a:t>
            </a:r>
            <a:r>
              <a:rPr lang="en-US" sz="195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195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lặp lại</a:t>
            </a:r>
            <a:r>
              <a:rPr lang="en-US" sz="1950" b="1" dirty="0" spc="8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8c96cfbf-04dc-4c96-8c6d-1778c69f4f4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80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800" b="1" spc="25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2667000"/>
            <a:ext cx="133350" cy="40005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2667000"/>
            <a:ext cx="15240000" cy="3810000"/>
          </a:xfrm>
          <a:prstGeom prst="rect">
            <a:avLst/>
          </a:prstGeom>
          <a:noFill/>
          <a:ln/>
        </p:spPr>
        <p:txBody>
          <a:bodyPr wrap="square" lIns="0" tIns="59436" rIns="0" bIns="-59436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78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Luồng</a:t>
            </a: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giao</a:t>
            </a:r>
            <a:r>
              <a:rPr lang="en-US" sz="7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nằm</a:t>
            </a:r>
            <a:r>
              <a:rPr lang="en-US" sz="7800" dirty="0" spc="-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trên</a:t>
            </a:r>
            <a:r>
              <a:rPr lang="en-US" sz="7800" dirty="0" spc="-7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đường</a:t>
            </a:r>
            <a:r>
              <a:rPr lang="en-US" sz="7800" dirty="0" spc="-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găng.</a:t>
            </a:r>
            <a:endParaRPr lang="en-US" sz="7800" dirty="0"/>
          </a:p>
        </p:txBody>
      </p:sp>
      <p:sp>
        <p:nvSpPr>
          <p:cNvPr id="5" name="Text 3"/>
          <p:cNvSpPr/>
          <p:nvPr/>
        </p:nvSpPr>
        <p:spPr>
          <a:xfrm>
            <a:off x="1428750" y="7239000"/>
            <a:ext cx="14287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Nó</a:t>
            </a:r>
            <a:r>
              <a:rPr lang="en-US" sz="3000" b="1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3000" b="1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nhanh,</a:t>
            </a:r>
            <a:r>
              <a:rPr lang="en-US" sz="3000" b="1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b="1" dirty="0" spc="-3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3000" b="1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3000" b="1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3000" b="1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lặp</a:t>
            </a:r>
            <a:r>
              <a:rPr lang="en-US" sz="3000" b="1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3000" b="1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61f3b515-9823-4295-8894-f16de4398e9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80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80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 ·</a:t>
            </a:r>
            <a:r>
              <a:rPr lang="en-US" sz="180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180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GĂNG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6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kiểu</a:t>
            </a:r>
            <a:r>
              <a:rPr lang="en-US" sz="6900" dirty="0" spc="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luồng,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6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yêu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cầu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8001000" cy="4476750"/>
          </a:xfrm>
          <a:prstGeom prst="roundRect">
            <a:avLst>
              <a:gd name="adj" fmla="val 6809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33375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LUỒNG</a:t>
            </a:r>
            <a:r>
              <a:rPr lang="en-US" sz="2100" b="1" spc="20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10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endParaRPr lang="en-US" sz="2100" dirty="0"/>
          </a:p>
        </p:txBody>
      </p:sp>
      <p:sp>
        <p:nvSpPr>
          <p:cNvPr id="6" name="Text richtext-1792423740864-364499188"/>
          <p:cNvSpPr/>
          <p:nvPr/>
        </p:nvSpPr>
        <p:spPr>
          <a:xfrm>
            <a:off x="1333500" y="4000500"/>
            <a:ext cx="7239000" cy="32385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marL="342900" indent="-244981">
              <a:lnSpc>
                <a:spcPts val="378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700" b="1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Mười</a:t>
            </a: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270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bước,</a:t>
            </a:r>
            <a:r>
              <a:rPr lang="en-US" sz="270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7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trễ</a:t>
            </a:r>
            <a:r>
              <a:rPr lang="en-US" sz="27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chặt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buSzPct val="100000"/>
              <a:buFont typeface="Arial"/>
              <a:buChar char="•"/>
            </a:pP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Nằm</a:t>
            </a:r>
            <a:r>
              <a:rPr lang="en-US" sz="27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70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găng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372600" y="2952750"/>
            <a:ext cx="8001000" cy="4476750"/>
          </a:xfrm>
          <a:prstGeom prst="roundRect">
            <a:avLst>
              <a:gd name="adj" fmla="val 6809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91700" y="333375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2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10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THỊ</a:t>
            </a:r>
            <a:r>
              <a:rPr lang="en-US" sz="2100" b="1" spc="21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TRƯỜNG,</a:t>
            </a:r>
            <a:r>
              <a:rPr lang="en-US" sz="2100" b="1" spc="2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100" b="1" spc="18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CÁO</a:t>
            </a:r>
            <a:endParaRPr lang="en-US" sz="2100" dirty="0"/>
          </a:p>
        </p:txBody>
      </p:sp>
      <p:sp>
        <p:nvSpPr>
          <p:cNvPr id="9" name="Text richtext-1792423740886-473972715"/>
          <p:cNvSpPr/>
          <p:nvPr/>
        </p:nvSpPr>
        <p:spPr>
          <a:xfrm>
            <a:off x="9791700" y="4000500"/>
            <a:ext cx="7239000" cy="32385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marL="342900" indent="-244981">
              <a:lnSpc>
                <a:spcPts val="378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700" b="1" dirty="0" spc="-9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Yêu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70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70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trễ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buSzPct val="100000"/>
              <a:buFont typeface="Arial"/>
              <a:buChar char="•"/>
            </a:pPr>
            <a:r>
              <a:rPr lang="en-US" sz="27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7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70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găng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914400" y="7905750"/>
            <a:ext cx="1619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luồng,</a:t>
            </a:r>
            <a:r>
              <a:rPr lang="en-US" sz="27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700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700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70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trễ.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 ·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db005524-731b-420d-ac1e-201d277303a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80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80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 ·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 ĐI</a:t>
            </a:r>
            <a:r>
              <a:rPr lang="en-US" sz="1800" b="1" spc="29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chặng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lệnh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2981325" cy="3143250"/>
          </a:xfrm>
          <a:prstGeom prst="roundRect">
            <a:avLst>
              <a:gd name="adj" fmla="val 10224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00150" y="3448050"/>
            <a:ext cx="24098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00150" y="3943350"/>
            <a:ext cx="2409825" cy="2095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Khách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5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endParaRPr lang="en-US" sz="2550" dirty="0"/>
          </a:p>
        </p:txBody>
      </p:sp>
      <p:sp>
        <p:nvSpPr>
          <p:cNvPr id="7" name="Connector line-1792423741788-713772774"/>
          <p:cNvSpPr/>
          <p:nvPr/>
        </p:nvSpPr>
        <p:spPr>
          <a:xfrm>
            <a:off x="3933825" y="4714875"/>
            <a:ext cx="304800" cy="0"/>
          </a:xfrm>
          <a:prstGeom prst="line">
            <a:avLst/>
          </a:prstGeom>
          <a:noFill/>
          <a:ln w="57150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4276725" y="3143250"/>
            <a:ext cx="2981325" cy="3143250"/>
          </a:xfrm>
          <a:prstGeom prst="roundRect">
            <a:avLst>
              <a:gd name="adj" fmla="val 10224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62475" y="3448050"/>
            <a:ext cx="24098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4562475" y="3943350"/>
            <a:ext cx="2409825" cy="2095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Cổng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endParaRPr lang="en-US" sz="2550" dirty="0"/>
          </a:p>
        </p:txBody>
      </p:sp>
      <p:sp>
        <p:nvSpPr>
          <p:cNvPr id="11" name="Connector line-1792423741793-573682852"/>
          <p:cNvSpPr/>
          <p:nvPr/>
        </p:nvSpPr>
        <p:spPr>
          <a:xfrm>
            <a:off x="7296150" y="4714875"/>
            <a:ext cx="304800" cy="0"/>
          </a:xfrm>
          <a:prstGeom prst="line">
            <a:avLst/>
          </a:prstGeom>
          <a:noFill/>
          <a:ln w="57150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7639050" y="3143250"/>
            <a:ext cx="2981325" cy="3143250"/>
          </a:xfrm>
          <a:prstGeom prst="roundRect">
            <a:avLst>
              <a:gd name="adj" fmla="val 10224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24800" y="3448050"/>
            <a:ext cx="24098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7924800" y="3943350"/>
            <a:ext cx="2409825" cy="2095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Quản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5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endParaRPr lang="en-US" sz="2550" dirty="0"/>
          </a:p>
        </p:txBody>
      </p:sp>
      <p:sp>
        <p:nvSpPr>
          <p:cNvPr id="15" name="Connector line-1792423741797-94932809"/>
          <p:cNvSpPr/>
          <p:nvPr/>
        </p:nvSpPr>
        <p:spPr>
          <a:xfrm>
            <a:off x="10658475" y="4714875"/>
            <a:ext cx="304800" cy="0"/>
          </a:xfrm>
          <a:prstGeom prst="line">
            <a:avLst/>
          </a:prstGeom>
          <a:noFill/>
          <a:ln w="57150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11001375" y="3143250"/>
            <a:ext cx="2981325" cy="3143250"/>
          </a:xfrm>
          <a:prstGeom prst="roundRect">
            <a:avLst>
              <a:gd name="adj" fmla="val 10224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287125" y="3448050"/>
            <a:ext cx="24098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1287125" y="3943350"/>
            <a:ext cx="2409825" cy="2095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Khớp</a:t>
            </a:r>
            <a:r>
              <a:rPr lang="en-US" sz="25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endParaRPr lang="en-US" sz="2550" dirty="0"/>
          </a:p>
        </p:txBody>
      </p:sp>
      <p:sp>
        <p:nvSpPr>
          <p:cNvPr id="19" name="Connector line-1792423741800-70714546"/>
          <p:cNvSpPr/>
          <p:nvPr/>
        </p:nvSpPr>
        <p:spPr>
          <a:xfrm>
            <a:off x="14020800" y="4714875"/>
            <a:ext cx="304800" cy="0"/>
          </a:xfrm>
          <a:prstGeom prst="line">
            <a:avLst/>
          </a:prstGeom>
          <a:noFill/>
          <a:ln w="57150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14363700" y="3143250"/>
            <a:ext cx="2981325" cy="3143250"/>
          </a:xfrm>
          <a:prstGeom prst="roundRect">
            <a:avLst>
              <a:gd name="adj" fmla="val 10224"/>
            </a:avLst>
          </a:prstGeom>
          <a:solidFill>
            <a:srgbClr val="0F766E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4649450" y="3448050"/>
            <a:ext cx="24098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30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5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14649450" y="3943350"/>
            <a:ext cx="2409825" cy="2095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6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Trả</a:t>
            </a:r>
            <a:r>
              <a:rPr lang="en-US" sz="2550" b="1" dirty="0" spc="-3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b="1" dirty="0" spc="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914400" y="7048500"/>
            <a:ext cx="1619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4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Rủi</a:t>
            </a:r>
            <a:r>
              <a:rPr lang="en-US" sz="3000" dirty="0" spc="-3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r>
              <a:rPr lang="en-US" sz="300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30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</a:t>
            </a:r>
            <a:r>
              <a:rPr lang="en-US" sz="300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30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3000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30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30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30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khớp.</a:t>
            </a:r>
            <a:endParaRPr lang="en-US" sz="3000" dirty="0"/>
          </a:p>
        </p:txBody>
      </p:sp>
      <p:sp>
        <p:nvSpPr>
          <p:cNvPr id="24" name="Shape 2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247a7e42-f0f0-40ad-a97d-691a81b8f22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 2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KHỚP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6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lệnh</a:t>
            </a: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bán,</a:t>
            </a:r>
            <a:r>
              <a:rPr lang="en-US" sz="69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lệnh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mua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1238250" y="2762250"/>
            <a:ext cx="762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LỆNH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525000" y="2762250"/>
            <a:ext cx="7429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1800" b="1" spc="21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914400" y="333375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 w="19050">
            <a:solidFill>
              <a:srgbClr val="2A2E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38250" y="3333750"/>
            <a:ext cx="7620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Bán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100,</a:t>
            </a:r>
            <a:r>
              <a:rPr lang="en-US" sz="24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40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525000" y="3333750"/>
            <a:ext cx="7429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Khớp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914400" y="485775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 w="19050">
            <a:solidFill>
              <a:srgbClr val="2A2E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38250" y="4857750"/>
            <a:ext cx="7620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Bán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100,</a:t>
            </a:r>
            <a:r>
              <a:rPr lang="en-US" sz="24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9525000" y="4857750"/>
            <a:ext cx="7429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Khớp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14400" y="638175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38250" y="6381750"/>
            <a:ext cx="7620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Mua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100,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9525000" y="6381750"/>
            <a:ext cx="7429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40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400" b="1" dirty="0" spc="1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40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914400" y="8001000"/>
            <a:ext cx="1619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Ưu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giá,</a:t>
            </a:r>
            <a:r>
              <a:rPr lang="en-US" sz="2700" dirty="0" spc="-3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7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trước.</a:t>
            </a:r>
            <a:endParaRPr lang="en-US" sz="270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f0c46475-ea3c-4b41-89de-34241c31f28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80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 2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ĐỔI</a:t>
            </a: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 TỰ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Đổi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6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lệnh liền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8001000" cy="438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0" dirty="0" spc="-257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51</a:t>
            </a:r>
            <a:endParaRPr lang="en-US" sz="28500" dirty="0"/>
          </a:p>
        </p:txBody>
      </p:sp>
      <p:sp>
        <p:nvSpPr>
          <p:cNvPr id="5" name="Text 3"/>
          <p:cNvSpPr/>
          <p:nvPr/>
        </p:nvSpPr>
        <p:spPr>
          <a:xfrm>
            <a:off x="914400" y="7429500"/>
            <a:ext cx="7239000" cy="952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2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trên</a:t>
            </a:r>
            <a:r>
              <a:rPr lang="en-US" sz="24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</a:t>
            </a:r>
            <a:r>
              <a:rPr lang="en-US" sz="24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40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24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4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400" dirty="0" spc="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400" dirty="0" spc="-3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525000" y="3048000"/>
            <a:ext cx="7848600" cy="1619250"/>
          </a:xfrm>
          <a:prstGeom prst="roundRect">
            <a:avLst>
              <a:gd name="adj" fmla="val 16471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906000" y="3048000"/>
            <a:ext cx="714375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Phát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5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dãy:</a:t>
            </a:r>
            <a:r>
              <a:rPr lang="en-US" sz="2550" b="1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giống</a:t>
            </a:r>
            <a:r>
              <a:rPr lang="en-US" sz="25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hệt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525000" y="4953000"/>
            <a:ext cx="7848600" cy="1619250"/>
          </a:xfrm>
          <a:prstGeom prst="roundRect">
            <a:avLst>
              <a:gd name="adj" fmla="val 16471"/>
            </a:avLst>
          </a:prstGeom>
          <a:solidFill>
            <a:srgbClr val="FBF8F2"/>
          </a:solidFill>
          <a:ln/>
        </p:spPr>
      </p:sp>
      <p:sp>
        <p:nvSpPr>
          <p:cNvPr id="9" name="Text 7"/>
          <p:cNvSpPr/>
          <p:nvPr/>
        </p:nvSpPr>
        <p:spPr>
          <a:xfrm>
            <a:off x="9906000" y="4953000"/>
            <a:ext cx="714375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lệnh: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25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525000" y="6858000"/>
            <a:ext cx="7848600" cy="1619250"/>
          </a:xfrm>
          <a:prstGeom prst="roundRect">
            <a:avLst>
              <a:gd name="adj" fmla="val 16471"/>
            </a:avLst>
          </a:prstGeom>
          <a:solidFill>
            <a:srgbClr val="FBF8F2"/>
          </a:solidFill>
          <a:ln/>
        </p:spPr>
      </p:sp>
      <p:sp>
        <p:nvSpPr>
          <p:cNvPr id="11" name="Text 9"/>
          <p:cNvSpPr/>
          <p:nvPr/>
        </p:nvSpPr>
        <p:spPr>
          <a:xfrm>
            <a:off x="9906000" y="6858000"/>
            <a:ext cx="714375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4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Vì</a:t>
            </a:r>
            <a:r>
              <a:rPr lang="en-US" sz="2550" b="1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vậy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chốt</a:t>
            </a:r>
            <a:r>
              <a:rPr lang="en-US" sz="255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4cf7484c-cb5b-431f-877c-2871783f960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 2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NGHIỆM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Sổ</a:t>
            </a:r>
            <a:r>
              <a:rPr lang="en-US" sz="6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lệnh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nhỏ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r>
              <a:rPr lang="en-US" sz="69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trên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229225" cy="4953000"/>
          </a:xfrm>
          <a:prstGeom prst="roundRect">
            <a:avLst>
              <a:gd name="adj" fmla="val 6154"/>
            </a:avLst>
          </a:prstGeom>
          <a:solidFill>
            <a:srgbClr val="1E212B"/>
          </a:solidFill>
          <a:ln w="19050">
            <a:solidFill>
              <a:srgbClr val="2A2E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333750"/>
            <a:ext cx="4467225" cy="2314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50" dirty="0" spc="-16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2.000</a:t>
            </a:r>
            <a:endParaRPr lang="en-US" sz="11250" dirty="0"/>
          </a:p>
        </p:txBody>
      </p:sp>
      <p:sp>
        <p:nvSpPr>
          <p:cNvPr id="6" name="Text 4"/>
          <p:cNvSpPr/>
          <p:nvPr/>
        </p:nvSpPr>
        <p:spPr>
          <a:xfrm>
            <a:off x="1295400" y="5905500"/>
            <a:ext cx="4467225" cy="19050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lệnh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ngẫu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nhiên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6524625" y="3048000"/>
            <a:ext cx="5229225" cy="4953000"/>
          </a:xfrm>
          <a:prstGeom prst="roundRect">
            <a:avLst>
              <a:gd name="adj" fmla="val 6154"/>
            </a:avLst>
          </a:prstGeom>
          <a:solidFill>
            <a:srgbClr val="1E212B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5625" y="3333750"/>
            <a:ext cx="4467225" cy="2314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50" dirty="0" spc="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1.442</a:t>
            </a:r>
            <a:endParaRPr lang="en-US" sz="11250" dirty="0"/>
          </a:p>
        </p:txBody>
      </p:sp>
      <p:sp>
        <p:nvSpPr>
          <p:cNvPr id="9" name="Text 7"/>
          <p:cNvSpPr/>
          <p:nvPr/>
        </p:nvSpPr>
        <p:spPr>
          <a:xfrm>
            <a:off x="6905625" y="5905500"/>
            <a:ext cx="4467225" cy="19050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lần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khớp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2134850" y="3048000"/>
            <a:ext cx="5229225" cy="4953000"/>
          </a:xfrm>
          <a:prstGeom prst="roundRect">
            <a:avLst>
              <a:gd name="adj" fmla="val 6154"/>
            </a:avLst>
          </a:prstGeom>
          <a:solidFill>
            <a:srgbClr val="1E212B"/>
          </a:solidFill>
          <a:ln w="19050">
            <a:solidFill>
              <a:srgbClr val="2A2E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515850" y="3333750"/>
            <a:ext cx="4467225" cy="2314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50" dirty="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4.373</a:t>
            </a:r>
            <a:endParaRPr lang="en-US" sz="11250" dirty="0"/>
          </a:p>
        </p:txBody>
      </p:sp>
      <p:sp>
        <p:nvSpPr>
          <p:cNvPr id="12" name="Text 10"/>
          <p:cNvSpPr/>
          <p:nvPr/>
        </p:nvSpPr>
        <p:spPr>
          <a:xfrm>
            <a:off x="12515850" y="5905500"/>
            <a:ext cx="4467225" cy="19050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khối</a:t>
            </a:r>
            <a:r>
              <a:rPr lang="en-US" sz="255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khớp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914400" y="8382000"/>
            <a:ext cx="16192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2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ngẫu</a:t>
            </a: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nhiên,</a:t>
            </a:r>
            <a:r>
              <a:rPr lang="en-US" sz="22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máy,</a:t>
            </a:r>
            <a:r>
              <a:rPr lang="en-US" sz="22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mã.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fe3ce33f-e0e1-457c-81eb-fb70545d4ca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b="1" spc="29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r>
              <a:rPr lang="en-US" sz="6900" dirty="0" spc="-3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khớp</a:t>
            </a:r>
            <a:r>
              <a:rPr lang="en-US" sz="6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lệnh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song song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619250"/>
          </a:xfrm>
          <a:prstGeom prst="roundRect">
            <a:avLst>
              <a:gd name="adj" fmla="val 18824"/>
            </a:avLst>
          </a:prstGeom>
          <a:solidFill>
            <a:srgbClr val="CFE8E2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095625"/>
            <a:ext cx="1143000" cy="11430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0" dirty="0" spc="-5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2952750" y="3095625"/>
            <a:ext cx="14097000" cy="11430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ctr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7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khớp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 nhau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857750"/>
            <a:ext cx="16459200" cy="1619250"/>
          </a:xfrm>
          <a:prstGeom prst="roundRect">
            <a:avLst>
              <a:gd name="adj" fmla="val 18824"/>
            </a:avLst>
          </a:prstGeom>
          <a:solidFill>
            <a:srgbClr val="FBF8F2"/>
          </a:solidFill>
          <a:ln/>
        </p:spPr>
      </p:sp>
      <p:sp>
        <p:nvSpPr>
          <p:cNvPr id="8" name="Text 6"/>
          <p:cNvSpPr/>
          <p:nvPr/>
        </p:nvSpPr>
        <p:spPr>
          <a:xfrm>
            <a:off x="1333500" y="5095875"/>
            <a:ext cx="1143000" cy="11430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0" dirty="0" spc="4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500" dirty="0"/>
          </a:p>
        </p:txBody>
      </p:sp>
      <p:sp>
        <p:nvSpPr>
          <p:cNvPr id="9" name="Text 7"/>
          <p:cNvSpPr/>
          <p:nvPr/>
        </p:nvSpPr>
        <p:spPr>
          <a:xfrm>
            <a:off x="2952750" y="5095875"/>
            <a:ext cx="14097000" cy="11430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ctr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</a:t>
            </a: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phòng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r>
              <a:rPr lang="en-US" sz="27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quản:</a:t>
            </a:r>
            <a:r>
              <a:rPr lang="en-US" sz="2700" b="1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mâu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thuẫn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6858000"/>
            <a:ext cx="16459200" cy="1619250"/>
          </a:xfrm>
          <a:prstGeom prst="roundRect">
            <a:avLst>
              <a:gd name="adj" fmla="val 18824"/>
            </a:avLst>
          </a:prstGeom>
          <a:solidFill>
            <a:srgbClr val="FBF8F2"/>
          </a:solidFill>
          <a:ln/>
        </p:spPr>
      </p:sp>
      <p:sp>
        <p:nvSpPr>
          <p:cNvPr id="11" name="Text 9"/>
          <p:cNvSpPr/>
          <p:nvPr/>
        </p:nvSpPr>
        <p:spPr>
          <a:xfrm>
            <a:off x="1333500" y="7096125"/>
            <a:ext cx="1143000" cy="11430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0" dirty="0" spc="5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500" dirty="0"/>
          </a:p>
        </p:txBody>
      </p:sp>
      <p:sp>
        <p:nvSpPr>
          <p:cNvPr id="12" name="Text 10"/>
          <p:cNvSpPr/>
          <p:nvPr/>
        </p:nvSpPr>
        <p:spPr>
          <a:xfrm>
            <a:off x="2952750" y="7096125"/>
            <a:ext cx="14097000" cy="11430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ctr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Cho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7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dãy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7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70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đánh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e45e8249-6541-45b9-92df-dcc802af377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thuật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ngữ cần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06680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3429000"/>
            <a:ext cx="1905000" cy="4762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Đường</a:t>
            </a:r>
            <a:r>
              <a:rPr lang="en-US" sz="19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găng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3429000" y="3048000"/>
            <a:ext cx="7905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Chuỗi</a:t>
            </a:r>
            <a:r>
              <a:rPr lang="en-US" sz="21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10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2100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1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100" dirty="0" spc="-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trễ</a:t>
            </a:r>
            <a:r>
              <a:rPr lang="en-US" sz="21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thống.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914400" y="4476750"/>
            <a:ext cx="106680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1238250" y="4857750"/>
            <a:ext cx="1905000" cy="4762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19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khớp</a:t>
            </a:r>
            <a:r>
              <a:rPr lang="en-US" sz="19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3429000" y="4476750"/>
            <a:ext cx="7905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Ghép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mua</a:t>
            </a:r>
            <a:r>
              <a:rPr lang="en-US" sz="21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1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bán.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914400" y="5905500"/>
            <a:ext cx="106680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238250" y="6286500"/>
            <a:ext cx="1905000" cy="4762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195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9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3429000" y="5905500"/>
            <a:ext cx="7905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4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21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 khớp.</a:t>
            </a:r>
            <a:endParaRPr lang="en-US" sz="2100" dirty="0"/>
          </a:p>
        </p:txBody>
      </p:sp>
      <p:sp>
        <p:nvSpPr>
          <p:cNvPr id="13" name="Connector line-1792423778114-446774229"/>
          <p:cNvSpPr/>
          <p:nvPr/>
        </p:nvSpPr>
        <p:spPr>
          <a:xfrm>
            <a:off x="12382500" y="3048000"/>
            <a:ext cx="0" cy="5334000"/>
          </a:xfrm>
          <a:prstGeom prst="line">
            <a:avLst/>
          </a:prstGeom>
          <a:noFill/>
          <a:ln w="19050">
            <a:solidFill>
              <a:srgbClr val="2A2E3B"/>
            </a:solidFill>
            <a:prstDash val="solid"/>
            <a:headEnd type="none"/>
            <a:tailEnd type="none"/>
          </a:ln>
        </p:spPr>
      </p:sp>
      <p:sp>
        <p:nvSpPr>
          <p:cNvPr id="14" name="Text 12"/>
          <p:cNvSpPr/>
          <p:nvPr/>
        </p:nvSpPr>
        <p:spPr>
          <a:xfrm>
            <a:off x="12858750" y="304800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10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10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2100" dirty="0"/>
          </a:p>
        </p:txBody>
      </p:sp>
      <p:sp>
        <p:nvSpPr>
          <p:cNvPr id="15" name="Text richtext-1792423778116-487681397"/>
          <p:cNvSpPr/>
          <p:nvPr/>
        </p:nvSpPr>
        <p:spPr>
          <a:xfrm>
            <a:off x="12858750" y="3619500"/>
            <a:ext cx="4762500" cy="28575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marL="266700" indent="-190541">
              <a:lnSpc>
                <a:spcPts val="273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1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ByteByteGo: bài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21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1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100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100" dirty="0"/>
          </a:p>
          <a:p>
            <a:pPr algn="l" marL="266700" indent="-190541">
              <a:lnSpc>
                <a:spcPts val="2730"/>
              </a:lnSpc>
              <a:buSzPct val="100000"/>
              <a:buFont typeface="Arial"/>
              <a:buChar char="•"/>
            </a:pPr>
            <a:r>
              <a:rPr lang="en-US" sz="21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Sổ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1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10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2858750" y="6667500"/>
            <a:ext cx="4762500" cy="1714500"/>
          </a:xfrm>
          <a:prstGeom prst="rect">
            <a:avLst/>
          </a:prstGeom>
          <a:noFill/>
          <a:ln/>
        </p:spPr>
        <p:txBody>
          <a:bodyPr wrap="square" lIns="0" tIns="6858" rIns="0" bIns="-6858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800" dirty="0" spc="-2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c995474b-e871-448c-a752-00514c45de9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2026-10-19T15:29:52Z</dcterms:created>
  <dcterms:modified xsi:type="dcterms:W3CDTF">2026-10-19T15:29:52Z</dcterms:modified>
</cp:coreProperties>
</file>