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Netflix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9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300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460972-58901939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 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Di</a:t>
            </a:r>
            <a:r>
              <a:rPr lang="en-US" sz="3150" dirty="0" spc="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động,</a:t>
            </a:r>
            <a:r>
              <a:rPr lang="en-US" sz="3150" dirty="0" spc="-1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liệu, video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8b06a0-f290-4037-aa96-25858780a3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7e83add-9fe2-453a-a924-0828263766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3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tiếp,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950" b="1" spc="17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8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Kotlin;</a:t>
            </a:r>
            <a:r>
              <a:rPr lang="en-US" sz="28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PHÍA</a:t>
            </a:r>
            <a:r>
              <a:rPr lang="en-US" sz="1950" b="1" spc="21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Zuul,</a:t>
            </a:r>
            <a:r>
              <a:rPr lang="en-US" sz="285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Eureka,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19bb5c-d69d-4b0b-9cf1-1f95ac874e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1950" b="1" spc="3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EVCache,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Cassandra,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CockroachDB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3900" dirty="0" spc="-3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trữ,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 mảng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0057b673-958c-4ece-b8a8-67a7e063c8a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xử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Flink,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Tableau,</a:t>
            </a: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Redshift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Hiển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thị; kho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6838fcc-577d-4512-a777-747a858378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</a:t>
            </a:r>
            <a:r>
              <a:rPr lang="en-US" sz="1950" b="1" spc="25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 cho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334000"/>
                <a:gridCol w="11125200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Thứ</a:t>
                      </a:r>
                      <a:r>
                        <a:rPr lang="en-US" sz="2400" b="1" dirty="0" spc="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tự</a:t>
                      </a: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400" b="1" dirty="0" spc="-6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Công</a:t>
                      </a:r>
                      <a:r>
                        <a:rPr lang="en-US" sz="2400" b="1" dirty="0" spc="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cụ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1–3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Jira,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Confluence,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PagerDuty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4–5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Jenkins,</a:t>
                      </a: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Gradle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3" kern="0">
                          <a:solidFill>
                            <a:srgbClr val="E8472B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6–8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Chaos</a:t>
                      </a:r>
                      <a:r>
                        <a:rPr lang="en-US" sz="240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Monkey,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Spinnaker,</a:t>
                      </a:r>
                      <a:r>
                        <a:rPr lang="en-US" sz="24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Atlas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961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liệt</a:t>
            </a:r>
            <a:r>
              <a:rPr lang="en-US" sz="21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 mỗi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4c9d3498-afbb-41ec-a019-043c1eeff9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7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tên,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4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4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Zuul,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EVCache,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Flink,</a:t>
            </a:r>
            <a:r>
              <a:rPr lang="en-US" sz="24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c2c4b7b6-0ba9-45ca-a3cb-a81579efc4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phim: nguồn nói</a:t>
            </a: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mảng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Swift,</a:t>
            </a:r>
            <a:r>
              <a:rPr lang="en-US" sz="30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Kotlin;</a:t>
            </a:r>
            <a:r>
              <a:rPr lang="en-US" sz="30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3000" dirty="0"/>
          </a:p>
        </p:txBody>
      </p:sp>
      <p:sp>
        <p:nvSpPr>
          <p:cNvPr id="10" name="Connector line-1792384343066-907004715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Zuul,</a:t>
            </a:r>
            <a:r>
              <a:rPr lang="en-US" sz="30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EVCache,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Cassandra</a:t>
            </a:r>
            <a:endParaRPr lang="en-US" sz="3000" dirty="0"/>
          </a:p>
        </p:txBody>
      </p:sp>
      <p:sp>
        <p:nvSpPr>
          <p:cNvPr id="14" name="Connector line-1792384343073-91942954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S3,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3000" dirty="0"/>
          </a:p>
        </p:txBody>
      </p:sp>
      <p:sp>
        <p:nvSpPr>
          <p:cNvPr id="18" name="Connector line-1792384343078-195329569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14400" y="79057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 mảng nào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nào.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3a203e-b81c-4b5c-ae28-df3029160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Connect: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7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nhà mạng.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Chaos</a:t>
            </a:r>
            <a:r>
              <a:rPr lang="en-US" sz="27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Monkey: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27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hai: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hóc.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b1e843f-f860-4a20-abfe-9d8bfae3508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Ephemeral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Volatile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tạm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thời,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dễ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mất,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EVCache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DataBase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cơ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CockroachDB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c1ca62e-7aa9-4d9a-8200-4b79392e35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2026-10-19T05:35:47Z</dcterms:created>
  <dcterms:modified xsi:type="dcterms:W3CDTF">2026-10-19T05:35:47Z</dcterms:modified>
</cp:coreProperties>
</file>