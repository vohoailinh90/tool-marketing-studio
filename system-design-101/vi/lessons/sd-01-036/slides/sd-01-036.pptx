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e Vietnam Pro SemiBold"/>
      <p:regular r:id="rId18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4191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Forward</a:t>
            </a:r>
            <a:r>
              <a:rPr lang="en-US" sz="69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proxy</a:t>
            </a:r>
            <a:r>
              <a:rPr lang="en-US" sz="69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reverse proxy: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đại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64770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300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790575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sao: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4297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420600" y="34290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Forward</a:t>
            </a:r>
            <a:r>
              <a:rPr lang="en-US" sz="210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proxy: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420600" y="561975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Reverse</a:t>
            </a:r>
            <a:r>
              <a:rPr lang="en-US" sz="210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proxy: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10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website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153650" y="4086225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7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Proxy</a:t>
            </a:r>
            <a:endParaRPr lang="en-US" sz="2567" dirty="0"/>
          </a:p>
        </p:txBody>
      </p:sp>
      <p:sp>
        <p:nvSpPr>
          <p:cNvPr id="10" name="Connector line-1792371184646-339154148"/>
          <p:cNvSpPr/>
          <p:nvPr/>
        </p:nvSpPr>
        <p:spPr>
          <a:xfrm flipV="1">
            <a:off x="11753850" y="3790950"/>
            <a:ext cx="666750" cy="1095375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1" name="Connector line-1792371184647-228536204"/>
          <p:cNvSpPr/>
          <p:nvPr/>
        </p:nvSpPr>
        <p:spPr>
          <a:xfrm>
            <a:off x="11753850" y="4886325"/>
            <a:ext cx="666750" cy="1095375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a333161d-c405-4729-a602-e0874ea159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000250"/>
            <a:ext cx="133350" cy="41910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905000"/>
            <a:ext cx="15621000" cy="4476750"/>
          </a:xfrm>
          <a:prstGeom prst="rect">
            <a:avLst/>
          </a:prstGeom>
          <a:noFill/>
          <a:ln/>
        </p:spPr>
        <p:txBody>
          <a:bodyPr wrap="square" lIns="0" tIns="52388" rIns="0" bIns="-52388" rtlCol="0" anchor="t"/>
          <a:lstStyle/>
          <a:p>
            <a:pPr algn="l" indent="0" marL="0">
              <a:lnSpc>
                <a:spcPts val="9075"/>
              </a:lnSpc>
              <a:buNone/>
            </a:pPr>
            <a:r>
              <a:rPr lang="en-US" sz="82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82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825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proxy</a:t>
            </a:r>
            <a:r>
              <a:rPr lang="en-US" sz="825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82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82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</a:t>
            </a:r>
            <a:r>
              <a:rPr lang="en-US" sz="8250" dirty="0" spc="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825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82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8250" dirty="0" spc="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8250" dirty="0" spc="-9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vào?</a:t>
            </a:r>
            <a:endParaRPr lang="en-US" sz="8250" dirty="0"/>
          </a:p>
        </p:txBody>
      </p:sp>
      <p:sp>
        <p:nvSpPr>
          <p:cNvPr id="5" name="Shape 3"/>
          <p:cNvSpPr/>
          <p:nvPr/>
        </p:nvSpPr>
        <p:spPr>
          <a:xfrm>
            <a:off x="914400" y="7048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733425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“Reverse”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đảo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mũi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333500" y="7953375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70722dc-a2d2-4214-9e66-5ffb4bc117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26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b="1" spc="2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04875"/>
            <a:ext cx="16668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-4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Forward</a:t>
            </a:r>
            <a:r>
              <a:rPr lang="en-US" sz="6600" dirty="0" spc="-6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proxy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2047875"/>
            <a:ext cx="1619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40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33500" y="2762250"/>
            <a:ext cx="4191000" cy="857250"/>
          </a:xfrm>
          <a:prstGeom prst="roundRect">
            <a:avLst>
              <a:gd name="adj" fmla="val 2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8500" y="2762250"/>
            <a:ext cx="4191000" cy="857250"/>
          </a:xfrm>
          <a:prstGeom prst="roundRect">
            <a:avLst>
              <a:gd name="adj" fmla="val 2666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Forward</a:t>
            </a:r>
            <a:r>
              <a:rPr lang="en-US" sz="24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763500" y="2762250"/>
            <a:ext cx="4191000" cy="857250"/>
          </a:xfrm>
          <a:prstGeom prst="roundRect">
            <a:avLst>
              <a:gd name="adj" fmla="val 2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400" dirty="0"/>
          </a:p>
        </p:txBody>
      </p:sp>
      <p:sp>
        <p:nvSpPr>
          <p:cNvPr id="8" name="Connector line-1792371208284-182222018"/>
          <p:cNvSpPr/>
          <p:nvPr/>
        </p:nvSpPr>
        <p:spPr>
          <a:xfrm>
            <a:off x="3429000" y="3619500"/>
            <a:ext cx="0" cy="4953000"/>
          </a:xfrm>
          <a:prstGeom prst="line">
            <a:avLst/>
          </a:prstGeom>
          <a:noFill/>
          <a:ln w="28575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9" name="Connector line-1792371208284-545371306"/>
          <p:cNvSpPr/>
          <p:nvPr/>
        </p:nvSpPr>
        <p:spPr>
          <a:xfrm>
            <a:off x="9144000" y="3619500"/>
            <a:ext cx="0" cy="4953000"/>
          </a:xfrm>
          <a:prstGeom prst="line">
            <a:avLst/>
          </a:prstGeom>
          <a:noFill/>
          <a:ln w="28575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10" name="Connector line-1792371208285-884537968"/>
          <p:cNvSpPr/>
          <p:nvPr/>
        </p:nvSpPr>
        <p:spPr>
          <a:xfrm>
            <a:off x="14859000" y="3619500"/>
            <a:ext cx="0" cy="4953000"/>
          </a:xfrm>
          <a:prstGeom prst="line">
            <a:avLst/>
          </a:prstGeom>
          <a:noFill/>
          <a:ln w="28575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11" name="Connector line-1792371208285-915774049"/>
          <p:cNvSpPr/>
          <p:nvPr/>
        </p:nvSpPr>
        <p:spPr>
          <a:xfrm>
            <a:off x="3429000" y="4762500"/>
            <a:ext cx="57150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810000" y="4238625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250" dirty="0" spc="-5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2250" dirty="0"/>
          </a:p>
        </p:txBody>
      </p:sp>
      <p:sp>
        <p:nvSpPr>
          <p:cNvPr id="13" name="Connector line-1792371208288-164632497"/>
          <p:cNvSpPr/>
          <p:nvPr/>
        </p:nvSpPr>
        <p:spPr>
          <a:xfrm>
            <a:off x="9144000" y="5905500"/>
            <a:ext cx="57150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25000" y="5381625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endParaRPr lang="en-US" sz="2250" dirty="0"/>
          </a:p>
        </p:txBody>
      </p:sp>
      <p:sp>
        <p:nvSpPr>
          <p:cNvPr id="15" name="Connector line-1792371208290-716481344"/>
          <p:cNvSpPr/>
          <p:nvPr/>
        </p:nvSpPr>
        <p:spPr>
          <a:xfrm flipH="1">
            <a:off x="9144000" y="7048500"/>
            <a:ext cx="57150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525000" y="6524625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endParaRPr lang="en-US" sz="2250" dirty="0"/>
          </a:p>
        </p:txBody>
      </p:sp>
      <p:sp>
        <p:nvSpPr>
          <p:cNvPr id="17" name="Connector line-1792371208292-782374113"/>
          <p:cNvSpPr/>
          <p:nvPr/>
        </p:nvSpPr>
        <p:spPr>
          <a:xfrm flipH="1">
            <a:off x="3429000" y="8191500"/>
            <a:ext cx="57150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810000" y="7667625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25000" y="8620125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b1e986d5-d864-4705-b879-42b060d35d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b="1" spc="2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WEBSITE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7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Reverse</a:t>
            </a:r>
            <a:r>
              <a:rPr lang="en-US" sz="7200" dirty="0" spc="-7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proxy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4000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67500" y="34290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Reverse</a:t>
            </a:r>
            <a:r>
              <a:rPr lang="en-US" sz="3000" dirty="0" spc="-2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proxy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144500" y="2667000"/>
            <a:ext cx="42291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144500" y="4000500"/>
            <a:ext cx="42291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144500" y="5334000"/>
            <a:ext cx="42291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400" dirty="0"/>
          </a:p>
        </p:txBody>
      </p:sp>
      <p:sp>
        <p:nvSpPr>
          <p:cNvPr id="9" name="Connector line-1792371210428-127048840"/>
          <p:cNvSpPr/>
          <p:nvPr/>
        </p:nvSpPr>
        <p:spPr>
          <a:xfrm>
            <a:off x="4914900" y="4381500"/>
            <a:ext cx="17526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371210428-319623637"/>
          <p:cNvSpPr/>
          <p:nvPr/>
        </p:nvSpPr>
        <p:spPr>
          <a:xfrm flipV="1">
            <a:off x="11049000" y="3143250"/>
            <a:ext cx="2095500" cy="12382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71210429-785510983"/>
          <p:cNvSpPr/>
          <p:nvPr/>
        </p:nvSpPr>
        <p:spPr>
          <a:xfrm>
            <a:off x="11049000" y="4381500"/>
            <a:ext cx="2095500" cy="952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71210429-736005919"/>
          <p:cNvSpPr/>
          <p:nvPr/>
        </p:nvSpPr>
        <p:spPr>
          <a:xfrm>
            <a:off x="11049000" y="4381500"/>
            <a:ext cx="2095500" cy="14287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7048500"/>
            <a:ext cx="80010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7048500"/>
            <a:ext cx="15240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428750" y="7381875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7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 thư viện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website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bình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72600" y="7048500"/>
            <a:ext cx="80010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372600" y="7048500"/>
            <a:ext cx="15240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9886950" y="7381875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 cấu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7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forward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proxy.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5" name="Shape 23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6" name="Shape 24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319f78e6-cf86-4bbc-983f-639714b836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Đại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 phía</a:t>
            </a:r>
            <a:r>
              <a:rPr lang="en-US" sz="75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43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Forward</a:t>
            </a:r>
            <a:r>
              <a:rPr lang="en-US" sz="3300" dirty="0" spc="-2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proxy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33500" y="4000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Thay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333500" y="514350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quan</a:t>
            </a:r>
            <a:r>
              <a:rPr lang="en-US" sz="255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3143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Reverse</a:t>
            </a:r>
            <a:r>
              <a:rPr lang="en-US" sz="3300" dirty="0" spc="-2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proxy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791700" y="4000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Thay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website.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791700" y="514350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d1b0a40-a77f-4586-94b4-3d7e26ecf7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524000"/>
            <a:ext cx="133350" cy="3143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428750"/>
            <a:ext cx="15906750" cy="342900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5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</a:t>
            </a:r>
            <a:r>
              <a:rPr lang="en-US" sz="54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5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5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54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54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4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4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4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sao.</a:t>
            </a:r>
            <a:r>
              <a:rPr lang="en-US" sz="5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54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54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r>
              <a:rPr lang="en-US" sz="54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r>
              <a:rPr lang="en-US" sz="5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4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54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4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5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54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4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proxy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4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quan?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14400" y="5524500"/>
            <a:ext cx="16459200" cy="33337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8293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8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7" name="Text richtext-1792371237340-359282859"/>
          <p:cNvSpPr/>
          <p:nvPr/>
        </p:nvSpPr>
        <p:spPr>
          <a:xfrm>
            <a:off x="1333500" y="6334125"/>
            <a:ext cx="156210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Reverse</a:t>
            </a:r>
            <a:r>
              <a:rPr lang="en-US" sz="28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website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chọn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850" dirty="0"/>
          </a:p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Forward</a:t>
            </a:r>
            <a:r>
              <a:rPr lang="en-US" sz="28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 thư viện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e6cb121-fa25-47f9-89f9-5198f2da6a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75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75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7622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0" y="27622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2100" b="1" spc="14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4480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3762375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lời,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620000" y="3762375"/>
            <a:ext cx="942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khi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50482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Forward</a:t>
            </a:r>
            <a:r>
              <a:rPr lang="en-US" sz="2550" b="1" dirty="0" spc="-2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620000" y="4819650"/>
            <a:ext cx="942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96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96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496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496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ẩn danh: thông</a:t>
            </a:r>
            <a:r>
              <a:rPr lang="en-US" sz="2496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96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96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496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96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96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96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496" dirty="0"/>
          </a:p>
        </p:txBody>
      </p:sp>
      <p:sp>
        <p:nvSpPr>
          <p:cNvPr id="13" name="Shape 11"/>
          <p:cNvSpPr/>
          <p:nvPr/>
        </p:nvSpPr>
        <p:spPr>
          <a:xfrm>
            <a:off x="914400" y="59626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276975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Reverse</a:t>
            </a:r>
            <a:r>
              <a:rPr lang="en-US" sz="2550" b="1" dirty="0" spc="-2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7620000" y="6276975"/>
            <a:ext cx="942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tự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 pháp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2199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3500" y="7534275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7620000" y="7534275"/>
            <a:ext cx="942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forward</a:t>
            </a:r>
            <a:r>
              <a:rPr lang="en-US" sz="25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857250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hình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ví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lập;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cả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1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840234d5-297e-4c4b-a7e3-34cdc55a19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333500"/>
            <a:ext cx="164592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16668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2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33500" y="2619375"/>
            <a:ext cx="1524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7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7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76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7" name="Text richtext-1792371241416-634302495"/>
          <p:cNvSpPr/>
          <p:nvPr/>
        </p:nvSpPr>
        <p:spPr>
          <a:xfrm>
            <a:off x="914400" y="523875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550" dirty="0"/>
          </a:p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Apache:</a:t>
            </a:r>
            <a:r>
              <a:rPr lang="en-US" sz="255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forward/reverse</a:t>
            </a:r>
            <a:r>
              <a:rPr lang="en-US" sz="255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55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9d689fa-3436-4cc7-b935-72b0880dd3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2026-10-19T00:54:25Z</dcterms:created>
  <dcterms:modified xsi:type="dcterms:W3CDTF">2026-10-19T00:54:25Z</dcterms:modified>
</cp:coreProperties>
</file>