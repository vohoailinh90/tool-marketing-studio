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  <p:embeddedFont>
      <p:font typeface="Be Vietnam Pro ExtraBold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9525000" cy="22860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Chín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thành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phần,</a:t>
            </a:r>
            <a:endParaRPr lang="en-US" sz="6900" dirty="0"/>
          </a:p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cái</a:t>
            </a:r>
            <a:r>
              <a:rPr lang="en-US" sz="69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4476750"/>
            <a:ext cx="8572500" cy="104775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Năm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3000" dirty="0" spc="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3000" dirty="0" spc="-2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30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máy,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 thành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300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3000" dirty="0" spc="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đo.</a:t>
            </a:r>
            <a:endParaRPr lang="en-US" sz="3000" dirty="0"/>
          </a:p>
        </p:txBody>
      </p:sp>
      <p:sp>
        <p:nvSpPr>
          <p:cNvPr id="5" name="Connector line-1792387934886-838496794"/>
          <p:cNvSpPr/>
          <p:nvPr/>
        </p:nvSpPr>
        <p:spPr>
          <a:xfrm>
            <a:off x="914400" y="6667500"/>
            <a:ext cx="861060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6905625"/>
            <a:ext cx="8572500" cy="762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 dịch vụ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10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1239500" y="3143250"/>
            <a:ext cx="2857500" cy="952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Cổng vào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239500" y="5334000"/>
            <a:ext cx="2857500" cy="952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400" b="1" dirty="0" spc="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239500" y="7524750"/>
            <a:ext cx="2857500" cy="952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8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Hàng</a:t>
            </a:r>
            <a:r>
              <a:rPr lang="en-US" sz="2400" b="1" dirty="0" spc="1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endParaRPr lang="en-US" sz="2400" dirty="0"/>
          </a:p>
        </p:txBody>
      </p:sp>
      <p:sp>
        <p:nvSpPr>
          <p:cNvPr id="10" name="Connector line-1792387934905-371408038"/>
          <p:cNvSpPr/>
          <p:nvPr/>
        </p:nvSpPr>
        <p:spPr>
          <a:xfrm>
            <a:off x="12668250" y="4095750"/>
            <a:ext cx="0" cy="123825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1" name="Connector line-1792387934905-536839215"/>
          <p:cNvSpPr/>
          <p:nvPr/>
        </p:nvSpPr>
        <p:spPr>
          <a:xfrm>
            <a:off x="12668250" y="6286500"/>
            <a:ext cx="0" cy="123825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4478000" y="5619750"/>
            <a:ext cx="342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19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19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19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 trúc phần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f0e013a0-3cd8-4ab6-91db-73febc762c6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Chín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thành phần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5029200" cy="1809750"/>
          </a:xfrm>
          <a:prstGeom prst="roundRect">
            <a:avLst>
              <a:gd name="adj" fmla="val 12632"/>
            </a:avLst>
          </a:prstGeom>
          <a:solidFill>
            <a:srgbClr val="FBF8F1"/>
          </a:solidFill>
          <a:ln w="19050">
            <a:solidFill>
              <a:srgbClr val="D8D0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2762250"/>
            <a:ext cx="43815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1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Cổng</a:t>
            </a:r>
            <a:r>
              <a:rPr lang="en-US" sz="2550" dirty="0" spc="-1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vào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6629400" y="2762250"/>
            <a:ext cx="5029200" cy="1809750"/>
          </a:xfrm>
          <a:prstGeom prst="roundRect">
            <a:avLst>
              <a:gd name="adj" fmla="val 12632"/>
            </a:avLst>
          </a:prstGeom>
          <a:solidFill>
            <a:srgbClr val="FBF8F1"/>
          </a:solidFill>
          <a:ln w="19050">
            <a:solidFill>
              <a:srgbClr val="D8D0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53250" y="2762250"/>
            <a:ext cx="43815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Sổ</a:t>
            </a:r>
            <a:r>
              <a:rPr lang="en-US" sz="255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đăng ký</a:t>
            </a:r>
            <a:r>
              <a:rPr lang="en-US" sz="255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dịch</a:t>
            </a:r>
            <a:r>
              <a:rPr lang="en-US" sz="2550" dirty="0" spc="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vụ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12344400" y="2762250"/>
            <a:ext cx="5029200" cy="1809750"/>
          </a:xfrm>
          <a:prstGeom prst="roundRect">
            <a:avLst>
              <a:gd name="adj" fmla="val 12632"/>
            </a:avLst>
          </a:prstGeom>
          <a:solidFill>
            <a:srgbClr val="FBF8F1"/>
          </a:solidFill>
          <a:ln w="19050">
            <a:solidFill>
              <a:srgbClr val="D8D0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668250" y="2762250"/>
            <a:ext cx="43815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7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Tầng</a:t>
            </a:r>
            <a:r>
              <a:rPr lang="en-US" sz="255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dịch</a:t>
            </a:r>
            <a:r>
              <a:rPr lang="en-US" sz="2550" dirty="0" spc="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vụ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4857750"/>
            <a:ext cx="5029200" cy="1809750"/>
          </a:xfrm>
          <a:prstGeom prst="roundRect">
            <a:avLst>
              <a:gd name="adj" fmla="val 12632"/>
            </a:avLst>
          </a:prstGeom>
          <a:solidFill>
            <a:srgbClr val="FBF8F1"/>
          </a:solidFill>
          <a:ln w="19050">
            <a:solidFill>
              <a:srgbClr val="D8D0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8250" y="4857750"/>
            <a:ext cx="43815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19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Máy</a:t>
            </a:r>
            <a:r>
              <a:rPr lang="en-US" sz="255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chủ</a:t>
            </a:r>
            <a:r>
              <a:rPr lang="en-US" sz="2550" dirty="0" spc="-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cấp</a:t>
            </a:r>
            <a:r>
              <a:rPr lang="en-US" sz="2550" dirty="0" spc="-19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quyền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6629400" y="4857750"/>
            <a:ext cx="5029200" cy="1809750"/>
          </a:xfrm>
          <a:prstGeom prst="roundRect">
            <a:avLst>
              <a:gd name="adj" fmla="val 12632"/>
            </a:avLst>
          </a:prstGeom>
          <a:solidFill>
            <a:srgbClr val="FBF8F1"/>
          </a:solidFill>
          <a:ln w="19050">
            <a:solidFill>
              <a:srgbClr val="D8D0B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53250" y="4857750"/>
            <a:ext cx="43815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Kho</a:t>
            </a:r>
            <a:r>
              <a:rPr lang="en-US" sz="25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dữ</a:t>
            </a:r>
            <a:r>
              <a:rPr lang="en-US" sz="255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liệu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12344400" y="4857750"/>
            <a:ext cx="5029200" cy="1809750"/>
          </a:xfrm>
          <a:prstGeom prst="roundRect">
            <a:avLst>
              <a:gd name="adj" fmla="val 12632"/>
            </a:avLst>
          </a:prstGeom>
          <a:solidFill>
            <a:srgbClr val="FBF8F1"/>
          </a:solidFill>
          <a:ln w="19050">
            <a:solidFill>
              <a:srgbClr val="D8D0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668250" y="4857750"/>
            <a:ext cx="43815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Bộ</a:t>
            </a:r>
            <a:r>
              <a:rPr lang="en-US" sz="2550" dirty="0" spc="-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nhớ</a:t>
            </a:r>
            <a:r>
              <a:rPr lang="en-US" sz="2550" dirty="0" spc="-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đệm</a:t>
            </a:r>
            <a:r>
              <a:rPr lang="en-US" sz="2550" dirty="0" spc="-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phân</a:t>
            </a:r>
            <a:r>
              <a:rPr lang="en-US" sz="255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tán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14400" y="6953250"/>
            <a:ext cx="5029200" cy="1809750"/>
          </a:xfrm>
          <a:prstGeom prst="roundRect">
            <a:avLst>
              <a:gd name="adj" fmla="val 12632"/>
            </a:avLst>
          </a:prstGeom>
          <a:solidFill>
            <a:srgbClr val="FBF8F1"/>
          </a:solidFill>
          <a:ln w="19050">
            <a:solidFill>
              <a:srgbClr val="D8D0B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8250" y="6953250"/>
            <a:ext cx="43815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Liên</a:t>
            </a:r>
            <a:r>
              <a:rPr lang="en-US" sz="255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lạc</a:t>
            </a:r>
            <a:r>
              <a:rPr lang="en-US" sz="2550" dirty="0" spc="-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bất</a:t>
            </a:r>
            <a:r>
              <a:rPr lang="en-US" sz="2550" dirty="0" spc="-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đồng</a:t>
            </a:r>
            <a:r>
              <a:rPr lang="en-US" sz="2550" dirty="0" spc="-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bộ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6629400" y="6953250"/>
            <a:ext cx="5029200" cy="1809750"/>
          </a:xfrm>
          <a:prstGeom prst="roundRect">
            <a:avLst>
              <a:gd name="adj" fmla="val 12632"/>
            </a:avLst>
          </a:prstGeom>
          <a:solidFill>
            <a:srgbClr val="FBF8F1"/>
          </a:solidFill>
          <a:ln w="19050">
            <a:solidFill>
              <a:srgbClr val="D8D0B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53250" y="6953250"/>
            <a:ext cx="43815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Đo</a:t>
            </a:r>
            <a:r>
              <a:rPr lang="en-US" sz="2550" dirty="0" spc="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lường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12344400" y="6953250"/>
            <a:ext cx="5029200" cy="1809750"/>
          </a:xfrm>
          <a:prstGeom prst="roundRect">
            <a:avLst>
              <a:gd name="adj" fmla="val 12632"/>
            </a:avLst>
          </a:prstGeom>
          <a:solidFill>
            <a:srgbClr val="FBF8F1"/>
          </a:solidFill>
          <a:ln w="19050">
            <a:solidFill>
              <a:srgbClr val="D8D0B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668250" y="6953250"/>
            <a:ext cx="43815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Gom nhật</a:t>
            </a:r>
            <a:r>
              <a:rPr lang="en-US" sz="255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ký</a:t>
            </a:r>
            <a:endParaRPr lang="en-US" sz="2550" dirty="0"/>
          </a:p>
        </p:txBody>
      </p:sp>
      <p:sp>
        <p:nvSpPr>
          <p:cNvPr id="22" name="Connector line-1792387935862-685307685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5" name="Shape 2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</a:t>
            </a:r>
            <a:r>
              <a:rPr lang="en-US" sz="1650" dirty="0" spc="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27bf97b6-a643-4e08-a035-6e616b09e1d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 PHẦN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r>
              <a:rPr lang="en-US" sz="6900" dirty="0" spc="-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gọi</a:t>
            </a:r>
            <a:r>
              <a:rPr lang="en-US" sz="6900" dirty="0" spc="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</a:t>
            </a:r>
            <a:r>
              <a:rPr lang="en-US" sz="69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đâu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3429000" cy="1047750"/>
          </a:xfrm>
          <a:prstGeom prst="roundRect">
            <a:avLst>
              <a:gd name="adj" fmla="val 21818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13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Cổng</a:t>
            </a:r>
            <a:r>
              <a:rPr lang="en-US" sz="2400" dirty="0" spc="-10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vào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57800" y="2857500"/>
            <a:ext cx="3429000" cy="1047750"/>
          </a:xfrm>
          <a:prstGeom prst="roundRect">
            <a:avLst>
              <a:gd name="adj" fmla="val 21818"/>
            </a:avLst>
          </a:prstGeom>
          <a:solidFill>
            <a:srgbClr val="FBF8F1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Sổ đăng</a:t>
            </a:r>
            <a:r>
              <a:rPr lang="en-US" sz="240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ký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601200" y="2857500"/>
            <a:ext cx="3429000" cy="1047750"/>
          </a:xfrm>
          <a:prstGeom prst="roundRect">
            <a:avLst>
              <a:gd name="adj" fmla="val 21818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68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Tầng</a:t>
            </a:r>
            <a:r>
              <a:rPr lang="en-US" sz="2400" dirty="0" spc="1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dịch</a:t>
            </a:r>
            <a:r>
              <a:rPr lang="en-US" sz="2400" dirty="0" spc="2" kern="0">
                <a:solidFill>
                  <a:srgbClr val="FFFF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vụ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944600" y="2857500"/>
            <a:ext cx="3429000" cy="1047750"/>
          </a:xfrm>
          <a:prstGeom prst="roundRect">
            <a:avLst>
              <a:gd name="adj" fmla="val 21818"/>
            </a:avLst>
          </a:prstGeom>
          <a:solidFill>
            <a:srgbClr val="FBF8F1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1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Máy</a:t>
            </a:r>
            <a:r>
              <a:rPr lang="en-US" sz="22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chủ</a:t>
            </a:r>
            <a:r>
              <a:rPr lang="en-US" sz="225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cấp</a:t>
            </a:r>
            <a:r>
              <a:rPr lang="en-US" sz="2250" dirty="0" spc="-1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quyền</a:t>
            </a:r>
            <a:endParaRPr lang="en-US" sz="2250" dirty="0"/>
          </a:p>
        </p:txBody>
      </p:sp>
      <p:sp>
        <p:nvSpPr>
          <p:cNvPr id="8" name="Connector line-1792387936749-548006495"/>
          <p:cNvSpPr/>
          <p:nvPr/>
        </p:nvSpPr>
        <p:spPr>
          <a:xfrm>
            <a:off x="4343400" y="3381375"/>
            <a:ext cx="914400" cy="0"/>
          </a:xfrm>
          <a:prstGeom prst="line">
            <a:avLst/>
          </a:prstGeom>
          <a:noFill/>
          <a:ln w="47625">
            <a:solidFill>
              <a:srgbClr val="5A5F73"/>
            </a:solidFill>
            <a:prstDash val="solid"/>
            <a:headEnd type="none"/>
            <a:tailEnd type="triangle"/>
          </a:ln>
        </p:spPr>
      </p:sp>
      <p:sp>
        <p:nvSpPr>
          <p:cNvPr id="9" name="Connector line-1792387936749-684152018"/>
          <p:cNvSpPr/>
          <p:nvPr/>
        </p:nvSpPr>
        <p:spPr>
          <a:xfrm>
            <a:off x="8686800" y="3381375"/>
            <a:ext cx="914400" cy="0"/>
          </a:xfrm>
          <a:prstGeom prst="line">
            <a:avLst/>
          </a:prstGeom>
          <a:noFill/>
          <a:ln w="47625">
            <a:solidFill>
              <a:srgbClr val="5A5F73"/>
            </a:solidFill>
            <a:prstDash val="solid"/>
            <a:headEnd type="none"/>
            <a:tailEnd type="triangle"/>
          </a:ln>
        </p:spPr>
      </p:sp>
      <p:sp>
        <p:nvSpPr>
          <p:cNvPr id="10" name="Connector line-1792387936749-596399871"/>
          <p:cNvSpPr/>
          <p:nvPr/>
        </p:nvSpPr>
        <p:spPr>
          <a:xfrm>
            <a:off x="13030200" y="3381375"/>
            <a:ext cx="914400" cy="0"/>
          </a:xfrm>
          <a:prstGeom prst="line">
            <a:avLst/>
          </a:prstGeom>
          <a:noFill/>
          <a:ln w="47625">
            <a:solidFill>
              <a:srgbClr val="5A5F73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5257800" y="5334000"/>
            <a:ext cx="3429000" cy="1047750"/>
          </a:xfrm>
          <a:prstGeom prst="roundRect">
            <a:avLst>
              <a:gd name="adj" fmla="val 21818"/>
            </a:avLst>
          </a:prstGeom>
          <a:solidFill>
            <a:srgbClr val="FBF8F1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Kho</a:t>
            </a:r>
            <a:r>
              <a:rPr lang="en-US" sz="240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dữ</a:t>
            </a:r>
            <a:r>
              <a:rPr lang="en-US" sz="2400" dirty="0" spc="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liệu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601200" y="5334000"/>
            <a:ext cx="3429000" cy="1047750"/>
          </a:xfrm>
          <a:prstGeom prst="roundRect">
            <a:avLst>
              <a:gd name="adj" fmla="val 21818"/>
            </a:avLst>
          </a:prstGeom>
          <a:solidFill>
            <a:srgbClr val="FBF8F1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Bộ</a:t>
            </a:r>
            <a:r>
              <a:rPr lang="en-US" sz="240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đệm</a:t>
            </a:r>
            <a:r>
              <a:rPr lang="en-US" sz="2400" dirty="0" spc="-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phân</a:t>
            </a:r>
            <a:r>
              <a:rPr lang="en-US" sz="240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tán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3944600" y="5334000"/>
            <a:ext cx="3429000" cy="1047750"/>
          </a:xfrm>
          <a:prstGeom prst="roundRect">
            <a:avLst>
              <a:gd name="adj" fmla="val 21818"/>
            </a:avLst>
          </a:prstGeom>
          <a:solidFill>
            <a:srgbClr val="FBF8F1"/>
          </a:solidFill>
          <a:ln w="28575">
            <a:solidFill>
              <a:srgbClr val="B45309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 spc="-9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Hàng</a:t>
            </a:r>
            <a:r>
              <a:rPr lang="en-US" sz="2400" dirty="0" spc="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đợi</a:t>
            </a:r>
            <a:endParaRPr lang="en-US" sz="2400" dirty="0"/>
          </a:p>
        </p:txBody>
      </p:sp>
      <p:sp>
        <p:nvSpPr>
          <p:cNvPr id="14" name="Connector line-1792387936755-520251456"/>
          <p:cNvSpPr/>
          <p:nvPr/>
        </p:nvSpPr>
        <p:spPr>
          <a:xfrm>
            <a:off x="11315700" y="3905250"/>
            <a:ext cx="0" cy="1428750"/>
          </a:xfrm>
          <a:prstGeom prst="line">
            <a:avLst/>
          </a:prstGeom>
          <a:noFill/>
          <a:ln w="47625">
            <a:solidFill>
              <a:srgbClr val="5A5F73"/>
            </a:solidFill>
            <a:prstDash val="solid"/>
            <a:headEnd type="none"/>
            <a:tailEnd type="triangle"/>
          </a:ln>
        </p:spPr>
      </p:sp>
      <p:sp>
        <p:nvSpPr>
          <p:cNvPr id="15" name="Connector line-1792387936755-352164279"/>
          <p:cNvSpPr/>
          <p:nvPr/>
        </p:nvSpPr>
        <p:spPr>
          <a:xfrm flipH="1">
            <a:off x="6972300" y="3905250"/>
            <a:ext cx="4343400" cy="1428750"/>
          </a:xfrm>
          <a:prstGeom prst="line">
            <a:avLst/>
          </a:prstGeom>
          <a:noFill/>
          <a:ln w="47625">
            <a:solidFill>
              <a:srgbClr val="5A5F73"/>
            </a:solidFill>
            <a:prstDash val="solid"/>
            <a:headEnd type="none"/>
            <a:tailEnd type="triangle"/>
          </a:ln>
        </p:spPr>
      </p:sp>
      <p:sp>
        <p:nvSpPr>
          <p:cNvPr id="16" name="Connector line-1792387936755-335809057"/>
          <p:cNvSpPr/>
          <p:nvPr/>
        </p:nvSpPr>
        <p:spPr>
          <a:xfrm>
            <a:off x="11315700" y="3905250"/>
            <a:ext cx="4343400" cy="1428750"/>
          </a:xfrm>
          <a:prstGeom prst="line">
            <a:avLst/>
          </a:prstGeom>
          <a:noFill/>
          <a:ln w="47625">
            <a:solidFill>
              <a:srgbClr val="5A5F73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914400" y="742950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</a:t>
            </a:r>
            <a:r>
              <a:rPr lang="en-US" sz="240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lường</a:t>
            </a:r>
            <a:r>
              <a:rPr lang="en-US" sz="240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gom</a:t>
            </a:r>
            <a:r>
              <a:rPr lang="en-US" sz="24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nhật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 nhìn</a:t>
            </a: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40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endParaRPr lang="en-US" sz="2400" dirty="0"/>
          </a:p>
        </p:txBody>
      </p:sp>
      <p:sp>
        <p:nvSpPr>
          <p:cNvPr id="18" name="Connector line-1792387936760-43784697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2" name="Shape 2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</a:t>
            </a:r>
            <a:r>
              <a:rPr lang="en-US" sz="1650" dirty="0" spc="-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771ed7d4-4633-4a02-b6d6-b0d774cb3b6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1800" b="1" spc="28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1800" b="1" spc="29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180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1800" b="1" spc="30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Đo</a:t>
            </a:r>
            <a:r>
              <a:rPr lang="en-US" sz="69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69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1095375"/>
          </a:xfrm>
          <a:prstGeom prst="roundRect">
            <a:avLst>
              <a:gd name="adj" fmla="val 2087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6667500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45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Tra</a:t>
            </a:r>
            <a:r>
              <a:rPr lang="en-US" sz="2250" dirty="0" spc="0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sổ đăng</a:t>
            </a:r>
            <a:r>
              <a:rPr lang="en-US" sz="2250" dirty="0" spc="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ký</a:t>
            </a:r>
            <a:r>
              <a:rPr lang="en-US" sz="2250" dirty="0" spc="-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mỗi</a:t>
            </a:r>
            <a:r>
              <a:rPr lang="en-US" sz="2250" dirty="0" spc="-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lần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8191500" y="2762250"/>
            <a:ext cx="4191000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507</a:t>
            </a:r>
            <a:r>
              <a:rPr lang="en-US" sz="2550" dirty="0" spc="-4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đến</a:t>
            </a:r>
            <a:r>
              <a:rPr lang="en-US" sz="2550" dirty="0" spc="-5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559</a:t>
            </a:r>
            <a:r>
              <a:rPr lang="en-US" sz="2550" dirty="0" spc="1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µs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573000" y="2762250"/>
            <a:ext cx="4572000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thay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1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179</a:t>
            </a:r>
            <a:r>
              <a:rPr lang="en-US" sz="210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206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14400" y="4048125"/>
            <a:ext cx="16459200" cy="1095375"/>
          </a:xfrm>
          <a:prstGeom prst="roundRect">
            <a:avLst>
              <a:gd name="adj" fmla="val 20870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048125"/>
            <a:ext cx="6667500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6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Hỏi</a:t>
            </a:r>
            <a:r>
              <a:rPr lang="en-US" sz="2250" dirty="0" spc="-7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máy</a:t>
            </a:r>
            <a:r>
              <a:rPr lang="en-US" sz="2250" dirty="0" spc="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chủ</a:t>
            </a:r>
            <a:r>
              <a:rPr lang="en-US" sz="2250" dirty="0" spc="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cấp</a:t>
            </a:r>
            <a:r>
              <a:rPr lang="en-US" sz="2250" dirty="0" spc="-1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quyền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8191500" y="4048125"/>
            <a:ext cx="4191000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192</a:t>
            </a:r>
            <a:r>
              <a:rPr lang="en-US" sz="2550" dirty="0" spc="-4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đến</a:t>
            </a:r>
            <a:r>
              <a:rPr lang="en-US" sz="2550" dirty="0" spc="3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223</a:t>
            </a:r>
            <a:r>
              <a:rPr lang="en-US" sz="2550" dirty="0" spc="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µs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2573000" y="4048125"/>
            <a:ext cx="4572000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1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chỗ:</a:t>
            </a:r>
            <a:r>
              <a:rPr lang="en-US" sz="21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1,8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14400" y="5334000"/>
            <a:ext cx="16459200" cy="1095375"/>
          </a:xfrm>
          <a:prstGeom prst="roundRect">
            <a:avLst>
              <a:gd name="adj" fmla="val 20870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334000"/>
            <a:ext cx="6667500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Đọc</a:t>
            </a:r>
            <a:r>
              <a:rPr lang="en-US" sz="2250" dirty="0" spc="-19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Redis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8191500" y="5334000"/>
            <a:ext cx="4191000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39</a:t>
            </a:r>
            <a:r>
              <a:rPr lang="en-US" sz="2550" dirty="0" spc="-4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đến</a:t>
            </a:r>
            <a:r>
              <a:rPr lang="en-US" sz="2550" dirty="0" spc="4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40</a:t>
            </a:r>
            <a:r>
              <a:rPr lang="en-US" sz="2550" dirty="0" spc="1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µs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2573000" y="5334000"/>
            <a:ext cx="4572000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21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210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trình:</a:t>
            </a:r>
            <a:r>
              <a:rPr lang="en-US" sz="21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10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14400" y="6619875"/>
            <a:ext cx="16459200" cy="1095375"/>
          </a:xfrm>
          <a:prstGeom prst="roundRect">
            <a:avLst>
              <a:gd name="adj" fmla="val 20870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619875"/>
            <a:ext cx="6667500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8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Đẩy vào</a:t>
            </a:r>
            <a:r>
              <a:rPr lang="en-US" sz="2250" dirty="0" spc="-5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hàng</a:t>
            </a:r>
            <a:r>
              <a:rPr lang="en-US" sz="2250" dirty="0" spc="9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đợi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8191500" y="6619875"/>
            <a:ext cx="4191000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36</a:t>
            </a:r>
            <a:r>
              <a:rPr lang="en-US" sz="2550" dirty="0" spc="-4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đến</a:t>
            </a:r>
            <a:r>
              <a:rPr lang="en-US" sz="2550" dirty="0" spc="4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40</a:t>
            </a:r>
            <a:r>
              <a:rPr lang="en-US" sz="2550" dirty="0" spc="1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µs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2573000" y="6619875"/>
            <a:ext cx="4572000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thay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5,1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ms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14400" y="7905750"/>
            <a:ext cx="16459200" cy="1095375"/>
          </a:xfrm>
          <a:prstGeom prst="roundRect">
            <a:avLst>
              <a:gd name="adj" fmla="val 20870"/>
            </a:avLst>
          </a:prstGeom>
          <a:solidFill>
            <a:srgbClr val="1E212B"/>
          </a:solidFill>
          <a:ln/>
        </p:spPr>
      </p:sp>
      <p:sp>
        <p:nvSpPr>
          <p:cNvPr id="21" name="Text 19"/>
          <p:cNvSpPr/>
          <p:nvPr/>
        </p:nvSpPr>
        <p:spPr>
          <a:xfrm>
            <a:off x="1295400" y="7905750"/>
            <a:ext cx="6667500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Một</a:t>
            </a:r>
            <a:r>
              <a:rPr lang="en-US" sz="2250" dirty="0" spc="-10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dòng</a:t>
            </a:r>
            <a:r>
              <a:rPr lang="en-US" sz="2250" dirty="0" spc="-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nhật</a:t>
            </a:r>
            <a:r>
              <a:rPr lang="en-US" sz="2250" dirty="0" spc="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ký</a:t>
            </a:r>
            <a:r>
              <a:rPr lang="en-US" sz="2250" dirty="0" spc="-7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ra</a:t>
            </a:r>
            <a:r>
              <a:rPr lang="en-US" sz="2250" dirty="0" spc="-5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tệp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8191500" y="7905750"/>
            <a:ext cx="4191000" cy="1095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3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12</a:t>
            </a:r>
            <a:r>
              <a:rPr lang="en-US" sz="2550" dirty="0" spc="-4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đến</a:t>
            </a:r>
            <a:r>
              <a:rPr lang="en-US" sz="2550" dirty="0" spc="0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13</a:t>
            </a:r>
            <a:r>
              <a:rPr lang="en-US" sz="2550" dirty="0" spc="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µs</a:t>
            </a:r>
            <a:endParaRPr lang="en-US" sz="2550" dirty="0"/>
          </a:p>
        </p:txBody>
      </p:sp>
      <p:sp>
        <p:nvSpPr>
          <p:cNvPr id="23" name="Connector line-1792387960309-610203952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8" name="Shape 2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 04/09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6d2963ce-f0db-4a55-9929-2005289cbd5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Còn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thành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6667500" cy="4762500"/>
          </a:xfrm>
          <a:prstGeom prst="rect">
            <a:avLst/>
          </a:prstGeom>
          <a:noFill/>
          <a:ln/>
        </p:spPr>
        <p:txBody>
          <a:bodyPr wrap="square" lIns="0" tIns="320040" rIns="0" bIns="-320040" rtlCol="0" anchor="ctr"/>
          <a:lstStyle/>
          <a:p>
            <a:pPr algn="l" indent="0" marL="0">
              <a:lnSpc>
                <a:spcPts val="31500"/>
              </a:lnSpc>
              <a:buNone/>
            </a:pPr>
            <a:r>
              <a:rPr lang="en-US" sz="31500" dirty="0" spc="-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31500" dirty="0"/>
          </a:p>
        </p:txBody>
      </p:sp>
      <p:sp>
        <p:nvSpPr>
          <p:cNvPr id="5" name="Text 3"/>
          <p:cNvSpPr/>
          <p:nvPr/>
        </p:nvSpPr>
        <p:spPr>
          <a:xfrm>
            <a:off x="914400" y="7620000"/>
            <a:ext cx="666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300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191500" y="2952750"/>
            <a:ext cx="9182100" cy="1143000"/>
          </a:xfrm>
          <a:prstGeom prst="roundRect">
            <a:avLst>
              <a:gd name="adj" fmla="val 20000"/>
            </a:avLst>
          </a:prstGeom>
          <a:solidFill>
            <a:srgbClr val="FBF8F1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72500" y="2952750"/>
            <a:ext cx="838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1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Cổng</a:t>
            </a:r>
            <a:r>
              <a:rPr lang="en-US" sz="2550" dirty="0" spc="-1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vào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8191500" y="4286250"/>
            <a:ext cx="9182100" cy="1143000"/>
          </a:xfrm>
          <a:prstGeom prst="roundRect">
            <a:avLst>
              <a:gd name="adj" fmla="val 20000"/>
            </a:avLst>
          </a:prstGeom>
          <a:solidFill>
            <a:srgbClr val="FBF8F1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72500" y="4286250"/>
            <a:ext cx="838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7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Tầng</a:t>
            </a:r>
            <a:r>
              <a:rPr lang="en-US" sz="255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dịch</a:t>
            </a:r>
            <a:r>
              <a:rPr lang="en-US" sz="2550" dirty="0" spc="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vụ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8191500" y="5619750"/>
            <a:ext cx="9182100" cy="1143000"/>
          </a:xfrm>
          <a:prstGeom prst="roundRect">
            <a:avLst>
              <a:gd name="adj" fmla="val 20000"/>
            </a:avLst>
          </a:prstGeom>
          <a:solidFill>
            <a:srgbClr val="FBF8F1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72500" y="5619750"/>
            <a:ext cx="838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Kho</a:t>
            </a:r>
            <a:r>
              <a:rPr lang="en-US" sz="25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dữ</a:t>
            </a:r>
            <a:r>
              <a:rPr lang="en-US" sz="255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liệu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8191500" y="6953250"/>
            <a:ext cx="9182100" cy="1143000"/>
          </a:xfrm>
          <a:prstGeom prst="roundRect">
            <a:avLst>
              <a:gd name="adj" fmla="val 20000"/>
            </a:avLst>
          </a:prstGeom>
          <a:solidFill>
            <a:srgbClr val="FBF8F1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72500" y="6953250"/>
            <a:ext cx="838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8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Vẽ</a:t>
            </a:r>
            <a:r>
              <a:rPr lang="en-US" sz="255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biểu</a:t>
            </a:r>
            <a:r>
              <a:rPr lang="en-US" sz="25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đồ</a:t>
            </a:r>
            <a:r>
              <a:rPr lang="en-US" sz="2550" dirty="0" spc="-2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và</a:t>
            </a:r>
            <a:r>
              <a:rPr lang="en-US" sz="255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tìm</a:t>
            </a:r>
            <a:r>
              <a:rPr lang="en-US" sz="2550" dirty="0" spc="-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nhật</a:t>
            </a:r>
            <a:r>
              <a:rPr lang="en-US" sz="255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ký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8191500" y="8382000"/>
            <a:ext cx="9182100" cy="6667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</a:t>
            </a:r>
            <a:r>
              <a:rPr lang="en-US" sz="2100" dirty="0" spc="3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lường:</a:t>
            </a:r>
            <a:r>
              <a:rPr lang="en-US" sz="2100" dirty="0" spc="-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100" dirty="0" spc="13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100" dirty="0" spc="-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100" dirty="0" spc="-9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 bộ</a:t>
            </a:r>
            <a:r>
              <a:rPr lang="en-US" sz="2100" dirty="0" spc="9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đếm.</a:t>
            </a:r>
            <a:endParaRPr lang="en-US" sz="2100" dirty="0"/>
          </a:p>
        </p:txBody>
      </p:sp>
      <p:sp>
        <p:nvSpPr>
          <p:cNvPr id="15" name="Connector line-1792387961278-438256723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</a:t>
            </a:r>
            <a:r>
              <a:rPr lang="en-US" sz="1650" dirty="0" spc="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7d47855f-3550-42f8-8895-4c4e529e444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Số</a:t>
            </a:r>
            <a:r>
              <a:rPr lang="en-US" sz="6900" dirty="0" spc="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6900" dirty="0" spc="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đúng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69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đây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857500"/>
            <a:ext cx="1571625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Mọi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2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25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máy:</a:t>
            </a: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2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cỡ</a:t>
            </a:r>
            <a:r>
              <a:rPr lang="en-US" sz="2250" dirty="0" spc="-2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170</a:t>
            </a:r>
            <a:r>
              <a:rPr lang="en-US" sz="22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µs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914400" y="42862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262A36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4286250"/>
            <a:ext cx="1571625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</a:t>
            </a:r>
            <a:r>
              <a:rPr lang="en-US" sz="22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2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2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máy: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25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2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nhảy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đắt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hơn,</a:t>
            </a:r>
            <a:r>
              <a:rPr lang="en-US" sz="22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tỷ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57150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2E3342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5715000"/>
            <a:ext cx="1571625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 dùng</a:t>
            </a: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khoá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2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sẻ;</a:t>
            </a: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khoá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đắt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14400" y="71437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363B4D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7143750"/>
            <a:ext cx="1571625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2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22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2250" dirty="0"/>
          </a:p>
        </p:txBody>
      </p:sp>
      <p:sp>
        <p:nvSpPr>
          <p:cNvPr id="12" name="Connector line-1792387962030-897185328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 06/09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2b8a0c5a-b6ee-433f-bb07-8c2b2473aa4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7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302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800" b="1" spc="300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800" b="1" spc="297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Chậm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gấp</a:t>
            </a: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ba,</a:t>
            </a:r>
            <a:r>
              <a:rPr lang="en-US" sz="6900" dirty="0" spc="-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vì</a:t>
            </a:r>
            <a:r>
              <a:rPr lang="en-US" sz="6900" dirty="0" spc="-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sao?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7810500" cy="6096000"/>
          </a:xfrm>
          <a:prstGeom prst="roundRect">
            <a:avLst>
              <a:gd name="adj" fmla="val 4375"/>
            </a:avLst>
          </a:prstGeom>
          <a:solidFill>
            <a:srgbClr val="FBF8F1"/>
          </a:solidFill>
          <a:ln w="19050">
            <a:solidFill>
              <a:srgbClr val="D8D0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105150"/>
            <a:ext cx="704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8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950" b="1" spc="227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33500" y="3714750"/>
            <a:ext cx="7048500" cy="476250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28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sổ</a:t>
            </a:r>
            <a:r>
              <a:rPr lang="en-US" sz="28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ký. Mỗi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850" b="1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gấp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ba.</a:t>
            </a:r>
            <a:r>
              <a:rPr lang="en-US" sz="285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dễ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85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563100" y="2762250"/>
            <a:ext cx="7810500" cy="6096000"/>
          </a:xfrm>
          <a:prstGeom prst="roundRect">
            <a:avLst>
              <a:gd name="adj" fmla="val 4375"/>
            </a:avLst>
          </a:prstGeom>
          <a:solidFill>
            <a:srgbClr val="14161C"/>
          </a:solidFill>
          <a:ln/>
        </p:spPr>
      </p:sp>
      <p:sp>
        <p:nvSpPr>
          <p:cNvPr id="8" name="Text 6"/>
          <p:cNvSpPr/>
          <p:nvPr/>
        </p:nvSpPr>
        <p:spPr>
          <a:xfrm>
            <a:off x="9982200" y="3105150"/>
            <a:ext cx="704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</a:t>
            </a:r>
            <a:r>
              <a:rPr lang="en-US" sz="1950" b="1" spc="20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982200" y="3714750"/>
            <a:ext cx="7048500" cy="1238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 mỗi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40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240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4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sổ</a:t>
            </a:r>
            <a:r>
              <a:rPr lang="en-US" sz="240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ký:</a:t>
            </a:r>
            <a:r>
              <a:rPr lang="en-US" sz="24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507</a:t>
            </a:r>
            <a:r>
              <a:rPr lang="en-US" sz="240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4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559</a:t>
            </a:r>
            <a:r>
              <a:rPr lang="en-US" sz="24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4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0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179</a:t>
            </a:r>
            <a:r>
              <a:rPr lang="en-US" sz="240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206 µs.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982200" y="5334000"/>
            <a:ext cx="7048500" cy="1238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Sửa: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400" dirty="0" spc="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lúc,</a:t>
            </a:r>
            <a:r>
              <a:rPr lang="en-US" sz="240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982200" y="6953250"/>
            <a:ext cx="7048500" cy="1238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240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lại:</a:t>
            </a:r>
            <a:r>
              <a:rPr lang="en-US" sz="2400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0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 lý</a:t>
            </a:r>
            <a:r>
              <a:rPr lang="en-US" sz="2400" b="1" dirty="0" spc="1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40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00" b="1" dirty="0" spc="1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40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cũ.</a:t>
            </a:r>
            <a:endParaRPr lang="en-US" sz="2400" dirty="0"/>
          </a:p>
        </p:txBody>
      </p:sp>
      <p:sp>
        <p:nvSpPr>
          <p:cNvPr id="12" name="Connector line-1792387985604-925252124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</a:t>
            </a:r>
            <a:r>
              <a:rPr lang="en-US" sz="1650" dirty="0" spc="-1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438c3ab1-efc8-4a14-b0e5-3682b11a500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3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800" b="1" spc="300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b="1" spc="254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95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56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Thêm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cột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cái giá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FBF8F1"/>
          </a:solidFill>
          <a:ln w="19050">
            <a:solidFill>
              <a:srgbClr val="D8D0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2762250"/>
            <a:ext cx="95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476500" y="2762250"/>
            <a:ext cx="1447800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sơ</a:t>
            </a:r>
            <a:r>
              <a:rPr lang="en-US" sz="22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đồ,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 thành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14400" y="41910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FBF8F1"/>
          </a:solidFill>
          <a:ln w="19050">
            <a:solidFill>
              <a:srgbClr val="D8D0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4191000"/>
            <a:ext cx="95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-5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2476500" y="4191000"/>
            <a:ext cx="1447800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2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 phần,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14400" y="56197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FBF8F1"/>
          </a:solidFill>
          <a:ln w="19050">
            <a:solidFill>
              <a:srgbClr val="D8D0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5400" y="5619750"/>
            <a:ext cx="95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2476500" y="5619750"/>
            <a:ext cx="1447800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 cột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2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2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14400" y="7048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FBF8F1"/>
          </a:solidFill>
          <a:ln w="19050">
            <a:solidFill>
              <a:srgbClr val="D8D0B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95400" y="7048500"/>
            <a:ext cx="95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5A5F7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2476500" y="7048500"/>
            <a:ext cx="1447800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Nói</a:t>
            </a:r>
            <a:r>
              <a:rPr lang="en-US" sz="225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2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endParaRPr lang="en-US" sz="2250" dirty="0"/>
          </a:p>
        </p:txBody>
      </p:sp>
      <p:sp>
        <p:nvSpPr>
          <p:cNvPr id="16" name="Connector line-1792387986438-623546878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 08/09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18e873f5-14d1-430f-ad86-40a6ede8044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1143000"/>
          </a:xfrm>
          <a:prstGeom prst="roundRect">
            <a:avLst>
              <a:gd name="adj" fmla="val 23333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3048000"/>
            <a:ext cx="2381250" cy="5715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API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905250" y="2838450"/>
            <a:ext cx="13144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Application</a:t>
            </a:r>
            <a:r>
              <a:rPr lang="en-US" sz="16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Programming</a:t>
            </a:r>
            <a:r>
              <a:rPr lang="en-US" sz="16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Interface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3905250" y="3143250"/>
            <a:ext cx="13144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 lập</a:t>
            </a:r>
            <a:r>
              <a:rPr lang="en-US" sz="225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250" dirty="0" spc="2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4095750"/>
            <a:ext cx="16459200" cy="1143000"/>
          </a:xfrm>
          <a:prstGeom prst="roundRect">
            <a:avLst>
              <a:gd name="adj" fmla="val 23333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200150" y="4381500"/>
            <a:ext cx="2381250" cy="5715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HTTP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905250" y="4171950"/>
            <a:ext cx="13144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HyperText</a:t>
            </a:r>
            <a:r>
              <a:rPr lang="en-US" sz="1650" dirty="0" spc="-2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Transfer</a:t>
            </a: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3905250" y="4476750"/>
            <a:ext cx="13144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25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siêu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14400" y="6286500"/>
            <a:ext cx="16459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676275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(bản</a:t>
            </a:r>
            <a:r>
              <a:rPr lang="en-US" sz="22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định)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Microsoft: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2250" dirty="0" spc="-3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gateways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25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25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</a:t>
            </a:r>
            <a:endParaRPr lang="en-US" sz="2250" dirty="0"/>
          </a:p>
        </p:txBody>
      </p:sp>
      <p:sp>
        <p:nvSpPr>
          <p:cNvPr id="14" name="Connector line-1792387987235-685985572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13 · 09/09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ead981cf-b8fd-4d1e-8e69-6e060ebd3df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2026-10-19T05:33:35Z</dcterms:created>
  <dcterms:modified xsi:type="dcterms:W3CDTF">2026-10-19T05:33:35Z</dcterms:modified>
</cp:coreProperties>
</file>