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3238500"/>
          </a:xfrm>
          <a:prstGeom prst="rect">
            <a:avLst/>
          </a:prstGeom>
          <a:noFill/>
          <a:ln/>
        </p:spPr>
        <p:txBody>
          <a:bodyPr wrap="square" lIns="0" tIns="63928" rIns="0" bIns="-63928" rtlCol="0" anchor="t"/>
          <a:lstStyle/>
          <a:p>
            <a:pPr algn="l" indent="0" marL="0">
              <a:lnSpc>
                <a:spcPts val="7476"/>
              </a:lnSpc>
              <a:buNone/>
            </a:pPr>
            <a:r>
              <a:rPr lang="en-US" sz="7189" dirty="0" spc="-1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Tải</a:t>
            </a:r>
            <a:r>
              <a:rPr lang="en-US" sz="7189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7189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7189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7189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S3:</a:t>
            </a:r>
            <a:r>
              <a:rPr lang="en-US" sz="7189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7189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phần,</a:t>
            </a:r>
            <a:r>
              <a:rPr lang="en-US" sz="7189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 cỡ</a:t>
            </a:r>
            <a:r>
              <a:rPr lang="en-US" sz="7189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phần,</a:t>
            </a:r>
            <a:r>
              <a:rPr lang="en-US" sz="7189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dọn</a:t>
            </a:r>
            <a:r>
              <a:rPr lang="en-US" sz="7189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7189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r>
              <a:rPr lang="en-US" sz="7189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dở</a:t>
            </a:r>
            <a:endParaRPr lang="en-US" sz="7189" dirty="0"/>
          </a:p>
        </p:txBody>
      </p:sp>
      <p:sp>
        <p:nvSpPr>
          <p:cNvPr id="4" name="Text 2"/>
          <p:cNvSpPr/>
          <p:nvPr/>
        </p:nvSpPr>
        <p:spPr>
          <a:xfrm>
            <a:off x="914400" y="485775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Đứt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30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chừng: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5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905500"/>
            <a:ext cx="1238250" cy="857250"/>
          </a:xfrm>
          <a:prstGeom prst="roundRect">
            <a:avLst>
              <a:gd name="adj" fmla="val 20000"/>
            </a:avLst>
          </a:prstGeom>
          <a:solidFill>
            <a:srgbClr val="2A2E3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2266950" y="5905500"/>
            <a:ext cx="1238250" cy="857250"/>
          </a:xfrm>
          <a:prstGeom prst="roundRect">
            <a:avLst>
              <a:gd name="adj" fmla="val 20000"/>
            </a:avLst>
          </a:prstGeom>
          <a:solidFill>
            <a:srgbClr val="2A2E3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3619500" y="5905500"/>
            <a:ext cx="1238250" cy="857250"/>
          </a:xfrm>
          <a:prstGeom prst="roundRect">
            <a:avLst>
              <a:gd name="adj" fmla="val 20000"/>
            </a:avLst>
          </a:prstGeom>
          <a:solidFill>
            <a:srgbClr val="2A2E3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4972050" y="5905500"/>
            <a:ext cx="1238250" cy="857250"/>
          </a:xfrm>
          <a:prstGeom prst="roundRect">
            <a:avLst>
              <a:gd name="adj" fmla="val 20000"/>
            </a:avLst>
          </a:prstGeom>
          <a:solidFill>
            <a:srgbClr val="2A2E3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324600" y="5905500"/>
            <a:ext cx="1238250" cy="857250"/>
          </a:xfrm>
          <a:prstGeom prst="roundRect">
            <a:avLst>
              <a:gd name="adj" fmla="val 20000"/>
            </a:avLst>
          </a:prstGeom>
          <a:solidFill>
            <a:srgbClr val="2A2E3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677150" y="5905500"/>
            <a:ext cx="1238250" cy="857250"/>
          </a:xfrm>
          <a:prstGeom prst="roundRect">
            <a:avLst>
              <a:gd name="adj" fmla="val 20000"/>
            </a:avLst>
          </a:prstGeom>
          <a:solidFill>
            <a:srgbClr val="2A2E3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029700" y="5905500"/>
            <a:ext cx="1238250" cy="857250"/>
          </a:xfrm>
          <a:prstGeom prst="roundRect">
            <a:avLst>
              <a:gd name="adj" fmla="val 20000"/>
            </a:avLst>
          </a:prstGeom>
          <a:solidFill>
            <a:srgbClr val="2A2E3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0382250" y="5905500"/>
            <a:ext cx="1238250" cy="857250"/>
          </a:xfrm>
          <a:prstGeom prst="roundRect">
            <a:avLst>
              <a:gd name="adj" fmla="val 20000"/>
            </a:avLst>
          </a:prstGeom>
          <a:solidFill>
            <a:srgbClr val="2A2E3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1734800" y="5905500"/>
            <a:ext cx="1238250" cy="8572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5A5F7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3087350" y="5905500"/>
            <a:ext cx="1238250" cy="8572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5A5F7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4439900" y="5905500"/>
            <a:ext cx="1238250" cy="8572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5A5F7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11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5792450" y="5905500"/>
            <a:ext cx="1238250" cy="8572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5A5F7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4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7429500"/>
            <a:ext cx="5334000" cy="14287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7000" y="7429500"/>
            <a:ext cx="5334000" cy="14287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39600" y="7429500"/>
            <a:ext cx="5334000" cy="14287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8250" y="7429500"/>
            <a:ext cx="476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4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800850" y="7429500"/>
            <a:ext cx="476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4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Cỡ</a:t>
            </a:r>
            <a:r>
              <a:rPr lang="en-US" sz="24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363450" y="7429500"/>
            <a:ext cx="476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· Hai</a:t>
            </a:r>
            <a:r>
              <a:rPr lang="en-US" sz="2400" b="1" dirty="0" spc="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b="1" dirty="0" spc="-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quên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4960990b-c2d9-43ea-aa9a-d03decdfd8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4095750"/>
          </a:xfrm>
          <a:prstGeom prst="rect">
            <a:avLst/>
          </a:prstGeom>
          <a:noFill/>
          <a:ln/>
        </p:spPr>
        <p:txBody>
          <a:bodyPr wrap="square" lIns="0" tIns="71819" rIns="0" bIns="-71819" rtlCol="0" anchor="t"/>
          <a:lstStyle/>
          <a:p>
            <a:pPr algn="l" indent="0" marL="0">
              <a:lnSpc>
                <a:spcPts val="9222"/>
              </a:lnSpc>
              <a:buNone/>
            </a:pPr>
            <a:r>
              <a:rPr lang="en-US" sz="8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8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8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r>
              <a:rPr lang="en-US" sz="87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8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9222"/>
              </a:lnSpc>
              <a:buNone/>
            </a:pPr>
            <a:r>
              <a:rPr lang="en-US" sz="8700" dirty="0" spc="5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87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87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87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đó.</a:t>
            </a:r>
            <a:endParaRPr lang="en-US" sz="8700" dirty="0"/>
          </a:p>
        </p:txBody>
      </p:sp>
      <p:sp>
        <p:nvSpPr>
          <p:cNvPr id="4" name="Text 2"/>
          <p:cNvSpPr/>
          <p:nvPr/>
        </p:nvSpPr>
        <p:spPr>
          <a:xfrm>
            <a:off x="914400" y="6477000"/>
            <a:ext cx="51435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6572250" y="6477000"/>
            <a:ext cx="51435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230100" y="6477000"/>
            <a:ext cx="51435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Hoàn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a3b5fa46-f461-4bdb-8304-b1980850b88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 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Bắt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đầu,</a:t>
            </a:r>
            <a:r>
              <a:rPr lang="en-US" sz="6900" dirty="0" spc="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phần,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hoàn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tất</a:t>
            </a:r>
            <a:endParaRPr lang="en-US" sz="6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4279392"/>
                <a:gridCol w="6583680"/>
                <a:gridCol w="5596128"/>
              </a:tblGrid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Bước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Làm</a:t>
                      </a:r>
                      <a:r>
                        <a:rPr lang="en-US" sz="25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Nhận</a:t>
                      </a:r>
                      <a:r>
                        <a:rPr lang="en-US" sz="2550" b="1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về,</a:t>
                      </a:r>
                      <a:r>
                        <a:rPr lang="en-US" sz="255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giữ</a:t>
                      </a:r>
                      <a:r>
                        <a:rPr lang="en-US" sz="25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·</a:t>
                      </a:r>
                      <a:r>
                        <a:rPr lang="en-US" sz="25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Bắt</a:t>
                      </a:r>
                      <a:r>
                        <a:rPr lang="en-US" sz="2550" dirty="0" spc="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đầu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Xin</a:t>
                      </a:r>
                      <a:r>
                        <a:rPr lang="en-US" sz="25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bắt</a:t>
                      </a:r>
                      <a:r>
                        <a:rPr lang="en-US" sz="2550" dirty="0" spc="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đầu</a:t>
                      </a:r>
                      <a:r>
                        <a:rPr lang="en-US" sz="255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lượt</a:t>
                      </a:r>
                      <a:r>
                        <a:rPr lang="en-US" sz="255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tải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upload</a:t>
                      </a:r>
                      <a:r>
                        <a:rPr lang="en-US" sz="25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ID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·</a:t>
                      </a:r>
                      <a:r>
                        <a:rPr lang="en-US" sz="2550" dirty="0" spc="3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Gửi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phần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5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Gửi</a:t>
                      </a:r>
                      <a:r>
                        <a:rPr lang="en-US" sz="2550" dirty="0" spc="-2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kèm</a:t>
                      </a:r>
                      <a:r>
                        <a:rPr lang="en-US" sz="25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phần,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</a:t>
                      </a:r>
                      <a:r>
                        <a:rPr lang="en-US" sz="25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</a:t>
                      </a:r>
                      <a:r>
                        <a:rPr lang="en-US" sz="255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tới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10.000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5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ETag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mỗi phần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·</a:t>
                      </a:r>
                      <a:r>
                        <a:rPr lang="en-US" sz="25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Hoàn</a:t>
                      </a:r>
                      <a:r>
                        <a:rPr lang="en-US" sz="2550" dirty="0" spc="-2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tất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5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Gửi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danh</a:t>
                      </a:r>
                      <a:r>
                        <a:rPr lang="en-US" sz="25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sách</a:t>
                      </a:r>
                      <a:r>
                        <a:rPr lang="en-US" sz="25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phần</a:t>
                      </a:r>
                      <a:r>
                        <a:rPr lang="en-US" sz="255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550" dirty="0" spc="-4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ETag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Kho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ghép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5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phần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7905750"/>
            <a:ext cx="8001000" cy="952500"/>
          </a:xfrm>
          <a:prstGeom prst="roundRect">
            <a:avLst>
              <a:gd name="adj" fmla="val 24000"/>
            </a:avLst>
          </a:prstGeom>
          <a:solidFill>
            <a:srgbClr val="E8E0CF"/>
          </a:solidFill>
          <a:ln/>
        </p:spPr>
      </p:sp>
      <p:sp>
        <p:nvSpPr>
          <p:cNvPr id="6" name="Shape 3"/>
          <p:cNvSpPr/>
          <p:nvPr/>
        </p:nvSpPr>
        <p:spPr>
          <a:xfrm>
            <a:off x="9372600" y="7905750"/>
            <a:ext cx="8001000" cy="952500"/>
          </a:xfrm>
          <a:prstGeom prst="roundRect">
            <a:avLst>
              <a:gd name="adj" fmla="val 24000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7905750"/>
            <a:ext cx="114300" cy="952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8" name="Shape 5"/>
          <p:cNvSpPr/>
          <p:nvPr/>
        </p:nvSpPr>
        <p:spPr>
          <a:xfrm>
            <a:off x="9372600" y="7905750"/>
            <a:ext cx="114300" cy="952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6"/>
          <p:cNvSpPr/>
          <p:nvPr/>
        </p:nvSpPr>
        <p:spPr>
          <a:xfrm>
            <a:off x="1257300" y="7905750"/>
            <a:ext cx="742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 nào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715500" y="7905750"/>
            <a:ext cx="742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ETag.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7068ee19-5283-4571-be4e-e9218e83ab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14500"/>
            <a:ext cx="9525000" cy="2857500"/>
          </a:xfrm>
          <a:prstGeom prst="rect">
            <a:avLst/>
          </a:prstGeom>
          <a:noFill/>
          <a:ln/>
        </p:spPr>
        <p:txBody>
          <a:bodyPr wrap="square" lIns="0" tIns="205740" rIns="0" bIns="-205740" rtlCol="0" anchor="t"/>
          <a:lstStyle/>
          <a:p>
            <a:pPr algn="l" indent="0" marL="0">
              <a:lnSpc>
                <a:spcPts val="20250"/>
              </a:lnSpc>
              <a:buNone/>
            </a:pPr>
            <a:r>
              <a:rPr lang="en-US" sz="20250" dirty="0" spc="-12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10.000</a:t>
            </a:r>
            <a:endParaRPr lang="en-US" sz="20250" dirty="0"/>
          </a:p>
        </p:txBody>
      </p:sp>
      <p:sp>
        <p:nvSpPr>
          <p:cNvPr id="4" name="Text 2"/>
          <p:cNvSpPr/>
          <p:nvPr/>
        </p:nvSpPr>
        <p:spPr>
          <a:xfrm>
            <a:off x="914400" y="47625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13335" rIns="0" bIns="-13335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42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tối</a:t>
            </a:r>
            <a:r>
              <a:rPr lang="en-US" sz="42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</a:t>
            </a: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42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2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4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6667500"/>
            <a:ext cx="9525000" cy="1905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hạn</a:t>
            </a:r>
            <a:r>
              <a:rPr lang="en-US" sz="28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8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cỡ phần.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11239500" y="1714500"/>
            <a:ext cx="61341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9500" y="4095750"/>
            <a:ext cx="61341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39500" y="6477000"/>
            <a:ext cx="6134100" cy="2095500"/>
          </a:xfrm>
          <a:prstGeom prst="roundRect">
            <a:avLst>
              <a:gd name="adj" fmla="val 12727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1620500" y="1714500"/>
            <a:ext cx="537210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MiB,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1620500" y="4095750"/>
            <a:ext cx="537210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9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 GiB,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 MiB: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20.480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1620500" y="6477000"/>
            <a:ext cx="5372100" cy="2095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10,24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b608293-8c9d-476c-a1af-d855ffe33c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· HAI ĐIỀU</a:t>
            </a:r>
            <a:r>
              <a:rPr lang="en-US" sz="1800" b="1" spc="25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QUÊN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 dở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tốn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endParaRPr lang="en-US" sz="6900" dirty="0"/>
          </a:p>
        </p:txBody>
      </p:sp>
      <p:sp>
        <p:nvSpPr>
          <p:cNvPr id="4" name="Connector line-1792441801642-472062774"/>
          <p:cNvSpPr/>
          <p:nvPr/>
        </p:nvSpPr>
        <p:spPr>
          <a:xfrm>
            <a:off x="2343150" y="4000500"/>
            <a:ext cx="13601700" cy="0"/>
          </a:xfrm>
          <a:prstGeom prst="line">
            <a:avLst/>
          </a:prstGeom>
          <a:noFill/>
          <a:ln w="762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962150" y="36195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5362575" y="36195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8763000" y="36195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2163425" y="36195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5563850" y="36195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4762500"/>
            <a:ext cx="2857500" cy="1809750"/>
          </a:xfrm>
          <a:prstGeom prst="roundRect">
            <a:avLst>
              <a:gd name="adj" fmla="val 12632"/>
            </a:avLst>
          </a:prstGeom>
          <a:solidFill>
            <a:srgbClr val="F3DFB8"/>
          </a:solidFill>
          <a:ln/>
        </p:spPr>
      </p:sp>
      <p:sp>
        <p:nvSpPr>
          <p:cNvPr id="11" name="Shape 9"/>
          <p:cNvSpPr/>
          <p:nvPr/>
        </p:nvSpPr>
        <p:spPr>
          <a:xfrm>
            <a:off x="4314825" y="4762500"/>
            <a:ext cx="2857500" cy="1809750"/>
          </a:xfrm>
          <a:prstGeom prst="roundRect">
            <a:avLst>
              <a:gd name="adj" fmla="val 12632"/>
            </a:avLst>
          </a:prstGeom>
          <a:solidFill>
            <a:srgbClr val="F3DFB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15250" y="4762500"/>
            <a:ext cx="2857500" cy="1809750"/>
          </a:xfrm>
          <a:prstGeom prst="roundRect">
            <a:avLst>
              <a:gd name="adj" fmla="val 12632"/>
            </a:avLst>
          </a:prstGeom>
          <a:solidFill>
            <a:srgbClr val="F3D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15675" y="4762500"/>
            <a:ext cx="2857500" cy="1809750"/>
          </a:xfrm>
          <a:prstGeom prst="roundRect">
            <a:avLst>
              <a:gd name="adj" fmla="val 12632"/>
            </a:avLst>
          </a:prstGeom>
          <a:solidFill>
            <a:srgbClr val="F8D9D0"/>
          </a:solidFill>
          <a:ln/>
        </p:spPr>
      </p:sp>
      <p:sp>
        <p:nvSpPr>
          <p:cNvPr id="14" name="Shape 12"/>
          <p:cNvSpPr/>
          <p:nvPr/>
        </p:nvSpPr>
        <p:spPr>
          <a:xfrm>
            <a:off x="14516100" y="4762500"/>
            <a:ext cx="2857500" cy="1809750"/>
          </a:xfrm>
          <a:prstGeom prst="roundRect">
            <a:avLst>
              <a:gd name="adj" fmla="val 12632"/>
            </a:avLst>
          </a:prstGeom>
          <a:solidFill>
            <a:srgbClr val="F3DFB8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" y="4762500"/>
            <a:ext cx="2476500" cy="1809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2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 lượt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4505325" y="4762500"/>
            <a:ext cx="2476500" cy="1809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b="1" dirty="0" spc="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 phần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905750" y="4762500"/>
            <a:ext cx="2476500" cy="1809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dở,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306175" y="4762500"/>
            <a:ext cx="2476500" cy="1809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S3</a:t>
            </a:r>
            <a:r>
              <a:rPr lang="en-US" sz="22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25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4706600" y="4762500"/>
            <a:ext cx="2476500" cy="1809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b="1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7429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1428750" y="7429500"/>
            <a:ext cx="15430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33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33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hai:</a:t>
            </a:r>
            <a:r>
              <a:rPr lang="en-US" sz="3300" dirty="0" spc="-4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ETag</a:t>
            </a:r>
            <a:r>
              <a:rPr lang="en-US" sz="33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3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33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MD5</a:t>
            </a:r>
            <a:r>
              <a:rPr lang="en-US" sz="33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300" dirty="0" spc="-1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tệp.</a:t>
            </a:r>
            <a:endParaRPr lang="en-US" sz="330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15f1c35b-7f06-4965-913f-dc3bc60c28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·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quên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6096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2762250"/>
            <a:ext cx="8001000" cy="6096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62250"/>
            <a:ext cx="8001000" cy="1047750"/>
          </a:xfrm>
          <a:prstGeom prst="roundRect">
            <a:avLst>
              <a:gd name="adj" fmla="val 29091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 bỏ dở</a:t>
            </a:r>
            <a:r>
              <a:rPr lang="en-US" sz="2850" b="1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8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372600" y="2762250"/>
            <a:ext cx="8001000" cy="1047750"/>
          </a:xfrm>
          <a:prstGeom prst="roundRect">
            <a:avLst>
              <a:gd name="adj" fmla="val 29091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6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ETag</a:t>
            </a:r>
            <a:r>
              <a:rPr lang="en-US" sz="285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MD5</a:t>
            </a:r>
            <a:r>
              <a:rPr lang="en-US" sz="28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850" dirty="0"/>
          </a:p>
        </p:txBody>
      </p:sp>
      <p:sp>
        <p:nvSpPr>
          <p:cNvPr id="8" name="Text richtext-1792441815538-142138750"/>
          <p:cNvSpPr/>
          <p:nvPr/>
        </p:nvSpPr>
        <p:spPr>
          <a:xfrm>
            <a:off x="1333500" y="4191000"/>
            <a:ext cx="7143750" cy="4381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Lượt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tự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S3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AbortIncompleteMultipartUpload.</a:t>
            </a:r>
            <a:endParaRPr lang="en-US" sz="2550" dirty="0"/>
          </a:p>
        </p:txBody>
      </p:sp>
      <p:sp>
        <p:nvSpPr>
          <p:cNvPr id="9" name="Text richtext-1792441815558-920566920"/>
          <p:cNvSpPr/>
          <p:nvPr/>
        </p:nvSpPr>
        <p:spPr>
          <a:xfrm>
            <a:off x="9791700" y="4191000"/>
            <a:ext cx="7143750" cy="4381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550" dirty="0" spc="-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ETag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 là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MD5.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checksum bổ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Content-MD5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bucket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b47e8434-8a1b-4dc9-bf5d-749d99c49f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r>
              <a:rPr lang="en-US" sz="69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rớt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37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60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000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4292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6858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280987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38250" y="423862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238250" y="566737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38250" y="709612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286000" y="2571750"/>
            <a:ext cx="14763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upload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 của</a:t>
            </a:r>
            <a:r>
              <a:rPr lang="en-US" sz="28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dở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2286000" y="4000500"/>
            <a:ext cx="14763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5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ETag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286000" y="5429250"/>
            <a:ext cx="14763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7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60,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upload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286000" y="6858000"/>
            <a:ext cx="14763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Hoàn</a:t>
            </a: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5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ETag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914400" y="8382000"/>
            <a:ext cx="9525000" cy="762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hủy</a:t>
            </a:r>
            <a:r>
              <a:rPr lang="en-US" sz="24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979384b-0f13-4484-8ed7-7ad70cd5b9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Đối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r>
              <a:rPr lang="en-US" sz="6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3335000" cy="1238250"/>
          </a:xfrm>
          <a:prstGeom prst="roundRect">
            <a:avLst>
              <a:gd name="adj" fmla="val 21538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4286250"/>
            <a:ext cx="13335000" cy="1238250"/>
          </a:xfrm>
          <a:prstGeom prst="roundRect">
            <a:avLst>
              <a:gd name="adj" fmla="val 2153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5810250"/>
            <a:ext cx="13335000" cy="1238250"/>
          </a:xfrm>
          <a:prstGeom prst="roundRect">
            <a:avLst>
              <a:gd name="adj" fmla="val 21538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38600" y="7334250"/>
            <a:ext cx="133350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2762250"/>
            <a:ext cx="1257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2550" b="1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ETag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MD5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2476500" y="4286250"/>
            <a:ext cx="1257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 S3: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3619500" y="5810250"/>
            <a:ext cx="1257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đổi: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liệu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457700" y="7334250"/>
            <a:ext cx="1257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thêm: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10.000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phần,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dở.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a865b476-c03b-4b5c-bddf-598fed9758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952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381250"/>
            <a:ext cx="3943350" cy="1619250"/>
          </a:xfrm>
          <a:prstGeom prst="roundRect">
            <a:avLst>
              <a:gd name="adj" fmla="val 1529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86350" y="2381250"/>
            <a:ext cx="3943350" cy="1619250"/>
          </a:xfrm>
          <a:prstGeom prst="roundRect">
            <a:avLst>
              <a:gd name="adj" fmla="val 1529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58300" y="2381250"/>
            <a:ext cx="3943350" cy="1619250"/>
          </a:xfrm>
          <a:prstGeom prst="roundRect">
            <a:avLst>
              <a:gd name="adj" fmla="val 1529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30250" y="2381250"/>
            <a:ext cx="3943350" cy="1619250"/>
          </a:xfrm>
          <a:prstGeom prst="roundRect">
            <a:avLst>
              <a:gd name="adj" fmla="val 1529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191000"/>
            <a:ext cx="3943350" cy="1619250"/>
          </a:xfrm>
          <a:prstGeom prst="roundRect">
            <a:avLst>
              <a:gd name="adj" fmla="val 1529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86350" y="4191000"/>
            <a:ext cx="3943350" cy="1619250"/>
          </a:xfrm>
          <a:prstGeom prst="roundRect">
            <a:avLst>
              <a:gd name="adj" fmla="val 1529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58300" y="4191000"/>
            <a:ext cx="3943350" cy="1619250"/>
          </a:xfrm>
          <a:prstGeom prst="roundRect">
            <a:avLst>
              <a:gd name="adj" fmla="val 1529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1100" y="24955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ID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181100" y="32004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353050" y="24955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6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ETag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5353050" y="32004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525000" y="24955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MD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9525000" y="32004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1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696950" y="24955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3696950" y="32004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 diện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181100" y="43053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MB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1181100" y="50101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megabyte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353050" y="43053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MiB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5353050" y="50101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mebibyte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525000" y="43053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GiB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9525000" y="50101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gibibyte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14400" y="61912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6" name="Text richtext-1792441863686-722775196"/>
          <p:cNvSpPr/>
          <p:nvPr/>
        </p:nvSpPr>
        <p:spPr>
          <a:xfrm>
            <a:off x="914400" y="6667500"/>
            <a:ext cx="16459200" cy="2476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Guide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(2023):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Uploading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copying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objects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using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multipart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upload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Guide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(2023):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multipart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upload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limits;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Checking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integrity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Guide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(2023):</a:t>
            </a:r>
            <a:r>
              <a:rPr lang="en-US" sz="21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botocore: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81cfd021-3125-44ca-a411-a631bb1cb0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2026-10-19T20:31:22Z</dcterms:created>
  <dcterms:modified xsi:type="dcterms:W3CDTF">2026-10-19T20:31:22Z</dcterms:modified>
</cp:coreProperties>
</file>