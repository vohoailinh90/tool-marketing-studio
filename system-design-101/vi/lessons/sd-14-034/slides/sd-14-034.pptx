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505075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81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mới: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chiếc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hộp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suốt có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niêm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phong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9530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 hộp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trong.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 chỉ cho</a:t>
            </a:r>
            <a:r>
              <a:rPr lang="en-US" sz="28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 có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850" dirty="0"/>
          </a:p>
        </p:txBody>
      </p:sp>
      <p:sp>
        <p:nvSpPr>
          <p:cNvPr id="6" name="Connector line-1792339322685-634518610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Nhãn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Nội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dirty="0" spc="2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Dấu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hộp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24955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HỘP</a:t>
            </a:r>
            <a:r>
              <a:rPr lang="en-US" sz="1650" b="1" spc="21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1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763250" y="2952750"/>
            <a:ext cx="66675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D8D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49000" y="3238500"/>
            <a:ext cx="6096000" cy="990600"/>
          </a:xfrm>
          <a:prstGeom prst="roundRect">
            <a:avLst>
              <a:gd name="adj" fmla="val 15385"/>
            </a:avLst>
          </a:prstGeom>
          <a:solidFill>
            <a:srgbClr val="2F3551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4750" y="34099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430500" y="34480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334750" y="3790950"/>
            <a:ext cx="533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"alg":"HS256"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049000" y="4362450"/>
            <a:ext cx="6096000" cy="990600"/>
          </a:xfrm>
          <a:prstGeom prst="roundRect">
            <a:avLst>
              <a:gd name="adj" fmla="val 15385"/>
            </a:avLst>
          </a:prstGeom>
          <a:solidFill>
            <a:srgbClr val="473C32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4750" y="45339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430500" y="45720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334750" y="4914900"/>
            <a:ext cx="533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{"name":"Minh","level":1}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049000" y="5486400"/>
            <a:ext cx="6096000" cy="990600"/>
          </a:xfrm>
          <a:prstGeom prst="roundRect">
            <a:avLst>
              <a:gd name="adj" fmla="val 15385"/>
            </a:avLst>
          </a:prstGeom>
          <a:solidFill>
            <a:srgbClr val="244240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4750" y="56578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334750" y="60388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nhãn,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6135350" y="5562600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100" y="0"/>
                </a:moveTo>
                <a:lnTo>
                  <a:pt x="507849" y="87884"/>
                </a:lnTo>
                <a:lnTo>
                  <a:pt x="628650" y="56149"/>
                </a:lnTo>
                <a:lnTo>
                  <a:pt x="661567" y="176633"/>
                </a:lnTo>
                <a:lnTo>
                  <a:pt x="782051" y="209550"/>
                </a:lnTo>
                <a:lnTo>
                  <a:pt x="750316" y="330351"/>
                </a:lnTo>
                <a:lnTo>
                  <a:pt x="838200" y="419100"/>
                </a:lnTo>
                <a:lnTo>
                  <a:pt x="750316" y="507849"/>
                </a:lnTo>
                <a:lnTo>
                  <a:pt x="782051" y="628650"/>
                </a:lnTo>
                <a:lnTo>
                  <a:pt x="661567" y="661567"/>
                </a:lnTo>
                <a:lnTo>
                  <a:pt x="628650" y="782051"/>
                </a:lnTo>
                <a:lnTo>
                  <a:pt x="507849" y="750316"/>
                </a:lnTo>
                <a:lnTo>
                  <a:pt x="419100" y="838200"/>
                </a:lnTo>
                <a:lnTo>
                  <a:pt x="330351" y="750316"/>
                </a:lnTo>
                <a:lnTo>
                  <a:pt x="209550" y="782051"/>
                </a:lnTo>
                <a:lnTo>
                  <a:pt x="176633" y="661567"/>
                </a:lnTo>
                <a:lnTo>
                  <a:pt x="56149" y="628650"/>
                </a:lnTo>
                <a:lnTo>
                  <a:pt x="87884" y="507849"/>
                </a:lnTo>
                <a:lnTo>
                  <a:pt x="0" y="419100"/>
                </a:lnTo>
                <a:lnTo>
                  <a:pt x="87884" y="330351"/>
                </a:lnTo>
                <a:lnTo>
                  <a:pt x="56149" y="209550"/>
                </a:lnTo>
                <a:lnTo>
                  <a:pt x="176633" y="176633"/>
                </a:lnTo>
                <a:lnTo>
                  <a:pt x="209550" y="56149"/>
                </a:lnTo>
                <a:lnTo>
                  <a:pt x="330351" y="87884"/>
                </a:lnTo>
                <a:lnTo>
                  <a:pt x="419100" y="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28" name="Shape 26"/>
          <p:cNvSpPr/>
          <p:nvPr/>
        </p:nvSpPr>
        <p:spPr>
          <a:xfrm>
            <a:off x="16344900" y="5772150"/>
            <a:ext cx="419100" cy="419100"/>
          </a:xfrm>
          <a:prstGeom prst="ellipse">
            <a:avLst/>
          </a:prstGeom>
          <a:noFill/>
          <a:ln w="28575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2f0e670-6203-4896-9b25-e04e4a4061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334500" cy="2571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Đưa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 tin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 bên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kia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0477500" y="1619250"/>
            <a:ext cx="6896100" cy="2190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chữ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độ,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0005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4762500"/>
            <a:ext cx="2857500" cy="1333500"/>
          </a:xfrm>
          <a:prstGeom prst="roundRect">
            <a:avLst>
              <a:gd name="adj" fmla="val 15714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700" dirty="0"/>
          </a:p>
        </p:txBody>
      </p:sp>
      <p:sp>
        <p:nvSpPr>
          <p:cNvPr id="7" name="Connector line-1792363423248-86657469"/>
          <p:cNvSpPr/>
          <p:nvPr/>
        </p:nvSpPr>
        <p:spPr>
          <a:xfrm>
            <a:off x="4343400" y="5429250"/>
            <a:ext cx="2743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39000" y="4381500"/>
            <a:ext cx="38100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46101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7543800" y="5581650"/>
            <a:ext cx="1047750" cy="571500"/>
          </a:xfrm>
          <a:prstGeom prst="roundRect">
            <a:avLst>
              <a:gd name="adj" fmla="val 23333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743950" y="5581650"/>
            <a:ext cx="1619250" cy="571500"/>
          </a:xfrm>
          <a:prstGeom prst="roundRect">
            <a:avLst>
              <a:gd name="adj" fmla="val 23333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cấp</a:t>
            </a:r>
            <a:r>
              <a:rPr lang="en-US" sz="2100" dirty="0" spc="7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endParaRPr lang="en-US" sz="2100" dirty="0"/>
          </a:p>
        </p:txBody>
      </p:sp>
      <p:sp>
        <p:nvSpPr>
          <p:cNvPr id="12" name="Connector line-1792363423257-101832356"/>
          <p:cNvSpPr/>
          <p:nvPr/>
        </p:nvSpPr>
        <p:spPr>
          <a:xfrm>
            <a:off x="11201400" y="5429250"/>
            <a:ext cx="2743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4097000" y="4762500"/>
            <a:ext cx="2857500" cy="1333500"/>
          </a:xfrm>
          <a:prstGeom prst="roundRect">
            <a:avLst>
              <a:gd name="adj" fmla="val 15714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4104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5400" y="7810500"/>
            <a:ext cx="15716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phong.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95400" y="84010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(JWS)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HS256.</a:t>
            </a:r>
            <a:endParaRPr lang="en-US" sz="2550" dirty="0"/>
          </a:p>
        </p:txBody>
      </p:sp>
      <p:sp>
        <p:nvSpPr>
          <p:cNvPr id="18" name="Connector line-1792363423273-43248637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3540d8a-f313-4d37-b138-4c693f3133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9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phần,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dấu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953000" cy="3143250"/>
          </a:xfrm>
          <a:prstGeom prst="roundRect">
            <a:avLst>
              <a:gd name="adj" fmla="val 7273"/>
            </a:avLst>
          </a:prstGeom>
          <a:solidFill>
            <a:srgbClr val="2F3551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4290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00150" y="4000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niêm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phong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00150" y="5524500"/>
            <a:ext cx="4381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"alg":"HS256"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34100" y="4581525"/>
            <a:ext cx="266700" cy="2667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9" name="Shape 7"/>
          <p:cNvSpPr/>
          <p:nvPr/>
        </p:nvSpPr>
        <p:spPr>
          <a:xfrm>
            <a:off x="6667500" y="3143250"/>
            <a:ext cx="4953000" cy="3143250"/>
          </a:xfrm>
          <a:prstGeom prst="roundRect">
            <a:avLst>
              <a:gd name="adj" fmla="val 7273"/>
            </a:avLst>
          </a:prstGeom>
          <a:solidFill>
            <a:srgbClr val="473C32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3250" y="34290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53250" y="4000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000" dirty="0" spc="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53250" y="5524500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{"name":"Minh","level":1}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887200" y="4581525"/>
            <a:ext cx="266700" cy="2667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20600" y="3143250"/>
            <a:ext cx="4953000" cy="3143250"/>
          </a:xfrm>
          <a:prstGeom prst="roundRect">
            <a:avLst>
              <a:gd name="adj" fmla="val 7273"/>
            </a:avLst>
          </a:prstGeom>
          <a:solidFill>
            <a:srgbClr val="24424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06350" y="34290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06350" y="4000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Tính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nhãn,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6154400" y="5219700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100" y="0"/>
                </a:moveTo>
                <a:lnTo>
                  <a:pt x="507849" y="87884"/>
                </a:lnTo>
                <a:lnTo>
                  <a:pt x="628650" y="56149"/>
                </a:lnTo>
                <a:lnTo>
                  <a:pt x="661567" y="176633"/>
                </a:lnTo>
                <a:lnTo>
                  <a:pt x="782051" y="209550"/>
                </a:lnTo>
                <a:lnTo>
                  <a:pt x="750316" y="330351"/>
                </a:lnTo>
                <a:lnTo>
                  <a:pt x="838200" y="419100"/>
                </a:lnTo>
                <a:lnTo>
                  <a:pt x="750316" y="507849"/>
                </a:lnTo>
                <a:lnTo>
                  <a:pt x="782051" y="628650"/>
                </a:lnTo>
                <a:lnTo>
                  <a:pt x="661567" y="661567"/>
                </a:lnTo>
                <a:lnTo>
                  <a:pt x="628650" y="782051"/>
                </a:lnTo>
                <a:lnTo>
                  <a:pt x="507849" y="750316"/>
                </a:lnTo>
                <a:lnTo>
                  <a:pt x="419100" y="838200"/>
                </a:lnTo>
                <a:lnTo>
                  <a:pt x="330351" y="750316"/>
                </a:lnTo>
                <a:lnTo>
                  <a:pt x="209550" y="782051"/>
                </a:lnTo>
                <a:lnTo>
                  <a:pt x="176633" y="661567"/>
                </a:lnTo>
                <a:lnTo>
                  <a:pt x="56149" y="628650"/>
                </a:lnTo>
                <a:lnTo>
                  <a:pt x="87884" y="507849"/>
                </a:lnTo>
                <a:lnTo>
                  <a:pt x="0" y="419100"/>
                </a:lnTo>
                <a:lnTo>
                  <a:pt x="87884" y="330351"/>
                </a:lnTo>
                <a:lnTo>
                  <a:pt x="56149" y="209550"/>
                </a:lnTo>
                <a:lnTo>
                  <a:pt x="176633" y="176633"/>
                </a:lnTo>
                <a:lnTo>
                  <a:pt x="209550" y="56149"/>
                </a:lnTo>
                <a:lnTo>
                  <a:pt x="330351" y="87884"/>
                </a:lnTo>
                <a:lnTo>
                  <a:pt x="419100" y="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6363950" y="5429250"/>
            <a:ext cx="419100" cy="419100"/>
          </a:xfrm>
          <a:prstGeom prst="ellipse">
            <a:avLst/>
          </a:prstGeom>
          <a:noFill/>
          <a:ln w="28575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6572250"/>
            <a:ext cx="10706100" cy="171450"/>
          </a:xfrm>
          <a:custGeom>
            <a:avLst/>
            <a:gdLst/>
            <a:ahLst/>
            <a:cxnLst/>
            <a:rect l="l" t="t" r="r" b="b"/>
            <a:pathLst>
              <a:path w="10706100" h="171450">
                <a:moveTo>
                  <a:pt x="0" y="0"/>
                </a:moveTo>
                <a:lnTo>
                  <a:pt x="0" y="171450"/>
                </a:lnTo>
                <a:lnTo>
                  <a:pt x="10706100" y="171450"/>
                </a:lnTo>
                <a:lnTo>
                  <a:pt x="10706100" y="0"/>
                </a:lnTo>
              </a:path>
            </a:pathLst>
          </a:custGeom>
          <a:ln w="28575">
            <a:solidFill>
              <a:srgbClr val="F3E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953250"/>
            <a:ext cx="10706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dung: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4400" y="7715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5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base64url: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550" dirty="0"/>
          </a:p>
        </p:txBody>
      </p:sp>
      <p:sp>
        <p:nvSpPr>
          <p:cNvPr id="22" name="Connector line-1792363474518-1955031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e9dd75c-540d-4b58-82c1-b467c45b50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Dấu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75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sửa,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che</a:t>
            </a:r>
            <a:r>
              <a:rPr lang="en-US" sz="75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1809750" cy="762000"/>
          </a:xfrm>
          <a:prstGeom prst="roundRect">
            <a:avLst>
              <a:gd name="adj" fmla="val 225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33750" y="3429000"/>
            <a:ext cx="190500" cy="190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3714750" y="3143250"/>
            <a:ext cx="2476500" cy="762000"/>
          </a:xfrm>
          <a:prstGeom prst="roundRect">
            <a:avLst>
              <a:gd name="adj" fmla="val 225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4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500" y="5143500"/>
            <a:ext cx="2762250" cy="762000"/>
          </a:xfrm>
          <a:prstGeom prst="roundRect">
            <a:avLst>
              <a:gd name="adj" fmla="val 22500"/>
            </a:avLst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1562100" y="5372100"/>
            <a:ext cx="304800" cy="304800"/>
          </a:xfrm>
          <a:prstGeom prst="ellipse">
            <a:avLst/>
          </a:prstGeom>
          <a:noFill/>
          <a:ln w="47625">
            <a:solidFill>
              <a:srgbClr val="FBF8F2"/>
            </a:solidFill>
            <a:prstDash val="solid"/>
          </a:ln>
        </p:spPr>
      </p:sp>
      <p:sp>
        <p:nvSpPr>
          <p:cNvPr id="10" name="Connector line-1792363512990-10048269"/>
          <p:cNvSpPr/>
          <p:nvPr/>
        </p:nvSpPr>
        <p:spPr>
          <a:xfrm>
            <a:off x="1866900" y="5524500"/>
            <a:ext cx="400050" cy="0"/>
          </a:xfrm>
          <a:prstGeom prst="line">
            <a:avLst/>
          </a:prstGeom>
          <a:noFill/>
          <a:ln w="47625">
            <a:solidFill>
              <a:srgbClr val="FBF8F2"/>
            </a:solidFill>
            <a:prstDash val="solid"/>
            <a:headEnd type="none"/>
            <a:tailEnd type="none"/>
          </a:ln>
        </p:spPr>
      </p:sp>
      <p:sp>
        <p:nvSpPr>
          <p:cNvPr id="11" name="Connector line-1792363512990-790278244"/>
          <p:cNvSpPr/>
          <p:nvPr/>
        </p:nvSpPr>
        <p:spPr>
          <a:xfrm>
            <a:off x="2133600" y="5524500"/>
            <a:ext cx="0" cy="171450"/>
          </a:xfrm>
          <a:prstGeom prst="line">
            <a:avLst/>
          </a:prstGeom>
          <a:noFill/>
          <a:ln w="47625">
            <a:solidFill>
              <a:srgbClr val="FBF8F2"/>
            </a:solidFill>
            <a:prstDash val="solid"/>
            <a:headEnd type="none"/>
            <a:tailEnd type="none"/>
          </a:ln>
        </p:spPr>
      </p:sp>
      <p:sp>
        <p:nvSpPr>
          <p:cNvPr id="12" name="Connector line-1792363512990-756159905"/>
          <p:cNvSpPr/>
          <p:nvPr/>
        </p:nvSpPr>
        <p:spPr>
          <a:xfrm>
            <a:off x="2266950" y="5524500"/>
            <a:ext cx="0" cy="133350"/>
          </a:xfrm>
          <a:prstGeom prst="line">
            <a:avLst/>
          </a:prstGeom>
          <a:noFill/>
          <a:ln w="47625">
            <a:solidFill>
              <a:srgbClr val="FBF8F2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495550" y="5191125"/>
            <a:ext cx="152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400" b="1" dirty="0" spc="-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400" dirty="0"/>
          </a:p>
        </p:txBody>
      </p:sp>
      <p:sp>
        <p:nvSpPr>
          <p:cNvPr id="14" name="Connector line-1792363512993-733107306"/>
          <p:cNvSpPr/>
          <p:nvPr/>
        </p:nvSpPr>
        <p:spPr>
          <a:xfrm>
            <a:off x="6324600" y="3600450"/>
            <a:ext cx="1733550" cy="6858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63512993-289842518"/>
          <p:cNvSpPr/>
          <p:nvPr/>
        </p:nvSpPr>
        <p:spPr>
          <a:xfrm flipV="1">
            <a:off x="4229100" y="4876800"/>
            <a:ext cx="3829050" cy="6286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1500" y="3762375"/>
            <a:ext cx="28575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1500" y="40005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8191500" y="4810125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1950" dirty="0"/>
          </a:p>
        </p:txBody>
      </p:sp>
      <p:sp>
        <p:nvSpPr>
          <p:cNvPr id="19" name="Connector line-1792363512999-145156293"/>
          <p:cNvSpPr/>
          <p:nvPr/>
        </p:nvSpPr>
        <p:spPr>
          <a:xfrm>
            <a:off x="11201400" y="4572000"/>
            <a:ext cx="20193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290421" y="3600450"/>
            <a:ext cx="1708659" cy="1752600"/>
          </a:xfrm>
          <a:custGeom>
            <a:avLst/>
            <a:gdLst/>
            <a:ahLst/>
            <a:cxnLst/>
            <a:rect l="l" t="t" r="r" b="b"/>
            <a:pathLst>
              <a:path w="1708659" h="1752600">
                <a:moveTo>
                  <a:pt x="854329" y="0"/>
                </a:moveTo>
                <a:lnTo>
                  <a:pt x="1015412" y="170550"/>
                </a:lnTo>
                <a:lnTo>
                  <a:pt x="1234542" y="86781"/>
                </a:lnTo>
                <a:lnTo>
                  <a:pt x="1305674" y="310332"/>
                </a:lnTo>
                <a:lnTo>
                  <a:pt x="1539448" y="329936"/>
                </a:lnTo>
                <a:lnTo>
                  <a:pt x="1506541" y="562212"/>
                </a:lnTo>
                <a:lnTo>
                  <a:pt x="1708659" y="681305"/>
                </a:lnTo>
                <a:lnTo>
                  <a:pt x="1578229" y="876300"/>
                </a:lnTo>
                <a:lnTo>
                  <a:pt x="1708659" y="1071295"/>
                </a:lnTo>
                <a:lnTo>
                  <a:pt x="1506541" y="1190388"/>
                </a:lnTo>
                <a:lnTo>
                  <a:pt x="1539448" y="1422664"/>
                </a:lnTo>
                <a:lnTo>
                  <a:pt x="1305674" y="1442268"/>
                </a:lnTo>
                <a:lnTo>
                  <a:pt x="1234542" y="1665819"/>
                </a:lnTo>
                <a:lnTo>
                  <a:pt x="1015412" y="1582050"/>
                </a:lnTo>
                <a:lnTo>
                  <a:pt x="854329" y="1752600"/>
                </a:lnTo>
                <a:lnTo>
                  <a:pt x="693246" y="1582050"/>
                </a:lnTo>
                <a:lnTo>
                  <a:pt x="474117" y="1665819"/>
                </a:lnTo>
                <a:lnTo>
                  <a:pt x="402985" y="1442268"/>
                </a:lnTo>
                <a:lnTo>
                  <a:pt x="169210" y="1422664"/>
                </a:lnTo>
                <a:lnTo>
                  <a:pt x="202118" y="1190388"/>
                </a:lnTo>
                <a:lnTo>
                  <a:pt x="0" y="1071295"/>
                </a:lnTo>
                <a:lnTo>
                  <a:pt x="130429" y="876300"/>
                </a:lnTo>
                <a:lnTo>
                  <a:pt x="0" y="681305"/>
                </a:lnTo>
                <a:lnTo>
                  <a:pt x="202118" y="562212"/>
                </a:lnTo>
                <a:lnTo>
                  <a:pt x="169210" y="329936"/>
                </a:lnTo>
                <a:lnTo>
                  <a:pt x="402985" y="310332"/>
                </a:lnTo>
                <a:lnTo>
                  <a:pt x="474117" y="86781"/>
                </a:lnTo>
                <a:lnTo>
                  <a:pt x="693246" y="170550"/>
                </a:lnTo>
                <a:lnTo>
                  <a:pt x="854329" y="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87550" y="4019550"/>
            <a:ext cx="914400" cy="914400"/>
          </a:xfrm>
          <a:prstGeom prst="ellipse">
            <a:avLst/>
          </a:prstGeom>
          <a:noFill/>
          <a:ln w="47625">
            <a:solidFill>
              <a:srgbClr val="FBF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92250" y="5476875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14400" y="666750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24" name="Text 22"/>
          <p:cNvSpPr/>
          <p:nvPr/>
        </p:nvSpPr>
        <p:spPr>
          <a:xfrm>
            <a:off x="1295400" y="6896100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 NGHIỆM ·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25" name="Text richtext-1792363513005-946110099"/>
          <p:cNvSpPr/>
          <p:nvPr/>
        </p:nvSpPr>
        <p:spPr>
          <a:xfrm>
            <a:off x="1295400" y="7334250"/>
            <a:ext cx="1571625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HMAC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PyJWT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2.14.0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hộp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hợp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Hộp tự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26" name="Connector line-1792363513029-61808660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23931797-0a9a-4661-8581-d169098d3e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1950" b="1" spc="29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8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 hộp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cần</a:t>
            </a:r>
            <a:r>
              <a:rPr lang="en-US" sz="75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476750" cy="3238500"/>
          </a:xfrm>
          <a:prstGeom prst="roundRect">
            <a:avLst>
              <a:gd name="adj" fmla="val 7059"/>
            </a:avLst>
          </a:prstGeom>
          <a:solidFill>
            <a:srgbClr val="1E212B"/>
          </a:solidFill>
          <a:ln w="28575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667125"/>
            <a:ext cx="3905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dirty="0" spc="-9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eyJ…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200150" y="571500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21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1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eyJ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715000" y="41910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base64url</a:t>
            </a:r>
            <a:endParaRPr lang="en-US" sz="2250" dirty="0"/>
          </a:p>
        </p:txBody>
      </p:sp>
      <p:sp>
        <p:nvSpPr>
          <p:cNvPr id="8" name="Connector line-1792363556683-874888614"/>
          <p:cNvSpPr/>
          <p:nvPr/>
        </p:nvSpPr>
        <p:spPr>
          <a:xfrm>
            <a:off x="5810250" y="4857750"/>
            <a:ext cx="32385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77050" y="5276850"/>
            <a:ext cx="304800" cy="304800"/>
          </a:xfrm>
          <a:prstGeom prst="ellipse">
            <a:avLst/>
          </a:prstGeom>
          <a:noFill/>
          <a:ln w="47625">
            <a:solidFill>
              <a:srgbClr val="F3EEE3"/>
            </a:solidFill>
            <a:prstDash val="solid"/>
          </a:ln>
        </p:spPr>
      </p:sp>
      <p:sp>
        <p:nvSpPr>
          <p:cNvPr id="10" name="Connector line-1792363556685-793488594"/>
          <p:cNvSpPr/>
          <p:nvPr/>
        </p:nvSpPr>
        <p:spPr>
          <a:xfrm>
            <a:off x="7181850" y="5429250"/>
            <a:ext cx="5143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1" name="Connector line-1792363556685-88910108"/>
          <p:cNvSpPr/>
          <p:nvPr/>
        </p:nvSpPr>
        <p:spPr>
          <a:xfrm>
            <a:off x="7524750" y="5429250"/>
            <a:ext cx="0" cy="1714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2" name="Connector line-1792363556685-23994786"/>
          <p:cNvSpPr/>
          <p:nvPr/>
        </p:nvSpPr>
        <p:spPr>
          <a:xfrm>
            <a:off x="7696200" y="5429250"/>
            <a:ext cx="0" cy="1333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3" name="Connector line-1792363556685-41530382"/>
          <p:cNvSpPr/>
          <p:nvPr/>
        </p:nvSpPr>
        <p:spPr>
          <a:xfrm flipV="1">
            <a:off x="6819900" y="5181600"/>
            <a:ext cx="1047750" cy="51435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715000" y="59055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0" y="3238500"/>
            <a:ext cx="7848600" cy="1524000"/>
          </a:xfrm>
          <a:prstGeom prst="roundRect">
            <a:avLst>
              <a:gd name="adj" fmla="val 15000"/>
            </a:avLst>
          </a:prstGeom>
          <a:solidFill>
            <a:srgbClr val="2F3551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0750" y="34480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10750" y="394335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{"alg":"HS256","typ":"JWT"}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525000" y="4953000"/>
            <a:ext cx="7848600" cy="1524000"/>
          </a:xfrm>
          <a:prstGeom prst="roundRect">
            <a:avLst>
              <a:gd name="adj" fmla="val 15000"/>
            </a:avLst>
          </a:prstGeom>
          <a:solidFill>
            <a:srgbClr val="473C32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0750" y="51625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10750" y="565785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{"name":"Minh","level":1}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4400" y="69532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3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33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14400" y="77724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eyJ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mở</a:t>
            </a:r>
            <a:r>
              <a:rPr lang="en-US" sz="25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{"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base64url.</a:t>
            </a:r>
            <a:endParaRPr lang="en-US" sz="2550" dirty="0"/>
          </a:p>
        </p:txBody>
      </p:sp>
      <p:sp>
        <p:nvSpPr>
          <p:cNvPr id="23" name="Connector line-1792363556703-95511775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214b13dd-5061-4fb1-a33e-be6f2ebe52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 5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75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tự,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dấu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971800"/>
            <a:ext cx="533400" cy="533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28950"/>
            <a:ext cx="53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19250" y="30099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Tách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endParaRPr lang="en-US" sz="2550" dirty="0"/>
          </a:p>
        </p:txBody>
      </p:sp>
      <p:sp>
        <p:nvSpPr>
          <p:cNvPr id="7" name="Connector line-1792363607162-320296432"/>
          <p:cNvSpPr/>
          <p:nvPr/>
        </p:nvSpPr>
        <p:spPr>
          <a:xfrm>
            <a:off x="4286250" y="3238500"/>
            <a:ext cx="5143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8" name="Shape 6"/>
          <p:cNvSpPr/>
          <p:nvPr/>
        </p:nvSpPr>
        <p:spPr>
          <a:xfrm>
            <a:off x="4991100" y="2971800"/>
            <a:ext cx="533400" cy="533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4991100" y="3028950"/>
            <a:ext cx="53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695950" y="3009900"/>
            <a:ext cx="647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Tính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endParaRPr lang="en-US" sz="2550" dirty="0"/>
          </a:p>
        </p:txBody>
      </p:sp>
      <p:sp>
        <p:nvSpPr>
          <p:cNvPr id="11" name="Connector line-1792363607169-177816380"/>
          <p:cNvSpPr/>
          <p:nvPr/>
        </p:nvSpPr>
        <p:spPr>
          <a:xfrm>
            <a:off x="12344400" y="3238500"/>
            <a:ext cx="5143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2" name="Shape 10"/>
          <p:cNvSpPr/>
          <p:nvPr/>
        </p:nvSpPr>
        <p:spPr>
          <a:xfrm>
            <a:off x="13049250" y="2971800"/>
            <a:ext cx="533400" cy="533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3049250" y="3028950"/>
            <a:ext cx="53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754100" y="300990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4095750"/>
            <a:ext cx="78105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0150" y="43624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00150" y="4857750"/>
            <a:ext cx="72390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0150" y="4857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3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"level":1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1200150" y="6238875"/>
            <a:ext cx="38100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9700" y="6372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323401" y="55090"/>
                </a:lnTo>
                <a:lnTo>
                  <a:pt x="400050" y="35731"/>
                </a:lnTo>
                <a:lnTo>
                  <a:pt x="421609" y="111791"/>
                </a:lnTo>
                <a:lnTo>
                  <a:pt x="497669" y="133350"/>
                </a:lnTo>
                <a:lnTo>
                  <a:pt x="478310" y="209999"/>
                </a:lnTo>
                <a:lnTo>
                  <a:pt x="533400" y="266700"/>
                </a:lnTo>
                <a:lnTo>
                  <a:pt x="478310" y="323401"/>
                </a:lnTo>
                <a:lnTo>
                  <a:pt x="497669" y="400050"/>
                </a:lnTo>
                <a:lnTo>
                  <a:pt x="421609" y="421609"/>
                </a:lnTo>
                <a:lnTo>
                  <a:pt x="400050" y="497669"/>
                </a:lnTo>
                <a:lnTo>
                  <a:pt x="323401" y="478310"/>
                </a:lnTo>
                <a:lnTo>
                  <a:pt x="266700" y="533400"/>
                </a:lnTo>
                <a:lnTo>
                  <a:pt x="209999" y="478310"/>
                </a:lnTo>
                <a:lnTo>
                  <a:pt x="133350" y="497669"/>
                </a:lnTo>
                <a:lnTo>
                  <a:pt x="111791" y="421609"/>
                </a:lnTo>
                <a:lnTo>
                  <a:pt x="35731" y="400050"/>
                </a:lnTo>
                <a:lnTo>
                  <a:pt x="55090" y="323401"/>
                </a:lnTo>
                <a:lnTo>
                  <a:pt x="0" y="266700"/>
                </a:lnTo>
                <a:lnTo>
                  <a:pt x="55090" y="209999"/>
                </a:lnTo>
                <a:lnTo>
                  <a:pt x="35731" y="133350"/>
                </a:lnTo>
                <a:lnTo>
                  <a:pt x="111791" y="111791"/>
                </a:lnTo>
                <a:lnTo>
                  <a:pt x="133350" y="35731"/>
                </a:lnTo>
                <a:lnTo>
                  <a:pt x="209999" y="55090"/>
                </a:lnTo>
                <a:lnTo>
                  <a:pt x="266700" y="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2133600" y="6429375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391150" y="6238875"/>
            <a:ext cx="30480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5676900" y="6486525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0" y="152400"/>
                </a:moveTo>
                <a:lnTo>
                  <a:pt x="152400" y="304800"/>
                </a:lnTo>
                <a:lnTo>
                  <a:pt x="419100" y="0"/>
                </a:lnTo>
              </a:path>
            </a:pathLst>
          </a:custGeom>
          <a:ln w="66675">
            <a:solidFill>
              <a:srgbClr val="FBF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6500" y="6429375"/>
            <a:ext cx="200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endParaRPr lang="en-US" sz="2550" dirty="0"/>
          </a:p>
        </p:txBody>
      </p:sp>
      <p:sp>
        <p:nvSpPr>
          <p:cNvPr id="25" name="Connector line-1792363607194-377803842"/>
          <p:cNvSpPr/>
          <p:nvPr/>
        </p:nvSpPr>
        <p:spPr>
          <a:xfrm>
            <a:off x="8858250" y="5905500"/>
            <a:ext cx="571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63100" y="4095750"/>
            <a:ext cx="78105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48850" y="43624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1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9,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b="1" spc="2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48850" y="4857750"/>
            <a:ext cx="72390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8850" y="4857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"level":</a:t>
            </a:r>
            <a:pPr algn="ctr" indent="0" marL="0">
              <a:buNone/>
            </a:pPr>
            <a:r>
              <a:rPr lang="en-US" sz="54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5400" dirty="0"/>
          </a:p>
        </p:txBody>
      </p:sp>
      <p:sp>
        <p:nvSpPr>
          <p:cNvPr id="30" name="Shape 28"/>
          <p:cNvSpPr/>
          <p:nvPr/>
        </p:nvSpPr>
        <p:spPr>
          <a:xfrm>
            <a:off x="9848850" y="6238875"/>
            <a:ext cx="38100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6372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323401" y="55090"/>
                </a:lnTo>
                <a:lnTo>
                  <a:pt x="400050" y="35731"/>
                </a:lnTo>
                <a:lnTo>
                  <a:pt x="421609" y="111791"/>
                </a:lnTo>
                <a:lnTo>
                  <a:pt x="497669" y="133350"/>
                </a:lnTo>
                <a:lnTo>
                  <a:pt x="478310" y="209999"/>
                </a:lnTo>
                <a:lnTo>
                  <a:pt x="533400" y="266700"/>
                </a:lnTo>
                <a:lnTo>
                  <a:pt x="478310" y="323401"/>
                </a:lnTo>
                <a:lnTo>
                  <a:pt x="497669" y="400050"/>
                </a:lnTo>
                <a:lnTo>
                  <a:pt x="421609" y="421609"/>
                </a:lnTo>
                <a:lnTo>
                  <a:pt x="400050" y="497669"/>
                </a:lnTo>
                <a:lnTo>
                  <a:pt x="323401" y="478310"/>
                </a:lnTo>
                <a:lnTo>
                  <a:pt x="266700" y="533400"/>
                </a:lnTo>
                <a:lnTo>
                  <a:pt x="209999" y="478310"/>
                </a:lnTo>
                <a:lnTo>
                  <a:pt x="133350" y="497669"/>
                </a:lnTo>
                <a:lnTo>
                  <a:pt x="111791" y="421609"/>
                </a:lnTo>
                <a:lnTo>
                  <a:pt x="35731" y="400050"/>
                </a:lnTo>
                <a:lnTo>
                  <a:pt x="55090" y="323401"/>
                </a:lnTo>
                <a:lnTo>
                  <a:pt x="0" y="266700"/>
                </a:lnTo>
                <a:lnTo>
                  <a:pt x="55090" y="209999"/>
                </a:lnTo>
                <a:lnTo>
                  <a:pt x="35731" y="133350"/>
                </a:lnTo>
                <a:lnTo>
                  <a:pt x="111791" y="111791"/>
                </a:lnTo>
                <a:lnTo>
                  <a:pt x="133350" y="35731"/>
                </a:lnTo>
                <a:lnTo>
                  <a:pt x="209999" y="55090"/>
                </a:lnTo>
                <a:lnTo>
                  <a:pt x="266700" y="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10782300" y="6429375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4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4039850" y="6238875"/>
            <a:ext cx="3048000" cy="800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14344650" y="64674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342900"/>
                </a:lnTo>
                <a:moveTo>
                  <a:pt x="342900" y="0"/>
                </a:moveTo>
                <a:lnTo>
                  <a:pt x="0" y="342900"/>
                </a:lnTo>
              </a:path>
            </a:pathLst>
          </a:custGeom>
          <a:ln w="66675">
            <a:solidFill>
              <a:srgbClr val="FBF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897100" y="6429375"/>
            <a:ext cx="200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9848850" y="72199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PyJWT</a:t>
            </a:r>
            <a:r>
              <a:rPr lang="en-US" sz="195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1950" dirty="0" spc="-1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InvalidSignatureError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914400" y="79629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(JWT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JWS)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lệch: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lẫn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914400" y="87058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(Python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3.13.16).</a:t>
            </a:r>
            <a:endParaRPr lang="en-US" sz="1950" dirty="0"/>
          </a:p>
        </p:txBody>
      </p:sp>
      <p:sp>
        <p:nvSpPr>
          <p:cNvPr id="39" name="Connector line-1792363607222-74717640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006f579e-7d7b-4feb-8a0b-f77cad5c8f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 ĐƯỢC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Dấu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niêm phong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809750"/>
          </a:xfrm>
          <a:prstGeom prst="roundRect">
            <a:avLst>
              <a:gd name="adj" fmla="val 13684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495675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4610100" y="3609975"/>
            <a:ext cx="304800" cy="304800"/>
          </a:xfrm>
          <a:prstGeom prst="ellipse">
            <a:avLst/>
          </a:prstGeom>
          <a:noFill/>
          <a:ln w="47625">
            <a:solidFill>
              <a:srgbClr val="F3EEE3"/>
            </a:solidFill>
            <a:prstDash val="solid"/>
          </a:ln>
        </p:spPr>
      </p:sp>
      <p:sp>
        <p:nvSpPr>
          <p:cNvPr id="7" name="Connector line-1792365275015-725230088"/>
          <p:cNvSpPr/>
          <p:nvPr/>
        </p:nvSpPr>
        <p:spPr>
          <a:xfrm>
            <a:off x="4914900" y="3762375"/>
            <a:ext cx="4953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8" name="Connector line-1792365275015-764622348"/>
          <p:cNvSpPr/>
          <p:nvPr/>
        </p:nvSpPr>
        <p:spPr>
          <a:xfrm>
            <a:off x="5238750" y="3762375"/>
            <a:ext cx="0" cy="1714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9" name="Connector line-1792365275016-786501967"/>
          <p:cNvSpPr/>
          <p:nvPr/>
        </p:nvSpPr>
        <p:spPr>
          <a:xfrm>
            <a:off x="5410200" y="3762375"/>
            <a:ext cx="0" cy="1333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0" name="Connector line-1792365275016-68017972"/>
          <p:cNvSpPr/>
          <p:nvPr/>
        </p:nvSpPr>
        <p:spPr>
          <a:xfrm>
            <a:off x="5715000" y="3762375"/>
            <a:ext cx="81915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6667500" y="3286125"/>
            <a:ext cx="4572000" cy="952500"/>
          </a:xfrm>
          <a:prstGeom prst="roundRect">
            <a:avLst>
              <a:gd name="adj" fmla="val 18000"/>
            </a:avLst>
          </a:prstGeom>
          <a:solidFill>
            <a:srgbClr val="473C32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67500" y="3286125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{"name":"Minh","level":9}</a:t>
            </a:r>
            <a:endParaRPr lang="en-US" sz="2250" dirty="0"/>
          </a:p>
        </p:txBody>
      </p:sp>
      <p:sp>
        <p:nvSpPr>
          <p:cNvPr id="13" name="Connector line-1792365275020-375175386"/>
          <p:cNvSpPr/>
          <p:nvPr/>
        </p:nvSpPr>
        <p:spPr>
          <a:xfrm>
            <a:off x="11372850" y="3762375"/>
            <a:ext cx="47625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14" name="Shape 12"/>
          <p:cNvSpPr/>
          <p:nvPr/>
        </p:nvSpPr>
        <p:spPr>
          <a:xfrm>
            <a:off x="11963400" y="33813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462353" y="77385"/>
                </a:lnTo>
                <a:lnTo>
                  <a:pt x="571500" y="51044"/>
                </a:lnTo>
                <a:lnTo>
                  <a:pt x="603261" y="158739"/>
                </a:lnTo>
                <a:lnTo>
                  <a:pt x="710956" y="190500"/>
                </a:lnTo>
                <a:lnTo>
                  <a:pt x="684615" y="299647"/>
                </a:lnTo>
                <a:lnTo>
                  <a:pt x="762000" y="381000"/>
                </a:lnTo>
                <a:lnTo>
                  <a:pt x="684615" y="462353"/>
                </a:lnTo>
                <a:lnTo>
                  <a:pt x="710956" y="571500"/>
                </a:lnTo>
                <a:lnTo>
                  <a:pt x="603261" y="603261"/>
                </a:lnTo>
                <a:lnTo>
                  <a:pt x="571500" y="710956"/>
                </a:lnTo>
                <a:lnTo>
                  <a:pt x="462353" y="684615"/>
                </a:lnTo>
                <a:lnTo>
                  <a:pt x="381000" y="762000"/>
                </a:lnTo>
                <a:lnTo>
                  <a:pt x="299647" y="684615"/>
                </a:lnTo>
                <a:lnTo>
                  <a:pt x="190500" y="710956"/>
                </a:lnTo>
                <a:lnTo>
                  <a:pt x="158739" y="603261"/>
                </a:lnTo>
                <a:lnTo>
                  <a:pt x="51044" y="571500"/>
                </a:lnTo>
                <a:lnTo>
                  <a:pt x="77385" y="462353"/>
                </a:lnTo>
                <a:lnTo>
                  <a:pt x="0" y="381000"/>
                </a:lnTo>
                <a:lnTo>
                  <a:pt x="77385" y="299647"/>
                </a:lnTo>
                <a:lnTo>
                  <a:pt x="51044" y="190500"/>
                </a:lnTo>
                <a:lnTo>
                  <a:pt x="158739" y="158739"/>
                </a:lnTo>
                <a:lnTo>
                  <a:pt x="190500" y="51044"/>
                </a:lnTo>
                <a:lnTo>
                  <a:pt x="299647" y="77385"/>
                </a:lnTo>
                <a:lnTo>
                  <a:pt x="381000" y="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53900" y="3571875"/>
            <a:ext cx="381000" cy="381000"/>
          </a:xfrm>
          <a:prstGeom prst="ellipse">
            <a:avLst/>
          </a:prstGeom>
          <a:noFill/>
          <a:ln w="28575">
            <a:solidFill>
              <a:srgbClr val="14161C"/>
            </a:solidFill>
            <a:prstDash val="solid"/>
          </a:ln>
        </p:spPr>
      </p:sp>
      <p:sp>
        <p:nvSpPr>
          <p:cNvPr id="16" name="Connector line-1792365275021-835070155"/>
          <p:cNvSpPr/>
          <p:nvPr/>
        </p:nvSpPr>
        <p:spPr>
          <a:xfrm>
            <a:off x="12839700" y="3762375"/>
            <a:ext cx="7239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17" name="Shape 15"/>
          <p:cNvSpPr/>
          <p:nvPr/>
        </p:nvSpPr>
        <p:spPr>
          <a:xfrm>
            <a:off x="13716000" y="3362325"/>
            <a:ext cx="3333750" cy="800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39850" y="3609975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0" y="152400"/>
                </a:moveTo>
                <a:lnTo>
                  <a:pt x="152400" y="304800"/>
                </a:lnTo>
                <a:lnTo>
                  <a:pt x="419100" y="0"/>
                </a:lnTo>
              </a:path>
            </a:pathLst>
          </a:custGeom>
          <a:ln w="66675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68500" y="3552825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4905375"/>
            <a:ext cx="16459200" cy="1809750"/>
          </a:xfrm>
          <a:prstGeom prst="roundRect">
            <a:avLst>
              <a:gd name="adj" fmla="val 13684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8250" y="554355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4610100" y="5657850"/>
            <a:ext cx="304800" cy="304800"/>
          </a:xfrm>
          <a:prstGeom prst="ellipse">
            <a:avLst/>
          </a:prstGeom>
          <a:noFill/>
          <a:ln w="47625">
            <a:solidFill>
              <a:srgbClr val="FF6A4D"/>
            </a:solidFill>
            <a:prstDash val="solid"/>
          </a:ln>
        </p:spPr>
      </p:sp>
      <p:sp>
        <p:nvSpPr>
          <p:cNvPr id="23" name="Connector line-1792365275037-695285254"/>
          <p:cNvSpPr/>
          <p:nvPr/>
        </p:nvSpPr>
        <p:spPr>
          <a:xfrm>
            <a:off x="4914900" y="5810250"/>
            <a:ext cx="4953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4" name="Connector line-1792365275037-910004290"/>
          <p:cNvSpPr/>
          <p:nvPr/>
        </p:nvSpPr>
        <p:spPr>
          <a:xfrm>
            <a:off x="5238750" y="5810250"/>
            <a:ext cx="0" cy="1714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5" name="Connector line-1792365275037-943409998"/>
          <p:cNvSpPr/>
          <p:nvPr/>
        </p:nvSpPr>
        <p:spPr>
          <a:xfrm>
            <a:off x="5410200" y="5810250"/>
            <a:ext cx="0" cy="1333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6" name="Connector line-1792365275038-805692534"/>
          <p:cNvSpPr/>
          <p:nvPr/>
        </p:nvSpPr>
        <p:spPr>
          <a:xfrm>
            <a:off x="5715000" y="5810250"/>
            <a:ext cx="81915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27" name="Shape 25"/>
          <p:cNvSpPr/>
          <p:nvPr/>
        </p:nvSpPr>
        <p:spPr>
          <a:xfrm>
            <a:off x="6667500" y="5334000"/>
            <a:ext cx="4572000" cy="952500"/>
          </a:xfrm>
          <a:prstGeom prst="roundRect">
            <a:avLst>
              <a:gd name="adj" fmla="val 18000"/>
            </a:avLst>
          </a:prstGeom>
          <a:solidFill>
            <a:srgbClr val="473C32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7500" y="53340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{"name":"Minh","level":9}</a:t>
            </a:r>
            <a:endParaRPr lang="en-US" sz="2250" dirty="0"/>
          </a:p>
        </p:txBody>
      </p:sp>
      <p:sp>
        <p:nvSpPr>
          <p:cNvPr id="29" name="Connector line-1792365275041-91813236"/>
          <p:cNvSpPr/>
          <p:nvPr/>
        </p:nvSpPr>
        <p:spPr>
          <a:xfrm>
            <a:off x="11372850" y="5810250"/>
            <a:ext cx="47625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30" name="Shape 28"/>
          <p:cNvSpPr/>
          <p:nvPr/>
        </p:nvSpPr>
        <p:spPr>
          <a:xfrm>
            <a:off x="11963400" y="5429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462353" y="77385"/>
                </a:lnTo>
                <a:lnTo>
                  <a:pt x="571500" y="51044"/>
                </a:lnTo>
                <a:lnTo>
                  <a:pt x="603261" y="158739"/>
                </a:lnTo>
                <a:lnTo>
                  <a:pt x="710956" y="190500"/>
                </a:lnTo>
                <a:lnTo>
                  <a:pt x="684615" y="299647"/>
                </a:lnTo>
                <a:lnTo>
                  <a:pt x="762000" y="381000"/>
                </a:lnTo>
                <a:lnTo>
                  <a:pt x="684615" y="462353"/>
                </a:lnTo>
                <a:lnTo>
                  <a:pt x="710956" y="571500"/>
                </a:lnTo>
                <a:lnTo>
                  <a:pt x="603261" y="603261"/>
                </a:lnTo>
                <a:lnTo>
                  <a:pt x="571500" y="710956"/>
                </a:lnTo>
                <a:lnTo>
                  <a:pt x="462353" y="684615"/>
                </a:lnTo>
                <a:lnTo>
                  <a:pt x="381000" y="762000"/>
                </a:lnTo>
                <a:lnTo>
                  <a:pt x="299647" y="684615"/>
                </a:lnTo>
                <a:lnTo>
                  <a:pt x="190500" y="710956"/>
                </a:lnTo>
                <a:lnTo>
                  <a:pt x="158739" y="603261"/>
                </a:lnTo>
                <a:lnTo>
                  <a:pt x="51044" y="571500"/>
                </a:lnTo>
                <a:lnTo>
                  <a:pt x="77385" y="462353"/>
                </a:lnTo>
                <a:lnTo>
                  <a:pt x="0" y="381000"/>
                </a:lnTo>
                <a:lnTo>
                  <a:pt x="77385" y="299647"/>
                </a:lnTo>
                <a:lnTo>
                  <a:pt x="51044" y="190500"/>
                </a:lnTo>
                <a:lnTo>
                  <a:pt x="158739" y="158739"/>
                </a:lnTo>
                <a:lnTo>
                  <a:pt x="190500" y="51044"/>
                </a:lnTo>
                <a:lnTo>
                  <a:pt x="299647" y="77385"/>
                </a:lnTo>
                <a:lnTo>
                  <a:pt x="381000" y="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153900" y="5619750"/>
            <a:ext cx="381000" cy="381000"/>
          </a:xfrm>
          <a:prstGeom prst="ellipse">
            <a:avLst/>
          </a:prstGeom>
          <a:noFill/>
          <a:ln w="28575">
            <a:solidFill>
              <a:srgbClr val="14161C"/>
            </a:solidFill>
            <a:prstDash val="solid"/>
          </a:ln>
        </p:spPr>
      </p:sp>
      <p:sp>
        <p:nvSpPr>
          <p:cNvPr id="32" name="Connector line-1792365275041-804884980"/>
          <p:cNvSpPr/>
          <p:nvPr/>
        </p:nvSpPr>
        <p:spPr>
          <a:xfrm>
            <a:off x="12839700" y="5810250"/>
            <a:ext cx="7239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33" name="Shape 31"/>
          <p:cNvSpPr/>
          <p:nvPr/>
        </p:nvSpPr>
        <p:spPr>
          <a:xfrm>
            <a:off x="13716000" y="5410200"/>
            <a:ext cx="3333750" cy="800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4058900" y="5638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342900"/>
                </a:lnTo>
                <a:moveTo>
                  <a:pt x="342900" y="0"/>
                </a:moveTo>
                <a:lnTo>
                  <a:pt x="0" y="342900"/>
                </a:lnTo>
              </a:path>
            </a:pathLst>
          </a:custGeom>
          <a:ln w="66675">
            <a:solidFill>
              <a:srgbClr val="1416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68500" y="560070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914400" y="70675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 chỉ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nói: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8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 phong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hộp.</a:t>
            </a:r>
            <a:endParaRPr lang="en-US" sz="2850" dirty="0"/>
          </a:p>
        </p:txBody>
      </p:sp>
      <p:sp>
        <p:nvSpPr>
          <p:cNvPr id="37" name="Text 35"/>
          <p:cNvSpPr/>
          <p:nvPr/>
        </p:nvSpPr>
        <p:spPr>
          <a:xfrm>
            <a:off x="914400" y="77724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3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3300" dirty="0"/>
          </a:p>
        </p:txBody>
      </p:sp>
      <p:sp>
        <p:nvSpPr>
          <p:cNvPr id="38" name="Connector line-1792365275052-89674274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8f855d41-9193-4f00-a888-9019ec858c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Chiếc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hộp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857750"/>
          </a:xfrm>
          <a:prstGeom prst="roundRect">
            <a:avLst>
              <a:gd name="adj" fmla="val 509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2050" y="30099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162050" y="3048000"/>
            <a:ext cx="49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09750" y="3009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Hộp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8" name="Text richtext-1792365331260-899875899"/>
          <p:cNvSpPr/>
          <p:nvPr/>
        </p:nvSpPr>
        <p:spPr>
          <a:xfrm>
            <a:off x="1181100" y="40005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có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477000" y="2762250"/>
            <a:ext cx="5334000" cy="4857750"/>
          </a:xfrm>
          <a:prstGeom prst="roundRect">
            <a:avLst>
              <a:gd name="adj" fmla="val 509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4650" y="30099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6724650" y="3048000"/>
            <a:ext cx="49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372350" y="3009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“mật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khẩu”</a:t>
            </a:r>
            <a:endParaRPr lang="en-US" sz="2250" dirty="0"/>
          </a:p>
        </p:txBody>
      </p:sp>
      <p:sp>
        <p:nvSpPr>
          <p:cNvPr id="13" name="Text richtext-1792365331288-439769790"/>
          <p:cNvSpPr/>
          <p:nvPr/>
        </p:nvSpPr>
        <p:spPr>
          <a:xfrm>
            <a:off x="6743700" y="40005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cho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HS256.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039600" y="2762250"/>
            <a:ext cx="5334000" cy="4857750"/>
          </a:xfrm>
          <a:prstGeom prst="roundRect">
            <a:avLst>
              <a:gd name="adj" fmla="val 509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87250" y="30099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0" y="3048000"/>
            <a:ext cx="49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934950" y="30099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endParaRPr lang="en-US" sz="2250" dirty="0"/>
          </a:p>
        </p:txBody>
      </p:sp>
      <p:sp>
        <p:nvSpPr>
          <p:cNvPr id="18" name="Text richtext-1792365331302-927007958"/>
          <p:cNvSpPr/>
          <p:nvPr/>
        </p:nvSpPr>
        <p:spPr>
          <a:xfrm>
            <a:off x="12306300" y="40005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 phong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cầm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786765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b="1" spc="29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ĐỦ</a:t>
            </a: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8267700"/>
            <a:ext cx="304800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JWE: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hộp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76700" y="8267700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19750" y="8267700"/>
            <a:ext cx="400050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token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dành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34550" y="8267700"/>
            <a:ext cx="381000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bên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18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 thuật</a:t>
            </a: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658850" y="8267700"/>
            <a:ext cx="123825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 hồi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11400" y="8267700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cặp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1800" dirty="0"/>
          </a:p>
        </p:txBody>
      </p:sp>
      <p:sp>
        <p:nvSpPr>
          <p:cNvPr id="26" name="Connector line-1792365331323-15459582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f22bbd87-5c4c-4f76-ae1d-518dc79f29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33450" y="285750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933450" y="2895600"/>
            <a:ext cx="49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19250" y="283845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hộp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"level":1.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 giữ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dấu.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" y="457200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33450" y="4610100"/>
            <a:ext cx="49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19250" y="45529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khác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810250"/>
            <a:ext cx="794385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603885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dirty="0" spc="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6477000"/>
            <a:ext cx="2095500" cy="952500"/>
          </a:xfrm>
          <a:prstGeom prst="roundRect">
            <a:avLst>
              <a:gd name="adj" fmla="val 1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6477000"/>
            <a:ext cx="209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"level":1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143000" y="7620000"/>
            <a:ext cx="2095500" cy="762000"/>
          </a:xfrm>
          <a:prstGeom prst="roundRect">
            <a:avLst>
              <a:gd name="adj" fmla="val 225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4450" y="777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7905" y="44591"/>
                </a:lnTo>
                <a:lnTo>
                  <a:pt x="342900" y="30627"/>
                </a:lnTo>
                <a:lnTo>
                  <a:pt x="363304" y="93896"/>
                </a:lnTo>
                <a:lnTo>
                  <a:pt x="426573" y="114300"/>
                </a:lnTo>
                <a:lnTo>
                  <a:pt x="412609" y="179295"/>
                </a:lnTo>
                <a:lnTo>
                  <a:pt x="457200" y="228600"/>
                </a:lnTo>
                <a:lnTo>
                  <a:pt x="412609" y="277905"/>
                </a:lnTo>
                <a:lnTo>
                  <a:pt x="426573" y="342900"/>
                </a:lnTo>
                <a:lnTo>
                  <a:pt x="363304" y="363304"/>
                </a:lnTo>
                <a:lnTo>
                  <a:pt x="342900" y="426573"/>
                </a:lnTo>
                <a:lnTo>
                  <a:pt x="277905" y="412609"/>
                </a:lnTo>
                <a:lnTo>
                  <a:pt x="228600" y="457200"/>
                </a:lnTo>
                <a:lnTo>
                  <a:pt x="179295" y="412609"/>
                </a:lnTo>
                <a:lnTo>
                  <a:pt x="114300" y="426573"/>
                </a:lnTo>
                <a:lnTo>
                  <a:pt x="93896" y="363304"/>
                </a:lnTo>
                <a:lnTo>
                  <a:pt x="30627" y="342900"/>
                </a:lnTo>
                <a:lnTo>
                  <a:pt x="44591" y="277905"/>
                </a:lnTo>
                <a:lnTo>
                  <a:pt x="0" y="228600"/>
                </a:lnTo>
                <a:lnTo>
                  <a:pt x="44591" y="179295"/>
                </a:lnTo>
                <a:lnTo>
                  <a:pt x="30627" y="114300"/>
                </a:lnTo>
                <a:lnTo>
                  <a:pt x="93896" y="93896"/>
                </a:lnTo>
                <a:lnTo>
                  <a:pt x="114300" y="30627"/>
                </a:lnTo>
                <a:lnTo>
                  <a:pt x="179295" y="44591"/>
                </a:lnTo>
                <a:lnTo>
                  <a:pt x="228600" y="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866900" y="7791450"/>
            <a:ext cx="123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endParaRPr lang="en-US" sz="2250" dirty="0"/>
          </a:p>
        </p:txBody>
      </p:sp>
      <p:sp>
        <p:nvSpPr>
          <p:cNvPr id="17" name="Connector line-1792366406396-925191563"/>
          <p:cNvSpPr/>
          <p:nvPr/>
        </p:nvSpPr>
        <p:spPr>
          <a:xfrm>
            <a:off x="3314700" y="6953250"/>
            <a:ext cx="4381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838575" y="603885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180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38575" y="6477000"/>
            <a:ext cx="2095500" cy="952500"/>
          </a:xfrm>
          <a:prstGeom prst="roundRect">
            <a:avLst>
              <a:gd name="adj" fmla="val 1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8575" y="6477000"/>
            <a:ext cx="209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"level":</a:t>
            </a:r>
            <a:pPr algn="ctr" indent="0" marL="0">
              <a:buNone/>
            </a:pPr>
            <a:r>
              <a:rPr lang="en-US" sz="285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3838575" y="7620000"/>
            <a:ext cx="2095500" cy="762000"/>
          </a:xfrm>
          <a:prstGeom prst="roundRect">
            <a:avLst>
              <a:gd name="adj" fmla="val 225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0025" y="777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7905" y="44591"/>
                </a:lnTo>
                <a:lnTo>
                  <a:pt x="342900" y="30627"/>
                </a:lnTo>
                <a:lnTo>
                  <a:pt x="363304" y="93896"/>
                </a:lnTo>
                <a:lnTo>
                  <a:pt x="426573" y="114300"/>
                </a:lnTo>
                <a:lnTo>
                  <a:pt x="412609" y="179295"/>
                </a:lnTo>
                <a:lnTo>
                  <a:pt x="457200" y="228600"/>
                </a:lnTo>
                <a:lnTo>
                  <a:pt x="412609" y="277905"/>
                </a:lnTo>
                <a:lnTo>
                  <a:pt x="426573" y="342900"/>
                </a:lnTo>
                <a:lnTo>
                  <a:pt x="363304" y="363304"/>
                </a:lnTo>
                <a:lnTo>
                  <a:pt x="342900" y="426573"/>
                </a:lnTo>
                <a:lnTo>
                  <a:pt x="277905" y="412609"/>
                </a:lnTo>
                <a:lnTo>
                  <a:pt x="228600" y="457200"/>
                </a:lnTo>
                <a:lnTo>
                  <a:pt x="179295" y="412609"/>
                </a:lnTo>
                <a:lnTo>
                  <a:pt x="114300" y="426573"/>
                </a:lnTo>
                <a:lnTo>
                  <a:pt x="93896" y="363304"/>
                </a:lnTo>
                <a:lnTo>
                  <a:pt x="30627" y="342900"/>
                </a:lnTo>
                <a:lnTo>
                  <a:pt x="44591" y="277905"/>
                </a:lnTo>
                <a:lnTo>
                  <a:pt x="0" y="228600"/>
                </a:lnTo>
                <a:lnTo>
                  <a:pt x="44591" y="179295"/>
                </a:lnTo>
                <a:lnTo>
                  <a:pt x="30627" y="114300"/>
                </a:lnTo>
                <a:lnTo>
                  <a:pt x="93896" y="93896"/>
                </a:lnTo>
                <a:lnTo>
                  <a:pt x="114300" y="30627"/>
                </a:lnTo>
                <a:lnTo>
                  <a:pt x="179295" y="44591"/>
                </a:lnTo>
                <a:lnTo>
                  <a:pt x="228600" y="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562475" y="779145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24" name="Connector line-1792366406406-90534779"/>
          <p:cNvSpPr/>
          <p:nvPr/>
        </p:nvSpPr>
        <p:spPr>
          <a:xfrm>
            <a:off x="6010275" y="6953250"/>
            <a:ext cx="4381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534150" y="603885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34150" y="6477000"/>
            <a:ext cx="2095500" cy="1905000"/>
          </a:xfrm>
          <a:prstGeom prst="roundRect">
            <a:avLst>
              <a:gd name="adj" fmla="val 9000"/>
            </a:avLst>
          </a:prstGeom>
          <a:solidFill>
            <a:srgbClr val="E8E0CF"/>
          </a:solidFill>
          <a:ln/>
        </p:spPr>
      </p:sp>
      <p:sp>
        <p:nvSpPr>
          <p:cNvPr id="27" name="Text 25"/>
          <p:cNvSpPr/>
          <p:nvPr/>
        </p:nvSpPr>
        <p:spPr>
          <a:xfrm>
            <a:off x="6534150" y="6477000"/>
            <a:ext cx="2095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9750" dirty="0"/>
          </a:p>
        </p:txBody>
      </p:sp>
      <p:sp>
        <p:nvSpPr>
          <p:cNvPr id="28" name="Shape 26"/>
          <p:cNvSpPr/>
          <p:nvPr/>
        </p:nvSpPr>
        <p:spPr>
          <a:xfrm>
            <a:off x="9334500" y="952500"/>
            <a:ext cx="8039100" cy="7905750"/>
          </a:xfrm>
          <a:prstGeom prst="roundRect">
            <a:avLst>
              <a:gd name="adj" fmla="val 3373"/>
            </a:avLst>
          </a:prstGeom>
          <a:solidFill>
            <a:srgbClr val="1F3FD1"/>
          </a:solidFill>
          <a:ln/>
        </p:spPr>
      </p:sp>
      <p:sp>
        <p:nvSpPr>
          <p:cNvPr id="29" name="Shape 27"/>
          <p:cNvSpPr/>
          <p:nvPr/>
        </p:nvSpPr>
        <p:spPr>
          <a:xfrm>
            <a:off x="9791700" y="1504950"/>
            <a:ext cx="647700" cy="647700"/>
          </a:xfrm>
          <a:prstGeom prst="ellipse">
            <a:avLst/>
          </a:prstGeom>
          <a:noFill/>
          <a:ln w="47625">
            <a:solidFill>
              <a:srgbClr val="FBF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4100" y="1685925"/>
            <a:ext cx="352425" cy="285750"/>
          </a:xfrm>
          <a:custGeom>
            <a:avLst/>
            <a:gdLst/>
            <a:ahLst/>
            <a:cxnLst/>
            <a:rect l="l" t="t" r="r" b="b"/>
            <a:pathLst>
              <a:path w="352425" h="285750">
                <a:moveTo>
                  <a:pt x="0" y="161925"/>
                </a:moveTo>
                <a:lnTo>
                  <a:pt x="123825" y="285750"/>
                </a:lnTo>
                <a:lnTo>
                  <a:pt x="352425" y="0"/>
                </a:lnTo>
              </a:path>
            </a:pathLst>
          </a:custGeom>
          <a:ln w="66675">
            <a:solidFill>
              <a:srgbClr val="FBF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68000" y="16383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7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spc="29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32" name="Text richtext-1792366406423-98392503"/>
          <p:cNvSpPr/>
          <p:nvPr/>
        </p:nvSpPr>
        <p:spPr>
          <a:xfrm>
            <a:off x="9715500" y="2571750"/>
            <a:ext cx="7277100" cy="3714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1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dấu,</a:t>
            </a:r>
            <a:r>
              <a:rPr lang="en-US" sz="3000" dirty="0" spc="-1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lệch,</a:t>
            </a:r>
            <a:r>
              <a:rPr lang="en-US" sz="30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hộp.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3000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000" dirty="0" spc="-1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3000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dirty="0" spc="1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3000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000" dirty="0" spc="-1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33" name="Connector line-1792366406442-648020801"/>
          <p:cNvSpPr/>
          <p:nvPr/>
        </p:nvSpPr>
        <p:spPr>
          <a:xfrm>
            <a:off x="9715500" y="6400800"/>
            <a:ext cx="7277100" cy="0"/>
          </a:xfrm>
          <a:prstGeom prst="line">
            <a:avLst/>
          </a:prstGeom>
          <a:noFill/>
          <a:ln w="19050">
            <a:solidFill>
              <a:srgbClr val="DDE3FA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9715500" y="6667500"/>
            <a:ext cx="7277100" cy="2095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3000" b="1" dirty="0" spc="-1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b="1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b="1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niêm</a:t>
            </a:r>
            <a:r>
              <a:rPr lang="en-US" sz="3000" b="1" dirty="0" spc="-1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phong,</a:t>
            </a:r>
            <a:r>
              <a:rPr lang="en-US" sz="3000" b="1" dirty="0" spc="-1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b="1" dirty="0" spc="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000" b="1" dirty="0" spc="-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b="1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r>
              <a:rPr lang="en-US" sz="3000" b="1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b="1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-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00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b="1" dirty="0" spc="-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300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3000" dirty="0"/>
          </a:p>
        </p:txBody>
      </p:sp>
      <p:sp>
        <p:nvSpPr>
          <p:cNvPr id="35" name="Connector line-1792366406445-33017180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Shape 4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b507a86e-2c9e-4c4f-8179-a82348e9d7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24125"/>
            <a:ext cx="52578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2733675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00150" y="340042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3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00150" y="3838575"/>
            <a:ext cx="46863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2524125"/>
            <a:ext cx="52578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00850" y="2733675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JWS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800850" y="340042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00850" y="3838575"/>
            <a:ext cx="46863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2524125"/>
            <a:ext cx="52578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01550" y="2733675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JWE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2401550" y="340042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401550" y="3838575"/>
            <a:ext cx="46863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000625"/>
            <a:ext cx="52578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0150" y="5210175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200150" y="587692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00150" y="6315075"/>
            <a:ext cx="46863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515100" y="5000625"/>
            <a:ext cx="52578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0850" y="5210175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6800850" y="587692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800850" y="6315075"/>
            <a:ext cx="46863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trộn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100" dirty="0" spc="-3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115800" y="5000625"/>
            <a:ext cx="52578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01550" y="5210175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2401550" y="587692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401550" y="6315075"/>
            <a:ext cx="46863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28" name="Connector line-1792368437380-917329652"/>
          <p:cNvSpPr/>
          <p:nvPr/>
        </p:nvSpPr>
        <p:spPr>
          <a:xfrm>
            <a:off x="914400" y="7572375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914400" y="7762875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8162925"/>
            <a:ext cx="16459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4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2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25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-5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Usage</a:t>
            </a:r>
            <a:r>
              <a:rPr lang="en-US" sz="22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Examples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14400" y="8658225"/>
            <a:ext cx="1645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2" name="Connector line-1792368437387-54433474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aeff0dbe-b83f-4f23-8586-ff3795e4c1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2026-10-19T00:07:42Z</dcterms:created>
  <dcterms:modified xsi:type="dcterms:W3CDTF">2026-10-19T00:07:42Z</dcterms:modified>
</cp:coreProperties>
</file>