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620250" cy="37338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Tường</a:t>
            </a:r>
            <a:r>
              <a:rPr lang="en-US" sz="81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lửa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hoạt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4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3000" dirty="0" spc="-3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ngoài.</a:t>
            </a:r>
            <a:r>
              <a:rPr lang="en-US" sz="3000" dirty="0" spc="5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300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được?</a:t>
            </a:r>
            <a:endParaRPr lang="en-US" sz="3000" dirty="0"/>
          </a:p>
        </p:txBody>
      </p:sp>
      <p:sp>
        <p:nvSpPr>
          <p:cNvPr id="5" name="Connector line-1792307202670-965664542"/>
          <p:cNvSpPr/>
          <p:nvPr/>
        </p:nvSpPr>
        <p:spPr>
          <a:xfrm>
            <a:off x="914400" y="7429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1525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khác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906250" y="2476500"/>
            <a:ext cx="1657350" cy="2667000"/>
          </a:xfrm>
          <a:custGeom>
            <a:avLst/>
            <a:gdLst/>
            <a:ahLst/>
            <a:cxnLst/>
            <a:rect l="l" t="t" r="r" b="b"/>
            <a:pathLst>
              <a:path w="1657350" h="2667000">
                <a:moveTo>
                  <a:pt x="0" y="2667000"/>
                </a:moveTo>
                <a:cubicBezTo>
                  <a:pt x="828675" y="266700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06250" y="3810000"/>
            <a:ext cx="1657350" cy="1333500"/>
          </a:xfrm>
          <a:custGeom>
            <a:avLst/>
            <a:gdLst/>
            <a:ahLst/>
            <a:cxnLst/>
            <a:rect l="l" t="t" r="r" b="b"/>
            <a:pathLst>
              <a:path w="1657350" h="1333500">
                <a:moveTo>
                  <a:pt x="0" y="1333500"/>
                </a:moveTo>
                <a:cubicBezTo>
                  <a:pt x="828675" y="133350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0" name="Connector line-1792307202685-819088143"/>
          <p:cNvSpPr/>
          <p:nvPr/>
        </p:nvSpPr>
        <p:spPr>
          <a:xfrm>
            <a:off x="11906250" y="5143500"/>
            <a:ext cx="14668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906250" y="5143500"/>
            <a:ext cx="1657350" cy="1333500"/>
          </a:xfrm>
          <a:custGeom>
            <a:avLst/>
            <a:gdLst/>
            <a:ahLst/>
            <a:cxnLst/>
            <a:rect l="l" t="t" r="r" b="b"/>
            <a:pathLst>
              <a:path w="1657350" h="1333500">
                <a:moveTo>
                  <a:pt x="0" y="0"/>
                </a:moveTo>
                <a:cubicBezTo>
                  <a:pt x="828675" y="0"/>
                  <a:pt x="828675" y="1333500"/>
                  <a:pt x="1657350" y="1333500"/>
                </a:cubicBezTo>
              </a:path>
            </a:pathLst>
          </a:custGeom>
          <a:ln w="47625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906250" y="5143500"/>
            <a:ext cx="1657350" cy="2667000"/>
          </a:xfrm>
          <a:custGeom>
            <a:avLst/>
            <a:gdLst/>
            <a:ahLst/>
            <a:cxnLst/>
            <a:rect l="l" t="t" r="r" b="b"/>
            <a:pathLst>
              <a:path w="1657350" h="2667000">
                <a:moveTo>
                  <a:pt x="0" y="0"/>
                </a:moveTo>
                <a:cubicBezTo>
                  <a:pt x="828675" y="0"/>
                  <a:pt x="828675" y="2667000"/>
                  <a:pt x="1657350" y="2667000"/>
                </a:cubicBezTo>
              </a:path>
            </a:pathLst>
          </a:custGeom>
          <a:ln w="47625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82250" y="4381500"/>
            <a:ext cx="1524000" cy="1524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10382250" y="4914900"/>
            <a:ext cx="152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Gói</a:t>
            </a: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0" y="605790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3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18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73100" y="2114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1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</a:t>
            </a:r>
            <a:r>
              <a:rPr lang="en-US" sz="1875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875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tin:</a:t>
            </a:r>
            <a:r>
              <a:rPr lang="en-US" sz="1875" b="1" dirty="0" spc="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875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875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3373100" y="34480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1875" b="1" dirty="0" spc="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1875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mạch:</a:t>
            </a:r>
            <a:r>
              <a:rPr lang="en-US" sz="1875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875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1875" b="1" dirty="0" spc="-2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33731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1875" b="1" dirty="0" spc="1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75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dụng:</a:t>
            </a:r>
            <a:r>
              <a:rPr lang="en-US" sz="1875" b="1" dirty="0" spc="-1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3373100" y="61150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875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1875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875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3373100" y="7448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NGFW:</a:t>
            </a:r>
            <a:r>
              <a:rPr lang="en-US" sz="1875" b="1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75" b="1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75" b="1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e3d113e-df7f-4630-bd6e-58bbc202fa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hay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781050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Tường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5619750"/>
            <a:ext cx="7429500" cy="3143250"/>
          </a:xfrm>
          <a:prstGeom prst="roundRect">
            <a:avLst>
              <a:gd name="adj" fmla="val 10909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59626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65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8250" y="6477000"/>
            <a:ext cx="6781800" cy="2095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“cho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vào”.</a:t>
            </a:r>
            <a:r>
              <a:rPr lang="en-US" sz="2700" b="1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8953500" y="914400"/>
            <a:ext cx="8420100" cy="7905750"/>
          </a:xfrm>
          <a:prstGeom prst="roundRect">
            <a:avLst>
              <a:gd name="adj" fmla="val 530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96400" y="1238250"/>
            <a:ext cx="7734300" cy="1428750"/>
          </a:xfrm>
          <a:prstGeom prst="roundRect">
            <a:avLst>
              <a:gd name="adj" fmla="val 21333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9620250" y="1447800"/>
            <a:ext cx="7086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650" b="1" spc="2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20250" y="1943100"/>
            <a:ext cx="7086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700" dirty="0"/>
          </a:p>
        </p:txBody>
      </p:sp>
      <p:sp>
        <p:nvSpPr>
          <p:cNvPr id="12" name="Connector line-1792307203698-939270969"/>
          <p:cNvSpPr/>
          <p:nvPr/>
        </p:nvSpPr>
        <p:spPr>
          <a:xfrm flipV="1">
            <a:off x="11430000" y="2781300"/>
            <a:ext cx="0" cy="7620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07203698-576285876"/>
          <p:cNvSpPr/>
          <p:nvPr/>
        </p:nvSpPr>
        <p:spPr>
          <a:xfrm>
            <a:off x="14859000" y="2762250"/>
            <a:ext cx="0" cy="781050"/>
          </a:xfrm>
          <a:prstGeom prst="line">
            <a:avLst/>
          </a:prstGeom>
          <a:noFill/>
          <a:ln w="47625">
            <a:solidFill>
              <a:srgbClr val="0F766E"/>
            </a:solidFill>
            <a:prstDash val="lgDash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296400" y="3619500"/>
            <a:ext cx="7734300" cy="952500"/>
          </a:xfrm>
          <a:prstGeom prst="roundRect">
            <a:avLst>
              <a:gd name="adj" fmla="val 28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Tường</a:t>
            </a:r>
            <a:r>
              <a:rPr lang="en-US" sz="33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endParaRPr lang="en-US" sz="3300" dirty="0"/>
          </a:p>
        </p:txBody>
      </p:sp>
      <p:sp>
        <p:nvSpPr>
          <p:cNvPr id="15" name="Connector line-1792307203701-610763137"/>
          <p:cNvSpPr/>
          <p:nvPr/>
        </p:nvSpPr>
        <p:spPr>
          <a:xfrm flipV="1">
            <a:off x="11430000" y="4648200"/>
            <a:ext cx="0" cy="8191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6" name="Connector line-1792307203701-134450582"/>
          <p:cNvSpPr/>
          <p:nvPr/>
        </p:nvSpPr>
        <p:spPr>
          <a:xfrm>
            <a:off x="14859000" y="4648200"/>
            <a:ext cx="0" cy="800100"/>
          </a:xfrm>
          <a:prstGeom prst="line">
            <a:avLst/>
          </a:prstGeom>
          <a:noFill/>
          <a:ln w="47625">
            <a:solidFill>
              <a:srgbClr val="0F766E"/>
            </a:solidFill>
            <a:prstDash val="lgDash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1582400" y="493395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180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11400" y="493395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 trả</a:t>
            </a:r>
            <a:r>
              <a:rPr lang="en-US" sz="18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96400" y="5524500"/>
            <a:ext cx="7734300" cy="1428750"/>
          </a:xfrm>
          <a:prstGeom prst="roundRect">
            <a:avLst>
              <a:gd name="adj" fmla="val 21333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9620250" y="5734050"/>
            <a:ext cx="7086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65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620250" y="6229350"/>
            <a:ext cx="7086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 trong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96400" y="7410450"/>
            <a:ext cx="77343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Luật: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250" b="1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2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vào.</a:t>
            </a:r>
            <a:endParaRPr lang="en-US" sz="2250" dirty="0"/>
          </a:p>
        </p:txBody>
      </p:sp>
      <p:sp>
        <p:nvSpPr>
          <p:cNvPr id="23" name="Connector line-1792307203711-18718431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412c4d40-9833-42a3-86b6-8283ce44929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Lọc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tin:</a:t>
            </a:r>
            <a:r>
              <a:rPr lang="en-US" sz="69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xét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572500" cy="3143250"/>
          </a:xfrm>
          <a:prstGeom prst="roundRect">
            <a:avLst>
              <a:gd name="adj" fmla="val 10909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781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65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 ĐƯỢC</a:t>
            </a:r>
            <a:r>
              <a:rPr lang="en-US" sz="16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650" b="1" spc="22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733800"/>
            <a:ext cx="38100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 chỉ</a:t>
            </a:r>
            <a:r>
              <a:rPr lang="en-US" sz="225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295900" y="3733800"/>
            <a:ext cx="38100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 chỉ</a:t>
            </a:r>
            <a:r>
              <a:rPr lang="en-US" sz="2250" b="1" dirty="0" spc="1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95400" y="4762500"/>
            <a:ext cx="38100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b="1" dirty="0" spc="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295900" y="4762500"/>
            <a:ext cx="38100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endParaRPr lang="en-US" sz="2250" dirty="0"/>
          </a:p>
        </p:txBody>
      </p:sp>
      <p:sp>
        <p:nvSpPr>
          <p:cNvPr id="10" name="Connector line-1792307204545-321498137"/>
          <p:cNvSpPr/>
          <p:nvPr/>
        </p:nvSpPr>
        <p:spPr>
          <a:xfrm>
            <a:off x="9639300" y="4429125"/>
            <a:ext cx="8001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591800" y="2857500"/>
            <a:ext cx="6781800" cy="3143250"/>
          </a:xfrm>
          <a:prstGeom prst="roundRect">
            <a:avLst>
              <a:gd name="adj" fmla="val 10909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0" y="3143250"/>
            <a:ext cx="6019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972800" y="3810000"/>
            <a:ext cx="6019800" cy="952500"/>
          </a:xfrm>
          <a:prstGeom prst="rect">
            <a:avLst/>
          </a:prstGeom>
          <a:noFill/>
          <a:ln/>
        </p:spPr>
        <p:txBody>
          <a:bodyPr wrap="square" lIns="0" tIns="19259" rIns="0" bIns="-19259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34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4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4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0972800" y="5048250"/>
            <a:ext cx="6019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100" dirty="0" spc="-2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3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100" dirty="0" spc="-1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2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100" dirty="0" spc="11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6572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3DFB8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6572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3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33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3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3300" dirty="0"/>
          </a:p>
        </p:txBody>
      </p:sp>
      <p:sp>
        <p:nvSpPr>
          <p:cNvPr id="17" name="Connector line-1792307204554-71715159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2cfd77bd-421c-43e5-8c33-ecf7154c1e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1800" b="1" spc="28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 dõi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tay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TCP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000500" cy="19050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390900"/>
            <a:ext cx="3352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981450"/>
            <a:ext cx="335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endParaRPr lang="en-US" sz="2850" dirty="0"/>
          </a:p>
        </p:txBody>
      </p:sp>
      <p:sp>
        <p:nvSpPr>
          <p:cNvPr id="7" name="Connector line-1792307205339-47254165"/>
          <p:cNvSpPr/>
          <p:nvPr/>
        </p:nvSpPr>
        <p:spPr>
          <a:xfrm>
            <a:off x="4991100" y="4095750"/>
            <a:ext cx="11811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48400" y="2857500"/>
            <a:ext cx="5791200" cy="2476500"/>
          </a:xfrm>
          <a:prstGeom prst="roundRect">
            <a:avLst>
              <a:gd name="adj" fmla="val 13846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3143250"/>
            <a:ext cx="5029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16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1650" b="1" spc="21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629400" y="3714750"/>
            <a:ext cx="5029200" cy="1047750"/>
          </a:xfrm>
          <a:prstGeom prst="rect">
            <a:avLst/>
          </a:prstGeom>
          <a:noFill/>
          <a:ln/>
        </p:spPr>
        <p:txBody>
          <a:bodyPr wrap="square" lIns="0" tIns="17587" rIns="0" bIns="-17587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31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315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315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3150" b="1" dirty="0" spc="-3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6629400" y="4724400"/>
            <a:ext cx="502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hợp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250" dirty="0"/>
          </a:p>
        </p:txBody>
      </p:sp>
      <p:sp>
        <p:nvSpPr>
          <p:cNvPr id="12" name="Connector line-1792307205346-673576224"/>
          <p:cNvSpPr/>
          <p:nvPr/>
        </p:nvSpPr>
        <p:spPr>
          <a:xfrm>
            <a:off x="12115800" y="4095750"/>
            <a:ext cx="11811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3373100" y="3143250"/>
            <a:ext cx="4000500" cy="19050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96950" y="3390900"/>
            <a:ext cx="3352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 KIA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696950" y="3981450"/>
            <a:ext cx="335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6096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DDE3FA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960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850" dirty="0"/>
          </a:p>
        </p:txBody>
      </p:sp>
      <p:sp>
        <p:nvSpPr>
          <p:cNvPr id="18" name="Connector line-1792307205351-81468541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ff65bca-0dd1-466b-8e1d-05a2d21661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800" b="1" spc="3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800" b="1" spc="28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(PROXY)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8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Proxy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chuyện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4000500" cy="1714500"/>
          </a:xfrm>
          <a:prstGeom prst="roundRect">
            <a:avLst>
              <a:gd name="adj" fmla="val 1777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200400"/>
            <a:ext cx="3352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650" b="1" spc="2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790950"/>
            <a:ext cx="335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850" dirty="0"/>
          </a:p>
        </p:txBody>
      </p:sp>
      <p:sp>
        <p:nvSpPr>
          <p:cNvPr id="7" name="Connector line-1792307206177-845746379"/>
          <p:cNvSpPr/>
          <p:nvPr/>
        </p:nvSpPr>
        <p:spPr>
          <a:xfrm>
            <a:off x="4991100" y="3810000"/>
            <a:ext cx="11811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48400" y="2667000"/>
            <a:ext cx="5791200" cy="2286000"/>
          </a:xfrm>
          <a:prstGeom prst="roundRect">
            <a:avLst>
              <a:gd name="adj" fmla="val 15000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952750"/>
            <a:ext cx="5029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PROXY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629400" y="3524250"/>
            <a:ext cx="5029200" cy="12382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000" b="1" dirty="0" spc="-3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3000" b="1" dirty="0" spc="-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00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b="1" dirty="0" spc="-1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endParaRPr lang="en-US" sz="3000" dirty="0"/>
          </a:p>
        </p:txBody>
      </p:sp>
      <p:sp>
        <p:nvSpPr>
          <p:cNvPr id="11" name="Connector line-1792307206180-855315729"/>
          <p:cNvSpPr/>
          <p:nvPr/>
        </p:nvSpPr>
        <p:spPr>
          <a:xfrm>
            <a:off x="12115800" y="3810000"/>
            <a:ext cx="11811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3373100" y="2952750"/>
            <a:ext cx="4000500" cy="1714500"/>
          </a:xfrm>
          <a:prstGeom prst="roundRect">
            <a:avLst>
              <a:gd name="adj" fmla="val 1777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696950" y="3200400"/>
            <a:ext cx="3352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6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696950" y="3790950"/>
            <a:ext cx="3352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914400" y="5524500"/>
            <a:ext cx="8001000" cy="2476500"/>
          </a:xfrm>
          <a:prstGeom prst="roundRect">
            <a:avLst>
              <a:gd name="adj" fmla="val 13846"/>
            </a:avLst>
          </a:prstGeom>
          <a:solidFill>
            <a:srgbClr val="CFE8E2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5810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285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295400" y="6667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Proxy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372600" y="5524500"/>
            <a:ext cx="8001000" cy="2476500"/>
          </a:xfrm>
          <a:prstGeom prst="roundRect">
            <a:avLst>
              <a:gd name="adj" fmla="val 13846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5810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9753600" y="6667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mù,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TLS.</a:t>
            </a:r>
            <a:endParaRPr lang="en-US" sz="2550" dirty="0"/>
          </a:p>
        </p:txBody>
      </p:sp>
      <p:sp>
        <p:nvSpPr>
          <p:cNvPr id="21" name="Connector line-1792307206191-61491576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55dd2a94-15d9-41a1-9c4f-57489a10f1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180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80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Nhớ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953000" cy="2095500"/>
          </a:xfrm>
          <a:prstGeom prst="roundRect">
            <a:avLst>
              <a:gd name="adj" fmla="val 1454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105150"/>
            <a:ext cx="4305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619500"/>
            <a:ext cx="43053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b="1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850" dirty="0"/>
          </a:p>
        </p:txBody>
      </p:sp>
      <p:sp>
        <p:nvSpPr>
          <p:cNvPr id="7" name="Connector line-1792307263269-8902344"/>
          <p:cNvSpPr/>
          <p:nvPr/>
        </p:nvSpPr>
        <p:spPr>
          <a:xfrm>
            <a:off x="5981700" y="3905250"/>
            <a:ext cx="609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67500" y="2857500"/>
            <a:ext cx="4953000" cy="2095500"/>
          </a:xfrm>
          <a:prstGeom prst="roundRect">
            <a:avLst>
              <a:gd name="adj" fmla="val 14545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6991350" y="3105150"/>
            <a:ext cx="4305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1650" b="1" spc="21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16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991350" y="3619500"/>
            <a:ext cx="43053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3150" b="1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1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31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3150" dirty="0"/>
          </a:p>
        </p:txBody>
      </p:sp>
      <p:sp>
        <p:nvSpPr>
          <p:cNvPr id="11" name="Connector line-1792307263273-170920765"/>
          <p:cNvSpPr/>
          <p:nvPr/>
        </p:nvSpPr>
        <p:spPr>
          <a:xfrm flipH="1">
            <a:off x="11696700" y="3905250"/>
            <a:ext cx="6477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420600" y="2857500"/>
            <a:ext cx="4953000" cy="2095500"/>
          </a:xfrm>
          <a:prstGeom prst="roundRect">
            <a:avLst>
              <a:gd name="adj" fmla="val 14545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12744450" y="3105150"/>
            <a:ext cx="4305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744450" y="3619500"/>
            <a:ext cx="43053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b="1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850" dirty="0"/>
          </a:p>
        </p:txBody>
      </p:sp>
      <p:sp>
        <p:nvSpPr>
          <p:cNvPr id="15" name="Connector line-1792307263277-369196534"/>
          <p:cNvSpPr/>
          <p:nvPr/>
        </p:nvSpPr>
        <p:spPr>
          <a:xfrm>
            <a:off x="9144000" y="5010150"/>
            <a:ext cx="0" cy="5524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286500" y="5638800"/>
            <a:ext cx="5715000" cy="914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Khớp: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gói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5400" y="7048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Chạy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Linux: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luật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4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bình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thường.</a:t>
            </a:r>
            <a:endParaRPr lang="en-US" sz="2400" dirty="0"/>
          </a:p>
        </p:txBody>
      </p:sp>
      <p:sp>
        <p:nvSpPr>
          <p:cNvPr id="19" name="Connector line-1792307263285-91471637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b2055e13-7d29-4f78-a9f3-916264a505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TƯỜNG LỬA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NGFW: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tường</a:t>
            </a: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lửa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 năng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3276600"/>
          </a:xfrm>
          <a:prstGeom prst="roundRect">
            <a:avLst>
              <a:gd name="adj" fmla="val 1046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20063" rIns="0" bIns="-20063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Tường</a:t>
            </a:r>
            <a:r>
              <a:rPr lang="en-US" sz="360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r>
              <a:rPr lang="en-US" sz="36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36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086600" y="3848100"/>
            <a:ext cx="723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dirty="0" spc="4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+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905750" y="2857500"/>
            <a:ext cx="9467850" cy="914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Ngăn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xâm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905750" y="4038600"/>
            <a:ext cx="9467850" cy="914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905750" y="5219700"/>
            <a:ext cx="9467850" cy="914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700" b="1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6762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762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8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Tên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năng;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sản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phẩm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nhau.</a:t>
            </a:r>
            <a:endParaRPr lang="en-US" sz="2550" dirty="0"/>
          </a:p>
        </p:txBody>
      </p:sp>
      <p:sp>
        <p:nvSpPr>
          <p:cNvPr id="13" name="Connector line-1792307264365-43431784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59031efa-7082-44ee-89cd-832f488912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Tường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lửa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vệ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 chỗ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3619500"/>
          </a:xfrm>
          <a:prstGeom prst="roundRect">
            <a:avLst>
              <a:gd name="adj" fmla="val 9474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31813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8250" y="4191000"/>
            <a:ext cx="735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4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3150" b="1" dirty="0" spc="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3150" b="1" dirty="0" spc="3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150" b="1" dirty="0" spc="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1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238250" y="5429250"/>
            <a:ext cx="73533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372600" y="2857500"/>
            <a:ext cx="8001000" cy="3619500"/>
          </a:xfrm>
          <a:prstGeom prst="roundRect">
            <a:avLst>
              <a:gd name="adj" fmla="val 9474"/>
            </a:avLst>
          </a:prstGeom>
          <a:solidFill>
            <a:srgbClr val="F8D9D0"/>
          </a:solidFill>
          <a:ln/>
        </p:spPr>
      </p:sp>
      <p:sp>
        <p:nvSpPr>
          <p:cNvPr id="10" name="Shape 8"/>
          <p:cNvSpPr/>
          <p:nvPr/>
        </p:nvSpPr>
        <p:spPr>
          <a:xfrm>
            <a:off x="9696450" y="31813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96964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696450" y="4191000"/>
            <a:ext cx="735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31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31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9696450" y="5429250"/>
            <a:ext cx="73533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695325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200900"/>
            <a:ext cx="15697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95400" y="7905750"/>
            <a:ext cx="1569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 luận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950" dirty="0"/>
          </a:p>
        </p:txBody>
      </p:sp>
      <p:sp>
        <p:nvSpPr>
          <p:cNvPr id="17" name="Connector line-1792307265247-69558036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94c1c924-3c28-419c-8a1c-e74cb91f9b1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667500" cy="5715000"/>
          </a:xfrm>
          <a:prstGeom prst="roundRect">
            <a:avLst>
              <a:gd name="adj" fmla="val 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714750"/>
            <a:ext cx="6019800" cy="46672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ngoài,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luật “cho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vào”.</a:t>
            </a:r>
            <a:r>
              <a:rPr lang="en-US" sz="2550" b="1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thuần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túy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sao?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7924800" y="2857500"/>
            <a:ext cx="9448800" cy="57150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0580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305800" y="3657600"/>
            <a:ext cx="8686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95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Trạng</a:t>
            </a:r>
            <a:r>
              <a:rPr lang="en-US" sz="49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r>
              <a:rPr lang="en-US" sz="49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495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49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4950" dirty="0"/>
          </a:p>
        </p:txBody>
      </p:sp>
      <p:sp>
        <p:nvSpPr>
          <p:cNvPr id="10" name="Text richtext-1792307266218-458018944"/>
          <p:cNvSpPr/>
          <p:nvPr/>
        </p:nvSpPr>
        <p:spPr>
          <a:xfrm>
            <a:off x="8305800" y="4857750"/>
            <a:ext cx="8686800" cy="3429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thái: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khớp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thuần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túy: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2550" dirty="0"/>
          </a:p>
        </p:txBody>
      </p:sp>
      <p:sp>
        <p:nvSpPr>
          <p:cNvPr id="11" name="Connector line-1792307266240-79825391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7ae6d1e-1c59-4a00-8b96-7c026ab7f9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7241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067050" y="260985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067050" y="28956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cậy,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đủ, đúng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4671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36385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067050" y="352425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067050" y="38100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3815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45529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067050" y="443865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6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067050" y="47244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 dữ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2959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54673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3067050" y="535305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067050" y="56388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950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62103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66800" y="63817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3067050" y="626745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067050" y="65532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 của MDN</a:t>
            </a:r>
            <a:r>
              <a:rPr lang="en-US" sz="19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Docs,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372600" y="25527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0" y="27241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9AA0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NGFW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1525250" y="260985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Next-Generation</a:t>
            </a:r>
            <a:r>
              <a:rPr lang="en-US" sz="16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FireWall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525250" y="28956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Tường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cộng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372600" y="34671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0" y="36385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ACK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1525250" y="352425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ACKnowledgement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1525250" y="38100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Cờ</a:t>
            </a:r>
            <a:r>
              <a:rPr lang="en-US" sz="19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báo: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</a:t>
            </a:r>
            <a:r>
              <a:rPr lang="en-US" sz="19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372600" y="43815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0" y="45529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RST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525250" y="443865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4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ReSeT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525250" y="47244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Cờ</a:t>
            </a:r>
            <a:r>
              <a:rPr lang="en-US" sz="19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19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372600" y="52959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25000" y="54673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NIST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525250" y="535305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National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Institute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Standards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Technology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1525250" y="56388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Mỹ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914400" y="73533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14400" y="775335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 bản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8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14400" y="815340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method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372600" y="775335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Linux</a:t>
            </a:r>
            <a:r>
              <a:rPr lang="en-US" sz="18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kernel: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Netfilter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Conntrack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sysctl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14400" y="87630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6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 các mô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lửa.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thiết</a:t>
            </a:r>
            <a:r>
              <a:rPr lang="en-US" sz="16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45" name="Connector line-1792307267173-15549955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6" name="Text 5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8" name="Moda image moda-export-watermark-443cda7e-d2fd-44c9-9da6-25aa96d1b6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2026-10-19T18:10:05Z</dcterms:created>
  <dcterms:modified xsi:type="dcterms:W3CDTF">2026-10-19T18:10:05Z</dcterms:modified>
</cp:coreProperties>
</file>