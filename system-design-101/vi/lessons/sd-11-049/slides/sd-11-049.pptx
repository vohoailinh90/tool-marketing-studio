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84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8400" dirty="0" spc="-1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3000" dirty="0" spc="-2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dirty="0" spc="-4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15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300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16459200" cy="314325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0" y="5334000"/>
            <a:ext cx="7429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17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63/194</a:t>
            </a:r>
            <a:endParaRPr lang="en-US" sz="15617" dirty="0"/>
          </a:p>
        </p:txBody>
      </p:sp>
      <p:sp>
        <p:nvSpPr>
          <p:cNvPr id="7" name="Text 5"/>
          <p:cNvSpPr/>
          <p:nvPr/>
        </p:nvSpPr>
        <p:spPr>
          <a:xfrm>
            <a:off x="9525000" y="5810250"/>
            <a:ext cx="7429500" cy="15240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endParaRPr lang="en-US" sz="3300" dirty="0"/>
          </a:p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3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b57985fd-db18-436b-a012-169208e5d3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trang,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194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(dịch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096000" y="2762250"/>
            <a:ext cx="8401050" cy="381000"/>
          </a:xfrm>
          <a:prstGeom prst="roundRect">
            <a:avLst>
              <a:gd name="adj" fmla="val 25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0" y="27432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63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33718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096000" y="3371850"/>
            <a:ext cx="36004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867900" y="33528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27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39814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096000" y="3981450"/>
            <a:ext cx="320040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9467850" y="39624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24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45910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096000" y="4591050"/>
            <a:ext cx="30670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45720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52006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096000" y="5200650"/>
            <a:ext cx="22669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400" y="51816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17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58102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096000" y="5810250"/>
            <a:ext cx="17335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57912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13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64198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 tính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096000" y="6419850"/>
            <a:ext cx="17335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64008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13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14400" y="70294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Trí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tuệ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6096000" y="7029450"/>
            <a:ext cx="12001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7467600" y="70104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14400" y="76390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Nhắn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096000" y="7639050"/>
            <a:ext cx="666750" cy="381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30" name="Text 28"/>
          <p:cNvSpPr/>
          <p:nvPr/>
        </p:nvSpPr>
        <p:spPr>
          <a:xfrm>
            <a:off x="6934200" y="762000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14400" y="83820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250" dirty="0" spc="-8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Microsoft</a:t>
            </a:r>
            <a:r>
              <a:rPr lang="en-US" sz="2250" dirty="0" spc="2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chia,</a:t>
            </a:r>
            <a:r>
              <a:rPr lang="en-US" sz="2250" dirty="0" spc="-3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1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250" dirty="0" spc="2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-45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AWS</a:t>
            </a:r>
            <a:r>
              <a:rPr lang="en-US" sz="2250" dirty="0" spc="4" kern="0">
                <a:solidFill>
                  <a:srgbClr val="6B675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chia.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b837242b-e836-4346-b0e1-ce8def701f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0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38625"/>
            <a:ext cx="4762500" cy="762000"/>
          </a:xfrm>
          <a:prstGeom prst="rect">
            <a:avLst/>
          </a:prstGeom>
          <a:noFill/>
          <a:ln/>
        </p:spPr>
        <p:txBody>
          <a:bodyPr wrap="square" lIns="0" tIns="16706" rIns="0" bIns="-16706" rtlCol="0" anchor="t"/>
          <a:lstStyle/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394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394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394" dirty="0"/>
          </a:p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394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394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394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394" dirty="0"/>
          </a:p>
        </p:txBody>
      </p:sp>
      <p:sp>
        <p:nvSpPr>
          <p:cNvPr id="6" name="Text 4"/>
          <p:cNvSpPr/>
          <p:nvPr/>
        </p:nvSpPr>
        <p:spPr>
          <a:xfrm>
            <a:off x="5676900" y="4191000"/>
            <a:ext cx="1085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62750" y="3619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FBE9D0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750" y="4238625"/>
            <a:ext cx="4762500" cy="762000"/>
          </a:xfrm>
          <a:prstGeom prst="rect">
            <a:avLst/>
          </a:prstGeom>
          <a:noFill/>
          <a:ln/>
        </p:spPr>
        <p:txBody>
          <a:bodyPr wrap="square" lIns="0" tIns="16706" rIns="0" bIns="-16706" rtlCol="0" anchor="t"/>
          <a:lstStyle/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394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394" dirty="0"/>
          </a:p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394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394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394" dirty="0"/>
          </a:p>
        </p:txBody>
      </p:sp>
      <p:sp>
        <p:nvSpPr>
          <p:cNvPr id="9" name="Text 7"/>
          <p:cNvSpPr/>
          <p:nvPr/>
        </p:nvSpPr>
        <p:spPr>
          <a:xfrm>
            <a:off x="11525250" y="4191000"/>
            <a:ext cx="1085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611100" y="3619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611100" y="4238625"/>
            <a:ext cx="4762500" cy="762000"/>
          </a:xfrm>
          <a:prstGeom prst="rect">
            <a:avLst/>
          </a:prstGeom>
          <a:noFill/>
          <a:ln/>
        </p:spPr>
        <p:txBody>
          <a:bodyPr wrap="square" lIns="0" tIns="16706" rIns="0" bIns="-16706" rtlCol="0" anchor="t"/>
          <a:lstStyle/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394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394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394" dirty="0"/>
          </a:p>
          <a:p>
            <a:pPr algn="ctr" indent="0" marL="0">
              <a:lnSpc>
                <a:spcPts val="2993"/>
              </a:lnSpc>
              <a:buNone/>
            </a:pPr>
            <a:r>
              <a:rPr lang="en-US" sz="2394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394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394" dirty="0"/>
          </a:p>
        </p:txBody>
      </p:sp>
      <p:sp>
        <p:nvSpPr>
          <p:cNvPr id="12" name="Text 10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194405b-6058-4f5e-a490-f8fcfe9ac2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0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5245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thiệu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mười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15100" y="3143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524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896100" y="55245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niệm,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bảng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15800" y="3143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3524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496800" y="55245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194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855d4eb-6c3f-4556-9ac5-e6f69ba758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THIỆU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CHỨA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6459200" cy="2762250"/>
          </a:xfrm>
          <a:prstGeom prst="roundRect">
            <a:avLst>
              <a:gd name="adj" fmla="val 12414"/>
            </a:avLst>
          </a:prstGeom>
          <a:solidFill>
            <a:srgbClr val="F3EEE3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430500" cy="2667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“Not</a:t>
            </a:r>
            <a:r>
              <a:rPr lang="en-US" sz="63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every</a:t>
            </a:r>
            <a:r>
              <a:rPr lang="en-US" sz="6300" dirty="0" spc="-1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endParaRPr lang="en-US" sz="6300" dirty="0"/>
          </a:p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Azure</a:t>
            </a: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is</a:t>
            </a:r>
            <a:r>
              <a:rPr lang="en-US" sz="6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listed”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715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Other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5334000"/>
            <a:ext cx="80010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5715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Miscellaneous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4a8bf22-bd27-4e07-a258-4cf3fdc5da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phép</a:t>
            </a:r>
            <a:r>
              <a:rPr lang="en-US" sz="60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5755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381250" y="33528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62915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381250" y="47244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183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của</a:t>
            </a:r>
            <a:r>
              <a:rPr lang="en-US" sz="27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381250" y="60960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1628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7235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381250" y="74676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23896f8-256b-4f58-a5a6-7719203c52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0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 nhóm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“khác”?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718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63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194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28750" y="4476750"/>
            <a:ext cx="15944850" cy="1143000"/>
          </a:xfrm>
          <a:prstGeom prst="roundRect">
            <a:avLst>
              <a:gd name="adj" fmla="val 21667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480060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các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nhỏ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943100" y="5905500"/>
            <a:ext cx="15430500" cy="1143000"/>
          </a:xfrm>
          <a:prstGeom prst="roundRect">
            <a:avLst>
              <a:gd name="adj" fmla="val 21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4100" y="62293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nhà: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183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715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Suy</a:t>
            </a:r>
            <a:r>
              <a:rPr lang="en-US" sz="24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4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chia,</a:t>
            </a:r>
            <a:r>
              <a:rPr lang="en-US" sz="24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4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5dd0dc6-dcec-4214-953f-52140bb540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r>
              <a:rPr lang="en-US" sz="60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191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476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05400" y="4791075"/>
            <a:ext cx="156210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0" y="4191000"/>
            <a:ext cx="41910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91350" y="4476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858500" y="4791075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06200" y="3352800"/>
            <a:ext cx="38100" cy="28765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0" y="3333750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6210300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0" y="2762250"/>
            <a:ext cx="5181600" cy="1238250"/>
          </a:xfrm>
          <a:prstGeom prst="roundRect">
            <a:avLst>
              <a:gd name="adj" fmla="val 18462"/>
            </a:avLst>
          </a:prstGeom>
          <a:solidFill>
            <a:srgbClr val="DD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7750" y="30480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192000" y="5619750"/>
            <a:ext cx="5181600" cy="1238250"/>
          </a:xfrm>
          <a:prstGeom prst="roundRect">
            <a:avLst>
              <a:gd name="adj" fmla="val 18462"/>
            </a:avLst>
          </a:prstGeom>
          <a:solidFill>
            <a:srgbClr val="DD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77750" y="59055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“khác”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437e8ba-04d8-4a98-8fa6-0e6fd7b5da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38500" y="18859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1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715500" y="1714500"/>
            <a:ext cx="76581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0" y="20383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96500" y="255270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professionals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bb67e23-5ffb-4b7f-87c7-7aaeda1728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2026-10-19T16:30:12Z</dcterms:created>
  <dcterms:modified xsi:type="dcterms:W3CDTF">2026-10-19T16:30:12Z</dcterms:modified>
</cp:coreProperties>
</file>