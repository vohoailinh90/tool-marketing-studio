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ricolage Grotesque"/>
      <p:bold r:id="rId19"/>
    </p:embeddedFont>
    <p:embeddedFont>
      <p:font typeface="Be Vietnam Pro SemiBold"/>
      <p:regular r:id="rId20"/>
    </p:embeddedFont>
    <p:embeddedFont>
      <p:font typeface="Be Vietnam Pro Extra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096500" cy="4572000"/>
          </a:xfrm>
          <a:prstGeom prst="rect">
            <a:avLst/>
          </a:prstGeom>
          <a:noFill/>
          <a:ln/>
        </p:spPr>
        <p:txBody>
          <a:bodyPr wrap="square" lIns="0" tIns="50292" rIns="0" bIns="-50292" rtlCol="0" anchor="t"/>
          <a:lstStyle/>
          <a:p>
            <a:pPr algn="l" indent="0" marL="0">
              <a:lnSpc>
                <a:spcPts val="7128"/>
              </a:lnSpc>
              <a:buNone/>
            </a:pP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6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yếu</a:t>
            </a:r>
            <a:r>
              <a:rPr lang="en-US" sz="66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tố:</a:t>
            </a:r>
            <a:r>
              <a:rPr lang="en-US" sz="6600" dirty="0" spc="-7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6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6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600" dirty="0" spc="-3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gom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6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6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nhóm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914400" y="6858000"/>
            <a:ext cx="952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30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tắc,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cần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giải.</a:t>
            </a:r>
            <a:endParaRPr lang="en-US" sz="3000" dirty="0"/>
          </a:p>
        </p:txBody>
      </p:sp>
      <p:sp>
        <p:nvSpPr>
          <p:cNvPr id="5" name="Connector line-1792421886214-993600785"/>
          <p:cNvSpPr/>
          <p:nvPr/>
        </p:nvSpPr>
        <p:spPr>
          <a:xfrm>
            <a:off x="914400" y="7715250"/>
            <a:ext cx="95250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6290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1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tán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0991850" y="4419600"/>
            <a:ext cx="1447800" cy="1447800"/>
          </a:xfrm>
          <a:prstGeom prst="ellipse">
            <a:avLst/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12</a:t>
            </a:r>
            <a:r>
              <a:rPr lang="en-US" sz="1950" b="1" dirty="0" spc="4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yếu</a:t>
            </a:r>
            <a:r>
              <a:rPr lang="en-US" sz="1950" b="1" dirty="0" spc="-12" kern="0">
                <a:solidFill>
                  <a:srgbClr val="14161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tố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335000" y="34290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Mã, phụ</a:t>
            </a:r>
            <a:r>
              <a:rPr lang="en-US" sz="19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thuộc,</a:t>
            </a:r>
            <a:r>
              <a:rPr lang="en-US" sz="19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 hình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335000" y="478155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10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335000" y="61341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100" b="1" dirty="0" spc="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100" dirty="0"/>
          </a:p>
        </p:txBody>
      </p:sp>
      <p:sp>
        <p:nvSpPr>
          <p:cNvPr id="12" name="Connector line-1792421886234-668515587"/>
          <p:cNvSpPr/>
          <p:nvPr/>
        </p:nvSpPr>
        <p:spPr>
          <a:xfrm flipV="1">
            <a:off x="12439650" y="3790950"/>
            <a:ext cx="895350" cy="1352550"/>
          </a:xfrm>
          <a:prstGeom prst="curvedConnector3">
            <a:avLst/>
          </a:prstGeom>
          <a:noFill/>
          <a:ln w="47625">
            <a:solidFill>
              <a:srgbClr val="FF6A4D"/>
            </a:solidFill>
            <a:prstDash val="solid"/>
            <a:headEnd type="none"/>
            <a:tailEnd type="none"/>
          </a:ln>
        </p:spPr>
      </p:sp>
      <p:sp>
        <p:nvSpPr>
          <p:cNvPr id="13" name="Connector line-1792421886235-902895723"/>
          <p:cNvSpPr/>
          <p:nvPr/>
        </p:nvSpPr>
        <p:spPr>
          <a:xfrm>
            <a:off x="12439650" y="5143500"/>
            <a:ext cx="895350" cy="95"/>
          </a:xfrm>
          <a:custGeom>
            <a:avLst/>
            <a:gdLst/>
            <a:ahLst/>
            <a:cxnLst/>
            <a:rect l="l" t="t" r="r" b="b"/>
            <a:pathLst>
              <a:path w="895350" h="95">
                <a:moveTo>
                  <a:pt x="0" y="0"/>
                </a:moveTo>
                <a:lnTo>
                  <a:pt x="447675" y="0"/>
                </a:lnTo>
                <a:lnTo>
                  <a:pt x="447675" y="0"/>
                </a:lnTo>
                <a:lnTo>
                  <a:pt x="895350" y="0"/>
                </a:lnTo>
              </a:path>
            </a:pathLst>
          </a:custGeom>
          <a:ln w="47625">
            <a:solidFill>
              <a:srgbClr val="7C93FF"/>
            </a:solidFill>
            <a:prstDash val="solid"/>
            <a:headEnd type="none"/>
            <a:tailEnd type="none"/>
          </a:ln>
        </p:spPr>
      </p:sp>
      <p:sp>
        <p:nvSpPr>
          <p:cNvPr id="14" name="Connector line-1792421886235-575147971"/>
          <p:cNvSpPr/>
          <p:nvPr/>
        </p:nvSpPr>
        <p:spPr>
          <a:xfrm>
            <a:off x="12439650" y="5143500"/>
            <a:ext cx="895350" cy="1352550"/>
          </a:xfrm>
          <a:prstGeom prst="curvedConnector3">
            <a:avLst/>
          </a:prstGeom>
          <a:noFill/>
          <a:ln w="47625">
            <a:solidFill>
              <a:srgbClr val="FFB45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ff35050b-d743-47c5-9805-eae00c1577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BỐI</a:t>
            </a:r>
            <a:r>
              <a:rPr lang="en-US" sz="1800" b="1" spc="28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190750"/>
            <a:ext cx="133350" cy="28575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190750"/>
            <a:ext cx="15716250" cy="2857500"/>
          </a:xfrm>
          <a:prstGeom prst="rect">
            <a:avLst/>
          </a:prstGeom>
          <a:noFill/>
          <a:ln/>
        </p:spPr>
        <p:txBody>
          <a:bodyPr wrap="square" lIns="0" tIns="21907" rIns="0" bIns="-21907" rtlCol="0" anchor="t"/>
          <a:lstStyle/>
          <a:p>
            <a:pPr algn="l" indent="0" marL="0">
              <a:lnSpc>
                <a:spcPts val="7935"/>
              </a:lnSpc>
              <a:buNone/>
            </a:pPr>
            <a:r>
              <a:rPr lang="en-US" sz="6900" dirty="0" spc="-10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9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tốt</a:t>
            </a:r>
            <a:r>
              <a:rPr lang="en-US" sz="6900" dirty="0" spc="-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đám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mây.</a:t>
            </a:r>
            <a:endParaRPr lang="en-US" sz="6900" dirty="0"/>
          </a:p>
        </p:txBody>
      </p:sp>
      <p:sp>
        <p:nvSpPr>
          <p:cNvPr id="5" name="Text 3"/>
          <p:cNvSpPr/>
          <p:nvPr/>
        </p:nvSpPr>
        <p:spPr>
          <a:xfrm>
            <a:off x="1428750" y="5905500"/>
            <a:ext cx="15716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Dễ</a:t>
            </a:r>
            <a:r>
              <a:rPr lang="en-US" sz="3450" b="1" dirty="0" spc="2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dựng,</a:t>
            </a:r>
            <a:r>
              <a:rPr lang="en-US" sz="345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450" b="1" dirty="0" spc="-1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34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</a:t>
            </a:r>
            <a:r>
              <a:rPr lang="en-US" sz="3450" b="1" dirty="0" spc="-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345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3450" b="1" dirty="0" spc="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bản.</a:t>
            </a:r>
            <a:endParaRPr lang="en-US" sz="345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caa5249a-8a46-4996-8697-1e7c9564f1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1: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 THUỘC,</a:t>
            </a:r>
            <a:r>
              <a:rPr lang="en-US" sz="1800" b="1" spc="28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(1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4)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Cái</a:t>
            </a:r>
            <a:r>
              <a:rPr lang="en-US" sz="63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r>
              <a:rPr lang="en-US" sz="6300" dirty="0" spc="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</a:t>
            </a: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3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27660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Codebase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372600" y="30480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6450" y="327660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Dependencies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Khai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550" dirty="0" spc="-2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59055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8250" y="613410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Config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 mã,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372600" y="5905500"/>
            <a:ext cx="8001000" cy="2571750"/>
          </a:xfrm>
          <a:prstGeom prst="roundRect">
            <a:avLst>
              <a:gd name="adj" fmla="val 1037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96450" y="6134100"/>
            <a:ext cx="7429500" cy="2190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Backing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services</a:t>
            </a:r>
            <a:endParaRPr lang="en-US" sz="2550" dirty="0"/>
          </a:p>
          <a:p>
            <a:pPr algn="l" indent="0" marL="0"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hàng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đợi: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 gắn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66f2af1-9101-4da6-a6cb-6d278901fab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2:</a:t>
            </a:r>
            <a:r>
              <a:rPr lang="en-US" sz="1800" b="1" spc="32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1800" b="1" spc="25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6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(5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303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Ứng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3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nào.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Dựng</a:t>
            </a:r>
            <a:r>
              <a:rPr lang="en-US" sz="2850" b="1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6858000" y="32385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Ghép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hình: bản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801600" y="3238500"/>
            <a:ext cx="4572000" cy="1428750"/>
          </a:xfrm>
          <a:prstGeom prst="roundRect">
            <a:avLst>
              <a:gd name="adj" fmla="val 16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endParaRPr lang="en-US" sz="2850" dirty="0"/>
          </a:p>
        </p:txBody>
      </p:sp>
      <p:sp>
        <p:nvSpPr>
          <p:cNvPr id="7" name="Connector line-1792421891595-251382320"/>
          <p:cNvSpPr/>
          <p:nvPr/>
        </p:nvSpPr>
        <p:spPr>
          <a:xfrm>
            <a:off x="5486400" y="3952875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421891595-548473120"/>
          <p:cNvSpPr/>
          <p:nvPr/>
        </p:nvSpPr>
        <p:spPr>
          <a:xfrm>
            <a:off x="11430000" y="3952875"/>
            <a:ext cx="13716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57150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2A2E3B"/>
          </a:solidFill>
          <a:ln/>
        </p:spPr>
      </p:sp>
      <p:sp>
        <p:nvSpPr>
          <p:cNvPr id="10" name="Text 8"/>
          <p:cNvSpPr/>
          <p:nvPr/>
        </p:nvSpPr>
        <p:spPr>
          <a:xfrm>
            <a:off x="1238250" y="57150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Tiến</a:t>
            </a:r>
            <a:r>
              <a:rPr lang="en-US" sz="2550" dirty="0" spc="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</a:t>
            </a: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55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giữ</a:t>
            </a:r>
            <a:r>
              <a:rPr lang="en-US" sz="2550" dirty="0" spc="-1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trạng</a:t>
            </a:r>
            <a:r>
              <a:rPr lang="en-US" sz="25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6572250" y="57150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2A2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896100" y="57150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99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Tự</a:t>
            </a:r>
            <a:r>
              <a:rPr lang="en-US" sz="2550" dirty="0" spc="-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55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cổng</a:t>
            </a: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mạng.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2230100" y="5715000"/>
            <a:ext cx="5143500" cy="1905000"/>
          </a:xfrm>
          <a:prstGeom prst="roundRect">
            <a:avLst>
              <a:gd name="adj" fmla="val 12000"/>
            </a:avLst>
          </a:prstGeom>
          <a:solidFill>
            <a:srgbClr val="2A2E3B"/>
          </a:solidFill>
          <a:ln/>
        </p:spPr>
      </p:sp>
      <p:sp>
        <p:nvSpPr>
          <p:cNvPr id="14" name="Text 12"/>
          <p:cNvSpPr/>
          <p:nvPr/>
        </p:nvSpPr>
        <p:spPr>
          <a:xfrm>
            <a:off x="12553950" y="5715000"/>
            <a:ext cx="4476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Mở</a:t>
            </a:r>
            <a:r>
              <a:rPr lang="en-US" sz="2550" dirty="0" spc="-1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rộng</a:t>
            </a:r>
            <a:r>
              <a:rPr lang="en-US" sz="255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255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thêm</a:t>
            </a:r>
            <a:r>
              <a:rPr lang="en-US" sz="255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tiến</a:t>
            </a:r>
            <a:r>
              <a:rPr lang="en-US" sz="2550" dirty="0" spc="6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trình.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04/09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9506dfb5-5863-4601-80e3-fd94ab4a28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 3:</a:t>
            </a:r>
            <a:r>
              <a:rPr lang="en-US" sz="1800" b="1" spc="26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(9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 12)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Sống</a:t>
            </a:r>
            <a:r>
              <a:rPr lang="en-US" sz="6300" dirty="0" spc="-6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chết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thế</a:t>
            </a:r>
            <a:r>
              <a:rPr lang="en-US" sz="63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3943350" cy="4572000"/>
          </a:xfrm>
          <a:prstGeom prst="roundRect">
            <a:avLst>
              <a:gd name="adj" fmla="val 676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1100" y="3429000"/>
            <a:ext cx="3429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Disposability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Khởi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nhanh,</a:t>
            </a:r>
            <a:r>
              <a:rPr lang="en-US" sz="22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êm.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5086350" y="3143250"/>
            <a:ext cx="3943350" cy="4572000"/>
          </a:xfrm>
          <a:prstGeom prst="roundRect">
            <a:avLst>
              <a:gd name="adj" fmla="val 676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53050" y="3429000"/>
            <a:ext cx="3429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Dev/prod</a:t>
            </a:r>
            <a:r>
              <a:rPr lang="en-US" sz="2250" b="1" dirty="0" spc="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parity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thật.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258300" y="3143250"/>
            <a:ext cx="3943350" cy="4572000"/>
          </a:xfrm>
          <a:prstGeom prst="roundRect">
            <a:avLst>
              <a:gd name="adj" fmla="val 676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3429000"/>
            <a:ext cx="3429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Logs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Dòng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250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13430250" y="3143250"/>
            <a:ext cx="3943350" cy="4572000"/>
          </a:xfrm>
          <a:prstGeom prst="roundRect">
            <a:avLst>
              <a:gd name="adj" fmla="val 6763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696950" y="3429000"/>
            <a:ext cx="3429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Admin</a:t>
            </a:r>
            <a:r>
              <a:rPr lang="en-US" sz="225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processes</a:t>
            </a:r>
            <a:endParaRPr lang="en-US" sz="2250" dirty="0"/>
          </a:p>
          <a:p>
            <a:pPr algn="l" indent="0" marL="0"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Việc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8d4381e4-7022-42ef-8f47-c79249331a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THỬ: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1800" b="1" spc="27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TRÌNH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6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món,</a:t>
            </a:r>
            <a:r>
              <a:rPr lang="en-US" sz="6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3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63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trình.</a:t>
            </a:r>
            <a:endParaRPr lang="en-US" sz="6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3143250"/>
          <a:ext cx="13716000" cy="914400"/>
        </p:xfrm>
        <a:graphic>
          <a:graphicData uri="http://schemas.openxmlformats.org/drawingml/2006/table">
            <a:tbl>
              <a:tblPr/>
              <a:tblGrid>
                <a:gridCol w="7406640"/>
                <a:gridCol w="9052560"/>
              </a:tblGrid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Giỏ</a:t>
                      </a:r>
                      <a:r>
                        <a:rPr lang="en-US" sz="2850" b="1" dirty="0" spc="-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hàng</a:t>
                      </a:r>
                      <a:r>
                        <a:rPr lang="en-US" sz="2850" b="1" dirty="0" spc="3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giữ</a:t>
                      </a:r>
                      <a:r>
                        <a:rPr lang="en-US" sz="2850" b="1" dirty="0" spc="4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850" b="1" dirty="0" spc="12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đâu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15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Người</a:t>
                      </a:r>
                      <a:r>
                        <a:rPr lang="en-US" sz="2850" b="1" dirty="0" spc="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850" b="1" dirty="0" spc="-10" kern="0">
                          <a:solidFill>
                            <a:srgbClr val="FFFFFF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thấy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161C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Bộ</a:t>
                      </a:r>
                      <a:r>
                        <a:rPr lang="en-US" sz="28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nhớ</a:t>
                      </a:r>
                      <a:r>
                        <a:rPr lang="en-US" sz="2850" b="1" dirty="0" spc="2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từng</a:t>
                      </a:r>
                      <a:r>
                        <a:rPr lang="en-US" sz="28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r>
                        <a:rPr lang="en-US" sz="2850" b="1" dirty="0" spc="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E8E0C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6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5</a:t>
                      </a: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món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ở</a:t>
                      </a:r>
                      <a:r>
                        <a:rPr lang="en-US" sz="28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8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tiến</a:t>
                      </a:r>
                      <a:r>
                        <a:rPr lang="en-US" sz="2850" dirty="0" spc="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trình,</a:t>
                      </a:r>
                      <a:r>
                        <a:rPr lang="en-US" sz="28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mỗi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lần</a:t>
                      </a:r>
                      <a:r>
                        <a:rPr lang="en-US" sz="2850" dirty="0" spc="-1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một</a:t>
                      </a:r>
                      <a:r>
                        <a:rPr lang="en-US" sz="2850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giỏ</a:t>
                      </a:r>
                      <a:r>
                        <a:rPr lang="en-US" sz="28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khác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8D9D0"/>
                    </a:solidFill>
                  </a:tcPr>
                </a:tc>
              </a:tr>
              <a:tr h="12382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Dịch</a:t>
                      </a:r>
                      <a:r>
                        <a:rPr lang="en-US" sz="2850" b="1" dirty="0" spc="4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vụ</a:t>
                      </a:r>
                      <a:r>
                        <a:rPr lang="en-US" sz="2850" b="1" dirty="0" spc="-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phụ</a:t>
                      </a:r>
                      <a:r>
                        <a:rPr lang="en-US" sz="2850" b="1" dirty="0" spc="-15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trợ</a:t>
                      </a:r>
                      <a:r>
                        <a:rPr lang="en-US" sz="2850" b="1" dirty="0" spc="0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dùng</a:t>
                      </a:r>
                      <a:r>
                        <a:rPr lang="en-US" sz="2850" b="1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chung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BF8F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10 món, tiến</a:t>
                      </a:r>
                      <a:r>
                        <a:rPr lang="en-US" sz="2850" dirty="0" spc="9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trình</a:t>
                      </a:r>
                      <a:r>
                        <a:rPr lang="en-US" sz="2850" dirty="0" spc="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nào</a:t>
                      </a:r>
                      <a:r>
                        <a:rPr lang="en-US" sz="2850" dirty="0" spc="-28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trả</a:t>
                      </a:r>
                      <a:r>
                        <a:rPr lang="en-US" sz="2850" dirty="0" spc="1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lời</a:t>
                      </a:r>
                      <a:r>
                        <a:rPr lang="en-US" sz="2850" dirty="0" spc="-2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cũng</a:t>
                      </a:r>
                      <a:r>
                        <a:rPr lang="en-US" sz="2850" dirty="0" spc="-23" kern="0">
                          <a:solidFill>
                            <a:srgbClr val="000000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vậy</a:t>
                      </a:r>
                      <a:endParaRPr lang="en-US" sz="1200" dirty="0"/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5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CFE8E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06/09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6" name="Moda image moda-export-watermark-7febbc97-3e11-41eb-a804-74501514d0b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40005" rIns="0" bIns="-40005" rtlCol="0" anchor="t"/>
          <a:lstStyle/>
          <a:p>
            <a:pPr algn="l" indent="0" marL="0">
              <a:lnSpc>
                <a:spcPts val="6930"/>
              </a:lnSpc>
              <a:buNone/>
            </a:pP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63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3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cũng</a:t>
            </a:r>
            <a:r>
              <a:rPr lang="en-US" sz="63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hợp.</a:t>
            </a:r>
            <a:endParaRPr lang="en-US" sz="63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524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Hợp</a:t>
            </a:r>
            <a:r>
              <a:rPr lang="en-US" sz="2850" dirty="0" spc="-1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với</a:t>
            </a:r>
            <a:endParaRPr lang="en-US" sz="2850" dirty="0"/>
          </a:p>
        </p:txBody>
      </p:sp>
      <p:sp>
        <p:nvSpPr>
          <p:cNvPr id="6" name="Text richtext-1792421894787-894258256"/>
          <p:cNvSpPr/>
          <p:nvPr/>
        </p:nvSpPr>
        <p:spPr>
          <a:xfrm>
            <a:off x="1333500" y="4381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7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7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vụ.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524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17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Chưa</a:t>
            </a:r>
            <a:r>
              <a:rPr lang="en-US" sz="285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hợp</a:t>
            </a:r>
            <a:r>
              <a:rPr lang="en-US" sz="285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mọi</a:t>
            </a:r>
            <a:r>
              <a:rPr lang="en-US" sz="2850" dirty="0" spc="3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nơi</a:t>
            </a:r>
            <a:endParaRPr lang="en-US" sz="2850" dirty="0"/>
          </a:p>
        </p:txBody>
      </p:sp>
      <p:sp>
        <p:nvSpPr>
          <p:cNvPr id="9" name="Text richtext-1792421894804-926881023"/>
          <p:cNvSpPr/>
          <p:nvPr/>
        </p:nvSpPr>
        <p:spPr>
          <a:xfrm>
            <a:off x="9791700" y="4381500"/>
            <a:ext cx="7239000" cy="3429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dòng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lệnh,</a:t>
            </a:r>
            <a:r>
              <a:rPr lang="en-US" sz="27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spcAft>
                <a:spcPts val="1500"/>
              </a:spcAft>
              <a:buSzPct val="100000"/>
              <a:buFont typeface="Arial"/>
              <a:buChar char="•"/>
            </a:pP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7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thái,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cơ</a:t>
            </a:r>
            <a:r>
              <a:rPr lang="en-US" sz="27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  <a:p>
            <a:pPr algn="l" marL="342900" indent="-244981">
              <a:lnSpc>
                <a:spcPts val="3510"/>
              </a:lnSpc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gì, ít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thế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nào.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f3c15483-4470-4bbe-9099-d4f83be6b1c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905000"/>
            <a:ext cx="133350" cy="2476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905000"/>
            <a:ext cx="15716250" cy="2476500"/>
          </a:xfrm>
          <a:prstGeom prst="rect">
            <a:avLst/>
          </a:prstGeom>
          <a:noFill/>
          <a:ln/>
        </p:spPr>
        <p:txBody>
          <a:bodyPr wrap="square" lIns="0" tIns="19050" rIns="0" bIns="-19050" rtlCol="0" anchor="t"/>
          <a:lstStyle/>
          <a:p>
            <a:pPr algn="l" indent="0" marL="0">
              <a:lnSpc>
                <a:spcPts val="6900"/>
              </a:lnSpc>
              <a:buNone/>
            </a:pPr>
            <a:r>
              <a:rPr lang="en-US" sz="6000" dirty="0" spc="-1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Tệp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60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trên</a:t>
            </a:r>
            <a:r>
              <a:rPr lang="en-US" sz="60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ổ</a:t>
            </a:r>
            <a:r>
              <a:rPr lang="en-US" sz="60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máy,</a:t>
            </a:r>
            <a:r>
              <a:rPr lang="en-US" sz="60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r>
              <a:rPr lang="en-US" sz="60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bản</a:t>
            </a:r>
            <a:r>
              <a:rPr lang="en-US" sz="60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hai: sai</a:t>
            </a:r>
            <a:r>
              <a:rPr lang="en-US" sz="60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gì?</a:t>
            </a:r>
            <a:endParaRPr lang="en-US" sz="600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16459200" cy="3238500"/>
          </a:xfrm>
          <a:prstGeom prst="roundRect">
            <a:avLst>
              <a:gd name="adj" fmla="val 8235"/>
            </a:avLst>
          </a:prstGeom>
          <a:solidFill>
            <a:srgbClr val="DDE3FA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5524500"/>
            <a:ext cx="15621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5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Quy</a:t>
            </a:r>
            <a:r>
              <a:rPr lang="en-US" sz="435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tắc</a:t>
            </a:r>
            <a:r>
              <a:rPr lang="en-US" sz="4350" dirty="0" spc="-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6:</a:t>
            </a:r>
            <a:r>
              <a:rPr lang="en-US" sz="4350" dirty="0" spc="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tiến</a:t>
            </a:r>
            <a:r>
              <a:rPr lang="en-US" sz="4350" dirty="0" spc="-1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43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435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giữ</a:t>
            </a:r>
            <a:r>
              <a:rPr lang="en-US" sz="4350" dirty="0" spc="-14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trạng</a:t>
            </a:r>
            <a:r>
              <a:rPr lang="en-US" sz="435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thái.</a:t>
            </a:r>
            <a:endParaRPr lang="en-US" sz="4350" dirty="0"/>
          </a:p>
        </p:txBody>
      </p:sp>
      <p:sp>
        <p:nvSpPr>
          <p:cNvPr id="7" name="Text richtext-1792421895927-1396666"/>
          <p:cNvSpPr/>
          <p:nvPr/>
        </p:nvSpPr>
        <p:spPr>
          <a:xfrm>
            <a:off x="1333500" y="6667500"/>
            <a:ext cx="15621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marL="361950" indent="-258592">
              <a:lnSpc>
                <a:spcPts val="370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tệp,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mất.</a:t>
            </a:r>
            <a:endParaRPr lang="en-US" sz="2850" dirty="0"/>
          </a:p>
          <a:p>
            <a:pPr algn="l" marL="361950" indent="-258592">
              <a:lnSpc>
                <a:spcPts val="3705"/>
              </a:lnSpc>
              <a:buSzPct val="100000"/>
              <a:buFont typeface="Arial"/>
              <a:buChar char="•"/>
            </a:pPr>
            <a:r>
              <a:rPr lang="en-US" sz="28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Đưa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8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850" dirty="0"/>
          </a:p>
        </p:txBody>
      </p:sp>
      <p:sp>
        <p:nvSpPr>
          <p:cNvPr id="8" name="Shape 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08/09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49d93351-df75-4c8b-9d2b-e5877cefdc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17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914400" y="2286000"/>
            <a:ext cx="8001000" cy="1619250"/>
          </a:xfrm>
          <a:prstGeom prst="roundRect">
            <a:avLst>
              <a:gd name="adj" fmla="val 11765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2286000"/>
            <a:ext cx="7429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 spc="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HTTP</a:t>
            </a:r>
            <a:pPr algn="l" indent="0" marL="0">
              <a:buNone/>
            </a:pPr>
            <a:r>
              <a:rPr lang="en-US" sz="2250" dirty="0" spc="-3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(HyperText Transfer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Protocol):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2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cổng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372600" y="1619250"/>
            <a:ext cx="7620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2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372600" y="2286000"/>
            <a:ext cx="8001000" cy="1047750"/>
          </a:xfrm>
          <a:prstGeom prst="roundRect">
            <a:avLst>
              <a:gd name="adj" fmla="val 1818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15500" y="2286000"/>
            <a:ext cx="7334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72600" y="3619500"/>
            <a:ext cx="8001000" cy="1238250"/>
          </a:xfrm>
          <a:prstGeom prst="roundRect">
            <a:avLst>
              <a:gd name="adj" fmla="val 15385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715500" y="3619500"/>
            <a:ext cx="73342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</a:t>
            </a:r>
            <a:r>
              <a:rPr lang="en-US" sz="2250" dirty="0" spc="-3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Twelve-Factor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dung,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3ad5a5f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09/09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a30202f4-7daa-4057-ae83-f076c180fa1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2026-10-19T14:58:34Z</dcterms:created>
  <dcterms:modified xsi:type="dcterms:W3CDTF">2026-10-19T14:58:34Z</dcterms:modified>
</cp:coreProperties>
</file>