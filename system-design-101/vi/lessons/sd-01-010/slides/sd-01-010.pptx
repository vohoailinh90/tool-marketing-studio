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CSS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8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CSS</a:t>
            </a:r>
            <a:r>
              <a:rPr lang="en-US" sz="27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7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“tài</a:t>
            </a:r>
            <a:r>
              <a:rPr lang="en-US" sz="27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 gì” khỏi</a:t>
            </a:r>
            <a:r>
              <a:rPr lang="en-US" sz="27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“nó</a:t>
            </a:r>
            <a:r>
              <a:rPr lang="en-US" sz="27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trông</a:t>
            </a:r>
            <a:r>
              <a:rPr lang="en-US" sz="27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 nào”.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7239000" cy="247650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4076700"/>
            <a:ext cx="647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3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1650" b="1" spc="16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650" b="1" spc="22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95400" y="4629150"/>
            <a:ext cx="6477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9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.note</a:t>
            </a:r>
            <a:r>
              <a:rPr lang="en-US" sz="390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{</a:t>
            </a:r>
            <a:r>
              <a:rPr lang="en-US" sz="3900" dirty="0" spc="-1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color:</a:t>
            </a:r>
            <a:r>
              <a:rPr lang="en-US" sz="3900" dirty="0" spc="-19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red;</a:t>
            </a:r>
            <a:r>
              <a:rPr lang="en-US" sz="390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}</a:t>
            </a:r>
            <a:endParaRPr lang="en-US" sz="3900" dirty="0"/>
          </a:p>
        </p:txBody>
      </p:sp>
      <p:sp>
        <p:nvSpPr>
          <p:cNvPr id="8" name="Shape 6"/>
          <p:cNvSpPr/>
          <p:nvPr/>
        </p:nvSpPr>
        <p:spPr>
          <a:xfrm>
            <a:off x="1295400" y="5619750"/>
            <a:ext cx="1143000" cy="3429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9" name="Text 7"/>
          <p:cNvSpPr/>
          <p:nvPr/>
        </p:nvSpPr>
        <p:spPr>
          <a:xfrm>
            <a:off x="2590800" y="561975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lớp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0134600" y="3810000"/>
            <a:ext cx="7239000" cy="247650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0" y="4076700"/>
            <a:ext cx="647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3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1650" b="1" spc="16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650" b="1" spc="21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0515600" y="4629150"/>
            <a:ext cx="6477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</a:t>
            </a:r>
            <a:r>
              <a:rPr lang="en-US" sz="390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{</a:t>
            </a:r>
            <a:r>
              <a:rPr lang="en-US" sz="3900" dirty="0" spc="-1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color:</a:t>
            </a:r>
            <a:r>
              <a:rPr lang="en-US" sz="390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blue;</a:t>
            </a:r>
            <a:r>
              <a:rPr lang="en-US" sz="3900" dirty="0" spc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}</a:t>
            </a:r>
            <a:endParaRPr lang="en-US" sz="3900" dirty="0"/>
          </a:p>
        </p:txBody>
      </p:sp>
      <p:sp>
        <p:nvSpPr>
          <p:cNvPr id="13" name="Shape 11"/>
          <p:cNvSpPr/>
          <p:nvPr/>
        </p:nvSpPr>
        <p:spPr>
          <a:xfrm>
            <a:off x="10515600" y="5619750"/>
            <a:ext cx="1143000" cy="3429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4" name="Text 12"/>
          <p:cNvSpPr/>
          <p:nvPr/>
        </p:nvSpPr>
        <p:spPr>
          <a:xfrm>
            <a:off x="11811000" y="561975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8534400" y="4476750"/>
            <a:ext cx="1219200" cy="12192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6" name="Text 14"/>
          <p:cNvSpPr/>
          <p:nvPr/>
        </p:nvSpPr>
        <p:spPr>
          <a:xfrm>
            <a:off x="8534400" y="4476750"/>
            <a:ext cx="121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VS</a:t>
            </a:r>
            <a:endParaRPr lang="en-US" sz="3900" dirty="0"/>
          </a:p>
        </p:txBody>
      </p:sp>
      <p:sp>
        <p:nvSpPr>
          <p:cNvPr id="17" name="Connector line-1792293858043-491774849"/>
          <p:cNvSpPr/>
          <p:nvPr/>
        </p:nvSpPr>
        <p:spPr>
          <a:xfrm>
            <a:off x="914400" y="7048500"/>
            <a:ext cx="164592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14400" y="7429500"/>
            <a:ext cx="52197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19" name="Shape 17"/>
          <p:cNvSpPr/>
          <p:nvPr/>
        </p:nvSpPr>
        <p:spPr>
          <a:xfrm>
            <a:off x="1181100" y="7753350"/>
            <a:ext cx="495300" cy="4953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0" name="Text 18"/>
          <p:cNvSpPr/>
          <p:nvPr/>
        </p:nvSpPr>
        <p:spPr>
          <a:xfrm>
            <a:off x="1181100" y="7753350"/>
            <a:ext cx="4953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866900" y="7429500"/>
            <a:ext cx="4095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1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!important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6534150" y="7429500"/>
            <a:ext cx="52197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23" name="Shape 21"/>
          <p:cNvSpPr/>
          <p:nvPr/>
        </p:nvSpPr>
        <p:spPr>
          <a:xfrm>
            <a:off x="6800850" y="7753350"/>
            <a:ext cx="495300" cy="4953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Text 22"/>
          <p:cNvSpPr/>
          <p:nvPr/>
        </p:nvSpPr>
        <p:spPr>
          <a:xfrm>
            <a:off x="6800850" y="7753350"/>
            <a:ext cx="4953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7486650" y="7429500"/>
            <a:ext cx="4095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12153900" y="7429500"/>
            <a:ext cx="52197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27" name="Shape 25"/>
          <p:cNvSpPr/>
          <p:nvPr/>
        </p:nvSpPr>
        <p:spPr>
          <a:xfrm>
            <a:off x="12420600" y="7753350"/>
            <a:ext cx="495300" cy="4953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8" name="Text 26"/>
          <p:cNvSpPr/>
          <p:nvPr/>
        </p:nvSpPr>
        <p:spPr>
          <a:xfrm>
            <a:off x="12420600" y="7753350"/>
            <a:ext cx="4953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3106400" y="7429500"/>
            <a:ext cx="4095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xuất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1867fe7d-6f9f-4caa-84b6-78e31ce1411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spc="30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1800" b="1" spc="24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</a:t>
            </a:r>
            <a:r>
              <a:rPr lang="en-US" sz="1800" b="1" spc="2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1800" b="1" spc="28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219075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7632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Muốn</a:t>
            </a:r>
            <a:r>
              <a:rPr lang="en-US" sz="72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diện,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72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sửa</a:t>
            </a:r>
            <a:r>
              <a:rPr lang="en-US" sz="72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CSS</a:t>
            </a:r>
            <a:endParaRPr lang="en-US" sz="7200" dirty="0"/>
          </a:p>
          <a:p>
            <a:pPr algn="l" indent="0" marL="0">
              <a:lnSpc>
                <a:spcPts val="7632"/>
              </a:lnSpc>
              <a:buNone/>
            </a:pPr>
            <a:r>
              <a:rPr lang="en-US" sz="7200" dirty="0" spc="4" kern="0">
                <a:solidFill>
                  <a:srgbClr val="8A867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mà</a:t>
            </a:r>
            <a:r>
              <a:rPr lang="en-US" sz="7200" dirty="0" spc="-2" kern="0">
                <a:solidFill>
                  <a:srgbClr val="8A867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11" kern="0">
                <a:solidFill>
                  <a:srgbClr val="8A867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đụng</a:t>
            </a:r>
            <a:r>
              <a:rPr lang="en-US" sz="7200" dirty="0" spc="-69" kern="0">
                <a:solidFill>
                  <a:srgbClr val="8A867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7200" dirty="0" spc="28" kern="0">
                <a:solidFill>
                  <a:srgbClr val="8A867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HTML.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4572000"/>
            <a:ext cx="1619250" cy="1238250"/>
          </a:xfrm>
          <a:prstGeom prst="roundRect">
            <a:avLst>
              <a:gd name="adj" fmla="val 24615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4572000"/>
            <a:ext cx="1619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 spc="-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2667000" y="4572000"/>
            <a:ext cx="476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{</a:t>
            </a:r>
            <a:endParaRPr lang="en-US" sz="6000" dirty="0"/>
          </a:p>
        </p:txBody>
      </p:sp>
      <p:sp>
        <p:nvSpPr>
          <p:cNvPr id="7" name="Shape 5"/>
          <p:cNvSpPr/>
          <p:nvPr/>
        </p:nvSpPr>
        <p:spPr>
          <a:xfrm>
            <a:off x="3238500" y="4572000"/>
            <a:ext cx="5715000" cy="1238250"/>
          </a:xfrm>
          <a:prstGeom prst="roundRect">
            <a:avLst>
              <a:gd name="adj" fmla="val 24615"/>
            </a:avLst>
          </a:prstGeom>
          <a:solidFill>
            <a:srgbClr val="FBF8F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500" y="4572000"/>
            <a:ext cx="5715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color:</a:t>
            </a:r>
            <a:r>
              <a:rPr lang="en-US" sz="51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blue;</a:t>
            </a:r>
            <a:endParaRPr lang="en-US" sz="5100" dirty="0"/>
          </a:p>
        </p:txBody>
      </p:sp>
      <p:sp>
        <p:nvSpPr>
          <p:cNvPr id="9" name="Text 7"/>
          <p:cNvSpPr/>
          <p:nvPr/>
        </p:nvSpPr>
        <p:spPr>
          <a:xfrm>
            <a:off x="9105900" y="4572000"/>
            <a:ext cx="476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}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914400" y="61341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SELECTOR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14400" y="6457950"/>
            <a:ext cx="2857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238500" y="61341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1650" b="1" spc="20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3238500" y="6457950"/>
            <a:ext cx="5715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thuộc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tính: giá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477500" y="4572000"/>
            <a:ext cx="6896100" cy="285750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58500" y="4914900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Text 14"/>
          <p:cNvSpPr/>
          <p:nvPr/>
        </p:nvSpPr>
        <p:spPr>
          <a:xfrm>
            <a:off x="11201400" y="48768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MÀU</a:t>
            </a: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0858500" y="5429250"/>
            <a:ext cx="6191250" cy="1809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đoạn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màu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xanh;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màu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cascade.</a:t>
            </a:r>
            <a:endParaRPr lang="en-US" sz="2550" dirty="0"/>
          </a:p>
        </p:txBody>
      </p:sp>
      <p:sp>
        <p:nvSpPr>
          <p:cNvPr id="18" name="Connector line-1792293883611-307529008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cef14a79-865a-4073-9a27-f9245d327c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HTML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CSS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HAI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800" b="1" spc="29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 việc</a:t>
            </a:r>
            <a:r>
              <a:rPr lang="en-US" sz="6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tách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5143500" y="2705100"/>
            <a:ext cx="581025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5143500" y="2705100"/>
            <a:ext cx="5810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1182350" y="2705100"/>
            <a:ext cx="619125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7" name="Text 5"/>
          <p:cNvSpPr/>
          <p:nvPr/>
        </p:nvSpPr>
        <p:spPr>
          <a:xfrm>
            <a:off x="11182350" y="2705100"/>
            <a:ext cx="6191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3657600"/>
            <a:ext cx="4000500" cy="1619250"/>
          </a:xfrm>
          <a:prstGeom prst="roundRect">
            <a:avLst>
              <a:gd name="adj" fmla="val 16471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657600"/>
            <a:ext cx="4000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HTML</a:t>
            </a:r>
            <a:endParaRPr lang="en-US" sz="4500" dirty="0"/>
          </a:p>
        </p:txBody>
      </p:sp>
      <p:sp>
        <p:nvSpPr>
          <p:cNvPr id="10" name="Shape 8"/>
          <p:cNvSpPr/>
          <p:nvPr/>
        </p:nvSpPr>
        <p:spPr>
          <a:xfrm>
            <a:off x="914400" y="5467350"/>
            <a:ext cx="4000500" cy="1619250"/>
          </a:xfrm>
          <a:prstGeom prst="roundRect">
            <a:avLst>
              <a:gd name="adj" fmla="val 16471"/>
            </a:avLst>
          </a:prstGeom>
          <a:solidFill>
            <a:srgbClr val="0F766E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5467350"/>
            <a:ext cx="4000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1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CSS</a:t>
            </a:r>
            <a:endParaRPr lang="en-US" sz="4500" dirty="0"/>
          </a:p>
        </p:txBody>
      </p:sp>
      <p:sp>
        <p:nvSpPr>
          <p:cNvPr id="12" name="Shape 10"/>
          <p:cNvSpPr/>
          <p:nvPr/>
        </p:nvSpPr>
        <p:spPr>
          <a:xfrm>
            <a:off x="5143500" y="3657600"/>
            <a:ext cx="5810250" cy="1619250"/>
          </a:xfrm>
          <a:prstGeom prst="roundRect">
            <a:avLst>
              <a:gd name="adj" fmla="val 16471"/>
            </a:avLst>
          </a:prstGeom>
          <a:solidFill>
            <a:srgbClr val="DDE3FA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82350" y="3657600"/>
            <a:ext cx="619125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38100">
            <a:solidFill>
              <a:srgbClr val="1F3F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43500" y="5467350"/>
            <a:ext cx="5810250" cy="1619250"/>
          </a:xfrm>
          <a:prstGeom prst="roundRect">
            <a:avLst>
              <a:gd name="adj" fmla="val 16471"/>
            </a:avLst>
          </a:prstGeom>
          <a:solidFill>
            <a:srgbClr val="CFE8E2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82350" y="5467350"/>
            <a:ext cx="619125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24500" y="3657600"/>
            <a:ext cx="5143500" cy="161925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ctr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-9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1563350" y="3657600"/>
            <a:ext cx="5429250" cy="161925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ctr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5524500" y="5467350"/>
            <a:ext cx="5143500" cy="161925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ctr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</a:t>
            </a:r>
            <a:r>
              <a:rPr lang="en-US" sz="28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trông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11563350" y="5467350"/>
            <a:ext cx="5429250" cy="161925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ctr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8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bày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914400" y="7391400"/>
            <a:ext cx="16459200" cy="1619250"/>
          </a:xfrm>
          <a:prstGeom prst="roundRect">
            <a:avLst>
              <a:gd name="adj" fmla="val 21176"/>
            </a:avLst>
          </a:prstGeom>
          <a:solidFill>
            <a:srgbClr val="F3D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1295400" y="7677150"/>
            <a:ext cx="209550" cy="2095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1638300" y="76390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6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MÀU</a:t>
            </a:r>
            <a:r>
              <a:rPr lang="en-US" sz="1650" b="1" spc="1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SẮC</a:t>
            </a:r>
            <a:r>
              <a:rPr lang="en-US" sz="1650" b="1" spc="23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65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16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1650" b="1" spc="23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1650" b="1" spc="16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295400" y="8115300"/>
            <a:ext cx="5143500" cy="6667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</p:sp>
      <p:sp>
        <p:nvSpPr>
          <p:cNvPr id="24" name="Text 22"/>
          <p:cNvSpPr/>
          <p:nvPr/>
        </p:nvSpPr>
        <p:spPr>
          <a:xfrm>
            <a:off x="1295400" y="8115300"/>
            <a:ext cx="514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</a:t>
            </a:r>
            <a:r>
              <a:rPr lang="en-US" sz="21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6667500" y="8115300"/>
            <a:ext cx="3429000" cy="6667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</p:sp>
      <p:sp>
        <p:nvSpPr>
          <p:cNvPr id="26" name="Text 24"/>
          <p:cNvSpPr/>
          <p:nvPr/>
        </p:nvSpPr>
        <p:spPr>
          <a:xfrm>
            <a:off x="6667500" y="81153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Tạo</a:t>
            </a: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10325100" y="8115300"/>
            <a:ext cx="6667500" cy="6667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</p:sp>
      <p:sp>
        <p:nvSpPr>
          <p:cNvPr id="28" name="Text 26"/>
          <p:cNvSpPr/>
          <p:nvPr/>
        </p:nvSpPr>
        <p:spPr>
          <a:xfrm>
            <a:off x="10325100" y="8115300"/>
            <a:ext cx="666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100" dirty="0"/>
          </a:p>
        </p:txBody>
      </p:sp>
      <p:sp>
        <p:nvSpPr>
          <p:cNvPr id="29" name="Connector line-1792293915118-19199066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2c1c71ec-98b3-4df8-8808-f63117ef2ec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CASCADE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</a:t>
            </a:r>
            <a:r>
              <a:rPr lang="en-US" sz="66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</a:t>
            </a:r>
            <a:r>
              <a:rPr lang="en-US" sz="66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xung</a:t>
            </a:r>
            <a:r>
              <a:rPr lang="en-US" sz="66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đột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428750"/>
          </a:xfrm>
          <a:prstGeom prst="roundRect">
            <a:avLst>
              <a:gd name="adj" fmla="val 21333"/>
            </a:avLst>
          </a:prstGeom>
          <a:solidFill>
            <a:srgbClr val="E8E0CF"/>
          </a:solidFill>
          <a:ln/>
        </p:spPr>
      </p:sp>
      <p:sp>
        <p:nvSpPr>
          <p:cNvPr id="5" name="Shape 3"/>
          <p:cNvSpPr/>
          <p:nvPr/>
        </p:nvSpPr>
        <p:spPr>
          <a:xfrm>
            <a:off x="1257300" y="3000375"/>
            <a:ext cx="952500" cy="952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3000375"/>
            <a:ext cx="952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2571750" y="3028950"/>
            <a:ext cx="1428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300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!important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571750" y="3562350"/>
            <a:ext cx="1428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 hơn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thắng</a:t>
            </a:r>
            <a:r>
              <a:rPr lang="en-US" sz="2400" dirty="0" spc="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400" dirty="0"/>
          </a:p>
        </p:txBody>
      </p:sp>
      <p:sp>
        <p:nvSpPr>
          <p:cNvPr id="9" name="Connector line-1792293936080-161211603"/>
          <p:cNvSpPr/>
          <p:nvPr/>
        </p:nvSpPr>
        <p:spPr>
          <a:xfrm>
            <a:off x="1733550" y="4248150"/>
            <a:ext cx="0" cy="38100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1962150" y="43053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hòa</a:t>
            </a:r>
            <a:r>
              <a:rPr lang="en-US" sz="18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800" b="1" dirty="0" spc="-2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1800" b="1" dirty="0" spc="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800" b="1" dirty="0" spc="-2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14400" y="4667250"/>
            <a:ext cx="16459200" cy="1428750"/>
          </a:xfrm>
          <a:prstGeom prst="roundRect">
            <a:avLst>
              <a:gd name="adj" fmla="val 21333"/>
            </a:avLst>
          </a:prstGeom>
          <a:solidFill>
            <a:srgbClr val="E8E0CF"/>
          </a:solidFill>
          <a:ln/>
        </p:spPr>
      </p:sp>
      <p:sp>
        <p:nvSpPr>
          <p:cNvPr id="12" name="Shape 10"/>
          <p:cNvSpPr/>
          <p:nvPr/>
        </p:nvSpPr>
        <p:spPr>
          <a:xfrm>
            <a:off x="1257300" y="4905375"/>
            <a:ext cx="952500" cy="952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57300" y="4905375"/>
            <a:ext cx="952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2571750" y="4933950"/>
            <a:ext cx="1428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571750" y="5467350"/>
            <a:ext cx="1428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Selector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thể hơn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thắng,</a:t>
            </a:r>
            <a:r>
              <a:rPr lang="en-US" sz="2400" dirty="0" spc="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</a:t>
            </a:r>
            <a:r>
              <a:rPr lang="en-US" sz="2400" dirty="0" spc="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-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400" dirty="0" spc="5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400" dirty="0"/>
          </a:p>
        </p:txBody>
      </p:sp>
      <p:sp>
        <p:nvSpPr>
          <p:cNvPr id="16" name="Connector line-1792293936089-445121855"/>
          <p:cNvSpPr/>
          <p:nvPr/>
        </p:nvSpPr>
        <p:spPr>
          <a:xfrm>
            <a:off x="1733550" y="6153150"/>
            <a:ext cx="0" cy="38100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962150" y="62103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hòa</a:t>
            </a:r>
            <a:r>
              <a:rPr lang="en-US" sz="18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800" b="1" dirty="0" spc="-2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1800" b="1" dirty="0" spc="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800" b="1" dirty="0" spc="-2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14400" y="6572250"/>
            <a:ext cx="16459200" cy="1428750"/>
          </a:xfrm>
          <a:prstGeom prst="roundRect">
            <a:avLst>
              <a:gd name="adj" fmla="val 21333"/>
            </a:avLst>
          </a:prstGeom>
          <a:solidFill>
            <a:srgbClr val="E8E0CF"/>
          </a:solidFill>
          <a:ln/>
        </p:spPr>
      </p:sp>
      <p:sp>
        <p:nvSpPr>
          <p:cNvPr id="19" name="Shape 17"/>
          <p:cNvSpPr/>
          <p:nvPr/>
        </p:nvSpPr>
        <p:spPr>
          <a:xfrm>
            <a:off x="1257300" y="6810375"/>
            <a:ext cx="952500" cy="952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Text 18"/>
          <p:cNvSpPr/>
          <p:nvPr/>
        </p:nvSpPr>
        <p:spPr>
          <a:xfrm>
            <a:off x="1257300" y="6810375"/>
            <a:ext cx="952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21" name="Text 19"/>
          <p:cNvSpPr/>
          <p:nvPr/>
        </p:nvSpPr>
        <p:spPr>
          <a:xfrm>
            <a:off x="2571750" y="6838950"/>
            <a:ext cx="1428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571750" y="7372350"/>
            <a:ext cx="1428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 các</a:t>
            </a:r>
            <a:r>
              <a:rPr lang="en-US" sz="2400" dirty="0" spc="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dirty="0" spc="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hòa,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400" dirty="0" spc="-1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400" dirty="0" spc="-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400" dirty="0" spc="-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thắng.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14400" y="8305800"/>
            <a:ext cx="164592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Áp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animation/transition</a:t>
            </a:r>
            <a:r>
              <a:rPr lang="en-US" sz="18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động.</a:t>
            </a:r>
            <a:endParaRPr lang="en-US" sz="18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bớt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cảnh,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style,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@scope.</a:t>
            </a:r>
            <a:endParaRPr lang="en-US" sz="1800" dirty="0"/>
          </a:p>
        </p:txBody>
      </p:sp>
      <p:sp>
        <p:nvSpPr>
          <p:cNvPr id="24" name="Connector line-1792293936103-862213366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Text 3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57301ec9-4513-47b3-8029-4003fef1440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CASCADE</a:t>
            </a:r>
            <a:r>
              <a:rPr lang="en-US" sz="1800" b="1" spc="31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.note</a:t>
            </a: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thắng</a:t>
            </a: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</a:t>
            </a:r>
            <a:r>
              <a:rPr lang="en-US" sz="60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</a:t>
            </a: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</a:t>
            </a:r>
            <a:r>
              <a:rPr lang="en-US" sz="6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7810500" cy="952500"/>
          </a:xfrm>
          <a:prstGeom prst="roundRect">
            <a:avLst>
              <a:gd name="adj" fmla="val 28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571750"/>
            <a:ext cx="4953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.note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{</a:t>
            </a:r>
            <a:r>
              <a:rPr lang="en-US" sz="285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color: red;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}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6572250" y="2838450"/>
            <a:ext cx="1866900" cy="419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6572250" y="2838450"/>
            <a:ext cx="18669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1800" b="1" dirty="0" spc="5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563100" y="2571750"/>
            <a:ext cx="7810500" cy="952500"/>
          </a:xfrm>
          <a:prstGeom prst="roundRect">
            <a:avLst>
              <a:gd name="adj" fmla="val 28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4100" y="2571750"/>
            <a:ext cx="4953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{</a:t>
            </a:r>
            <a:r>
              <a:rPr lang="en-US" sz="285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color: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blue;</a:t>
            </a:r>
            <a:r>
              <a:rPr lang="en-US" sz="28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}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5220950" y="2838450"/>
            <a:ext cx="1866900" cy="419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5220950" y="2838450"/>
            <a:ext cx="18669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1800" b="1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" y="4095750"/>
            <a:ext cx="3619500" cy="2190750"/>
          </a:xfrm>
          <a:prstGeom prst="roundRect">
            <a:avLst>
              <a:gd name="adj" fmla="val 13913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8250" y="4343400"/>
            <a:ext cx="304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238250" y="4743450"/>
            <a:ext cx="304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&lt;p</a:t>
            </a:r>
            <a:r>
              <a:rPr lang="en-US" sz="25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class="note"&gt;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38250" y="5391150"/>
            <a:ext cx="3048000" cy="7239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195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quy</a:t>
            </a:r>
            <a:r>
              <a:rPr lang="en-US" sz="1950" dirty="0" spc="-1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95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màu</a:t>
            </a:r>
            <a:r>
              <a:rPr lang="en-US" sz="195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nó</a:t>
            </a:r>
            <a:endParaRPr lang="en-US" sz="1950" dirty="0"/>
          </a:p>
        </p:txBody>
      </p:sp>
      <p:sp>
        <p:nvSpPr>
          <p:cNvPr id="16" name="Connector line-1792293982577-538757124"/>
          <p:cNvSpPr/>
          <p:nvPr/>
        </p:nvSpPr>
        <p:spPr>
          <a:xfrm>
            <a:off x="4629150" y="5191125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238750" y="4095750"/>
            <a:ext cx="3524250" cy="2190750"/>
          </a:xfrm>
          <a:prstGeom prst="roundRect">
            <a:avLst>
              <a:gd name="adj" fmla="val 13913"/>
            </a:avLst>
          </a:prstGeom>
          <a:solidFill>
            <a:srgbClr val="E8E0CF"/>
          </a:solidFill>
          <a:ln/>
        </p:spPr>
      </p:sp>
      <p:sp>
        <p:nvSpPr>
          <p:cNvPr id="18" name="Text 16"/>
          <p:cNvSpPr/>
          <p:nvPr/>
        </p:nvSpPr>
        <p:spPr>
          <a:xfrm>
            <a:off x="5562600" y="434340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6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5562600" y="4724400"/>
            <a:ext cx="2952750" cy="9144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t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Nguồn</a:t>
            </a:r>
            <a:r>
              <a:rPr lang="en-US" sz="255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gốc</a:t>
            </a:r>
            <a:r>
              <a:rPr lang="en-US" sz="2550" dirty="0" spc="-2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!important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5562600" y="5695950"/>
            <a:ext cx="1143000" cy="419100"/>
          </a:xfrm>
          <a:prstGeom prst="roundRect">
            <a:avLst>
              <a:gd name="adj" fmla="val 50000"/>
            </a:avLst>
          </a:prstGeom>
          <a:solidFill>
            <a:srgbClr val="CFC7B4"/>
          </a:solidFill>
          <a:ln/>
        </p:spPr>
      </p:sp>
      <p:sp>
        <p:nvSpPr>
          <p:cNvPr id="21" name="Text 19"/>
          <p:cNvSpPr/>
          <p:nvPr/>
        </p:nvSpPr>
        <p:spPr>
          <a:xfrm>
            <a:off x="5562600" y="5695950"/>
            <a:ext cx="1143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Hòa</a:t>
            </a:r>
            <a:endParaRPr lang="en-US" sz="1950" dirty="0"/>
          </a:p>
        </p:txBody>
      </p:sp>
      <p:sp>
        <p:nvSpPr>
          <p:cNvPr id="22" name="Connector line-1792293982583-535936456"/>
          <p:cNvSpPr/>
          <p:nvPr/>
        </p:nvSpPr>
        <p:spPr>
          <a:xfrm>
            <a:off x="8858250" y="5191125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467850" y="4095750"/>
            <a:ext cx="3524250" cy="2190750"/>
          </a:xfrm>
          <a:prstGeom prst="roundRect">
            <a:avLst>
              <a:gd name="adj" fmla="val 13913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91700" y="434340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6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9791700" y="4724400"/>
            <a:ext cx="2952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Độ</a:t>
            </a: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cụ</a:t>
            </a:r>
            <a:r>
              <a:rPr lang="en-US" sz="25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thể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9791700" y="5219700"/>
            <a:ext cx="3143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800" dirty="0" spc="-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.note</a:t>
            </a:r>
            <a:r>
              <a:rPr lang="en-US" sz="18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18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8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18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791700" y="5695950"/>
            <a:ext cx="2190750" cy="4191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28" name="Text 26"/>
          <p:cNvSpPr/>
          <p:nvPr/>
        </p:nvSpPr>
        <p:spPr>
          <a:xfrm>
            <a:off x="9791700" y="5695950"/>
            <a:ext cx="2190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8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.note</a:t>
            </a:r>
            <a:r>
              <a:rPr lang="en-US" sz="1950" dirty="0" spc="-5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thắng</a:t>
            </a:r>
            <a:endParaRPr lang="en-US" sz="1950" dirty="0"/>
          </a:p>
        </p:txBody>
      </p:sp>
      <p:sp>
        <p:nvSpPr>
          <p:cNvPr id="29" name="Connector line-1792293982599-885307559"/>
          <p:cNvSpPr/>
          <p:nvPr/>
        </p:nvSpPr>
        <p:spPr>
          <a:xfrm>
            <a:off x="13087350" y="5191125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3696950" y="4095750"/>
            <a:ext cx="3676650" cy="2190750"/>
          </a:xfrm>
          <a:prstGeom prst="roundRect">
            <a:avLst>
              <a:gd name="adj" fmla="val 13913"/>
            </a:avLst>
          </a:prstGeom>
          <a:solidFill>
            <a:srgbClr val="E8472B"/>
          </a:solidFill>
          <a:ln/>
        </p:spPr>
      </p:sp>
      <p:sp>
        <p:nvSpPr>
          <p:cNvPr id="31" name="Text 29"/>
          <p:cNvSpPr/>
          <p:nvPr/>
        </p:nvSpPr>
        <p:spPr>
          <a:xfrm>
            <a:off x="13696950" y="4343400"/>
            <a:ext cx="36766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dirty="0" spc="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Màu</a:t>
            </a:r>
            <a:r>
              <a:rPr lang="en-US" sz="5100" dirty="0" spc="1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đỏ</a:t>
            </a:r>
            <a:endParaRPr lang="en-US" sz="5100" dirty="0"/>
          </a:p>
        </p:txBody>
      </p:sp>
      <p:sp>
        <p:nvSpPr>
          <p:cNvPr id="32" name="Text 30"/>
          <p:cNvSpPr/>
          <p:nvPr/>
        </p:nvSpPr>
        <p:spPr>
          <a:xfrm>
            <a:off x="13887450" y="5391150"/>
            <a:ext cx="329565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ctr" indent="0" marL="0">
              <a:lnSpc>
                <a:spcPts val="2535"/>
              </a:lnSpc>
              <a:buNone/>
            </a:pPr>
            <a:r>
              <a:rPr lang="en-US" sz="19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Chromium</a:t>
            </a:r>
            <a:r>
              <a:rPr lang="en-US" sz="19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141:</a:t>
            </a:r>
            <a:r>
              <a:rPr lang="en-US" sz="19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rgb(255,</a:t>
            </a:r>
            <a:r>
              <a:rPr lang="en-US" sz="19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0, 0)</a:t>
            </a:r>
            <a:endParaRPr lang="en-US" sz="1950" dirty="0"/>
          </a:p>
        </p:txBody>
      </p:sp>
      <p:sp>
        <p:nvSpPr>
          <p:cNvPr id="33" name="Shape 31"/>
          <p:cNvSpPr/>
          <p:nvPr/>
        </p:nvSpPr>
        <p:spPr>
          <a:xfrm>
            <a:off x="5238750" y="6667500"/>
            <a:ext cx="7753350" cy="1047750"/>
          </a:xfrm>
          <a:prstGeom prst="roundRect">
            <a:avLst>
              <a:gd name="adj" fmla="val 25455"/>
            </a:avLst>
          </a:prstGeom>
          <a:noFill/>
          <a:ln w="28575">
            <a:solidFill>
              <a:srgbClr val="8A867C"/>
            </a:solidFill>
            <a:prstDash val="lgDash"/>
          </a:ln>
        </p:spPr>
      </p:sp>
      <p:sp>
        <p:nvSpPr>
          <p:cNvPr id="34" name="Text 32"/>
          <p:cNvSpPr/>
          <p:nvPr/>
        </p:nvSpPr>
        <p:spPr>
          <a:xfrm>
            <a:off x="5562600" y="68770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 3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b="1" spc="1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5562600" y="72199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2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xét:</a:t>
            </a:r>
            <a:r>
              <a:rPr lang="en-US" sz="22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2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thắng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bại.</a:t>
            </a:r>
            <a:endParaRPr lang="en-US" sz="2250" dirty="0"/>
          </a:p>
        </p:txBody>
      </p:sp>
      <p:sp>
        <p:nvSpPr>
          <p:cNvPr id="36" name="Connector line-1792293982609-851814327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37" name="Shape 3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7" name="Text 4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48" name="Shape 4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9" name="Moda image moda-export-watermark-8e8b585b-b002-4930-809d-679c6e00ed5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·</a:t>
            </a:r>
            <a:r>
              <a:rPr lang="en-US" sz="1800" b="1" spc="33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6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 THẤP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Thứ</a:t>
            </a: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60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đầy</a:t>
            </a:r>
            <a:r>
              <a:rPr lang="en-US" sz="60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</a:t>
            </a: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cascade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2476500"/>
            <a:ext cx="16459200" cy="685800"/>
          </a:xfrm>
          <a:prstGeom prst="roundRect">
            <a:avLst>
              <a:gd name="adj" fmla="val 33333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5850" y="2571750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6" name="Text 4"/>
          <p:cNvSpPr/>
          <p:nvPr/>
        </p:nvSpPr>
        <p:spPr>
          <a:xfrm>
            <a:off x="1085850" y="2571750"/>
            <a:ext cx="4953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809750" y="2476500"/>
            <a:ext cx="11906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Nguồn</a:t>
            </a:r>
            <a:r>
              <a:rPr lang="en-US" sz="22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gốc</a:t>
            </a:r>
            <a:r>
              <a:rPr lang="en-US" sz="22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250" dirty="0" spc="1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mức</a:t>
            </a:r>
            <a:r>
              <a:rPr lang="en-US" sz="22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quan</a:t>
            </a:r>
            <a:r>
              <a:rPr lang="en-US" sz="225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trọng</a:t>
            </a:r>
            <a:r>
              <a:rPr lang="en-US" sz="22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</a:t>
            </a:r>
            <a:pPr algn="l" indent="0" marL="0">
              <a:buNone/>
            </a:pPr>
            <a:r>
              <a:rPr lang="en-US" sz="225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·</a:t>
            </a:r>
            <a:r>
              <a:rPr lang="en-US" sz="2250" dirty="0" spc="-1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25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-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animation</a:t>
            </a:r>
            <a:r>
              <a:rPr lang="en-US" sz="2250" dirty="0" spc="-1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transition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14097000" y="2609850"/>
            <a:ext cx="3009900" cy="4191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14097000" y="2609850"/>
            <a:ext cx="30099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1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Bước</a:t>
            </a:r>
            <a:r>
              <a:rPr lang="en-US" sz="1800" dirty="0" spc="1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1</a:t>
            </a:r>
            <a:r>
              <a:rPr lang="en-US" sz="1800" dirty="0" spc="-1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trong</a:t>
            </a:r>
            <a:r>
              <a:rPr lang="en-US" sz="1800" dirty="0" spc="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hình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3257550"/>
            <a:ext cx="16459200" cy="685800"/>
          </a:xfrm>
          <a:prstGeom prst="roundRect">
            <a:avLst>
              <a:gd name="adj" fmla="val 33333"/>
            </a:avLst>
          </a:prstGeom>
          <a:solidFill>
            <a:srgbClr val="E8E0C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5850" y="3352800"/>
            <a:ext cx="495300" cy="495300"/>
          </a:xfrm>
          <a:prstGeom prst="ellipse">
            <a:avLst/>
          </a:prstGeom>
          <a:solidFill>
            <a:srgbClr val="CFC7B4"/>
          </a:solidFill>
          <a:ln/>
        </p:spPr>
      </p:sp>
      <p:sp>
        <p:nvSpPr>
          <p:cNvPr id="12" name="Text 10"/>
          <p:cNvSpPr/>
          <p:nvPr/>
        </p:nvSpPr>
        <p:spPr>
          <a:xfrm>
            <a:off x="1085850" y="3352800"/>
            <a:ext cx="4953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809750" y="3257550"/>
            <a:ext cx="11906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Ngữ</a:t>
            </a:r>
            <a:r>
              <a:rPr lang="en-US" sz="22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cảnh</a:t>
            </a:r>
            <a:r>
              <a:rPr lang="en-US" sz="22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đóng</a:t>
            </a:r>
            <a:r>
              <a:rPr lang="en-US" sz="22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gói</a:t>
            </a:r>
            <a:r>
              <a:rPr lang="en-US" sz="22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</a:t>
            </a:r>
            <a:pPr algn="l" indent="0" marL="0">
              <a:buNone/>
            </a:pPr>
            <a:r>
              <a:rPr lang="en-US" sz="225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· ví</a:t>
            </a:r>
            <a:r>
              <a:rPr lang="en-US" sz="2250" dirty="0" spc="5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250" dirty="0" spc="-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Shadow</a:t>
            </a:r>
            <a:r>
              <a:rPr lang="en-US" sz="225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DOM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" y="4038600"/>
            <a:ext cx="16459200" cy="685800"/>
          </a:xfrm>
          <a:prstGeom prst="roundRect">
            <a:avLst>
              <a:gd name="adj" fmla="val 33333"/>
            </a:avLst>
          </a:prstGeom>
          <a:solidFill>
            <a:srgbClr val="E8E0C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5850" y="4133850"/>
            <a:ext cx="495300" cy="495300"/>
          </a:xfrm>
          <a:prstGeom prst="ellipse">
            <a:avLst/>
          </a:prstGeom>
          <a:solidFill>
            <a:srgbClr val="CFC7B4"/>
          </a:solidFill>
          <a:ln/>
        </p:spPr>
      </p:sp>
      <p:sp>
        <p:nvSpPr>
          <p:cNvPr id="16" name="Text 14"/>
          <p:cNvSpPr/>
          <p:nvPr/>
        </p:nvSpPr>
        <p:spPr>
          <a:xfrm>
            <a:off x="1085850" y="4133850"/>
            <a:ext cx="4953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809750" y="4038600"/>
            <a:ext cx="11906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Khai</a:t>
            </a:r>
            <a:r>
              <a:rPr lang="en-US" sz="22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báo</a:t>
            </a:r>
            <a:r>
              <a:rPr lang="en-US" sz="22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gắn</a:t>
            </a:r>
            <a:r>
              <a:rPr lang="en-US" sz="22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thẳng</a:t>
            </a:r>
            <a:r>
              <a:rPr lang="en-US" sz="225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r>
              <a:rPr lang="en-US" sz="22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2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tử</a:t>
            </a:r>
            <a:r>
              <a:rPr lang="en-US" sz="225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</a:t>
            </a:r>
            <a:pPr algn="l" indent="0" marL="0">
              <a:buNone/>
            </a:pPr>
            <a:r>
              <a:rPr lang="en-US" sz="225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·</a:t>
            </a:r>
            <a:r>
              <a:rPr lang="en-US" sz="225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 thuộc</a:t>
            </a:r>
            <a:r>
              <a:rPr lang="en-US" sz="225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dirty="0" spc="-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style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14400" y="4819650"/>
            <a:ext cx="16459200" cy="685800"/>
          </a:xfrm>
          <a:prstGeom prst="roundRect">
            <a:avLst>
              <a:gd name="adj" fmla="val 33333"/>
            </a:avLst>
          </a:prstGeom>
          <a:solidFill>
            <a:srgbClr val="E8E0C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85850" y="4914900"/>
            <a:ext cx="495300" cy="495300"/>
          </a:xfrm>
          <a:prstGeom prst="ellipse">
            <a:avLst/>
          </a:prstGeom>
          <a:solidFill>
            <a:srgbClr val="CFC7B4"/>
          </a:solidFill>
          <a:ln/>
        </p:spPr>
      </p:sp>
      <p:sp>
        <p:nvSpPr>
          <p:cNvPr id="20" name="Text 18"/>
          <p:cNvSpPr/>
          <p:nvPr/>
        </p:nvSpPr>
        <p:spPr>
          <a:xfrm>
            <a:off x="1085850" y="4914900"/>
            <a:ext cx="4953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809750" y="4819650"/>
            <a:ext cx="11906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Cascade</a:t>
            </a:r>
            <a:r>
              <a:rPr lang="en-US" sz="2250" dirty="0" spc="-1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layer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14400" y="5600700"/>
            <a:ext cx="16459200" cy="685800"/>
          </a:xfrm>
          <a:prstGeom prst="roundRect">
            <a:avLst>
              <a:gd name="adj" fmla="val 33333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85850" y="5695950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Text 22"/>
          <p:cNvSpPr/>
          <p:nvPr/>
        </p:nvSpPr>
        <p:spPr>
          <a:xfrm>
            <a:off x="1085850" y="5695950"/>
            <a:ext cx="4953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3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809750" y="5600700"/>
            <a:ext cx="11906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Độ</a:t>
            </a:r>
            <a:r>
              <a:rPr lang="en-US" sz="22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cụ</a:t>
            </a:r>
            <a:r>
              <a:rPr lang="en-US" sz="22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thể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14097000" y="5734050"/>
            <a:ext cx="3009900" cy="4191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27" name="Text 25"/>
          <p:cNvSpPr/>
          <p:nvPr/>
        </p:nvSpPr>
        <p:spPr>
          <a:xfrm>
            <a:off x="14097000" y="5734050"/>
            <a:ext cx="30099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1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Bước</a:t>
            </a:r>
            <a:r>
              <a:rPr lang="en-US" sz="1800" dirty="0" spc="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2</a:t>
            </a:r>
            <a:r>
              <a:rPr lang="en-US" sz="1800" dirty="0" spc="-1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trong</a:t>
            </a:r>
            <a:r>
              <a:rPr lang="en-US" sz="1800" dirty="0" spc="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hình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14400" y="6381750"/>
            <a:ext cx="16459200" cy="685800"/>
          </a:xfrm>
          <a:prstGeom prst="roundRect">
            <a:avLst>
              <a:gd name="adj" fmla="val 33333"/>
            </a:avLst>
          </a:prstGeom>
          <a:solidFill>
            <a:srgbClr val="E8E0CF"/>
          </a:solidFill>
          <a:ln/>
        </p:spPr>
      </p:sp>
      <p:sp>
        <p:nvSpPr>
          <p:cNvPr id="29" name="Shape 27"/>
          <p:cNvSpPr/>
          <p:nvPr/>
        </p:nvSpPr>
        <p:spPr>
          <a:xfrm>
            <a:off x="1085850" y="6477000"/>
            <a:ext cx="495300" cy="495300"/>
          </a:xfrm>
          <a:prstGeom prst="ellipse">
            <a:avLst/>
          </a:prstGeom>
          <a:solidFill>
            <a:srgbClr val="CFC7B4"/>
          </a:solidFill>
          <a:ln/>
        </p:spPr>
      </p:sp>
      <p:sp>
        <p:nvSpPr>
          <p:cNvPr id="30" name="Text 28"/>
          <p:cNvSpPr/>
          <p:nvPr/>
        </p:nvSpPr>
        <p:spPr>
          <a:xfrm>
            <a:off x="1085850" y="6477000"/>
            <a:ext cx="4953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6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809750" y="6381750"/>
            <a:ext cx="11906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Độ</a:t>
            </a:r>
            <a:r>
              <a:rPr lang="en-US" sz="22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gần</a:t>
            </a:r>
            <a:r>
              <a:rPr lang="en-US" sz="22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 phạm</a:t>
            </a:r>
            <a:r>
              <a:rPr lang="en-US" sz="22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vi</a:t>
            </a:r>
            <a:r>
              <a:rPr lang="en-US" sz="225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</a:t>
            </a:r>
            <a:pPr algn="l" indent="0" marL="0">
              <a:buNone/>
            </a:pPr>
            <a:r>
              <a:rPr lang="en-US" sz="225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·</a:t>
            </a:r>
            <a:r>
              <a:rPr lang="en-US" sz="225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@scope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914400" y="7162800"/>
            <a:ext cx="16459200" cy="685800"/>
          </a:xfrm>
          <a:prstGeom prst="roundRect">
            <a:avLst>
              <a:gd name="adj" fmla="val 33333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85850" y="7258050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4" name="Text 32"/>
          <p:cNvSpPr/>
          <p:nvPr/>
        </p:nvSpPr>
        <p:spPr>
          <a:xfrm>
            <a:off x="1085850" y="7258050"/>
            <a:ext cx="4953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7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809750" y="7162800"/>
            <a:ext cx="11906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Thứ</a:t>
            </a:r>
            <a:r>
              <a:rPr lang="en-US" sz="22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22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xuất</a:t>
            </a:r>
            <a:r>
              <a:rPr lang="en-US" sz="22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hiện</a:t>
            </a:r>
            <a:endParaRPr lang="en-US" sz="2250" dirty="0"/>
          </a:p>
        </p:txBody>
      </p:sp>
      <p:sp>
        <p:nvSpPr>
          <p:cNvPr id="36" name="Shape 34"/>
          <p:cNvSpPr/>
          <p:nvPr/>
        </p:nvSpPr>
        <p:spPr>
          <a:xfrm>
            <a:off x="14097000" y="7296150"/>
            <a:ext cx="3009900" cy="4191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37" name="Text 35"/>
          <p:cNvSpPr/>
          <p:nvPr/>
        </p:nvSpPr>
        <p:spPr>
          <a:xfrm>
            <a:off x="14097000" y="7296150"/>
            <a:ext cx="30099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1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Bước</a:t>
            </a:r>
            <a:r>
              <a:rPr lang="en-US" sz="1800" dirty="0" spc="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3</a:t>
            </a:r>
            <a:r>
              <a:rPr lang="en-US" sz="1800" dirty="0" spc="-1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trong</a:t>
            </a:r>
            <a:r>
              <a:rPr lang="en-US" sz="1800" dirty="0" spc="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hình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14400" y="8077200"/>
            <a:ext cx="16459200" cy="6667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95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2,</a:t>
            </a:r>
            <a:r>
              <a:rPr lang="en-US" sz="195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3,</a:t>
            </a:r>
            <a:r>
              <a:rPr lang="en-US" sz="195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dirty="0" spc="-1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 chỉ phân</a:t>
            </a:r>
            <a:r>
              <a:rPr lang="en-US" sz="1950" dirty="0" spc="1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khai</a:t>
            </a:r>
            <a:r>
              <a:rPr lang="en-US" sz="1950" dirty="0" spc="-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95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95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195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mục</a:t>
            </a:r>
            <a:r>
              <a:rPr lang="en-US" sz="1950" dirty="0" spc="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1950" dirty="0"/>
          </a:p>
        </p:txBody>
      </p:sp>
      <p:sp>
        <p:nvSpPr>
          <p:cNvPr id="39" name="Connector line-1792294032889-875181678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1edb5731-65c9-45cb-bc92-b53ab215b08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Đừng</a:t>
            </a:r>
            <a:r>
              <a:rPr lang="en-US" sz="60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vội</a:t>
            </a:r>
            <a:r>
              <a:rPr lang="en-US" sz="6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buNone/>
            </a:pPr>
            <a:r>
              <a:rPr lang="en-US" sz="60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!important</a:t>
            </a:r>
            <a:endParaRPr lang="en-US" sz="6000" dirty="0"/>
          </a:p>
        </p:txBody>
      </p:sp>
      <p:sp>
        <p:nvSpPr>
          <p:cNvPr id="4" name="Connector line-1792294063116-334229251"/>
          <p:cNvSpPr/>
          <p:nvPr/>
        </p:nvSpPr>
        <p:spPr>
          <a:xfrm>
            <a:off x="2571750" y="3048000"/>
            <a:ext cx="12001500" cy="0"/>
          </a:xfrm>
          <a:prstGeom prst="line">
            <a:avLst/>
          </a:prstGeom>
          <a:noFill/>
          <a:ln w="571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362200" y="2838450"/>
            <a:ext cx="419100" cy="419100"/>
          </a:xfrm>
          <a:prstGeom prst="ellipse">
            <a:avLst/>
          </a:prstGeom>
          <a:solidFill>
            <a:srgbClr val="9AA0B5"/>
          </a:solidFill>
          <a:ln/>
        </p:spPr>
      </p:sp>
      <p:sp>
        <p:nvSpPr>
          <p:cNvPr id="6" name="Shape 4"/>
          <p:cNvSpPr/>
          <p:nvPr/>
        </p:nvSpPr>
        <p:spPr>
          <a:xfrm>
            <a:off x="6362700" y="2838450"/>
            <a:ext cx="419100" cy="4191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7" name="Shape 5"/>
          <p:cNvSpPr/>
          <p:nvPr/>
        </p:nvSpPr>
        <p:spPr>
          <a:xfrm>
            <a:off x="10363200" y="2838450"/>
            <a:ext cx="419100" cy="4191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8" name="Shape 6"/>
          <p:cNvSpPr/>
          <p:nvPr/>
        </p:nvSpPr>
        <p:spPr>
          <a:xfrm>
            <a:off x="14363700" y="2838450"/>
            <a:ext cx="419100" cy="41910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5B60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62200" y="2838450"/>
            <a:ext cx="419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362700" y="2838450"/>
            <a:ext cx="419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0363200" y="2838450"/>
            <a:ext cx="419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4363700" y="2838450"/>
            <a:ext cx="419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62000" y="3543300"/>
            <a:ext cx="3619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endParaRPr lang="en-US" sz="2550" dirty="0"/>
          </a:p>
          <a:p>
            <a:pPr algn="ctr" indent="0" marL="0">
              <a:buNone/>
            </a:pP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4762500" y="3543300"/>
            <a:ext cx="3619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2550" dirty="0"/>
          </a:p>
          <a:p>
            <a:pPr algn="ctr" indent="0" marL="0">
              <a:buNone/>
            </a:pP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8763000" y="3543300"/>
            <a:ext cx="3619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550" dirty="0"/>
          </a:p>
          <a:p>
            <a:pPr algn="ctr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xuất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2763500" y="3543300"/>
            <a:ext cx="3619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2550" dirty="0"/>
          </a:p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!important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4953000"/>
            <a:ext cx="16459200" cy="2190750"/>
          </a:xfrm>
          <a:prstGeom prst="roundRect">
            <a:avLst>
              <a:gd name="adj" fmla="val 15652"/>
            </a:avLst>
          </a:prstGeom>
          <a:solidFill>
            <a:srgbClr val="1E212B"/>
          </a:solidFill>
          <a:ln w="28575">
            <a:solidFill>
              <a:srgbClr val="5B60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95400" y="5219700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650" b="1" spc="21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1650" b="1" spc="18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65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16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295400" y="5676900"/>
            <a:ext cx="36195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5B60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5400" y="5676900"/>
            <a:ext cx="361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Stylesheet</a:t>
            </a: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5105400" y="5676900"/>
            <a:ext cx="47625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5B60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05400" y="5676900"/>
            <a:ext cx="476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19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DOM,</a:t>
            </a:r>
            <a:r>
              <a:rPr lang="en-US" sz="19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Shadow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DOM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0058400" y="5676900"/>
            <a:ext cx="41910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5B607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0" y="5676900"/>
            <a:ext cx="419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animation/transition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295400" y="6400800"/>
            <a:ext cx="32385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5B607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95400" y="6400800"/>
            <a:ext cx="323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cascade</a:t>
            </a:r>
            <a:r>
              <a:rPr lang="en-US" sz="19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4724400" y="6400800"/>
            <a:ext cx="22860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5B607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24400" y="64008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@scope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14400" y="7524750"/>
            <a:ext cx="164592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30" name="Text 28"/>
          <p:cNvSpPr/>
          <p:nvPr/>
        </p:nvSpPr>
        <p:spPr>
          <a:xfrm>
            <a:off x="1428750" y="7524750"/>
            <a:ext cx="1543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Thứ</a:t>
            </a:r>
            <a:r>
              <a:rPr lang="en-US" sz="25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25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xuất</a:t>
            </a:r>
            <a:r>
              <a:rPr lang="en-US" sz="25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hiện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chỉ</a:t>
            </a:r>
            <a:r>
              <a:rPr lang="en-US" sz="25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phân</a:t>
            </a: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xử</a:t>
            </a:r>
            <a:r>
              <a:rPr lang="en-US" sz="25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khi</a:t>
            </a: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</a:t>
            </a: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cụ</a:t>
            </a:r>
            <a:r>
              <a:rPr lang="en-US" sz="25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thể</a:t>
            </a:r>
            <a:r>
              <a:rPr lang="en-US" sz="255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hòa.</a:t>
            </a:r>
            <a:endParaRPr lang="en-US" sz="2550" dirty="0"/>
          </a:p>
        </p:txBody>
      </p:sp>
      <p:sp>
        <p:nvSpPr>
          <p:cNvPr id="31" name="Connector line-1792294063151-26627569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B607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B607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00c8ece4-9ce8-454f-9524-5fbcd07407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nector line-1792294099107-248690039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3" name="Shape 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142875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36576" rIns="0" bIns="-36576" rtlCol="0" anchor="t"/>
          <a:lstStyle/>
          <a:p>
            <a:pPr algn="l" indent="0" marL="0">
              <a:lnSpc>
                <a:spcPts val="5184"/>
              </a:lnSpc>
              <a:buNone/>
            </a:pPr>
            <a:r>
              <a:rPr lang="en-US" sz="48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Trang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48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.note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{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color:</a:t>
            </a:r>
            <a:r>
              <a:rPr lang="en-US" sz="4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red; }</a:t>
            </a:r>
            <a:r>
              <a:rPr lang="en-US" sz="48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4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 {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color:</a:t>
            </a:r>
            <a:r>
              <a:rPr lang="en-US" sz="4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blue;</a:t>
            </a:r>
            <a:r>
              <a:rPr lang="en-US" sz="48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}.</a:t>
            </a:r>
            <a:r>
              <a:rPr lang="en-US" sz="48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</a:t>
            </a:r>
            <a:r>
              <a:rPr lang="en-US" sz="48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&lt;p class="note"&gt;</a:t>
            </a:r>
            <a:r>
              <a:rPr lang="en-US" sz="4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5184"/>
              </a:lnSpc>
              <a:buNone/>
            </a:pPr>
            <a:r>
              <a:rPr lang="en-US" sz="480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80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màu</a:t>
            </a:r>
            <a:r>
              <a:rPr lang="en-US" sz="4800" dirty="0" spc="-18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4800" dirty="0" spc="-5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800" dirty="0" spc="-2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vì</a:t>
            </a:r>
            <a:r>
              <a:rPr lang="en-US" sz="4800" dirty="0" spc="-3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sao?</a:t>
            </a:r>
            <a:endParaRPr lang="en-US" sz="4800" dirty="0"/>
          </a:p>
        </p:txBody>
      </p:sp>
      <p:sp>
        <p:nvSpPr>
          <p:cNvPr id="16" name="Shape 14"/>
          <p:cNvSpPr/>
          <p:nvPr/>
        </p:nvSpPr>
        <p:spPr>
          <a:xfrm>
            <a:off x="914400" y="3333750"/>
            <a:ext cx="78105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3810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563100" y="3333750"/>
            <a:ext cx="78105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38100">
            <a:solidFill>
              <a:srgbClr val="14161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95400" y="36385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1650" b="1" spc="22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9944100" y="36385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1650" b="1" spc="21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295400" y="4095750"/>
            <a:ext cx="7048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.note</a:t>
            </a:r>
            <a:r>
              <a:rPr lang="en-US" sz="42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{</a:t>
            </a:r>
            <a:r>
              <a:rPr lang="en-US" sz="42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color:</a:t>
            </a:r>
            <a:r>
              <a:rPr lang="en-US" sz="42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red;</a:t>
            </a:r>
            <a:r>
              <a:rPr lang="en-US" sz="42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}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9944100" y="4095750"/>
            <a:ext cx="7048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</a:t>
            </a:r>
            <a:r>
              <a:rPr lang="en-US" sz="42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{</a:t>
            </a:r>
            <a:r>
              <a:rPr lang="en-US" sz="42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color:</a:t>
            </a:r>
            <a:r>
              <a:rPr lang="en-US" sz="42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blue;</a:t>
            </a:r>
            <a:r>
              <a:rPr lang="en-US" sz="42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}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8763000" y="381000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14400" y="5619750"/>
            <a:ext cx="16459200" cy="2571750"/>
          </a:xfrm>
          <a:prstGeom prst="roundRect">
            <a:avLst>
              <a:gd name="adj" fmla="val 17778"/>
            </a:avLst>
          </a:prstGeom>
          <a:solidFill>
            <a:srgbClr val="14161C"/>
          </a:solidFill>
          <a:ln/>
        </p:spPr>
      </p:sp>
      <p:sp>
        <p:nvSpPr>
          <p:cNvPr id="24" name="Text 22"/>
          <p:cNvSpPr/>
          <p:nvPr/>
        </p:nvSpPr>
        <p:spPr>
          <a:xfrm>
            <a:off x="1428750" y="59626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428750" y="6438900"/>
            <a:ext cx="15430500" cy="1428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Màu</a:t>
            </a:r>
            <a:r>
              <a:rPr lang="en-US" sz="330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đỏ.</a:t>
            </a:r>
            <a:pPr algn="l" indent="0" marL="0">
              <a:lnSpc>
                <a:spcPts val="4125"/>
              </a:lnSpc>
              <a:buNone/>
            </a:pP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33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.note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3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33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33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</a:t>
            </a:r>
            <a:r>
              <a:rPr lang="en-US" sz="33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33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p,</a:t>
            </a:r>
            <a:r>
              <a:rPr lang="en-US" sz="33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33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thắng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30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33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2,</a:t>
            </a:r>
            <a:r>
              <a:rPr lang="en-US" sz="33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3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33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300" b="1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xét.</a:t>
            </a:r>
            <a:endParaRPr lang="en-US" sz="33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6f1f6531-afc2-424e-b9b4-3a74af8711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ĐỐI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57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57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5700" dirty="0"/>
          </a:p>
        </p:txBody>
      </p:sp>
      <p:sp>
        <p:nvSpPr>
          <p:cNvPr id="4" name="Shape 2"/>
          <p:cNvSpPr/>
          <p:nvPr/>
        </p:nvSpPr>
        <p:spPr>
          <a:xfrm>
            <a:off x="914400" y="2495550"/>
            <a:ext cx="6286500" cy="4476750"/>
          </a:xfrm>
          <a:prstGeom prst="roundRect">
            <a:avLst>
              <a:gd name="adj" fmla="val 5106"/>
            </a:avLst>
          </a:prstGeom>
          <a:solidFill>
            <a:srgbClr val="F3EEE3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52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295400" y="3219450"/>
            <a:ext cx="552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95400" y="3543300"/>
            <a:ext cx="552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dirty="0" spc="-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 cố</a:t>
            </a:r>
            <a:r>
              <a:rPr lang="en-US" sz="1800" dirty="0" spc="1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4095750"/>
            <a:ext cx="552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295400" y="4419600"/>
            <a:ext cx="552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Cascade,</a:t>
            </a:r>
            <a:r>
              <a:rPr lang="en-US" sz="18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Specificity,</a:t>
            </a:r>
            <a:r>
              <a:rPr lang="en-US" sz="1800" dirty="0" spc="-1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8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8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</a:t>
            </a:r>
            <a:r>
              <a:rPr lang="en-US" sz="18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đột,</a:t>
            </a:r>
            <a:r>
              <a:rPr lang="en-US" sz="18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4972050"/>
            <a:ext cx="552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CSS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Cascade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§6.1</a:t>
            </a:r>
            <a:r>
              <a:rPr lang="en-US" sz="210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Level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95400" y="5295900"/>
            <a:ext cx="552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animation,</a:t>
            </a:r>
            <a:r>
              <a:rPr lang="en-US" sz="1800" dirty="0" spc="-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transition</a:t>
            </a:r>
            <a:r>
              <a:rPr lang="en-US" sz="1800" dirty="0" spc="-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8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8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 đủ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95400" y="5848350"/>
            <a:ext cx="552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Chromium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141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295400" y="6172200"/>
            <a:ext cx="552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8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thử:</a:t>
            </a:r>
            <a:r>
              <a:rPr lang="en-US" sz="1800" dirty="0" spc="-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.note</a:t>
            </a:r>
            <a:r>
              <a:rPr lang="en-US" sz="18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thắng</a:t>
            </a:r>
            <a:r>
              <a:rPr lang="en-US" sz="18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620000" y="2609850"/>
            <a:ext cx="1809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1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CSS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620250" y="2552700"/>
            <a:ext cx="77533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Cascading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Style Sheets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9620250" y="2876550"/>
            <a:ext cx="7753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màu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sắc,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cỡ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chữ, cách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1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100" dirty="0"/>
          </a:p>
        </p:txBody>
      </p:sp>
      <p:sp>
        <p:nvSpPr>
          <p:cNvPr id="17" name="Connector line-1792294134514-558900916"/>
          <p:cNvSpPr/>
          <p:nvPr/>
        </p:nvSpPr>
        <p:spPr>
          <a:xfrm>
            <a:off x="7620000" y="3657600"/>
            <a:ext cx="9753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7620000" y="4038600"/>
            <a:ext cx="1809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HTML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9620250" y="3981450"/>
            <a:ext cx="77533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Markup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9620250" y="4305300"/>
            <a:ext cx="7753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Văn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1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2100" dirty="0"/>
          </a:p>
        </p:txBody>
      </p:sp>
      <p:sp>
        <p:nvSpPr>
          <p:cNvPr id="21" name="Connector line-1792294134520-632920051"/>
          <p:cNvSpPr/>
          <p:nvPr/>
        </p:nvSpPr>
        <p:spPr>
          <a:xfrm>
            <a:off x="7620000" y="5086350"/>
            <a:ext cx="9753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7620000" y="5467350"/>
            <a:ext cx="1809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DOM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9620250" y="5410200"/>
            <a:ext cx="77533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Document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Model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620250" y="5734050"/>
            <a:ext cx="7753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Cây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phần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trang,</a:t>
            </a:r>
            <a:r>
              <a:rPr lang="en-US" sz="2100" b="1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14400" y="75247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2026-10-13.</a:t>
            </a:r>
            <a:r>
              <a:rPr lang="en-US" sz="18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học.</a:t>
            </a:r>
            <a:endParaRPr lang="en-US" sz="1800" dirty="0"/>
          </a:p>
        </p:txBody>
      </p:sp>
      <p:sp>
        <p:nvSpPr>
          <p:cNvPr id="26" name="Connector line-1792294134528-282735981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f4820ff5-7f65-4a46-b809-8055bc173aa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2026-10-18T10:34:31Z</dcterms:created>
  <dcterms:modified xsi:type="dcterms:W3CDTF">2026-10-18T10:34:31Z</dcterms:modified>
</cp:coreProperties>
</file>