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748"/>
              </a:lnSpc>
              <a:buNone/>
            </a:pPr>
            <a:r>
              <a:rPr lang="en-US" sz="81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81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81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61975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8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8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hàng</a:t>
            </a:r>
            <a:r>
              <a:rPr lang="en-US" sz="28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trống:</a:t>
            </a:r>
            <a:r>
              <a:rPr lang="en-US" sz="28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85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7048500"/>
            <a:ext cx="203835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81724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5150" y="7048500"/>
            <a:ext cx="203835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295650" y="81724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95900" y="7048500"/>
            <a:ext cx="203835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81724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18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86650" y="7048500"/>
            <a:ext cx="203835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7677150" y="817245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18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0477500" y="914400"/>
            <a:ext cx="68961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820400" y="120015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820400" y="1790700"/>
            <a:ext cx="6210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4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0820400" y="2514600"/>
            <a:ext cx="6210300" cy="8763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477500" y="3771900"/>
            <a:ext cx="68961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820400" y="4057650"/>
            <a:ext cx="2286000" cy="4191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CHẶN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820400" y="4648200"/>
            <a:ext cx="6210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Thua</a:t>
            </a:r>
            <a:r>
              <a:rPr lang="en-US" sz="4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lại</a:t>
            </a:r>
            <a:endParaRPr lang="en-US" sz="4200" dirty="0"/>
          </a:p>
        </p:txBody>
      </p:sp>
      <p:sp>
        <p:nvSpPr>
          <p:cNvPr id="21" name="Shape 19"/>
          <p:cNvSpPr/>
          <p:nvPr/>
        </p:nvSpPr>
        <p:spPr>
          <a:xfrm>
            <a:off x="10477500" y="6629400"/>
            <a:ext cx="6896100" cy="2590800"/>
          </a:xfrm>
          <a:prstGeom prst="roundRect">
            <a:avLst>
              <a:gd name="adj" fmla="val 10294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820400" y="6915150"/>
            <a:ext cx="2857500" cy="4191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TÍNH</a:t>
            </a:r>
            <a:r>
              <a:rPr lang="en-US" sz="1800" b="1" spc="18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820400" y="7505700"/>
            <a:ext cx="6210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4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đói</a:t>
            </a:r>
            <a:r>
              <a:rPr lang="en-US" sz="42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wait-free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0820400" y="8229600"/>
            <a:ext cx="6210300" cy="8763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 đặt không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-3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104900" y="712470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26" name="Text 24"/>
          <p:cNvSpPr/>
          <p:nvPr/>
        </p:nvSpPr>
        <p:spPr>
          <a:xfrm>
            <a:off x="3295650" y="712470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27" name="Text 25"/>
          <p:cNvSpPr/>
          <p:nvPr/>
        </p:nvSpPr>
        <p:spPr>
          <a:xfrm>
            <a:off x="5486400" y="712470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7677150" y="7124700"/>
            <a:ext cx="1714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29" name="Text 27"/>
          <p:cNvSpPr/>
          <p:nvPr/>
        </p:nvSpPr>
        <p:spPr>
          <a:xfrm>
            <a:off x="10820400" y="5372100"/>
            <a:ext cx="6210300" cy="8763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550" dirty="0" spc="-3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46a2afd-5ef1-4f14-bf4d-aaa9bfabb6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810000"/>
            <a:ext cx="7620000" cy="1809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chính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vựng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r>
              <a:rPr lang="en-US" sz="2850" dirty="0" spc="-8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914400" y="59055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62103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6" name="Text richtext-1792339204546-287941272"/>
          <p:cNvSpPr/>
          <p:nvPr/>
        </p:nvSpPr>
        <p:spPr>
          <a:xfrm>
            <a:off x="1295400" y="6705600"/>
            <a:ext cx="68580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wait-free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b="1" spc="1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0" y="2000250"/>
            <a:ext cx="3543300" cy="1619250"/>
          </a:xfrm>
          <a:prstGeom prst="roundRect">
            <a:avLst>
              <a:gd name="adj" fmla="val 1411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373100" y="2000250"/>
            <a:ext cx="3543300" cy="1619250"/>
          </a:xfrm>
          <a:prstGeom prst="roundRect">
            <a:avLst>
              <a:gd name="adj" fmla="val 14118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6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601200" y="3905250"/>
            <a:ext cx="3543300" cy="1619250"/>
          </a:xfrm>
          <a:prstGeom prst="roundRect">
            <a:avLst>
              <a:gd name="adj" fmla="val 141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36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6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373100" y="3905250"/>
            <a:ext cx="3543300" cy="1619250"/>
          </a:xfrm>
          <a:prstGeom prst="roundRect">
            <a:avLst>
              <a:gd name="adj" fmla="val 14118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6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6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601200" y="5810250"/>
            <a:ext cx="73152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wait-free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601200" y="7848600"/>
            <a:ext cx="731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một,</a:t>
            </a:r>
            <a:r>
              <a:rPr lang="en-US" sz="22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1333500"/>
            <a:ext cx="7810500" cy="2190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vựng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endParaRPr lang="en-US" sz="72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3e5d821-426d-414e-aa58-b3a738f821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9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30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30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LinkedBlockingQueue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khóa: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054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86150" y="5505450"/>
            <a:ext cx="35242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put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take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199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khóa,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b="1" spc="18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ĐỢI</a:t>
            </a:r>
            <a:endParaRPr lang="en-US" sz="1800" dirty="0"/>
          </a:p>
        </p:txBody>
      </p:sp>
      <p:sp>
        <p:nvSpPr>
          <p:cNvPr id="13" name="Connector line-1792362711662-21997165"/>
          <p:cNvSpPr/>
          <p:nvPr/>
        </p:nvSpPr>
        <p:spPr>
          <a:xfrm>
            <a:off x="10477500" y="2705100"/>
            <a:ext cx="0" cy="1200150"/>
          </a:xfrm>
          <a:prstGeom prst="line">
            <a:avLst/>
          </a:prstGeom>
          <a:noFill/>
          <a:ln w="19050">
            <a:solidFill>
              <a:srgbClr val="9AA0B5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4" name="Connector line-1792362711663-255152144"/>
          <p:cNvSpPr/>
          <p:nvPr/>
        </p:nvSpPr>
        <p:spPr>
          <a:xfrm>
            <a:off x="13258800" y="2705100"/>
            <a:ext cx="0" cy="4914900"/>
          </a:xfrm>
          <a:prstGeom prst="line">
            <a:avLst/>
          </a:prstGeom>
          <a:noFill/>
          <a:ln w="19050">
            <a:solidFill>
              <a:srgbClr val="9AA0B5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5" name="Connector line-1792362711663-910674176"/>
          <p:cNvSpPr/>
          <p:nvPr/>
        </p:nvSpPr>
        <p:spPr>
          <a:xfrm>
            <a:off x="16040100" y="2705100"/>
            <a:ext cx="0" cy="2667000"/>
          </a:xfrm>
          <a:prstGeom prst="line">
            <a:avLst/>
          </a:prstGeom>
          <a:noFill/>
          <a:ln w="19050">
            <a:solidFill>
              <a:srgbClr val="9AA0B5">
                <a:alpha val="60000"/>
              </a:srgbClr>
            </a:solidFill>
            <a:prstDash val="lg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382250" y="3905250"/>
            <a:ext cx="190500" cy="3714750"/>
          </a:xfrm>
          <a:prstGeom prst="roundRect">
            <a:avLst>
              <a:gd name="adj" fmla="val 30000"/>
            </a:avLst>
          </a:prstGeom>
          <a:solidFill>
            <a:srgbClr val="FFB454"/>
          </a:solidFill>
          <a:ln/>
        </p:spPr>
      </p:sp>
      <p:sp>
        <p:nvSpPr>
          <p:cNvPr id="17" name="Shape 15"/>
          <p:cNvSpPr/>
          <p:nvPr/>
        </p:nvSpPr>
        <p:spPr>
          <a:xfrm>
            <a:off x="15944850" y="5372100"/>
            <a:ext cx="190500" cy="2247900"/>
          </a:xfrm>
          <a:prstGeom prst="roundRect">
            <a:avLst>
              <a:gd name="adj" fmla="val 30000"/>
            </a:avLst>
          </a:prstGeom>
          <a:solidFill>
            <a:srgbClr val="9AA0B5"/>
          </a:solidFill>
          <a:ln/>
        </p:spPr>
      </p:sp>
      <p:sp>
        <p:nvSpPr>
          <p:cNvPr id="18" name="Text 16"/>
          <p:cNvSpPr/>
          <p:nvPr/>
        </p:nvSpPr>
        <p:spPr>
          <a:xfrm>
            <a:off x="94297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2110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49923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668000" y="3143250"/>
            <a:ext cx="2495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putLock,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1950" dirty="0"/>
          </a:p>
        </p:txBody>
      </p:sp>
      <p:sp>
        <p:nvSpPr>
          <p:cNvPr id="22" name="Connector line-1792362711671-196212295"/>
          <p:cNvSpPr/>
          <p:nvPr/>
        </p:nvSpPr>
        <p:spPr>
          <a:xfrm>
            <a:off x="10572750" y="3905250"/>
            <a:ext cx="26860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354050" y="4610100"/>
            <a:ext cx="2495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Xin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putLock</a:t>
            </a:r>
            <a:endParaRPr lang="en-US" sz="1950" dirty="0"/>
          </a:p>
        </p:txBody>
      </p:sp>
      <p:sp>
        <p:nvSpPr>
          <p:cNvPr id="24" name="Connector line-1792362711674-558131163"/>
          <p:cNvSpPr/>
          <p:nvPr/>
        </p:nvSpPr>
        <p:spPr>
          <a:xfrm flipH="1">
            <a:off x="13258800" y="5372100"/>
            <a:ext cx="26860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3354050" y="6038850"/>
            <a:ext cx="2495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Đợi</a:t>
            </a:r>
            <a:r>
              <a:rPr lang="en-US" sz="19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khi</a:t>
            </a:r>
            <a:r>
              <a:rPr lang="en-US" sz="19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putLock</a:t>
            </a:r>
            <a:r>
              <a:rPr lang="en-US" sz="1950" b="1" dirty="0" spc="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</a:t>
            </a:r>
            <a:endParaRPr lang="en-US" sz="1950" dirty="0"/>
          </a:p>
        </p:txBody>
      </p:sp>
      <p:sp>
        <p:nvSpPr>
          <p:cNvPr id="26" name="Connector line-1792362711677-18195127"/>
          <p:cNvSpPr/>
          <p:nvPr/>
        </p:nvSpPr>
        <p:spPr>
          <a:xfrm>
            <a:off x="13258800" y="6838950"/>
            <a:ext cx="26860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lgDash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429750" y="77343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992350" y="77343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9AA0B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736b616c-ba13-4372-9b2b-96c9e3ed12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thua</a:t>
            </a:r>
            <a:r>
              <a:rPr lang="en-US" sz="69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thì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30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9906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CAS;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054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86150" y="5505450"/>
            <a:ext cx="4191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199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800" b="1" spc="1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ĐỢI</a:t>
            </a:r>
            <a:endParaRPr lang="en-US" sz="1800" dirty="0"/>
          </a:p>
        </p:txBody>
      </p:sp>
      <p:sp>
        <p:nvSpPr>
          <p:cNvPr id="13" name="Connector line-1792362746588-269968748"/>
          <p:cNvSpPr/>
          <p:nvPr/>
        </p:nvSpPr>
        <p:spPr>
          <a:xfrm>
            <a:off x="10477500" y="2705100"/>
            <a:ext cx="0" cy="4914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4" name="Connector line-1792362746588-327332899"/>
          <p:cNvSpPr/>
          <p:nvPr/>
        </p:nvSpPr>
        <p:spPr>
          <a:xfrm>
            <a:off x="13258800" y="2705100"/>
            <a:ext cx="0" cy="4914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2362746588-238963505"/>
          <p:cNvSpPr/>
          <p:nvPr/>
        </p:nvSpPr>
        <p:spPr>
          <a:xfrm>
            <a:off x="16040100" y="2705100"/>
            <a:ext cx="0" cy="49149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382250" y="6572250"/>
            <a:ext cx="190500" cy="571500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2110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4992350" y="1866900"/>
            <a:ext cx="20955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354050" y="2857500"/>
            <a:ext cx="2495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950" dirty="0"/>
          </a:p>
        </p:txBody>
      </p:sp>
      <p:sp>
        <p:nvSpPr>
          <p:cNvPr id="21" name="Connector line-1792362746609-793103627"/>
          <p:cNvSpPr/>
          <p:nvPr/>
        </p:nvSpPr>
        <p:spPr>
          <a:xfrm flipH="1">
            <a:off x="13258800" y="3600450"/>
            <a:ext cx="27813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3354050" y="4286250"/>
            <a:ext cx="24955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Thua</a:t>
            </a:r>
            <a:r>
              <a:rPr lang="en-US" sz="1950" b="1" dirty="0" spc="-2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CAS:</a:t>
            </a: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 lại,</a:t>
            </a: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950" dirty="0"/>
          </a:p>
        </p:txBody>
      </p:sp>
      <p:sp>
        <p:nvSpPr>
          <p:cNvPr id="23" name="Connector line-1792362746616-600210904"/>
          <p:cNvSpPr/>
          <p:nvPr/>
        </p:nvSpPr>
        <p:spPr>
          <a:xfrm>
            <a:off x="13258800" y="5029200"/>
            <a:ext cx="27813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lgDash"/>
            <a:headEnd type="none"/>
            <a:tailEnd type="triangle"/>
          </a:ln>
        </p:spPr>
      </p:sp>
      <p:sp>
        <p:nvSpPr>
          <p:cNvPr id="24" name="Connector line-1792362746624-159809696"/>
          <p:cNvSpPr/>
          <p:nvPr/>
        </p:nvSpPr>
        <p:spPr>
          <a:xfrm>
            <a:off x="10572750" y="6858000"/>
            <a:ext cx="26860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429750" y="77343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1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4992350" y="77343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lại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0572750" y="5619750"/>
            <a:ext cx="25908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cuối bằng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7f775aaf-371c-4508-a1e8-676529b8ff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Đợi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hay thử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9906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0545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B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200400" y="5505450"/>
            <a:ext cx="22860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199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1866900"/>
            <a:ext cx="35433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373100" y="1866900"/>
            <a:ext cx="35433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01200" y="28194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0" y="321945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373100" y="321945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thử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601200" y="470535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 TIẾP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0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510540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373100" y="510540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0" y="65913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 BỊ</a:t>
            </a:r>
            <a:r>
              <a:rPr lang="en-US" sz="180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0" y="699135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373100" y="6991350"/>
            <a:ext cx="35433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a37d7214-93ef-4489-a34b-1747e356be4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b="1" spc="1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đói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wait-free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30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00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r>
              <a:rPr lang="en-US" sz="30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(starvation)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9906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giành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tiến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55054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starvation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486150" y="5505450"/>
            <a:ext cx="314325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starvation-free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199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luồng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 ngay.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1866900"/>
            <a:ext cx="7315200" cy="1181100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601200" y="310515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94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·</a:t>
            </a:r>
            <a:endParaRPr lang="en-US" sz="4494" dirty="0"/>
          </a:p>
        </p:txBody>
      </p:sp>
      <p:sp>
        <p:nvSpPr>
          <p:cNvPr id="15" name="Text 13"/>
          <p:cNvSpPr/>
          <p:nvPr/>
        </p:nvSpPr>
        <p:spPr>
          <a:xfrm>
            <a:off x="9601200" y="3848100"/>
            <a:ext cx="7315200" cy="1181100"/>
          </a:xfrm>
          <a:prstGeom prst="roundRect">
            <a:avLst>
              <a:gd name="adj" fmla="val 19355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33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601200" y="508635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94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·</a:t>
            </a:r>
            <a:endParaRPr lang="en-US" sz="4494" dirty="0"/>
          </a:p>
        </p:txBody>
      </p:sp>
      <p:sp>
        <p:nvSpPr>
          <p:cNvPr id="17" name="Text 15"/>
          <p:cNvSpPr/>
          <p:nvPr/>
        </p:nvSpPr>
        <p:spPr>
          <a:xfrm>
            <a:off x="9601200" y="5829300"/>
            <a:ext cx="73152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4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Wait-free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9601200" y="7353300"/>
            <a:ext cx="73152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c5ca40b-5981-4481-9e6a-b054cef385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1950" b="1" spc="15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b="1" spc="17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Dựng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CAS,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CAS</a:t>
            </a:r>
            <a:r>
              <a:rPr lang="en-US" sz="30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(Compare</a:t>
            </a:r>
            <a:r>
              <a:rPr lang="en-US" sz="30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30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Swap)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248150"/>
            <a:ext cx="7620000" cy="9906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giá</a:t>
            </a:r>
            <a:r>
              <a:rPr lang="en-US" sz="25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giá</a:t>
            </a:r>
            <a:r>
              <a:rPr lang="en-US" sz="25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5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5505450"/>
            <a:ext cx="2762250" cy="609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867150" y="5505450"/>
            <a:ext cx="276225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7437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1995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ai chờ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không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chết.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1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0" y="2133600"/>
            <a:ext cx="2095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211050" y="2133600"/>
            <a:ext cx="2095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đúng?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820900" y="2133600"/>
            <a:ext cx="20955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6" name="Connector line-1792362949174-106345684"/>
          <p:cNvSpPr/>
          <p:nvPr/>
        </p:nvSpPr>
        <p:spPr>
          <a:xfrm>
            <a:off x="11715750" y="2657475"/>
            <a:ext cx="4762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62949174-521898701"/>
          <p:cNvSpPr/>
          <p:nvPr/>
        </p:nvSpPr>
        <p:spPr>
          <a:xfrm>
            <a:off x="14325600" y="2657475"/>
            <a:ext cx="47625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4230350" y="2209800"/>
            <a:ext cx="66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1800" dirty="0"/>
          </a:p>
        </p:txBody>
      </p:sp>
      <p:sp>
        <p:nvSpPr>
          <p:cNvPr id="19" name="Connector line-1792362949176-700409803"/>
          <p:cNvSpPr/>
          <p:nvPr/>
        </p:nvSpPr>
        <p:spPr>
          <a:xfrm>
            <a:off x="13258800" y="3200400"/>
            <a:ext cx="0" cy="57150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411200" y="32956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211050" y="3790950"/>
            <a:ext cx="2095500" cy="857250"/>
          </a:xfrm>
          <a:prstGeom prst="roundRect">
            <a:avLst>
              <a:gd name="adj" fmla="val 26667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9601200" y="50292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0" y="5448300"/>
            <a:ext cx="3543300" cy="3009900"/>
          </a:xfrm>
          <a:prstGeom prst="roundRect">
            <a:avLst>
              <a:gd name="adj" fmla="val 7595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67900" y="5715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867900" y="65151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67900" y="702945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bị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treo.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13373100" y="5448300"/>
            <a:ext cx="3543300" cy="3009900"/>
          </a:xfrm>
          <a:prstGeom prst="roundRect">
            <a:avLst>
              <a:gd name="adj" fmla="val 7595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39800" y="57150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639800" y="6515100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3639800" y="702945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 không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kẹt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6407909a-95de-4284-a410-69b0e68e55c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 LẠI</a:t>
            </a:r>
            <a:r>
              <a:rPr lang="en-US" sz="195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Thấy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505450"/>
            <a:ext cx="238125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86150" y="550545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compareAndSet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6438900"/>
            <a:ext cx="7620000" cy="2228850"/>
          </a:xfrm>
          <a:prstGeom prst="roundRect">
            <a:avLst>
              <a:gd name="adj" fmla="val 11966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7437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9" name="Text richtext-1792363540411-819274671"/>
          <p:cNvSpPr/>
          <p:nvPr/>
        </p:nvSpPr>
        <p:spPr>
          <a:xfrm>
            <a:off x="1295400" y="7239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thắng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Thua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0" y="1619250"/>
            <a:ext cx="7315200" cy="3143250"/>
          </a:xfrm>
          <a:prstGeom prst="roundRect">
            <a:avLst>
              <a:gd name="adj" fmla="val 7273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9867900" y="184785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67900" y="2324100"/>
            <a:ext cx="3333750" cy="914400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BlockingQueue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392150" y="2324100"/>
            <a:ext cx="3295650" cy="9144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Chờ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lấy,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chỗ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67900" y="3543300"/>
            <a:ext cx="3333750" cy="914400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LinkedBlockingQueue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92150" y="3543300"/>
            <a:ext cx="3295650" cy="9144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9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ReentrantLock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01200" y="4991100"/>
            <a:ext cx="7315200" cy="1905000"/>
          </a:xfrm>
          <a:prstGeom prst="roundRect">
            <a:avLst>
              <a:gd name="adj" fmla="val 12000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9867900" y="52197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CHẶN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67900" y="5695950"/>
            <a:ext cx="3333750" cy="914400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ConcurrentLinkedQueue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3392150" y="5695950"/>
            <a:ext cx="3295650" cy="9144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ctr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compareAndSet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601200" y="7239000"/>
            <a:ext cx="7315200" cy="10477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6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14400" y="4248150"/>
            <a:ext cx="7620000" cy="9906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700" dirty="0"/>
          </a:p>
        </p:txBody>
      </p:sp>
      <p:sp>
        <p:nvSpPr>
          <p:cNvPr id="34" name="Text 32"/>
          <p:cNvSpPr/>
          <p:nvPr/>
        </p:nvSpPr>
        <p:spPr>
          <a:xfrm>
            <a:off x="9601200" y="11430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f65306d3-1b93-460a-9f2b-9d342902cb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r>
              <a:rPr lang="en-US" sz="6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trống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7620000" cy="5048250"/>
          </a:xfrm>
          <a:prstGeom prst="roundRect">
            <a:avLst>
              <a:gd name="adj" fmla="val 528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9243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419600"/>
            <a:ext cx="68580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Luồng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 từ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trống.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B?</a:t>
            </a:r>
            <a:endParaRPr lang="en-US" sz="2550" dirty="0"/>
          </a:p>
        </p:txBody>
      </p:sp>
      <p:sp>
        <p:nvSpPr>
          <p:cNvPr id="7" name="Connector line-1792367696196-396049160"/>
          <p:cNvSpPr/>
          <p:nvPr/>
        </p:nvSpPr>
        <p:spPr>
          <a:xfrm>
            <a:off x="1295400" y="6705600"/>
            <a:ext cx="6858000" cy="0"/>
          </a:xfrm>
          <a:prstGeom prst="line">
            <a:avLst/>
          </a:prstGeom>
          <a:noFill/>
          <a:ln w="19050">
            <a:solidFill>
              <a:srgbClr val="9AA0B5"/>
            </a:solidFill>
            <a:prstDash val="lg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95400" y="699135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 spc="-4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7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7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chặn,</a:t>
            </a:r>
            <a:r>
              <a:rPr lang="en-US" sz="27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7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thua</a:t>
            </a:r>
            <a:r>
              <a:rPr lang="en-US" sz="2700" b="1" dirty="0" spc="-4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0" y="1866900"/>
            <a:ext cx="73152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21717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858500" y="22479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858500" y="27432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601200" y="4152900"/>
            <a:ext cx="73152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06000" y="44577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0858500" y="45339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b="1" spc="20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58500" y="50292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khác thêm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B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601200" y="6438900"/>
            <a:ext cx="7315200" cy="2057400"/>
          </a:xfrm>
          <a:prstGeom prst="roundRect">
            <a:avLst>
              <a:gd name="adj" fmla="val 11111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06000" y="67437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0858500" y="68199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CHẶN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58500" y="73152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383f9aba-3239-4b2e-b278-532e902b15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8100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9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7244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Compare</a:t>
            </a:r>
            <a:r>
              <a:rPr lang="en-US" sz="2100" b="1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100" b="1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Swap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51435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191250"/>
            <a:ext cx="7620000" cy="2381250"/>
          </a:xfrm>
          <a:prstGeom prst="roundRect">
            <a:avLst>
              <a:gd name="adj" fmla="val 112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3817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JDK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1295400" y="72961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</a:t>
            </a:r>
            <a:r>
              <a:rPr lang="en-US" sz="2100" b="1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100" b="1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1333500"/>
            <a:ext cx="7315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601200" y="18669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0" y="21145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06000" y="253365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601200" y="4305300"/>
            <a:ext cx="73152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45529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JDK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0" y="4972050"/>
            <a:ext cx="6667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OpenJDK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906000" y="55054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BlockingQueue,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LinkedBlockingQueue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ConcurrentLinkedQueue,</a:t>
            </a:r>
            <a:r>
              <a:rPr lang="en-US" sz="2100" dirty="0" spc="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kho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601200" y="6896100"/>
            <a:ext cx="76200" cy="1181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6896100"/>
            <a:ext cx="7010400" cy="11811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2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95400" y="7715250"/>
            <a:ext cx="6858000" cy="476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Java.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9906000" y="3067050"/>
            <a:ext cx="6667500" cy="857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niệm: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chặn,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chặn,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wait-free,</a:t>
            </a:r>
            <a:r>
              <a:rPr lang="en-US" sz="210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CAS.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04cb1b2c-0ca3-46d5-819a-8f829877ae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2026-10-19T13:07:33Z</dcterms:created>
  <dcterms:modified xsi:type="dcterms:W3CDTF">2026-10-19T13:07:33Z</dcterms:modified>
</cp:coreProperties>
</file>