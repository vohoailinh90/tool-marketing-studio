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false" autoCompressPictures="0" embedTrueTypeFonts="true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8288000" cy="10287000"/>
  <p:notesSz cx="10287000" cy="18288000"/>
  <p:embeddedFontLst>
    <p:embeddedFont>
      <p:font typeface="Be Vietnam Pro"/>
      <p:regular r:id="rId19"/>
      <p:bold r:id="rId17"/>
    </p:embeddedFont>
    <p:embeddedFont>
      <p:font typeface="Bricolage Grotesque ExtraBold"/>
      <p:regular r:id="rId18"/>
    </p:embeddedFont>
    <p:embeddedFont>
      <p:font typeface="Be Vietnam Pro SemiBold"/>
      <p:regular r:id="rId20"/>
    </p:embeddedFont>
    <p:embeddedFont>
      <p:font typeface="Be Vietnam Pro ExtraBold"/>
      <p:regular r:id="rId21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17" Type="http://schemas.openxmlformats.org/officeDocument/2006/relationships/font" Target="fonts/font1.fntdata"/><Relationship Id="rId18" Type="http://schemas.openxmlformats.org/officeDocument/2006/relationships/font" Target="fonts/font2.fntdata"/><Relationship Id="rId19" Type="http://schemas.openxmlformats.org/officeDocument/2006/relationships/font" Target="fonts/font3.fntdata"/><Relationship Id="rId20" Type="http://schemas.openxmlformats.org/officeDocument/2006/relationships/font" Target="fonts/font4.fntdata"/><Relationship Id="rId21" Type="http://schemas.openxmlformats.org/officeDocument/2006/relationships/font" Target="fonts/font5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52500"/>
            <a:ext cx="8572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75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800" b="1" spc="299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800" b="1" spc="301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800" b="1" spc="300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b="1" spc="295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800" b="1" spc="299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06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619250"/>
            <a:ext cx="9144000" cy="2286000"/>
          </a:xfrm>
          <a:prstGeom prst="rect">
            <a:avLst/>
          </a:prstGeom>
          <a:noFill/>
          <a:ln/>
        </p:spPr>
        <p:txBody>
          <a:bodyPr wrap="square" lIns="0" tIns="64294" rIns="0" bIns="-64294" rtlCol="0" anchor="t"/>
          <a:lstStyle/>
          <a:p>
            <a:pPr algn="l" indent="0" marL="0">
              <a:lnSpc>
                <a:spcPts val="7875"/>
              </a:lnSpc>
              <a:buNone/>
            </a:pPr>
            <a:r>
              <a:rPr lang="en-US" sz="7500" dirty="0" spc="-79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Lớp</a:t>
            </a:r>
            <a:r>
              <a:rPr lang="en-US" sz="7500" dirty="0" spc="7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trung</a:t>
            </a:r>
            <a:r>
              <a:rPr lang="en-US" sz="7500" dirty="0" spc="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gian</a:t>
            </a:r>
            <a:endParaRPr lang="en-US" sz="7500" dirty="0"/>
          </a:p>
          <a:p>
            <a:pPr algn="l" indent="0" marL="0">
              <a:lnSpc>
                <a:spcPts val="7875"/>
              </a:lnSpc>
              <a:buNone/>
            </a:pPr>
            <a:r>
              <a:rPr lang="en-US" sz="7500" dirty="0" spc="5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cơ</a:t>
            </a:r>
            <a:r>
              <a:rPr lang="en-US" sz="7500" dirty="0" spc="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sở</a:t>
            </a:r>
            <a:r>
              <a:rPr lang="en-US" sz="7500" dirty="0" spc="-4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dữ</a:t>
            </a:r>
            <a:r>
              <a:rPr lang="en-US" sz="7500" dirty="0" spc="7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liệu</a:t>
            </a:r>
            <a:endParaRPr lang="en-US" sz="7500" dirty="0"/>
          </a:p>
        </p:txBody>
      </p:sp>
      <p:sp>
        <p:nvSpPr>
          <p:cNvPr id="4" name="Text 2"/>
          <p:cNvSpPr/>
          <p:nvPr/>
        </p:nvSpPr>
        <p:spPr>
          <a:xfrm>
            <a:off x="914400" y="4572000"/>
            <a:ext cx="8572500" cy="1047750"/>
          </a:xfrm>
          <a:prstGeom prst="rect">
            <a:avLst/>
          </a:prstGeom>
          <a:noFill/>
          <a:ln/>
        </p:spPr>
        <p:txBody>
          <a:bodyPr wrap="square" lIns="0" tIns="20955" rIns="0" bIns="-20955" rtlCol="0" anchor="t"/>
          <a:lstStyle/>
          <a:p>
            <a:pPr algn="l" indent="0" marL="0">
              <a:lnSpc>
                <a:spcPts val="3750"/>
              </a:lnSpc>
              <a:buNone/>
            </a:pPr>
            <a:r>
              <a:rPr lang="en-US" sz="3000" dirty="0" spc="-1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Một</a:t>
            </a:r>
            <a:r>
              <a:rPr lang="en-US" sz="3000" dirty="0" spc="1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cửa</a:t>
            </a:r>
            <a:r>
              <a:rPr lang="en-US" sz="3000" dirty="0" spc="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chung</a:t>
            </a:r>
            <a:r>
              <a:rPr lang="en-US" sz="3000" dirty="0" spc="-2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3000" dirty="0" spc="-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ba</a:t>
            </a:r>
            <a:r>
              <a:rPr lang="en-US" sz="3000" dirty="0" spc="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cái giá.</a:t>
            </a:r>
            <a:endParaRPr lang="en-US" sz="3000" dirty="0"/>
          </a:p>
        </p:txBody>
      </p:sp>
      <p:sp>
        <p:nvSpPr>
          <p:cNvPr id="5" name="Connector line-1792385355787-662936452"/>
          <p:cNvSpPr/>
          <p:nvPr/>
        </p:nvSpPr>
        <p:spPr>
          <a:xfrm>
            <a:off x="914400" y="6096000"/>
            <a:ext cx="8610600" cy="0"/>
          </a:xfrm>
          <a:prstGeom prst="line">
            <a:avLst/>
          </a:prstGeom>
          <a:noFill/>
          <a:ln w="19050">
            <a:solidFill>
              <a:srgbClr val="2C3040"/>
            </a:solidFill>
            <a:prstDash val="solid"/>
            <a:headEnd type="none"/>
            <a:tailEnd type="none"/>
          </a:ln>
        </p:spPr>
      </p:sp>
      <p:sp>
        <p:nvSpPr>
          <p:cNvPr id="6" name="Text 4"/>
          <p:cNvSpPr/>
          <p:nvPr/>
        </p:nvSpPr>
        <p:spPr>
          <a:xfrm>
            <a:off x="914400" y="6334125"/>
            <a:ext cx="8572500" cy="762000"/>
          </a:xfrm>
          <a:prstGeom prst="rect">
            <a:avLst/>
          </a:prstGeom>
          <a:noFill/>
          <a:ln/>
        </p:spPr>
        <p:txBody>
          <a:bodyPr wrap="square" lIns="0" tIns="11335" rIns="0" bIns="-11335" rtlCol="0" anchor="t"/>
          <a:lstStyle/>
          <a:p>
            <a:pPr algn="l" indent="0" marL="0">
              <a:lnSpc>
                <a:spcPts val="2730"/>
              </a:lnSpc>
              <a:buNone/>
            </a:pPr>
            <a:r>
              <a:rPr lang="en-US" sz="210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Ba</a:t>
            </a:r>
            <a:r>
              <a:rPr lang="en-US" sz="2100" dirty="0" spc="-3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phép</a:t>
            </a:r>
            <a:r>
              <a:rPr lang="en-US" sz="2100" dirty="0" spc="13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đo</a:t>
            </a:r>
            <a:r>
              <a:rPr lang="en-US" sz="2100" dirty="0" spc="-17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trên</a:t>
            </a:r>
            <a:r>
              <a:rPr lang="en-US" sz="2100" dirty="0" spc="-8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 máy:</a:t>
            </a:r>
            <a:r>
              <a:rPr lang="en-US" sz="210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chậm hơn, cũ hơn,</a:t>
            </a:r>
            <a:r>
              <a:rPr lang="en-US" sz="2100" dirty="0" spc="-5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sai</a:t>
            </a:r>
            <a:r>
              <a:rPr lang="en-US" sz="2100" dirty="0" spc="-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chỗ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10096500" y="4286250"/>
            <a:ext cx="2095500" cy="857250"/>
          </a:xfrm>
          <a:prstGeom prst="roundRect">
            <a:avLst>
              <a:gd name="adj" fmla="val 50000"/>
            </a:avLst>
          </a:prstGeom>
          <a:solidFill>
            <a:srgbClr val="1E212B"/>
          </a:solidFill>
          <a:ln w="28575">
            <a:solidFill>
              <a:srgbClr val="F3EEE3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Ứng</a:t>
            </a:r>
            <a:r>
              <a:rPr lang="en-US" sz="2100" b="1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dụng</a:t>
            </a:r>
            <a:endParaRPr lang="en-US" sz="2100" dirty="0"/>
          </a:p>
        </p:txBody>
      </p:sp>
      <p:sp>
        <p:nvSpPr>
          <p:cNvPr id="8" name="Text 6"/>
          <p:cNvSpPr/>
          <p:nvPr/>
        </p:nvSpPr>
        <p:spPr>
          <a:xfrm>
            <a:off x="13049250" y="4286250"/>
            <a:ext cx="2095500" cy="857250"/>
          </a:xfrm>
          <a:prstGeom prst="roundRect">
            <a:avLst>
              <a:gd name="adj" fmla="val 50000"/>
            </a:avLst>
          </a:prstGeom>
          <a:solidFill>
            <a:srgbClr val="1E212B"/>
          </a:solidFill>
          <a:ln w="28575">
            <a:solidFill>
              <a:srgbClr val="FF6A4D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50" b="1" dirty="0" spc="-18" kern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Lớp</a:t>
            </a:r>
            <a:r>
              <a:rPr lang="en-US" sz="1950" b="1" dirty="0" spc="-2" kern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trung</a:t>
            </a:r>
            <a:r>
              <a:rPr lang="en-US" sz="1950" b="1" dirty="0" spc="1" kern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gian</a:t>
            </a:r>
            <a:endParaRPr lang="en-US" sz="1950" dirty="0"/>
          </a:p>
        </p:txBody>
      </p:sp>
      <p:sp>
        <p:nvSpPr>
          <p:cNvPr id="9" name="Text 7"/>
          <p:cNvSpPr/>
          <p:nvPr/>
        </p:nvSpPr>
        <p:spPr>
          <a:xfrm>
            <a:off x="16002000" y="3143250"/>
            <a:ext cx="1619250" cy="857250"/>
          </a:xfrm>
          <a:prstGeom prst="roundRect">
            <a:avLst>
              <a:gd name="adj" fmla="val 50000"/>
            </a:avLst>
          </a:prstGeom>
          <a:solidFill>
            <a:srgbClr val="1E212B"/>
          </a:solidFill>
          <a:ln w="28575">
            <a:solidFill>
              <a:srgbClr val="3DD6A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50" b="1" dirty="0" spc="-11" kern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Máy</a:t>
            </a:r>
            <a:r>
              <a:rPr lang="en-US" sz="1950" b="1" dirty="0" spc="0" kern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chính</a:t>
            </a:r>
            <a:endParaRPr lang="en-US" sz="1950" dirty="0"/>
          </a:p>
        </p:txBody>
      </p:sp>
      <p:sp>
        <p:nvSpPr>
          <p:cNvPr id="10" name="Text 8"/>
          <p:cNvSpPr/>
          <p:nvPr/>
        </p:nvSpPr>
        <p:spPr>
          <a:xfrm>
            <a:off x="16002000" y="5429250"/>
            <a:ext cx="1619250" cy="857250"/>
          </a:xfrm>
          <a:prstGeom prst="roundRect">
            <a:avLst>
              <a:gd name="adj" fmla="val 50000"/>
            </a:avLst>
          </a:prstGeom>
          <a:solidFill>
            <a:srgbClr val="1E212B"/>
          </a:solidFill>
          <a:ln w="28575">
            <a:solidFill>
              <a:srgbClr val="7C93FF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50" b="1" dirty="0" spc="-11" kern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Máy</a:t>
            </a:r>
            <a:r>
              <a:rPr lang="en-US" sz="1950" b="1" dirty="0" spc="-4" kern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phụ</a:t>
            </a:r>
            <a:endParaRPr lang="en-US" sz="1950" dirty="0"/>
          </a:p>
        </p:txBody>
      </p:sp>
      <p:sp>
        <p:nvSpPr>
          <p:cNvPr id="11" name="Connector line-1792385355807-958503522"/>
          <p:cNvSpPr/>
          <p:nvPr/>
        </p:nvSpPr>
        <p:spPr>
          <a:xfrm>
            <a:off x="12192000" y="4714875"/>
            <a:ext cx="857250" cy="0"/>
          </a:xfrm>
          <a:prstGeom prst="line">
            <a:avLst/>
          </a:prstGeom>
          <a:noFill/>
          <a:ln w="47625">
            <a:solidFill>
              <a:srgbClr val="F3EEE3"/>
            </a:solidFill>
            <a:prstDash val="solid"/>
            <a:headEnd type="none"/>
            <a:tailEnd type="triangle"/>
          </a:ln>
        </p:spPr>
      </p:sp>
      <p:sp>
        <p:nvSpPr>
          <p:cNvPr id="12" name="Connector line-1792385355808-283500950"/>
          <p:cNvSpPr/>
          <p:nvPr/>
        </p:nvSpPr>
        <p:spPr>
          <a:xfrm flipV="1">
            <a:off x="15144750" y="3571875"/>
            <a:ext cx="857250" cy="1143000"/>
          </a:xfrm>
          <a:prstGeom prst="curvedConnector3">
            <a:avLst/>
          </a:prstGeom>
          <a:noFill/>
          <a:ln w="47625">
            <a:solidFill>
              <a:srgbClr val="3DD6A0"/>
            </a:solidFill>
            <a:prstDash val="solid"/>
            <a:headEnd type="none"/>
            <a:tailEnd type="triangle"/>
          </a:ln>
        </p:spPr>
      </p:sp>
      <p:sp>
        <p:nvSpPr>
          <p:cNvPr id="13" name="Connector line-1792385355809-120956377"/>
          <p:cNvSpPr/>
          <p:nvPr/>
        </p:nvSpPr>
        <p:spPr>
          <a:xfrm>
            <a:off x="15144750" y="4714875"/>
            <a:ext cx="857250" cy="1143000"/>
          </a:xfrm>
          <a:prstGeom prst="curvedConnector3">
            <a:avLst/>
          </a:prstGeom>
          <a:noFill/>
          <a:ln w="47625">
            <a:solidFill>
              <a:srgbClr val="7C93FF"/>
            </a:solidFill>
            <a:prstDash val="solid"/>
            <a:headEnd type="none"/>
            <a:tailEnd type="triangle"/>
          </a:ln>
        </p:spPr>
      </p:sp>
      <p:sp>
        <p:nvSpPr>
          <p:cNvPr id="14" name="Text 12"/>
          <p:cNvSpPr/>
          <p:nvPr/>
        </p:nvSpPr>
        <p:spPr>
          <a:xfrm>
            <a:off x="13049250" y="6858000"/>
            <a:ext cx="4572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dirty="0" spc="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ghi</a:t>
            </a:r>
            <a:r>
              <a:rPr lang="en-US" sz="1950" dirty="0" spc="27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đi</a:t>
            </a:r>
            <a:r>
              <a:rPr lang="en-US" sz="19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chính,</a:t>
            </a:r>
            <a:r>
              <a:rPr lang="en-US" sz="1950" dirty="0" spc="6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đọc</a:t>
            </a:r>
            <a:r>
              <a:rPr lang="en-US" sz="1950" dirty="0" spc="28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đi</a:t>
            </a:r>
            <a:r>
              <a:rPr lang="en-US" sz="195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phụ</a:t>
            </a:r>
            <a:endParaRPr lang="en-US" sz="1950" dirty="0"/>
          </a:p>
        </p:txBody>
      </p:sp>
      <p:sp>
        <p:nvSpPr>
          <p:cNvPr id="15" name="Text 13"/>
          <p:cNvSpPr/>
          <p:nvPr/>
        </p:nvSpPr>
        <p:spPr>
          <a:xfrm>
            <a:off x="914400" y="9715500"/>
            <a:ext cx="8572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6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system-design-101</a:t>
            </a:r>
            <a:r>
              <a:rPr lang="en-US" sz="1650" dirty="0" spc="4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nhóm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kiến trúc phần</a:t>
            </a:r>
            <a:r>
              <a:rPr lang="en-US" sz="1650" dirty="0" spc="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mềm</a:t>
            </a:r>
            <a:endParaRPr lang="en-US" sz="1650" dirty="0"/>
          </a:p>
        </p:txBody>
      </p:sp>
      <p:sp>
        <p:nvSpPr>
          <p:cNvPr id="16" name="Shape 14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17" name="Moda image moda-export-watermark-01df9363-bcc9-4fec-bc85-e1becc0d2cd1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52500"/>
            <a:ext cx="16192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93" kern="0" dirty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BÀI</a:t>
            </a:r>
            <a:r>
              <a:rPr lang="en-US" sz="1800" b="1" spc="300" kern="0" dirty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NGUỒN</a:t>
            </a:r>
            <a:r>
              <a:rPr lang="en-US" sz="1800" b="1" spc="301" kern="0" dirty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NÊU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333500"/>
            <a:ext cx="16459200" cy="1066800"/>
          </a:xfrm>
          <a:prstGeom prst="rect">
            <a:avLst/>
          </a:prstGeom>
          <a:noFill/>
          <a:ln/>
        </p:spPr>
        <p:txBody>
          <a:bodyPr wrap="square" lIns="0" tIns="59150" rIns="0" bIns="-59150" rtlCol="0" anchor="ctr"/>
          <a:lstStyle/>
          <a:p>
            <a:pPr algn="l" indent="0" marL="0">
              <a:lnSpc>
                <a:spcPts val="7245"/>
              </a:lnSpc>
              <a:buNone/>
            </a:pPr>
            <a:r>
              <a:rPr lang="en-US" sz="6900" dirty="0" spc="-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Hai</a:t>
            </a:r>
            <a:r>
              <a:rPr lang="en-US" sz="6900" dirty="0" spc="-3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lợi</a:t>
            </a:r>
            <a:r>
              <a:rPr lang="en-US" sz="6900" dirty="0" spc="-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ích,</a:t>
            </a:r>
            <a:r>
              <a:rPr lang="en-US" sz="6900" dirty="0" spc="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hai</a:t>
            </a:r>
            <a:r>
              <a:rPr lang="en-US" sz="6900" dirty="0" spc="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cái giá</a:t>
            </a:r>
            <a:endParaRPr lang="en-US" sz="6900" dirty="0"/>
          </a:p>
        </p:txBody>
      </p:sp>
      <p:sp>
        <p:nvSpPr>
          <p:cNvPr id="4" name="Shape 2"/>
          <p:cNvSpPr/>
          <p:nvPr/>
        </p:nvSpPr>
        <p:spPr>
          <a:xfrm>
            <a:off x="914400" y="2857500"/>
            <a:ext cx="8001000" cy="5334000"/>
          </a:xfrm>
          <a:prstGeom prst="roundRect">
            <a:avLst>
              <a:gd name="adj" fmla="val 5714"/>
            </a:avLst>
          </a:prstGeom>
          <a:solidFill>
            <a:srgbClr val="D9ECE2"/>
          </a:solidFill>
          <a:ln/>
        </p:spPr>
      </p:sp>
      <p:sp>
        <p:nvSpPr>
          <p:cNvPr id="5" name="Shape 3"/>
          <p:cNvSpPr/>
          <p:nvPr/>
        </p:nvSpPr>
        <p:spPr>
          <a:xfrm>
            <a:off x="9372600" y="2857500"/>
            <a:ext cx="8001000" cy="5334000"/>
          </a:xfrm>
          <a:prstGeom prst="roundRect">
            <a:avLst>
              <a:gd name="adj" fmla="val 5714"/>
            </a:avLst>
          </a:prstGeom>
          <a:solidFill>
            <a:srgbClr val="F3DFB8"/>
          </a:solidFill>
          <a:ln/>
        </p:spPr>
      </p:sp>
      <p:sp>
        <p:nvSpPr>
          <p:cNvPr id="6" name="Text 4"/>
          <p:cNvSpPr/>
          <p:nvPr/>
        </p:nvSpPr>
        <p:spPr>
          <a:xfrm>
            <a:off x="1295400" y="3200400"/>
            <a:ext cx="723900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50" dirty="0" spc="-25" kern="0">
                <a:solidFill>
                  <a:srgbClr val="0F766E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Lợi</a:t>
            </a:r>
            <a:r>
              <a:rPr lang="en-US" sz="2850" dirty="0" spc="2" kern="0">
                <a:solidFill>
                  <a:srgbClr val="0F766E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ích</a:t>
            </a:r>
            <a:endParaRPr lang="en-US" sz="2850" dirty="0"/>
          </a:p>
        </p:txBody>
      </p:sp>
      <p:sp>
        <p:nvSpPr>
          <p:cNvPr id="7" name="Text richtext-1792385400270-65317771"/>
          <p:cNvSpPr/>
          <p:nvPr/>
        </p:nvSpPr>
        <p:spPr>
          <a:xfrm>
            <a:off x="1295400" y="4000500"/>
            <a:ext cx="7239000" cy="3810000"/>
          </a:xfrm>
          <a:prstGeom prst="rect">
            <a:avLst/>
          </a:prstGeom>
          <a:noFill/>
          <a:ln/>
        </p:spPr>
        <p:txBody>
          <a:bodyPr wrap="square" lIns="0" tIns="14573" rIns="0" bIns="-14573" rtlCol="0" anchor="t"/>
          <a:lstStyle/>
          <a:p>
            <a:pPr algn="l" marL="342900" indent="-244981">
              <a:lnSpc>
                <a:spcPts val="3510"/>
              </a:lnSpc>
              <a:spcAft>
                <a:spcPts val="2100"/>
              </a:spcAft>
              <a:buSzPct val="100000"/>
              <a:buFont typeface="Arial"/>
              <a:buChar char="•"/>
            </a:pPr>
            <a:r>
              <a:rPr lang="en-US" sz="2700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Mã</a:t>
            </a:r>
            <a:r>
              <a:rPr lang="en-US" sz="2700" dirty="0" spc="2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ứng</a:t>
            </a:r>
            <a:r>
              <a:rPr lang="en-US" sz="2700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dụng</a:t>
            </a:r>
            <a:r>
              <a:rPr lang="en-US" sz="2700" dirty="0" spc="-1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gọn</a:t>
            </a:r>
            <a:r>
              <a:rPr lang="en-US" sz="2700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hơn.</a:t>
            </a:r>
            <a:endParaRPr lang="en-US" sz="2700" dirty="0"/>
          </a:p>
          <a:p>
            <a:pPr algn="l" marL="342900" indent="-244981">
              <a:lnSpc>
                <a:spcPts val="3510"/>
              </a:lnSpc>
              <a:buSzPct val="100000"/>
              <a:buFont typeface="Arial"/>
              <a:buChar char="•"/>
            </a:pPr>
            <a:r>
              <a:rPr lang="en-US" sz="270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Hợp</a:t>
            </a:r>
            <a:r>
              <a:rPr lang="en-US" sz="270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mọi</a:t>
            </a:r>
            <a:r>
              <a:rPr lang="en-US" sz="2700" dirty="0" spc="2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ứng</a:t>
            </a:r>
            <a:r>
              <a:rPr lang="en-US" sz="2700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dụng</a:t>
            </a:r>
            <a:r>
              <a:rPr lang="en-US" sz="270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nói</a:t>
            </a:r>
            <a:r>
              <a:rPr lang="en-US" sz="2700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giao</a:t>
            </a:r>
            <a:r>
              <a:rPr lang="en-US" sz="2700" dirty="0" spc="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thức</a:t>
            </a:r>
            <a:r>
              <a:rPr lang="en-US" sz="2700" dirty="0" spc="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MySQL.</a:t>
            </a:r>
            <a:endParaRPr lang="en-US" sz="2700" dirty="0"/>
          </a:p>
        </p:txBody>
      </p:sp>
      <p:sp>
        <p:nvSpPr>
          <p:cNvPr id="8" name="Text 6"/>
          <p:cNvSpPr/>
          <p:nvPr/>
        </p:nvSpPr>
        <p:spPr>
          <a:xfrm>
            <a:off x="9753600" y="3200400"/>
            <a:ext cx="723900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50" dirty="0" spc="0" kern="0">
                <a:solidFill>
                  <a:srgbClr val="B45309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Cái</a:t>
            </a:r>
            <a:r>
              <a:rPr lang="en-US" sz="2850" dirty="0" spc="2" kern="0">
                <a:solidFill>
                  <a:srgbClr val="B45309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giá</a:t>
            </a:r>
            <a:endParaRPr lang="en-US" sz="2850" dirty="0"/>
          </a:p>
        </p:txBody>
      </p:sp>
      <p:sp>
        <p:nvSpPr>
          <p:cNvPr id="9" name="Text richtext-1792385400292-294033265"/>
          <p:cNvSpPr/>
          <p:nvPr/>
        </p:nvSpPr>
        <p:spPr>
          <a:xfrm>
            <a:off x="9753600" y="4000500"/>
            <a:ext cx="7239000" cy="3810000"/>
          </a:xfrm>
          <a:prstGeom prst="rect">
            <a:avLst/>
          </a:prstGeom>
          <a:noFill/>
          <a:ln/>
        </p:spPr>
        <p:txBody>
          <a:bodyPr wrap="square" lIns="0" tIns="14573" rIns="0" bIns="-14573" rtlCol="0" anchor="t"/>
          <a:lstStyle/>
          <a:p>
            <a:pPr algn="l" marL="342900" indent="-244981">
              <a:lnSpc>
                <a:spcPts val="3510"/>
              </a:lnSpc>
              <a:spcAft>
                <a:spcPts val="2100"/>
              </a:spcAft>
              <a:buSzPct val="100000"/>
              <a:buFont typeface="Arial"/>
              <a:buChar char="•"/>
            </a:pPr>
            <a:r>
              <a:rPr lang="en-US" sz="2700" dirty="0" spc="1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Phức</a:t>
            </a:r>
            <a:r>
              <a:rPr lang="en-US" sz="2700" dirty="0" spc="-1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tạp</a:t>
            </a:r>
            <a:r>
              <a:rPr lang="en-US" sz="2700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hơn.</a:t>
            </a:r>
            <a:endParaRPr lang="en-US" sz="2700" dirty="0"/>
          </a:p>
          <a:p>
            <a:pPr algn="l" marL="342900" indent="-244981">
              <a:lnSpc>
                <a:spcPts val="3510"/>
              </a:lnSpc>
              <a:buSzPct val="100000"/>
              <a:buFont typeface="Arial"/>
              <a:buChar char="•"/>
            </a:pPr>
            <a:r>
              <a:rPr lang="en-US" sz="270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Thêm</a:t>
            </a:r>
            <a:r>
              <a:rPr lang="en-US" sz="2700" dirty="0" spc="-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2700" dirty="0" spc="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bước</a:t>
            </a:r>
            <a:r>
              <a:rPr lang="en-US" sz="270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mạng</a:t>
            </a:r>
            <a:r>
              <a:rPr lang="en-US" sz="270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cho</a:t>
            </a:r>
            <a:r>
              <a:rPr lang="en-US" sz="270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mỗi</a:t>
            </a:r>
            <a:r>
              <a:rPr lang="en-US" sz="270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câu</a:t>
            </a:r>
            <a:r>
              <a:rPr lang="en-US" sz="270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lệnh.</a:t>
            </a:r>
            <a:endParaRPr lang="en-US" sz="2700" dirty="0"/>
          </a:p>
        </p:txBody>
      </p:sp>
      <p:sp>
        <p:nvSpPr>
          <p:cNvPr id="10" name="Connector line-1792385400299-767186176"/>
          <p:cNvSpPr/>
          <p:nvPr/>
        </p:nvSpPr>
        <p:spPr>
          <a:xfrm>
            <a:off x="990600" y="9486900"/>
            <a:ext cx="2914650" cy="0"/>
          </a:xfrm>
          <a:prstGeom prst="line">
            <a:avLst/>
          </a:prstGeom>
          <a:noFill/>
          <a:ln w="19050">
            <a:solidFill>
              <a:srgbClr val="CFC7B4"/>
            </a:solidFill>
            <a:prstDash val="solid"/>
            <a:headEnd type="none"/>
            <a:tailEnd type="none"/>
          </a:ln>
        </p:spPr>
      </p:sp>
      <p:sp>
        <p:nvSpPr>
          <p:cNvPr id="11" name="Shape 9"/>
          <p:cNvSpPr/>
          <p:nvPr/>
        </p:nvSpPr>
        <p:spPr>
          <a:xfrm>
            <a:off x="9334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219200" y="9391650"/>
            <a:ext cx="190500" cy="190500"/>
          </a:xfrm>
          <a:prstGeom prst="ellipse">
            <a:avLst/>
          </a:prstGeom>
          <a:solidFill>
            <a:srgbClr val="E8472B"/>
          </a:solidFill>
          <a:ln/>
        </p:spPr>
      </p:sp>
      <p:sp>
        <p:nvSpPr>
          <p:cNvPr id="13" name="Shape 11"/>
          <p:cNvSpPr/>
          <p:nvPr/>
        </p:nvSpPr>
        <p:spPr>
          <a:xfrm>
            <a:off x="15811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9050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2288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5527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8765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2004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5242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8481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14400" y="9715500"/>
            <a:ext cx="6667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06</a:t>
            </a:r>
            <a:r>
              <a:rPr lang="en-US" sz="165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02/10</a:t>
            </a:r>
            <a:endParaRPr lang="en-US" sz="1650" dirty="0"/>
          </a:p>
        </p:txBody>
      </p:sp>
      <p:sp>
        <p:nvSpPr>
          <p:cNvPr id="22" name="Shape 20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3" name="Moda image moda-export-watermark-5956f311-fd62-482a-a77a-15e3678149a9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52500"/>
            <a:ext cx="16192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301" kern="0" dirty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1</a:t>
            </a:r>
            <a:r>
              <a:rPr lang="en-US" sz="1800" b="1" spc="300" kern="0" dirty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b="1" spc="295" kern="0" dirty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BỐN</a:t>
            </a:r>
            <a:r>
              <a:rPr lang="en-US" sz="1800" b="1" spc="300" kern="0" dirty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MẢNH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333500"/>
            <a:ext cx="16459200" cy="1066800"/>
          </a:xfrm>
          <a:prstGeom prst="rect">
            <a:avLst/>
          </a:prstGeom>
          <a:noFill/>
          <a:ln/>
        </p:spPr>
        <p:txBody>
          <a:bodyPr wrap="square" lIns="0" tIns="59150" rIns="0" bIns="-59150" rtlCol="0" anchor="ctr"/>
          <a:lstStyle/>
          <a:p>
            <a:pPr algn="l" indent="0" marL="0">
              <a:lnSpc>
                <a:spcPts val="7245"/>
              </a:lnSpc>
              <a:buNone/>
            </a:pPr>
            <a:r>
              <a:rPr lang="en-US" sz="6900" dirty="0" spc="-14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Một</a:t>
            </a:r>
            <a:r>
              <a:rPr lang="en-US" sz="6900" dirty="0" spc="-5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cửa,</a:t>
            </a:r>
            <a:r>
              <a:rPr lang="en-US" sz="6900" dirty="0" spc="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bốn</a:t>
            </a:r>
            <a:r>
              <a:rPr lang="en-US" sz="6900" dirty="0" spc="-95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bước</a:t>
            </a:r>
            <a:endParaRPr lang="en-US" sz="6900" dirty="0"/>
          </a:p>
        </p:txBody>
      </p:sp>
      <p:sp>
        <p:nvSpPr>
          <p:cNvPr id="4" name="Shape 2"/>
          <p:cNvSpPr/>
          <p:nvPr/>
        </p:nvSpPr>
        <p:spPr>
          <a:xfrm>
            <a:off x="914400" y="2762250"/>
            <a:ext cx="16459200" cy="1428750"/>
          </a:xfrm>
          <a:prstGeom prst="roundRect">
            <a:avLst>
              <a:gd name="adj" fmla="val 18667"/>
            </a:avLst>
          </a:prstGeom>
          <a:solidFill>
            <a:srgbClr val="D9ECE2"/>
          </a:solidFill>
          <a:ln/>
        </p:spPr>
      </p:sp>
      <p:sp>
        <p:nvSpPr>
          <p:cNvPr id="5" name="Text 3"/>
          <p:cNvSpPr/>
          <p:nvPr/>
        </p:nvSpPr>
        <p:spPr>
          <a:xfrm>
            <a:off x="1390650" y="3057525"/>
            <a:ext cx="838200" cy="838200"/>
          </a:xfrm>
          <a:prstGeom prst="ellipse">
            <a:avLst/>
          </a:prstGeom>
          <a:solidFill>
            <a:srgbClr val="0F766E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700" dirty="0" spc="-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1</a:t>
            </a:r>
            <a:endParaRPr lang="en-US" sz="2700" dirty="0"/>
          </a:p>
        </p:txBody>
      </p:sp>
      <p:sp>
        <p:nvSpPr>
          <p:cNvPr id="6" name="Text 4"/>
          <p:cNvSpPr/>
          <p:nvPr/>
        </p:nvSpPr>
        <p:spPr>
          <a:xfrm>
            <a:off x="2571750" y="2762250"/>
            <a:ext cx="14287500" cy="142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50" dirty="0" spc="-6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Ứng</a:t>
            </a:r>
            <a:r>
              <a:rPr lang="en-US" sz="2850" dirty="0" spc="-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dụng</a:t>
            </a:r>
            <a:r>
              <a:rPr lang="en-US" sz="2850" dirty="0" spc="53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gửi</a:t>
            </a:r>
            <a:r>
              <a:rPr lang="en-US" sz="2850" dirty="0" spc="-3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mọi</a:t>
            </a:r>
            <a:r>
              <a:rPr lang="en-US" sz="2850" dirty="0" spc="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truy</a:t>
            </a:r>
            <a:r>
              <a:rPr lang="en-US" sz="2850" dirty="0" spc="-14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vấn</a:t>
            </a:r>
            <a:r>
              <a:rPr lang="en-US" sz="2850" dirty="0" spc="-5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tới</a:t>
            </a:r>
            <a:r>
              <a:rPr lang="en-US" sz="2850" dirty="0" spc="-10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một</a:t>
            </a:r>
            <a:r>
              <a:rPr lang="en-US" sz="2850" dirty="0" spc="25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địa</a:t>
            </a:r>
            <a:r>
              <a:rPr lang="en-US" sz="2850" dirty="0" spc="0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chỉ.</a:t>
            </a:r>
            <a:endParaRPr lang="en-US" sz="2850" dirty="0"/>
          </a:p>
        </p:txBody>
      </p:sp>
      <p:sp>
        <p:nvSpPr>
          <p:cNvPr id="7" name="Shape 5"/>
          <p:cNvSpPr/>
          <p:nvPr/>
        </p:nvSpPr>
        <p:spPr>
          <a:xfrm>
            <a:off x="914400" y="4438650"/>
            <a:ext cx="16459200" cy="1428750"/>
          </a:xfrm>
          <a:prstGeom prst="roundRect">
            <a:avLst>
              <a:gd name="adj" fmla="val 18667"/>
            </a:avLst>
          </a:prstGeom>
          <a:solidFill>
            <a:srgbClr val="D9ECE2"/>
          </a:solidFill>
          <a:ln/>
        </p:spPr>
      </p:sp>
      <p:sp>
        <p:nvSpPr>
          <p:cNvPr id="8" name="Text 6"/>
          <p:cNvSpPr/>
          <p:nvPr/>
        </p:nvSpPr>
        <p:spPr>
          <a:xfrm>
            <a:off x="1390650" y="4733925"/>
            <a:ext cx="838200" cy="838200"/>
          </a:xfrm>
          <a:prstGeom prst="ellipse">
            <a:avLst/>
          </a:prstGeom>
          <a:solidFill>
            <a:srgbClr val="0F766E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700" dirty="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2</a:t>
            </a:r>
            <a:endParaRPr lang="en-US" sz="2700" dirty="0"/>
          </a:p>
        </p:txBody>
      </p:sp>
      <p:sp>
        <p:nvSpPr>
          <p:cNvPr id="9" name="Text 7"/>
          <p:cNvSpPr/>
          <p:nvPr/>
        </p:nvSpPr>
        <p:spPr>
          <a:xfrm>
            <a:off x="2571750" y="4438650"/>
            <a:ext cx="14287500" cy="142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50" dirty="0" spc="-3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Lớp</a:t>
            </a:r>
            <a:r>
              <a:rPr lang="en-US" sz="2850" dirty="0" spc="-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trung</a:t>
            </a:r>
            <a:r>
              <a:rPr lang="en-US" sz="2850" dirty="0" spc="0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gian</a:t>
            </a:r>
            <a:r>
              <a:rPr lang="en-US" sz="2850" dirty="0" spc="-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nhận</a:t>
            </a:r>
            <a:r>
              <a:rPr lang="en-US" sz="2850" dirty="0" spc="5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câu</a:t>
            </a:r>
            <a:r>
              <a:rPr lang="en-US" sz="2850" dirty="0" spc="-4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lệnh</a:t>
            </a:r>
            <a:r>
              <a:rPr lang="en-US" sz="2850" dirty="0" spc="-19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và</a:t>
            </a:r>
            <a:r>
              <a:rPr lang="en-US" sz="2850" dirty="0" spc="-3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phân</a:t>
            </a:r>
            <a:r>
              <a:rPr lang="en-US" sz="2850" dirty="0" spc="-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loại.</a:t>
            </a:r>
            <a:endParaRPr lang="en-US" sz="2850" dirty="0"/>
          </a:p>
        </p:txBody>
      </p:sp>
      <p:sp>
        <p:nvSpPr>
          <p:cNvPr id="10" name="Shape 8"/>
          <p:cNvSpPr/>
          <p:nvPr/>
        </p:nvSpPr>
        <p:spPr>
          <a:xfrm>
            <a:off x="914400" y="6115050"/>
            <a:ext cx="16459200" cy="1428750"/>
          </a:xfrm>
          <a:prstGeom prst="roundRect">
            <a:avLst>
              <a:gd name="adj" fmla="val 18667"/>
            </a:avLst>
          </a:prstGeom>
          <a:solidFill>
            <a:srgbClr val="D9ECE2"/>
          </a:solidFill>
          <a:ln/>
        </p:spPr>
      </p:sp>
      <p:sp>
        <p:nvSpPr>
          <p:cNvPr id="11" name="Text 9"/>
          <p:cNvSpPr/>
          <p:nvPr/>
        </p:nvSpPr>
        <p:spPr>
          <a:xfrm>
            <a:off x="1390650" y="6410325"/>
            <a:ext cx="838200" cy="838200"/>
          </a:xfrm>
          <a:prstGeom prst="ellipse">
            <a:avLst/>
          </a:prstGeom>
          <a:solidFill>
            <a:srgbClr val="0F766E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700" dirty="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3</a:t>
            </a:r>
            <a:endParaRPr lang="en-US" sz="2700" dirty="0"/>
          </a:p>
        </p:txBody>
      </p:sp>
      <p:sp>
        <p:nvSpPr>
          <p:cNvPr id="12" name="Text 10"/>
          <p:cNvSpPr/>
          <p:nvPr/>
        </p:nvSpPr>
        <p:spPr>
          <a:xfrm>
            <a:off x="2571750" y="6115050"/>
            <a:ext cx="14287500" cy="142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50" dirty="0" spc="-26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Lệnh</a:t>
            </a:r>
            <a:r>
              <a:rPr lang="en-US" sz="2850" dirty="0" spc="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ghi</a:t>
            </a:r>
            <a:r>
              <a:rPr lang="en-US" sz="2850" dirty="0" spc="33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đi</a:t>
            </a:r>
            <a:r>
              <a:rPr lang="en-US" sz="2850" dirty="0" spc="-4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tới</a:t>
            </a:r>
            <a:r>
              <a:rPr lang="en-US" sz="2850" dirty="0" spc="-10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một</a:t>
            </a:r>
            <a:r>
              <a:rPr lang="en-US" sz="2850" dirty="0" spc="-9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máy</a:t>
            </a:r>
            <a:r>
              <a:rPr lang="en-US" sz="2850" dirty="0" spc="-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chính.</a:t>
            </a:r>
            <a:endParaRPr lang="en-US" sz="2850" dirty="0"/>
          </a:p>
        </p:txBody>
      </p:sp>
      <p:sp>
        <p:nvSpPr>
          <p:cNvPr id="13" name="Shape 11"/>
          <p:cNvSpPr/>
          <p:nvPr/>
        </p:nvSpPr>
        <p:spPr>
          <a:xfrm>
            <a:off x="914400" y="7791450"/>
            <a:ext cx="16459200" cy="1428750"/>
          </a:xfrm>
          <a:prstGeom prst="roundRect">
            <a:avLst>
              <a:gd name="adj" fmla="val 18667"/>
            </a:avLst>
          </a:prstGeom>
          <a:solidFill>
            <a:srgbClr val="D9ECE2"/>
          </a:solidFill>
          <a:ln/>
        </p:spPr>
      </p:sp>
      <p:sp>
        <p:nvSpPr>
          <p:cNvPr id="14" name="Text 12"/>
          <p:cNvSpPr/>
          <p:nvPr/>
        </p:nvSpPr>
        <p:spPr>
          <a:xfrm>
            <a:off x="1390650" y="8086725"/>
            <a:ext cx="838200" cy="838200"/>
          </a:xfrm>
          <a:prstGeom prst="ellipse">
            <a:avLst/>
          </a:prstGeom>
          <a:solidFill>
            <a:srgbClr val="0F766E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700" dirty="0" spc="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4</a:t>
            </a:r>
            <a:endParaRPr lang="en-US" sz="2700" dirty="0"/>
          </a:p>
        </p:txBody>
      </p:sp>
      <p:sp>
        <p:nvSpPr>
          <p:cNvPr id="15" name="Text 13"/>
          <p:cNvSpPr/>
          <p:nvPr/>
        </p:nvSpPr>
        <p:spPr>
          <a:xfrm>
            <a:off x="2571750" y="7791450"/>
            <a:ext cx="14287500" cy="142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50" dirty="0" spc="-26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Lệnh</a:t>
            </a:r>
            <a:r>
              <a:rPr lang="en-US" sz="2850" dirty="0" spc="7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đọc</a:t>
            </a:r>
            <a:r>
              <a:rPr lang="en-US" sz="2850" dirty="0" spc="33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đi</a:t>
            </a:r>
            <a:r>
              <a:rPr lang="en-US" sz="2850" dirty="0" spc="-4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tới</a:t>
            </a:r>
            <a:r>
              <a:rPr lang="en-US" sz="2850" dirty="0" spc="4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các</a:t>
            </a:r>
            <a:r>
              <a:rPr lang="en-US" sz="2850" dirty="0" spc="-9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máy</a:t>
            </a:r>
            <a:r>
              <a:rPr lang="en-US" sz="2850" dirty="0" spc="-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phụ</a:t>
            </a:r>
            <a:r>
              <a:rPr lang="en-US" sz="2850" dirty="0" spc="-3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chép</a:t>
            </a:r>
            <a:r>
              <a:rPr lang="en-US" sz="2850" dirty="0" spc="3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từ</a:t>
            </a:r>
            <a:r>
              <a:rPr lang="en-US" sz="2850" dirty="0" spc="-9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máy</a:t>
            </a:r>
            <a:r>
              <a:rPr lang="en-US" sz="2850" dirty="0" spc="-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chính.</a:t>
            </a:r>
            <a:endParaRPr lang="en-US" sz="2850" dirty="0"/>
          </a:p>
        </p:txBody>
      </p:sp>
      <p:sp>
        <p:nvSpPr>
          <p:cNvPr id="16" name="Connector line-1792385401092-915335440"/>
          <p:cNvSpPr/>
          <p:nvPr/>
        </p:nvSpPr>
        <p:spPr>
          <a:xfrm>
            <a:off x="990600" y="9486900"/>
            <a:ext cx="2914650" cy="0"/>
          </a:xfrm>
          <a:prstGeom prst="line">
            <a:avLst/>
          </a:prstGeom>
          <a:noFill/>
          <a:ln w="19050">
            <a:solidFill>
              <a:srgbClr val="CFC7B4"/>
            </a:solidFill>
            <a:prstDash val="solid"/>
            <a:headEnd type="none"/>
            <a:tailEnd type="none"/>
          </a:ln>
        </p:spPr>
      </p:sp>
      <p:sp>
        <p:nvSpPr>
          <p:cNvPr id="17" name="Shape 15"/>
          <p:cNvSpPr/>
          <p:nvPr/>
        </p:nvSpPr>
        <p:spPr>
          <a:xfrm>
            <a:off x="9334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2573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543050" y="9391650"/>
            <a:ext cx="190500" cy="190500"/>
          </a:xfrm>
          <a:prstGeom prst="ellipse">
            <a:avLst/>
          </a:prstGeom>
          <a:solidFill>
            <a:srgbClr val="E8472B"/>
          </a:solidFill>
          <a:ln/>
        </p:spPr>
      </p:sp>
      <p:sp>
        <p:nvSpPr>
          <p:cNvPr id="20" name="Shape 18"/>
          <p:cNvSpPr/>
          <p:nvPr/>
        </p:nvSpPr>
        <p:spPr>
          <a:xfrm>
            <a:off x="19050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2288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5527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28765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2004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5242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38481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914400" y="9715500"/>
            <a:ext cx="6667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06</a:t>
            </a:r>
            <a:r>
              <a:rPr lang="en-US" sz="165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03/10</a:t>
            </a:r>
            <a:endParaRPr lang="en-US" sz="1650" dirty="0"/>
          </a:p>
        </p:txBody>
      </p:sp>
      <p:sp>
        <p:nvSpPr>
          <p:cNvPr id="28" name="Shape 26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9" name="Moda image moda-export-watermark-ccc9b331-8b3a-4fc8-ab02-701fac9d1502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52500"/>
            <a:ext cx="16192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95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2</a:t>
            </a:r>
            <a:r>
              <a:rPr lang="en-US" sz="1800" b="1" spc="300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b="1" spc="282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CÁI</a:t>
            </a:r>
            <a:r>
              <a:rPr lang="en-US" sz="1800" b="1" spc="298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GIÁ</a:t>
            </a:r>
            <a:r>
              <a:rPr lang="en-US" sz="1800" b="1" spc="302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THỨ</a:t>
            </a:r>
            <a:r>
              <a:rPr lang="en-US" sz="1800" b="1" spc="270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NHẤT:</a:t>
            </a:r>
            <a:r>
              <a:rPr lang="en-US" sz="1800" b="1" spc="308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QUY</a:t>
            </a:r>
            <a:r>
              <a:rPr lang="en-US" sz="1800" b="1" spc="240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TẮC</a:t>
            </a:r>
            <a:r>
              <a:rPr lang="en-US" sz="1800" b="1" spc="287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SAI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333500"/>
            <a:ext cx="16459200" cy="1066800"/>
          </a:xfrm>
          <a:prstGeom prst="rect">
            <a:avLst/>
          </a:prstGeom>
          <a:noFill/>
          <a:ln/>
        </p:spPr>
        <p:txBody>
          <a:bodyPr wrap="square" lIns="0" tIns="59150" rIns="0" bIns="-59150" rtlCol="0" anchor="ctr"/>
          <a:lstStyle/>
          <a:p>
            <a:pPr algn="l" indent="0" marL="0">
              <a:lnSpc>
                <a:spcPts val="7245"/>
              </a:lnSpc>
              <a:buNone/>
            </a:pPr>
            <a:r>
              <a:rPr lang="en-US" sz="6900" dirty="0" spc="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4</a:t>
            </a:r>
            <a:r>
              <a:rPr lang="en-US" sz="6900" dirty="0" spc="-1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trong</a:t>
            </a:r>
            <a:r>
              <a:rPr lang="en-US" sz="6900" dirty="0" spc="-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8</a:t>
            </a:r>
            <a:r>
              <a:rPr lang="en-US" sz="6900" dirty="0" spc="-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câu</a:t>
            </a:r>
            <a:r>
              <a:rPr lang="en-US" sz="6900" dirty="0" spc="36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đi</a:t>
            </a:r>
            <a:r>
              <a:rPr lang="en-US" sz="6900" dirty="0" spc="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sai</a:t>
            </a:r>
            <a:r>
              <a:rPr lang="en-US" sz="6900" dirty="0" spc="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chỗ</a:t>
            </a:r>
            <a:endParaRPr lang="en-US" sz="6900" dirty="0"/>
          </a:p>
        </p:txBody>
      </p:sp>
      <p:sp>
        <p:nvSpPr>
          <p:cNvPr id="4" name="Shape 2"/>
          <p:cNvSpPr/>
          <p:nvPr/>
        </p:nvSpPr>
        <p:spPr>
          <a:xfrm>
            <a:off x="914400" y="2762250"/>
            <a:ext cx="16459200" cy="666750"/>
          </a:xfrm>
          <a:prstGeom prst="roundRect">
            <a:avLst>
              <a:gd name="adj" fmla="val 28571"/>
            </a:avLst>
          </a:prstGeom>
          <a:solidFill>
            <a:srgbClr val="14161C"/>
          </a:solidFill>
          <a:ln/>
        </p:spPr>
      </p:sp>
      <p:sp>
        <p:nvSpPr>
          <p:cNvPr id="5" name="Text 3"/>
          <p:cNvSpPr/>
          <p:nvPr/>
        </p:nvSpPr>
        <p:spPr>
          <a:xfrm>
            <a:off x="1295400" y="2762250"/>
            <a:ext cx="7239000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b="1" dirty="0" spc="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Câu</a:t>
            </a:r>
            <a:r>
              <a:rPr lang="en-US" sz="2100" b="1" dirty="0" spc="-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lệnh</a:t>
            </a:r>
            <a:r>
              <a:rPr lang="en-US" sz="2100" b="1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(rút</a:t>
            </a:r>
            <a:r>
              <a:rPr lang="en-US" sz="2100" b="1" dirty="0" spc="-8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gọn)</a:t>
            </a:r>
            <a:endParaRPr lang="en-US" sz="2100" dirty="0"/>
          </a:p>
        </p:txBody>
      </p:sp>
      <p:sp>
        <p:nvSpPr>
          <p:cNvPr id="6" name="Text 4"/>
          <p:cNvSpPr/>
          <p:nvPr/>
        </p:nvSpPr>
        <p:spPr>
          <a:xfrm>
            <a:off x="8915400" y="2762250"/>
            <a:ext cx="3810000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b="1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Đi</a:t>
            </a:r>
            <a:r>
              <a:rPr lang="en-US" sz="2100" b="1" dirty="0" spc="-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tới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13106400" y="2762250"/>
            <a:ext cx="4000500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b="1" dirty="0" spc="-8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Nên</a:t>
            </a:r>
            <a:r>
              <a:rPr lang="en-US" sz="2100" b="1" dirty="0" spc="1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đi</a:t>
            </a:r>
            <a:r>
              <a:rPr lang="en-US" sz="2100" b="1" dirty="0" spc="-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tới</a:t>
            </a:r>
            <a:endParaRPr lang="en-US" sz="2100" dirty="0"/>
          </a:p>
        </p:txBody>
      </p:sp>
      <p:sp>
        <p:nvSpPr>
          <p:cNvPr id="8" name="Shape 6"/>
          <p:cNvSpPr/>
          <p:nvPr/>
        </p:nvSpPr>
        <p:spPr>
          <a:xfrm>
            <a:off x="914400" y="3581400"/>
            <a:ext cx="16459200" cy="952500"/>
          </a:xfrm>
          <a:prstGeom prst="roundRect">
            <a:avLst>
              <a:gd name="adj" fmla="val 20000"/>
            </a:avLst>
          </a:prstGeom>
          <a:solidFill>
            <a:srgbClr val="F8D9D1"/>
          </a:solidFill>
          <a:ln/>
        </p:spPr>
      </p:sp>
      <p:sp>
        <p:nvSpPr>
          <p:cNvPr id="9" name="Text 7"/>
          <p:cNvSpPr/>
          <p:nvPr/>
        </p:nvSpPr>
        <p:spPr>
          <a:xfrm>
            <a:off x="1295400" y="3581400"/>
            <a:ext cx="742950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50" dirty="0" spc="-23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SELECT</a:t>
            </a:r>
            <a:r>
              <a:rPr lang="en-US" sz="2250" dirty="0" spc="-26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...</a:t>
            </a:r>
            <a:r>
              <a:rPr lang="en-US" sz="2250" dirty="0" spc="-1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FOR</a:t>
            </a:r>
            <a:r>
              <a:rPr lang="en-US" sz="2250" dirty="0" spc="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SHARE</a:t>
            </a:r>
            <a:endParaRPr lang="en-US" sz="2250" dirty="0"/>
          </a:p>
        </p:txBody>
      </p:sp>
      <p:sp>
        <p:nvSpPr>
          <p:cNvPr id="10" name="Text 8"/>
          <p:cNvSpPr/>
          <p:nvPr/>
        </p:nvSpPr>
        <p:spPr>
          <a:xfrm>
            <a:off x="8915400" y="3581400"/>
            <a:ext cx="381000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50" dirty="0" spc="-1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máy</a:t>
            </a:r>
            <a:r>
              <a:rPr lang="en-US" sz="2250" dirty="0" spc="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phụ</a:t>
            </a:r>
            <a:endParaRPr lang="en-US" sz="2250" dirty="0"/>
          </a:p>
        </p:txBody>
      </p:sp>
      <p:sp>
        <p:nvSpPr>
          <p:cNvPr id="11" name="Text 9"/>
          <p:cNvSpPr/>
          <p:nvPr/>
        </p:nvSpPr>
        <p:spPr>
          <a:xfrm>
            <a:off x="13106400" y="3581400"/>
            <a:ext cx="400050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50" dirty="0" spc="-11" kern="0">
                <a:solidFill>
                  <a:srgbClr val="B3321A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máy</a:t>
            </a:r>
            <a:r>
              <a:rPr lang="en-US" sz="2250" dirty="0" spc="2" kern="0">
                <a:solidFill>
                  <a:srgbClr val="B3321A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chính</a:t>
            </a:r>
            <a:endParaRPr lang="en-US" sz="2250" dirty="0"/>
          </a:p>
        </p:txBody>
      </p:sp>
      <p:sp>
        <p:nvSpPr>
          <p:cNvPr id="12" name="Shape 10"/>
          <p:cNvSpPr/>
          <p:nvPr/>
        </p:nvSpPr>
        <p:spPr>
          <a:xfrm>
            <a:off x="914400" y="4686300"/>
            <a:ext cx="16459200" cy="952500"/>
          </a:xfrm>
          <a:prstGeom prst="roundRect">
            <a:avLst>
              <a:gd name="adj" fmla="val 20000"/>
            </a:avLst>
          </a:prstGeom>
          <a:solidFill>
            <a:srgbClr val="F8D9D1"/>
          </a:solidFill>
          <a:ln/>
        </p:spPr>
      </p:sp>
      <p:sp>
        <p:nvSpPr>
          <p:cNvPr id="13" name="Text 11"/>
          <p:cNvSpPr/>
          <p:nvPr/>
        </p:nvSpPr>
        <p:spPr>
          <a:xfrm>
            <a:off x="1295400" y="4686300"/>
            <a:ext cx="742950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50" dirty="0" spc="-23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SELECT</a:t>
            </a:r>
            <a:r>
              <a:rPr lang="en-US" sz="2250" dirty="0" spc="-26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...</a:t>
            </a:r>
            <a:r>
              <a:rPr lang="en-US" sz="2250" dirty="0" spc="-25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LOCK</a:t>
            </a:r>
            <a:r>
              <a:rPr lang="en-US" sz="2250" dirty="0" spc="3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IN</a:t>
            </a:r>
            <a:r>
              <a:rPr lang="en-US" sz="2250" dirty="0" spc="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SHARE</a:t>
            </a:r>
            <a:r>
              <a:rPr lang="en-US" sz="2250" dirty="0" spc="0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MODE</a:t>
            </a:r>
            <a:endParaRPr lang="en-US" sz="2250" dirty="0"/>
          </a:p>
        </p:txBody>
      </p:sp>
      <p:sp>
        <p:nvSpPr>
          <p:cNvPr id="14" name="Text 12"/>
          <p:cNvSpPr/>
          <p:nvPr/>
        </p:nvSpPr>
        <p:spPr>
          <a:xfrm>
            <a:off x="8915400" y="4686300"/>
            <a:ext cx="381000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50" dirty="0" spc="-1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máy</a:t>
            </a:r>
            <a:r>
              <a:rPr lang="en-US" sz="2250" dirty="0" spc="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phụ</a:t>
            </a:r>
            <a:endParaRPr lang="en-US" sz="2250" dirty="0"/>
          </a:p>
        </p:txBody>
      </p:sp>
      <p:sp>
        <p:nvSpPr>
          <p:cNvPr id="15" name="Text 13"/>
          <p:cNvSpPr/>
          <p:nvPr/>
        </p:nvSpPr>
        <p:spPr>
          <a:xfrm>
            <a:off x="13106400" y="4686300"/>
            <a:ext cx="400050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50" dirty="0" spc="-11" kern="0">
                <a:solidFill>
                  <a:srgbClr val="B3321A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máy</a:t>
            </a:r>
            <a:r>
              <a:rPr lang="en-US" sz="2250" dirty="0" spc="2" kern="0">
                <a:solidFill>
                  <a:srgbClr val="B3321A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chính</a:t>
            </a:r>
            <a:endParaRPr lang="en-US" sz="2250" dirty="0"/>
          </a:p>
        </p:txBody>
      </p:sp>
      <p:sp>
        <p:nvSpPr>
          <p:cNvPr id="16" name="Shape 14"/>
          <p:cNvSpPr/>
          <p:nvPr/>
        </p:nvSpPr>
        <p:spPr>
          <a:xfrm>
            <a:off x="914400" y="5791200"/>
            <a:ext cx="16459200" cy="952500"/>
          </a:xfrm>
          <a:prstGeom prst="roundRect">
            <a:avLst>
              <a:gd name="adj" fmla="val 20000"/>
            </a:avLst>
          </a:prstGeom>
          <a:solidFill>
            <a:srgbClr val="FBF8F2"/>
          </a:solidFill>
          <a:ln w="19050">
            <a:solidFill>
              <a:srgbClr val="DDD5C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295400" y="5791200"/>
            <a:ext cx="742950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50" dirty="0" spc="3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/*</a:t>
            </a:r>
            <a:r>
              <a:rPr lang="en-US" sz="2250" dirty="0" spc="-10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req-7</a:t>
            </a:r>
            <a:r>
              <a:rPr lang="en-US" sz="2250" dirty="0" spc="3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*/</a:t>
            </a:r>
            <a:r>
              <a:rPr lang="en-US" sz="2250" dirty="0" spc="-19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SELECT</a:t>
            </a:r>
            <a:r>
              <a:rPr lang="en-US" sz="2250" dirty="0" spc="-26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...</a:t>
            </a:r>
            <a:endParaRPr lang="en-US" sz="2250" dirty="0"/>
          </a:p>
        </p:txBody>
      </p:sp>
      <p:sp>
        <p:nvSpPr>
          <p:cNvPr id="18" name="Text 16"/>
          <p:cNvSpPr/>
          <p:nvPr/>
        </p:nvSpPr>
        <p:spPr>
          <a:xfrm>
            <a:off x="8915400" y="5791200"/>
            <a:ext cx="381000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50" dirty="0" spc="-1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máy</a:t>
            </a:r>
            <a:r>
              <a:rPr lang="en-US" sz="22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chính</a:t>
            </a:r>
            <a:endParaRPr lang="en-US" sz="2250" dirty="0"/>
          </a:p>
        </p:txBody>
      </p:sp>
      <p:sp>
        <p:nvSpPr>
          <p:cNvPr id="19" name="Text 17"/>
          <p:cNvSpPr/>
          <p:nvPr/>
        </p:nvSpPr>
        <p:spPr>
          <a:xfrm>
            <a:off x="13106400" y="5791200"/>
            <a:ext cx="400050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50" dirty="0" spc="-11" kern="0">
                <a:solidFill>
                  <a:srgbClr val="6B6A66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máy</a:t>
            </a:r>
            <a:r>
              <a:rPr lang="en-US" sz="2250" dirty="0" spc="-3" kern="0">
                <a:solidFill>
                  <a:srgbClr val="6B6A66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phụ</a:t>
            </a:r>
            <a:endParaRPr lang="en-US" sz="2250" dirty="0"/>
          </a:p>
        </p:txBody>
      </p:sp>
      <p:sp>
        <p:nvSpPr>
          <p:cNvPr id="20" name="Shape 18"/>
          <p:cNvSpPr/>
          <p:nvPr/>
        </p:nvSpPr>
        <p:spPr>
          <a:xfrm>
            <a:off x="914400" y="6896100"/>
            <a:ext cx="16459200" cy="952500"/>
          </a:xfrm>
          <a:prstGeom prst="roundRect">
            <a:avLst>
              <a:gd name="adj" fmla="val 20000"/>
            </a:avLst>
          </a:prstGeom>
          <a:solidFill>
            <a:srgbClr val="FBF8F2"/>
          </a:solidFill>
          <a:ln w="19050">
            <a:solidFill>
              <a:srgbClr val="DDD5C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295400" y="6896100"/>
            <a:ext cx="742950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50" dirty="0" spc="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WITH</a:t>
            </a:r>
            <a:r>
              <a:rPr lang="en-US" sz="2250" dirty="0" spc="4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x</a:t>
            </a:r>
            <a:r>
              <a:rPr lang="en-US" sz="2250" dirty="0" spc="-1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AS</a:t>
            </a:r>
            <a:r>
              <a:rPr lang="en-US" sz="2250" dirty="0" spc="-19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(...)</a:t>
            </a:r>
            <a:r>
              <a:rPr lang="en-US" sz="2250" dirty="0" spc="-18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SELECT</a:t>
            </a:r>
            <a:r>
              <a:rPr lang="en-US" sz="2250" dirty="0" spc="-27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...</a:t>
            </a:r>
            <a:endParaRPr lang="en-US" sz="2250" dirty="0"/>
          </a:p>
        </p:txBody>
      </p:sp>
      <p:sp>
        <p:nvSpPr>
          <p:cNvPr id="22" name="Text 20"/>
          <p:cNvSpPr/>
          <p:nvPr/>
        </p:nvSpPr>
        <p:spPr>
          <a:xfrm>
            <a:off x="8915400" y="6896100"/>
            <a:ext cx="381000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50" dirty="0" spc="-1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máy</a:t>
            </a:r>
            <a:r>
              <a:rPr lang="en-US" sz="22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chính</a:t>
            </a:r>
            <a:endParaRPr lang="en-US" sz="2250" dirty="0"/>
          </a:p>
        </p:txBody>
      </p:sp>
      <p:sp>
        <p:nvSpPr>
          <p:cNvPr id="23" name="Text 21"/>
          <p:cNvSpPr/>
          <p:nvPr/>
        </p:nvSpPr>
        <p:spPr>
          <a:xfrm>
            <a:off x="13106400" y="6896100"/>
            <a:ext cx="400050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50" dirty="0" spc="-11" kern="0">
                <a:solidFill>
                  <a:srgbClr val="6B6A66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máy</a:t>
            </a:r>
            <a:r>
              <a:rPr lang="en-US" sz="2250" dirty="0" spc="-3" kern="0">
                <a:solidFill>
                  <a:srgbClr val="6B6A66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phụ</a:t>
            </a:r>
            <a:endParaRPr lang="en-US" sz="2250" dirty="0"/>
          </a:p>
        </p:txBody>
      </p:sp>
      <p:sp>
        <p:nvSpPr>
          <p:cNvPr id="24" name="Text 22"/>
          <p:cNvSpPr/>
          <p:nvPr/>
        </p:nvSpPr>
        <p:spPr>
          <a:xfrm>
            <a:off x="914400" y="8096250"/>
            <a:ext cx="164592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Hai</a:t>
            </a:r>
            <a:r>
              <a:rPr lang="en-US" sz="2100" dirty="0" spc="-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dòng</a:t>
            </a:r>
            <a:r>
              <a:rPr lang="en-US" sz="2100" dirty="0" spc="1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đỏ</a:t>
            </a:r>
            <a:r>
              <a:rPr lang="en-US" sz="2100" dirty="0" spc="-5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sai</a:t>
            </a:r>
            <a:r>
              <a:rPr lang="en-US" sz="2100" dirty="0" spc="-15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về</a:t>
            </a:r>
            <a:r>
              <a:rPr lang="en-US" sz="2100" dirty="0" spc="-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ý</a:t>
            </a:r>
            <a:r>
              <a:rPr lang="en-US" sz="210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nghĩa;</a:t>
            </a:r>
            <a:r>
              <a:rPr lang="en-US" sz="210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hai</a:t>
            </a:r>
            <a:r>
              <a:rPr lang="en-US" sz="2100" dirty="0" spc="-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dòng</a:t>
            </a:r>
            <a:r>
              <a:rPr lang="en-US" sz="2100" dirty="0" spc="-6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sau</a:t>
            </a:r>
            <a:r>
              <a:rPr lang="en-US" sz="210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chỉ</a:t>
            </a:r>
            <a:r>
              <a:rPr lang="en-US" sz="2100" dirty="0" spc="-1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mất</a:t>
            </a:r>
            <a:r>
              <a:rPr lang="en-US" sz="2100" dirty="0" spc="-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lợi</a:t>
            </a:r>
            <a:r>
              <a:rPr lang="en-US" sz="210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ích.</a:t>
            </a:r>
            <a:endParaRPr lang="en-US" sz="2100" dirty="0"/>
          </a:p>
        </p:txBody>
      </p:sp>
      <p:sp>
        <p:nvSpPr>
          <p:cNvPr id="25" name="Connector line-1792385423393-118861260"/>
          <p:cNvSpPr/>
          <p:nvPr/>
        </p:nvSpPr>
        <p:spPr>
          <a:xfrm>
            <a:off x="990600" y="9486900"/>
            <a:ext cx="2914650" cy="0"/>
          </a:xfrm>
          <a:prstGeom prst="line">
            <a:avLst/>
          </a:prstGeom>
          <a:noFill/>
          <a:ln w="19050">
            <a:solidFill>
              <a:srgbClr val="CFC7B4"/>
            </a:solidFill>
            <a:prstDash val="solid"/>
            <a:headEnd type="none"/>
            <a:tailEnd type="none"/>
          </a:ln>
        </p:spPr>
      </p:sp>
      <p:sp>
        <p:nvSpPr>
          <p:cNvPr id="26" name="Shape 24"/>
          <p:cNvSpPr/>
          <p:nvPr/>
        </p:nvSpPr>
        <p:spPr>
          <a:xfrm>
            <a:off x="9334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2573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15811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1866900" y="9391650"/>
            <a:ext cx="190500" cy="190500"/>
          </a:xfrm>
          <a:prstGeom prst="ellipse">
            <a:avLst/>
          </a:prstGeom>
          <a:solidFill>
            <a:srgbClr val="E8472B"/>
          </a:solidFill>
          <a:ln/>
        </p:spPr>
      </p:sp>
      <p:sp>
        <p:nvSpPr>
          <p:cNvPr id="30" name="Shape 28"/>
          <p:cNvSpPr/>
          <p:nvPr/>
        </p:nvSpPr>
        <p:spPr>
          <a:xfrm>
            <a:off x="22288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25527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28765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32004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35242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38481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914400" y="9715500"/>
            <a:ext cx="6667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06</a:t>
            </a:r>
            <a:r>
              <a:rPr lang="en-US" sz="165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04/10</a:t>
            </a:r>
            <a:endParaRPr lang="en-US" sz="1650" dirty="0"/>
          </a:p>
        </p:txBody>
      </p:sp>
      <p:sp>
        <p:nvSpPr>
          <p:cNvPr id="37" name="Shape 35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38" name="Moda image moda-export-watermark-492c341b-547c-4aa1-b77e-6d9190eca780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52500"/>
            <a:ext cx="16192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99" kern="0" dirty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3</a:t>
            </a:r>
            <a:r>
              <a:rPr lang="en-US" sz="1800" b="1" spc="300" kern="0" dirty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b="1" spc="282" kern="0" dirty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CÁI</a:t>
            </a:r>
            <a:r>
              <a:rPr lang="en-US" sz="1800" b="1" spc="298" kern="0" dirty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GIÁ</a:t>
            </a:r>
            <a:r>
              <a:rPr lang="en-US" sz="1800" b="1" spc="302" kern="0" dirty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THỨ</a:t>
            </a:r>
            <a:r>
              <a:rPr lang="en-US" sz="1800" b="1" spc="301" kern="0" dirty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HAI:</a:t>
            </a:r>
            <a:r>
              <a:rPr lang="en-US" sz="1800" b="1" spc="300" kern="0" dirty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THÊM</a:t>
            </a:r>
            <a:r>
              <a:rPr lang="en-US" sz="1800" b="1" spc="280" kern="0" dirty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1800" b="1" spc="303" kern="0" dirty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BƯỚC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333500"/>
            <a:ext cx="16459200" cy="1066800"/>
          </a:xfrm>
          <a:prstGeom prst="rect">
            <a:avLst/>
          </a:prstGeom>
          <a:noFill/>
          <a:ln/>
        </p:spPr>
        <p:txBody>
          <a:bodyPr wrap="square" lIns="0" tIns="59150" rIns="0" bIns="-59150" rtlCol="0" anchor="ctr"/>
          <a:lstStyle/>
          <a:p>
            <a:pPr algn="l" indent="0" marL="0">
              <a:lnSpc>
                <a:spcPts val="7245"/>
              </a:lnSpc>
              <a:buNone/>
            </a:pPr>
            <a:r>
              <a:rPr lang="en-US" sz="6900" dirty="0" spc="-14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Một</a:t>
            </a:r>
            <a:r>
              <a:rPr lang="en-US" sz="6900" dirty="0" spc="-95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bước</a:t>
            </a:r>
            <a:r>
              <a:rPr lang="en-US" sz="6900" dirty="0" spc="-6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nhảy,</a:t>
            </a:r>
            <a:r>
              <a:rPr lang="en-US" sz="6900" dirty="0" spc="-1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gấp</a:t>
            </a:r>
            <a:r>
              <a:rPr lang="en-US" sz="6900" dirty="0" spc="1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đôi</a:t>
            </a:r>
            <a:endParaRPr lang="en-US" sz="6900" dirty="0"/>
          </a:p>
        </p:txBody>
      </p:sp>
      <p:sp>
        <p:nvSpPr>
          <p:cNvPr id="4" name="Text 2"/>
          <p:cNvSpPr/>
          <p:nvPr/>
        </p:nvSpPr>
        <p:spPr>
          <a:xfrm>
            <a:off x="914400" y="3143250"/>
            <a:ext cx="9525000" cy="2476500"/>
          </a:xfrm>
          <a:prstGeom prst="rect">
            <a:avLst/>
          </a:prstGeom>
          <a:noFill/>
          <a:ln/>
        </p:spPr>
        <p:txBody>
          <a:bodyPr wrap="square" lIns="0" tIns="152400" rIns="0" bIns="-152400" rtlCol="0" anchor="ctr"/>
          <a:lstStyle/>
          <a:p>
            <a:pPr algn="l" indent="0" marL="0">
              <a:lnSpc>
                <a:spcPts val="15000"/>
              </a:lnSpc>
              <a:buNone/>
            </a:pPr>
            <a:r>
              <a:rPr lang="en-US" sz="15000" dirty="0" spc="-100" kern="0">
                <a:solidFill>
                  <a:srgbClr val="7C93FF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75</a:t>
            </a:r>
            <a:r>
              <a:rPr lang="en-US" sz="15000" dirty="0" spc="38" kern="0">
                <a:solidFill>
                  <a:srgbClr val="7C93FF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đến</a:t>
            </a:r>
            <a:r>
              <a:rPr lang="en-US" sz="15000" dirty="0" spc="41" kern="0">
                <a:solidFill>
                  <a:srgbClr val="7C93FF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83</a:t>
            </a:r>
            <a:endParaRPr lang="en-US" sz="15000" dirty="0"/>
          </a:p>
        </p:txBody>
      </p:sp>
      <p:sp>
        <p:nvSpPr>
          <p:cNvPr id="5" name="Text 3"/>
          <p:cNvSpPr/>
          <p:nvPr/>
        </p:nvSpPr>
        <p:spPr>
          <a:xfrm>
            <a:off x="914400" y="5715000"/>
            <a:ext cx="95250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300" dirty="0" spc="-18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micro</a:t>
            </a:r>
            <a:r>
              <a:rPr lang="en-US" sz="3300" dirty="0" spc="-8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giây</a:t>
            </a:r>
            <a:r>
              <a:rPr lang="en-US" sz="3300" dirty="0" spc="-2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mỗi</a:t>
            </a:r>
            <a:r>
              <a:rPr lang="en-US" sz="3300" dirty="0" spc="11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lượt</a:t>
            </a:r>
            <a:r>
              <a:rPr lang="en-US" sz="3300" dirty="0" spc="4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đọc</a:t>
            </a:r>
            <a:r>
              <a:rPr lang="en-US" sz="3300" dirty="0" spc="0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qua</a:t>
            </a:r>
            <a:r>
              <a:rPr lang="en-US" sz="3300" dirty="0" spc="-4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lớp</a:t>
            </a:r>
            <a:r>
              <a:rPr lang="en-US" sz="3300" dirty="0" spc="-16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chuyển</a:t>
            </a:r>
            <a:r>
              <a:rPr lang="en-US" sz="3300" dirty="0" spc="-4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tiếp</a:t>
            </a:r>
            <a:endParaRPr lang="en-US" sz="3300" dirty="0"/>
          </a:p>
        </p:txBody>
      </p:sp>
      <p:sp>
        <p:nvSpPr>
          <p:cNvPr id="6" name="Shape 4"/>
          <p:cNvSpPr/>
          <p:nvPr/>
        </p:nvSpPr>
        <p:spPr>
          <a:xfrm>
            <a:off x="11430000" y="3143250"/>
            <a:ext cx="5943600" cy="3143250"/>
          </a:xfrm>
          <a:prstGeom prst="roundRect">
            <a:avLst>
              <a:gd name="adj" fmla="val 9697"/>
            </a:avLst>
          </a:prstGeom>
          <a:solidFill>
            <a:srgbClr val="1E212B"/>
          </a:solidFill>
          <a:ln/>
        </p:spPr>
      </p:sp>
      <p:sp>
        <p:nvSpPr>
          <p:cNvPr id="7" name="Text 5"/>
          <p:cNvSpPr/>
          <p:nvPr/>
        </p:nvSpPr>
        <p:spPr>
          <a:xfrm>
            <a:off x="11811000" y="3467100"/>
            <a:ext cx="51816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dirty="0" spc="-4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Đọc</a:t>
            </a:r>
            <a:r>
              <a:rPr lang="en-US" sz="210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thẳng từ</a:t>
            </a:r>
            <a:r>
              <a:rPr lang="en-US" sz="2100" dirty="0" spc="-1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máy</a:t>
            </a:r>
            <a:r>
              <a:rPr lang="en-US" sz="210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chính</a:t>
            </a:r>
            <a:endParaRPr lang="en-US" sz="2100" dirty="0"/>
          </a:p>
        </p:txBody>
      </p:sp>
      <p:sp>
        <p:nvSpPr>
          <p:cNvPr id="8" name="Text 6"/>
          <p:cNvSpPr/>
          <p:nvPr/>
        </p:nvSpPr>
        <p:spPr>
          <a:xfrm>
            <a:off x="11811000" y="4000500"/>
            <a:ext cx="518160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400" dirty="0" spc="10" kern="0">
                <a:solidFill>
                  <a:srgbClr val="3DD6A0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36</a:t>
            </a:r>
            <a:r>
              <a:rPr lang="en-US" sz="5400" dirty="0" spc="13" kern="0">
                <a:solidFill>
                  <a:srgbClr val="3DD6A0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đến</a:t>
            </a:r>
            <a:r>
              <a:rPr lang="en-US" sz="5400" dirty="0" spc="-85" kern="0">
                <a:solidFill>
                  <a:srgbClr val="3DD6A0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41</a:t>
            </a:r>
            <a:endParaRPr lang="en-US" sz="5400" dirty="0"/>
          </a:p>
        </p:txBody>
      </p:sp>
      <p:sp>
        <p:nvSpPr>
          <p:cNvPr id="9" name="Text 7"/>
          <p:cNvSpPr/>
          <p:nvPr/>
        </p:nvSpPr>
        <p:spPr>
          <a:xfrm>
            <a:off x="11811000" y="5143500"/>
            <a:ext cx="51816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dirty="0" spc="-17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micro</a:t>
            </a:r>
            <a:r>
              <a:rPr lang="en-US" sz="2100" dirty="0" spc="-6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giây,</a:t>
            </a:r>
            <a:r>
              <a:rPr lang="en-US" sz="2100" dirty="0" spc="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trung</a:t>
            </a:r>
            <a:r>
              <a:rPr lang="en-US" sz="2100" dirty="0" spc="-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vị</a:t>
            </a:r>
            <a:endParaRPr lang="en-US" sz="2100" dirty="0"/>
          </a:p>
        </p:txBody>
      </p:sp>
      <p:sp>
        <p:nvSpPr>
          <p:cNvPr id="10" name="Text 8"/>
          <p:cNvSpPr/>
          <p:nvPr/>
        </p:nvSpPr>
        <p:spPr>
          <a:xfrm>
            <a:off x="914400" y="7239000"/>
            <a:ext cx="16459200" cy="1143000"/>
          </a:xfrm>
          <a:prstGeom prst="rect">
            <a:avLst/>
          </a:prstGeom>
          <a:noFill/>
          <a:ln/>
        </p:spPr>
        <p:txBody>
          <a:bodyPr wrap="square" lIns="0" tIns="12954" rIns="0" bIns="-12954" rtlCol="0" anchor="t"/>
          <a:lstStyle/>
          <a:p>
            <a:pPr algn="l" indent="0" marL="0">
              <a:lnSpc>
                <a:spcPts val="3120"/>
              </a:lnSpc>
              <a:buNone/>
            </a:pPr>
            <a:r>
              <a:rPr lang="en-US" sz="2400" dirty="0" spc="-3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Lớp</a:t>
            </a:r>
            <a:r>
              <a:rPr lang="en-US" sz="2400" dirty="0" spc="-13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chuyển</a:t>
            </a:r>
            <a:r>
              <a:rPr lang="en-US" sz="240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tiếp</a:t>
            </a:r>
            <a:r>
              <a:rPr lang="en-US" sz="240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chỉ</a:t>
            </a:r>
            <a:r>
              <a:rPr lang="en-US" sz="2400" dirty="0" spc="-13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chuyển byte,</a:t>
            </a:r>
            <a:r>
              <a:rPr lang="en-US" sz="240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</a:t>
            </a:r>
            <a:r>
              <a:rPr lang="en-US" sz="2400" dirty="0" spc="3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làm</a:t>
            </a:r>
            <a:r>
              <a:rPr lang="en-US" sz="2400" dirty="0" spc="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gì</a:t>
            </a:r>
            <a:r>
              <a:rPr lang="en-US" sz="240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khác.</a:t>
            </a:r>
            <a:endParaRPr lang="en-US" sz="2400" dirty="0"/>
          </a:p>
        </p:txBody>
      </p:sp>
      <p:sp>
        <p:nvSpPr>
          <p:cNvPr id="11" name="Connector line-1792385424334-896136104"/>
          <p:cNvSpPr/>
          <p:nvPr/>
        </p:nvSpPr>
        <p:spPr>
          <a:xfrm>
            <a:off x="990600" y="9486900"/>
            <a:ext cx="2914650" cy="0"/>
          </a:xfrm>
          <a:prstGeom prst="line">
            <a:avLst/>
          </a:prstGeom>
          <a:noFill/>
          <a:ln w="19050">
            <a:solidFill>
              <a:srgbClr val="2C3040"/>
            </a:solidFill>
            <a:prstDash val="solid"/>
            <a:headEnd type="none"/>
            <a:tailEnd type="none"/>
          </a:ln>
        </p:spPr>
      </p:sp>
      <p:sp>
        <p:nvSpPr>
          <p:cNvPr id="12" name="Shape 10"/>
          <p:cNvSpPr/>
          <p:nvPr/>
        </p:nvSpPr>
        <p:spPr>
          <a:xfrm>
            <a:off x="9334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2573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5811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9050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190750" y="9391650"/>
            <a:ext cx="190500" cy="190500"/>
          </a:xfrm>
          <a:prstGeom prst="ellipse">
            <a:avLst/>
          </a:prstGeom>
          <a:solidFill>
            <a:srgbClr val="FF6A4D"/>
          </a:solidFill>
          <a:ln/>
        </p:spPr>
      </p:sp>
      <p:sp>
        <p:nvSpPr>
          <p:cNvPr id="17" name="Shape 15"/>
          <p:cNvSpPr/>
          <p:nvPr/>
        </p:nvSpPr>
        <p:spPr>
          <a:xfrm>
            <a:off x="25527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5A5F73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8765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5A5F73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2004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5A5F73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5242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5A5F73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8481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5A5F73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14400" y="9715500"/>
            <a:ext cx="6667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06</a:t>
            </a:r>
            <a:r>
              <a:rPr lang="en-US" sz="165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3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05/10</a:t>
            </a:r>
            <a:endParaRPr lang="en-US" sz="1650" dirty="0"/>
          </a:p>
        </p:txBody>
      </p:sp>
      <p:sp>
        <p:nvSpPr>
          <p:cNvPr id="23" name="Shape 21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4" name="Moda image moda-export-watermark-eea8be73-40e3-453b-a2e3-bf7aa83d4978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52500"/>
            <a:ext cx="16192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96" kern="0" dirty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4</a:t>
            </a:r>
            <a:r>
              <a:rPr lang="en-US" sz="1800" b="1" spc="300" kern="0" dirty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b="1" spc="282" kern="0" dirty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CÁI</a:t>
            </a:r>
            <a:r>
              <a:rPr lang="en-US" sz="1800" b="1" spc="298" kern="0" dirty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GIÁ</a:t>
            </a:r>
            <a:r>
              <a:rPr lang="en-US" sz="1800" b="1" spc="302" kern="0" dirty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THỨ</a:t>
            </a:r>
            <a:r>
              <a:rPr lang="en-US" sz="1800" b="1" spc="297" kern="0" dirty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BA:</a:t>
            </a:r>
            <a:r>
              <a:rPr lang="en-US" sz="1800" b="1" spc="299" kern="0" dirty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ĐIỂM</a:t>
            </a:r>
            <a:r>
              <a:rPr lang="en-US" sz="1800" b="1" spc="301" kern="0" dirty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HỎNG</a:t>
            </a:r>
            <a:r>
              <a:rPr lang="en-US" sz="1800" b="1" spc="302" kern="0" dirty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CHUNG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333500"/>
            <a:ext cx="16459200" cy="1066800"/>
          </a:xfrm>
          <a:prstGeom prst="rect">
            <a:avLst/>
          </a:prstGeom>
          <a:noFill/>
          <a:ln/>
        </p:spPr>
        <p:txBody>
          <a:bodyPr wrap="square" lIns="0" tIns="59150" rIns="0" bIns="-59150" rtlCol="0" anchor="ctr"/>
          <a:lstStyle/>
          <a:p>
            <a:pPr algn="l" indent="0" marL="0">
              <a:lnSpc>
                <a:spcPts val="7245"/>
              </a:lnSpc>
              <a:buNone/>
            </a:pPr>
            <a:r>
              <a:rPr lang="en-US" sz="6900" dirty="0" spc="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Mọi</a:t>
            </a:r>
            <a:r>
              <a:rPr lang="en-US" sz="6900" dirty="0" spc="7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truy</a:t>
            </a:r>
            <a:r>
              <a:rPr lang="en-US" sz="6900" dirty="0" spc="-57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vấn</a:t>
            </a:r>
            <a:r>
              <a:rPr lang="en-US" sz="6900" dirty="0" spc="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qua</a:t>
            </a:r>
            <a:r>
              <a:rPr lang="en-US" sz="6900" dirty="0" spc="-1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một</a:t>
            </a:r>
            <a:r>
              <a:rPr lang="en-US" sz="6900" dirty="0" spc="-6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cửa</a:t>
            </a:r>
            <a:endParaRPr lang="en-US" sz="6900" dirty="0"/>
          </a:p>
        </p:txBody>
      </p:sp>
      <p:sp>
        <p:nvSpPr>
          <p:cNvPr id="4" name="Text 2"/>
          <p:cNvSpPr/>
          <p:nvPr/>
        </p:nvSpPr>
        <p:spPr>
          <a:xfrm>
            <a:off x="914400" y="3619500"/>
            <a:ext cx="4000500" cy="1333500"/>
          </a:xfrm>
          <a:prstGeom prst="roundRect">
            <a:avLst>
              <a:gd name="adj" fmla="val 50000"/>
            </a:avLst>
          </a:prstGeom>
          <a:solidFill>
            <a:srgbClr val="FBF8F2"/>
          </a:solidFill>
          <a:ln w="28575">
            <a:solidFill>
              <a:srgbClr val="14161C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700" b="1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Ứng</a:t>
            </a:r>
            <a:r>
              <a:rPr lang="en-US" sz="2700" b="1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dụng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7143750" y="3333750"/>
            <a:ext cx="4000500" cy="1905000"/>
          </a:xfrm>
          <a:prstGeom prst="roundRect">
            <a:avLst>
              <a:gd name="adj" fmla="val 20000"/>
            </a:avLst>
          </a:prstGeom>
          <a:solidFill>
            <a:srgbClr val="F3DFB8"/>
          </a:solidFill>
          <a:ln w="47625">
            <a:solidFill>
              <a:srgbClr val="B45309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50" dirty="0" spc="-18" kern="0">
                <a:solidFill>
                  <a:srgbClr val="B45309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Lớp</a:t>
            </a:r>
            <a:r>
              <a:rPr lang="en-US" sz="2850" dirty="0" spc="-5" kern="0">
                <a:solidFill>
                  <a:srgbClr val="B45309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trung</a:t>
            </a:r>
            <a:r>
              <a:rPr lang="en-US" sz="2850" dirty="0" spc="3" kern="0">
                <a:solidFill>
                  <a:srgbClr val="B45309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gian</a:t>
            </a:r>
            <a:endParaRPr lang="en-US" sz="2850" dirty="0"/>
          </a:p>
        </p:txBody>
      </p:sp>
      <p:sp>
        <p:nvSpPr>
          <p:cNvPr id="6" name="Text 4"/>
          <p:cNvSpPr/>
          <p:nvPr/>
        </p:nvSpPr>
        <p:spPr>
          <a:xfrm>
            <a:off x="13373100" y="3619500"/>
            <a:ext cx="4000500" cy="1333500"/>
          </a:xfrm>
          <a:prstGeom prst="roundRect">
            <a:avLst>
              <a:gd name="adj" fmla="val 50000"/>
            </a:avLst>
          </a:prstGeom>
          <a:solidFill>
            <a:srgbClr val="FBF8F2"/>
          </a:solidFill>
          <a:ln w="28575">
            <a:solidFill>
              <a:srgbClr val="14161C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700" b="1" dirty="0" spc="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Các</a:t>
            </a:r>
            <a:r>
              <a:rPr lang="en-US" sz="2700" b="1" dirty="0" spc="-1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máy</a:t>
            </a:r>
            <a:r>
              <a:rPr lang="en-US" sz="2700" b="1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dữ</a:t>
            </a:r>
            <a:r>
              <a:rPr lang="en-US" sz="2700" b="1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liệu</a:t>
            </a:r>
            <a:endParaRPr lang="en-US" sz="2700" dirty="0"/>
          </a:p>
        </p:txBody>
      </p:sp>
      <p:sp>
        <p:nvSpPr>
          <p:cNvPr id="7" name="Connector line-1792385469069-84943006"/>
          <p:cNvSpPr/>
          <p:nvPr/>
        </p:nvSpPr>
        <p:spPr>
          <a:xfrm>
            <a:off x="4914900" y="4286250"/>
            <a:ext cx="2228850" cy="0"/>
          </a:xfrm>
          <a:prstGeom prst="line">
            <a:avLst/>
          </a:prstGeom>
          <a:noFill/>
          <a:ln w="57150">
            <a:solidFill>
              <a:srgbClr val="14161C"/>
            </a:solidFill>
            <a:prstDash val="solid"/>
            <a:headEnd type="none"/>
            <a:tailEnd type="triangle"/>
          </a:ln>
        </p:spPr>
      </p:sp>
      <p:sp>
        <p:nvSpPr>
          <p:cNvPr id="8" name="Connector line-1792385469069-576732605"/>
          <p:cNvSpPr/>
          <p:nvPr/>
        </p:nvSpPr>
        <p:spPr>
          <a:xfrm>
            <a:off x="11144250" y="4286250"/>
            <a:ext cx="2228850" cy="0"/>
          </a:xfrm>
          <a:prstGeom prst="line">
            <a:avLst/>
          </a:prstGeom>
          <a:noFill/>
          <a:ln w="57150">
            <a:solidFill>
              <a:srgbClr val="14161C"/>
            </a:solidFill>
            <a:prstDash val="solid"/>
            <a:headEnd type="none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914400" y="6477000"/>
            <a:ext cx="16459200" cy="1905000"/>
          </a:xfrm>
          <a:prstGeom prst="roundRect">
            <a:avLst>
              <a:gd name="adj" fmla="val 14000"/>
            </a:avLst>
          </a:prstGeom>
          <a:solidFill>
            <a:srgbClr val="F3DFB8"/>
          </a:solidFill>
          <a:ln/>
        </p:spPr>
      </p:sp>
      <p:sp>
        <p:nvSpPr>
          <p:cNvPr id="10" name="Text 8"/>
          <p:cNvSpPr/>
          <p:nvPr/>
        </p:nvSpPr>
        <p:spPr>
          <a:xfrm>
            <a:off x="1295400" y="6477000"/>
            <a:ext cx="15697200" cy="1905000"/>
          </a:xfrm>
          <a:prstGeom prst="rect">
            <a:avLst/>
          </a:prstGeom>
          <a:noFill/>
          <a:ln/>
        </p:spPr>
        <p:txBody>
          <a:bodyPr wrap="square" lIns="0" tIns="14573" rIns="0" bIns="-14573" rtlCol="0" anchor="ctr"/>
          <a:lstStyle/>
          <a:p>
            <a:pPr algn="l" indent="0" marL="0">
              <a:lnSpc>
                <a:spcPts val="3510"/>
              </a:lnSpc>
              <a:buNone/>
            </a:pPr>
            <a:r>
              <a:rPr lang="en-US" sz="2700" dirty="0" spc="-4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Nó</a:t>
            </a:r>
            <a:r>
              <a:rPr lang="en-US" sz="2700" dirty="0" spc="-7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hỏng</a:t>
            </a:r>
            <a:r>
              <a:rPr lang="en-US" sz="2700" dirty="0" spc="-5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thì</a:t>
            </a:r>
            <a:r>
              <a:rPr lang="en-US" sz="2700" dirty="0" spc="-8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cả</a:t>
            </a:r>
            <a:r>
              <a:rPr lang="en-US" sz="2700" dirty="0" spc="-7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hệ thống</a:t>
            </a:r>
            <a:r>
              <a:rPr lang="en-US" sz="2700" dirty="0" spc="2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dừng,</a:t>
            </a:r>
            <a:r>
              <a:rPr lang="en-US" sz="2700" dirty="0" spc="-5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nên</a:t>
            </a:r>
            <a:r>
              <a:rPr lang="en-US" sz="2700" dirty="0" spc="5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thường</a:t>
            </a:r>
            <a:r>
              <a:rPr lang="en-US" sz="2700" dirty="0" spc="-8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phải</a:t>
            </a:r>
            <a:r>
              <a:rPr lang="en-US" sz="2700" dirty="0" spc="-13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chạy</a:t>
            </a:r>
            <a:r>
              <a:rPr lang="en-US" sz="2700" dirty="0" spc="-7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theo</a:t>
            </a:r>
            <a:r>
              <a:rPr lang="en-US" sz="2700" dirty="0" spc="-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kiểu</a:t>
            </a:r>
            <a:r>
              <a:rPr lang="en-US" sz="2700" dirty="0" spc="9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độ</a:t>
            </a:r>
            <a:r>
              <a:rPr lang="en-US" sz="2700" dirty="0" spc="-4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sẵn</a:t>
            </a:r>
            <a:r>
              <a:rPr lang="en-US" sz="2700" dirty="0" spc="-5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sàng</a:t>
            </a:r>
            <a:r>
              <a:rPr lang="en-US" sz="2700" dirty="0" spc="-3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cao.</a:t>
            </a:r>
            <a:r>
              <a:rPr lang="en-US" sz="2700" dirty="0" spc="-2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Lời</a:t>
            </a:r>
            <a:r>
              <a:rPr lang="en-US" sz="2700" dirty="0" spc="-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của</a:t>
            </a:r>
            <a:r>
              <a:rPr lang="en-US" sz="2700" dirty="0" spc="-6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bài</a:t>
            </a:r>
            <a:r>
              <a:rPr lang="en-US" sz="2700" dirty="0" spc="-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nguồn,</a:t>
            </a:r>
            <a:r>
              <a:rPr lang="en-US" sz="2700" dirty="0" spc="7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chưa đo.</a:t>
            </a:r>
            <a:endParaRPr lang="en-US" sz="2700" dirty="0"/>
          </a:p>
        </p:txBody>
      </p:sp>
      <p:sp>
        <p:nvSpPr>
          <p:cNvPr id="11" name="Connector line-1792385469073-692095202"/>
          <p:cNvSpPr/>
          <p:nvPr/>
        </p:nvSpPr>
        <p:spPr>
          <a:xfrm>
            <a:off x="990600" y="9486900"/>
            <a:ext cx="2914650" cy="0"/>
          </a:xfrm>
          <a:prstGeom prst="line">
            <a:avLst/>
          </a:prstGeom>
          <a:noFill/>
          <a:ln w="19050">
            <a:solidFill>
              <a:srgbClr val="CFC7B4"/>
            </a:solidFill>
            <a:prstDash val="solid"/>
            <a:headEnd type="none"/>
            <a:tailEnd type="none"/>
          </a:ln>
        </p:spPr>
      </p:sp>
      <p:sp>
        <p:nvSpPr>
          <p:cNvPr id="12" name="Shape 10"/>
          <p:cNvSpPr/>
          <p:nvPr/>
        </p:nvSpPr>
        <p:spPr>
          <a:xfrm>
            <a:off x="9334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2573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5811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9050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2288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514600" y="9391650"/>
            <a:ext cx="190500" cy="190500"/>
          </a:xfrm>
          <a:prstGeom prst="ellipse">
            <a:avLst/>
          </a:prstGeom>
          <a:solidFill>
            <a:srgbClr val="E8472B"/>
          </a:solidFill>
          <a:ln/>
        </p:spPr>
      </p:sp>
      <p:sp>
        <p:nvSpPr>
          <p:cNvPr id="18" name="Shape 16"/>
          <p:cNvSpPr/>
          <p:nvPr/>
        </p:nvSpPr>
        <p:spPr>
          <a:xfrm>
            <a:off x="28765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2004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5242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8481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14400" y="9715500"/>
            <a:ext cx="6667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06</a:t>
            </a:r>
            <a:r>
              <a:rPr lang="en-US" sz="165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06/10</a:t>
            </a:r>
            <a:endParaRPr lang="en-US" sz="1650" dirty="0"/>
          </a:p>
        </p:txBody>
      </p:sp>
      <p:sp>
        <p:nvSpPr>
          <p:cNvPr id="23" name="Shape 21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4" name="Moda image moda-export-watermark-7a351644-beea-437b-8b4c-ece4100c0987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52500"/>
            <a:ext cx="16192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98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GIỚI</a:t>
            </a:r>
            <a:r>
              <a:rPr lang="en-US" sz="1800" b="1" spc="301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HẠN</a:t>
            </a:r>
            <a:r>
              <a:rPr lang="en-US" sz="1800" b="1" spc="282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CẦN</a:t>
            </a:r>
            <a:r>
              <a:rPr lang="en-US" sz="1800" b="1" spc="302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NHỚ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333500"/>
            <a:ext cx="16459200" cy="1066800"/>
          </a:xfrm>
          <a:prstGeom prst="rect">
            <a:avLst/>
          </a:prstGeom>
          <a:noFill/>
          <a:ln/>
        </p:spPr>
        <p:txBody>
          <a:bodyPr wrap="square" lIns="0" tIns="59150" rIns="0" bIns="-59150" rtlCol="0" anchor="ctr"/>
          <a:lstStyle/>
          <a:p>
            <a:pPr algn="l" indent="0" marL="0">
              <a:lnSpc>
                <a:spcPts val="7245"/>
              </a:lnSpc>
              <a:buNone/>
            </a:pPr>
            <a:r>
              <a:rPr lang="en-US" sz="6900" dirty="0" spc="-4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Ba</a:t>
            </a:r>
            <a:r>
              <a:rPr lang="en-US" sz="6900" dirty="0" spc="-25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giới</a:t>
            </a:r>
            <a:r>
              <a:rPr lang="en-US" sz="6900" dirty="0" spc="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hạn</a:t>
            </a:r>
            <a:r>
              <a:rPr lang="en-US" sz="6900" dirty="0" spc="-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của</a:t>
            </a:r>
            <a:r>
              <a:rPr lang="en-US" sz="6900" dirty="0" spc="7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phép</a:t>
            </a:r>
            <a:r>
              <a:rPr lang="en-US" sz="6900" dirty="0" spc="16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đo</a:t>
            </a:r>
            <a:endParaRPr lang="en-US" sz="6900" dirty="0"/>
          </a:p>
        </p:txBody>
      </p:sp>
      <p:sp>
        <p:nvSpPr>
          <p:cNvPr id="4" name="Shape 2"/>
          <p:cNvSpPr/>
          <p:nvPr/>
        </p:nvSpPr>
        <p:spPr>
          <a:xfrm>
            <a:off x="914400" y="2857500"/>
            <a:ext cx="5219700" cy="4476750"/>
          </a:xfrm>
          <a:prstGeom prst="roundRect">
            <a:avLst>
              <a:gd name="adj" fmla="val 6809"/>
            </a:avLst>
          </a:prstGeom>
          <a:solidFill>
            <a:srgbClr val="1E212B"/>
          </a:solidFill>
          <a:ln/>
        </p:spPr>
      </p:sp>
      <p:sp>
        <p:nvSpPr>
          <p:cNvPr id="5" name="Shape 3"/>
          <p:cNvSpPr/>
          <p:nvPr/>
        </p:nvSpPr>
        <p:spPr>
          <a:xfrm>
            <a:off x="6534150" y="2857500"/>
            <a:ext cx="5219700" cy="4476750"/>
          </a:xfrm>
          <a:prstGeom prst="roundRect">
            <a:avLst>
              <a:gd name="adj" fmla="val 6809"/>
            </a:avLst>
          </a:prstGeom>
          <a:solidFill>
            <a:srgbClr val="1E212B"/>
          </a:solidFill>
          <a:ln/>
        </p:spPr>
      </p:sp>
      <p:sp>
        <p:nvSpPr>
          <p:cNvPr id="6" name="Shape 4"/>
          <p:cNvSpPr/>
          <p:nvPr/>
        </p:nvSpPr>
        <p:spPr>
          <a:xfrm>
            <a:off x="12153900" y="2857500"/>
            <a:ext cx="5219700" cy="4476750"/>
          </a:xfrm>
          <a:prstGeom prst="roundRect">
            <a:avLst>
              <a:gd name="adj" fmla="val 6809"/>
            </a:avLst>
          </a:prstGeom>
          <a:solidFill>
            <a:srgbClr val="1E212B"/>
          </a:solidFill>
          <a:ln/>
        </p:spPr>
      </p:sp>
      <p:sp>
        <p:nvSpPr>
          <p:cNvPr id="7" name="Text 5"/>
          <p:cNvSpPr/>
          <p:nvPr/>
        </p:nvSpPr>
        <p:spPr>
          <a:xfrm>
            <a:off x="1295400" y="3200400"/>
            <a:ext cx="4457700" cy="952500"/>
          </a:xfrm>
          <a:prstGeom prst="rect">
            <a:avLst/>
          </a:prstGeom>
          <a:noFill/>
          <a:ln/>
        </p:spPr>
        <p:txBody>
          <a:bodyPr wrap="square" lIns="0" tIns="19050" rIns="0" bIns="-19050" rtlCol="0" anchor="t"/>
          <a:lstStyle/>
          <a:p>
            <a:pPr algn="l" indent="0" marL="0">
              <a:lnSpc>
                <a:spcPts val="3300"/>
              </a:lnSpc>
              <a:buNone/>
            </a:pPr>
            <a:r>
              <a:rPr lang="en-US" sz="3000" dirty="0" spc="-3" kern="0">
                <a:solidFill>
                  <a:srgbClr val="3DD6A0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Một</a:t>
            </a:r>
            <a:r>
              <a:rPr lang="en-US" sz="3000" dirty="0" spc="3" kern="0">
                <a:solidFill>
                  <a:srgbClr val="3DD6A0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máy</a:t>
            </a:r>
            <a:r>
              <a:rPr lang="en-US" sz="3000" dirty="0" spc="1" kern="0">
                <a:solidFill>
                  <a:srgbClr val="3DD6A0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ảo</a:t>
            </a:r>
            <a:endParaRPr lang="en-US" sz="3000" dirty="0"/>
          </a:p>
        </p:txBody>
      </p:sp>
      <p:sp>
        <p:nvSpPr>
          <p:cNvPr id="8" name="Text richtext-1792385469904-824915268"/>
          <p:cNvSpPr/>
          <p:nvPr/>
        </p:nvSpPr>
        <p:spPr>
          <a:xfrm>
            <a:off x="1295400" y="4286250"/>
            <a:ext cx="4457700" cy="2762250"/>
          </a:xfrm>
          <a:prstGeom prst="rect">
            <a:avLst/>
          </a:prstGeom>
          <a:noFill/>
          <a:ln/>
        </p:spPr>
        <p:txBody>
          <a:bodyPr wrap="square" lIns="0" tIns="12144" rIns="0" bIns="-12144" rtlCol="0" anchor="t"/>
          <a:lstStyle/>
          <a:p>
            <a:pPr algn="l" marL="285750" indent="-204151">
              <a:lnSpc>
                <a:spcPts val="2925"/>
              </a:lnSpc>
              <a:spcAft>
                <a:spcPts val="1200"/>
              </a:spcAft>
              <a:buSzPct val="100000"/>
              <a:buFont typeface="Arial"/>
              <a:buChar char="•"/>
            </a:pPr>
            <a:r>
              <a:rPr lang="en-US" sz="2250" dirty="0" spc="-26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Lớp</a:t>
            </a:r>
            <a:r>
              <a:rPr lang="en-US" sz="2250" dirty="0" spc="-1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chuyển</a:t>
            </a:r>
            <a:r>
              <a:rPr lang="en-US" sz="2250" dirty="0" spc="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tiếp</a:t>
            </a:r>
            <a:r>
              <a:rPr lang="en-US" sz="2250" dirty="0" spc="7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Python</a:t>
            </a:r>
            <a:r>
              <a:rPr lang="en-US" sz="2250" dirty="0" spc="-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chậm</a:t>
            </a:r>
            <a:r>
              <a:rPr lang="en-US" sz="2250" dirty="0" spc="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hơn</a:t>
            </a:r>
            <a:r>
              <a:rPr lang="en-US" sz="2250" dirty="0" spc="-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bản</a:t>
            </a:r>
            <a:r>
              <a:rPr lang="en-US" sz="2250" dirty="0" spc="-7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thật.</a:t>
            </a:r>
            <a:endParaRPr lang="en-US" sz="2250" dirty="0"/>
          </a:p>
          <a:p>
            <a:pPr algn="l" marL="285750" indent="-204151">
              <a:lnSpc>
                <a:spcPts val="2925"/>
              </a:lnSpc>
              <a:buSzPct val="100000"/>
              <a:buFont typeface="Arial"/>
              <a:buChar char="•"/>
            </a:pPr>
            <a:r>
              <a:rPr lang="en-US" sz="2250" dirty="0" spc="-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Đọc</a:t>
            </a:r>
            <a:r>
              <a:rPr lang="en-US" sz="2250" dirty="0" spc="-8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"gấp</a:t>
            </a:r>
            <a:r>
              <a:rPr lang="en-US" sz="2250" dirty="0" spc="1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đôi"</a:t>
            </a:r>
            <a:r>
              <a:rPr lang="en-US" sz="2250" dirty="0" spc="-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là</a:t>
            </a:r>
            <a:r>
              <a:rPr lang="en-US" sz="2250" dirty="0" spc="-4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2250" dirty="0" spc="1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bước</a:t>
            </a:r>
            <a:r>
              <a:rPr lang="en-US" sz="2250" dirty="0" spc="-7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nhảy,</a:t>
            </a:r>
            <a:r>
              <a:rPr lang="en-US" sz="2250" dirty="0" spc="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</a:t>
            </a:r>
            <a:r>
              <a:rPr lang="en-US" sz="2250" dirty="0" spc="-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phải</a:t>
            </a:r>
            <a:r>
              <a:rPr lang="en-US" sz="2250" dirty="0" spc="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hằng</a:t>
            </a:r>
            <a:r>
              <a:rPr lang="en-US" sz="2250" dirty="0" spc="-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số.</a:t>
            </a:r>
            <a:endParaRPr lang="en-US" sz="2250" dirty="0"/>
          </a:p>
        </p:txBody>
      </p:sp>
      <p:sp>
        <p:nvSpPr>
          <p:cNvPr id="9" name="Text 7"/>
          <p:cNvSpPr/>
          <p:nvPr/>
        </p:nvSpPr>
        <p:spPr>
          <a:xfrm>
            <a:off x="6915150" y="3200400"/>
            <a:ext cx="4457700" cy="952500"/>
          </a:xfrm>
          <a:prstGeom prst="rect">
            <a:avLst/>
          </a:prstGeom>
          <a:noFill/>
          <a:ln/>
        </p:spPr>
        <p:txBody>
          <a:bodyPr wrap="square" lIns="0" tIns="19050" rIns="0" bIns="-19050" rtlCol="0" anchor="t"/>
          <a:lstStyle/>
          <a:p>
            <a:pPr algn="l" indent="0" marL="0">
              <a:lnSpc>
                <a:spcPts val="3300"/>
              </a:lnSpc>
              <a:buNone/>
            </a:pPr>
            <a:r>
              <a:rPr lang="en-US" sz="3000" dirty="0" spc="-8" kern="0">
                <a:solidFill>
                  <a:srgbClr val="FFB454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Redis,</a:t>
            </a:r>
            <a:r>
              <a:rPr lang="en-US" sz="3000" dirty="0" spc="-2" kern="0">
                <a:solidFill>
                  <a:srgbClr val="FFB454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không</a:t>
            </a:r>
            <a:r>
              <a:rPr lang="en-US" sz="3000" dirty="0" spc="2" kern="0">
                <a:solidFill>
                  <a:srgbClr val="FFB454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phải</a:t>
            </a:r>
            <a:r>
              <a:rPr lang="en-US" sz="3000" dirty="0" spc="3" kern="0">
                <a:solidFill>
                  <a:srgbClr val="FFB454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MySQL</a:t>
            </a:r>
            <a:endParaRPr lang="en-US" sz="3000" dirty="0"/>
          </a:p>
        </p:txBody>
      </p:sp>
      <p:sp>
        <p:nvSpPr>
          <p:cNvPr id="10" name="Text richtext-1792385469912-208168655"/>
          <p:cNvSpPr/>
          <p:nvPr/>
        </p:nvSpPr>
        <p:spPr>
          <a:xfrm>
            <a:off x="6915150" y="4286250"/>
            <a:ext cx="4457700" cy="2762250"/>
          </a:xfrm>
          <a:prstGeom prst="rect">
            <a:avLst/>
          </a:prstGeom>
          <a:noFill/>
          <a:ln/>
        </p:spPr>
        <p:txBody>
          <a:bodyPr wrap="square" lIns="0" tIns="12144" rIns="0" bIns="-12144" rtlCol="0" anchor="t"/>
          <a:lstStyle/>
          <a:p>
            <a:pPr algn="l" marL="285750" indent="-204151">
              <a:lnSpc>
                <a:spcPts val="2925"/>
              </a:lnSpc>
              <a:spcAft>
                <a:spcPts val="1200"/>
              </a:spcAft>
              <a:buSzPct val="100000"/>
              <a:buFont typeface="Arial"/>
              <a:buChar char="•"/>
            </a:pPr>
            <a:r>
              <a:rPr lang="en-US" sz="2250" dirty="0" spc="-4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Chỉ</a:t>
            </a:r>
            <a:r>
              <a:rPr lang="en-US" sz="2250" dirty="0" spc="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mô phỏng</a:t>
            </a:r>
            <a:r>
              <a:rPr lang="en-US" sz="2250" dirty="0" spc="-9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máy</a:t>
            </a:r>
            <a:r>
              <a:rPr lang="en-US" sz="2250" dirty="0" spc="3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phụ</a:t>
            </a:r>
            <a:r>
              <a:rPr lang="en-US" sz="2250" dirty="0" spc="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chép</a:t>
            </a:r>
            <a:r>
              <a:rPr lang="en-US" sz="2250" dirty="0" spc="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chậm.</a:t>
            </a:r>
            <a:endParaRPr lang="en-US" sz="2250" dirty="0"/>
          </a:p>
          <a:p>
            <a:pPr algn="l" marL="285750" indent="-204151">
              <a:lnSpc>
                <a:spcPts val="2925"/>
              </a:lnSpc>
              <a:buSzPct val="100000"/>
              <a:buFont typeface="Arial"/>
              <a:buChar char="•"/>
            </a:pPr>
            <a:r>
              <a:rPr lang="en-US" sz="2250" dirty="0" spc="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Không</a:t>
            </a:r>
            <a:r>
              <a:rPr lang="en-US" sz="2250" dirty="0" spc="15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đo</a:t>
            </a:r>
            <a:r>
              <a:rPr lang="en-US" sz="2250" dirty="0" spc="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cơ</a:t>
            </a:r>
            <a:r>
              <a:rPr lang="en-US" sz="2250" dirty="0" spc="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chế chép</a:t>
            </a:r>
            <a:r>
              <a:rPr lang="en-US" sz="2250" dirty="0" spc="3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của</a:t>
            </a:r>
            <a:r>
              <a:rPr lang="en-US" sz="2250" dirty="0" spc="6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MySQL.</a:t>
            </a:r>
            <a:endParaRPr lang="en-US" sz="2250" dirty="0"/>
          </a:p>
        </p:txBody>
      </p:sp>
      <p:sp>
        <p:nvSpPr>
          <p:cNvPr id="11" name="Text 9"/>
          <p:cNvSpPr/>
          <p:nvPr/>
        </p:nvSpPr>
        <p:spPr>
          <a:xfrm>
            <a:off x="12534900" y="3200400"/>
            <a:ext cx="4457700" cy="952500"/>
          </a:xfrm>
          <a:prstGeom prst="rect">
            <a:avLst/>
          </a:prstGeom>
          <a:noFill/>
          <a:ln/>
        </p:spPr>
        <p:txBody>
          <a:bodyPr wrap="square" lIns="0" tIns="19050" rIns="0" bIns="-19050" rtlCol="0" anchor="t"/>
          <a:lstStyle/>
          <a:p>
            <a:pPr algn="l" indent="0" marL="0">
              <a:lnSpc>
                <a:spcPts val="3300"/>
              </a:lnSpc>
              <a:buNone/>
            </a:pPr>
            <a:r>
              <a:rPr lang="en-US" sz="3000" dirty="0" spc="-2" kern="0">
                <a:solidFill>
                  <a:srgbClr val="7C93FF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Thư</a:t>
            </a:r>
            <a:r>
              <a:rPr lang="en-US" sz="3000" dirty="0" spc="1" kern="0">
                <a:solidFill>
                  <a:srgbClr val="7C93FF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viện</a:t>
            </a:r>
            <a:r>
              <a:rPr lang="en-US" sz="3000" dirty="0" spc="0" kern="0">
                <a:solidFill>
                  <a:srgbClr val="7C93FF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của</a:t>
            </a:r>
            <a:r>
              <a:rPr lang="en-US" sz="3000" dirty="0" spc="3" kern="0">
                <a:solidFill>
                  <a:srgbClr val="7C93FF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Python</a:t>
            </a:r>
            <a:endParaRPr lang="en-US" sz="3000" dirty="0"/>
          </a:p>
        </p:txBody>
      </p:sp>
      <p:sp>
        <p:nvSpPr>
          <p:cNvPr id="12" name="Text richtext-1792385469920-114494945"/>
          <p:cNvSpPr/>
          <p:nvPr/>
        </p:nvSpPr>
        <p:spPr>
          <a:xfrm>
            <a:off x="12534900" y="4286250"/>
            <a:ext cx="4457700" cy="2762250"/>
          </a:xfrm>
          <a:prstGeom prst="rect">
            <a:avLst/>
          </a:prstGeom>
          <a:noFill/>
          <a:ln/>
        </p:spPr>
        <p:txBody>
          <a:bodyPr wrap="square" lIns="0" tIns="12144" rIns="0" bIns="-12144" rtlCol="0" anchor="t"/>
          <a:lstStyle/>
          <a:p>
            <a:pPr algn="l" marL="285750" indent="-204151">
              <a:lnSpc>
                <a:spcPts val="2925"/>
              </a:lnSpc>
              <a:spcAft>
                <a:spcPts val="1200"/>
              </a:spcAft>
              <a:buSzPct val="100000"/>
              <a:buFont typeface="Arial"/>
              <a:buChar char="•"/>
            </a:pPr>
            <a:r>
              <a:rPr lang="en-US" sz="2250" dirty="0" spc="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Không</a:t>
            </a:r>
            <a:r>
              <a:rPr lang="en-US" sz="2250" dirty="0" spc="-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phải</a:t>
            </a:r>
            <a:r>
              <a:rPr lang="en-US" sz="2250" dirty="0" spc="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bộ</a:t>
            </a:r>
            <a:r>
              <a:rPr lang="en-US" sz="2250" dirty="0" spc="-6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so</a:t>
            </a:r>
            <a:r>
              <a:rPr lang="en-US" sz="2250" dirty="0" spc="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khớp của</a:t>
            </a:r>
            <a:r>
              <a:rPr lang="en-US" sz="2250" dirty="0" spc="-1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ProxySQL.</a:t>
            </a:r>
            <a:endParaRPr lang="en-US" sz="2250" dirty="0"/>
          </a:p>
          <a:p>
            <a:pPr algn="l" marL="285750" indent="-204151">
              <a:lnSpc>
                <a:spcPts val="2925"/>
              </a:lnSpc>
              <a:buSzPct val="100000"/>
              <a:buFont typeface="Arial"/>
              <a:buChar char="•"/>
            </a:pPr>
            <a:r>
              <a:rPr lang="en-US" sz="2250" dirty="0" spc="-4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Chi</a:t>
            </a:r>
            <a:r>
              <a:rPr lang="en-US" sz="2250" dirty="0" spc="-6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tiết</a:t>
            </a:r>
            <a:r>
              <a:rPr lang="en-US" sz="2250" dirty="0" spc="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như</a:t>
            </a:r>
            <a:r>
              <a:rPr lang="en-US" sz="2250" dirty="0" spc="-5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hoa</a:t>
            </a:r>
            <a:r>
              <a:rPr lang="en-US" sz="2250" dirty="0" spc="6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thường</a:t>
            </a:r>
            <a:r>
              <a:rPr lang="en-US" sz="2250" dirty="0" spc="4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có</a:t>
            </a:r>
            <a:r>
              <a:rPr lang="en-US" sz="2250" dirty="0" spc="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thể</a:t>
            </a:r>
            <a:r>
              <a:rPr lang="en-US" sz="2250" dirty="0" spc="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khác.</a:t>
            </a:r>
            <a:endParaRPr lang="en-US" sz="2250" dirty="0"/>
          </a:p>
        </p:txBody>
      </p:sp>
      <p:sp>
        <p:nvSpPr>
          <p:cNvPr id="13" name="Text 11"/>
          <p:cNvSpPr/>
          <p:nvPr/>
        </p:nvSpPr>
        <p:spPr>
          <a:xfrm>
            <a:off x="914400" y="7715250"/>
            <a:ext cx="16459200" cy="1143000"/>
          </a:xfrm>
          <a:prstGeom prst="rect">
            <a:avLst/>
          </a:prstGeom>
          <a:noFill/>
          <a:ln/>
        </p:spPr>
        <p:txBody>
          <a:bodyPr wrap="square" lIns="0" tIns="12144" rIns="0" bIns="-12144" rtlCol="0" anchor="t"/>
          <a:lstStyle/>
          <a:p>
            <a:pPr algn="l" indent="0" marL="0">
              <a:lnSpc>
                <a:spcPts val="2925"/>
              </a:lnSpc>
              <a:buNone/>
            </a:pPr>
            <a:r>
              <a:rPr lang="en-US" sz="225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MaxScale:</a:t>
            </a:r>
            <a:r>
              <a:rPr lang="en-US" sz="2250" dirty="0" spc="-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giới</a:t>
            </a:r>
            <a:r>
              <a:rPr lang="en-US" sz="22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hạn</a:t>
            </a:r>
            <a:r>
              <a:rPr lang="en-US" sz="2250" dirty="0" spc="18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độ</a:t>
            </a:r>
            <a:r>
              <a:rPr lang="en-US" sz="2250" dirty="0" spc="-23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trễ</a:t>
            </a:r>
            <a:r>
              <a:rPr lang="en-US" sz="22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chép không</a:t>
            </a:r>
            <a:r>
              <a:rPr lang="en-US" sz="2250" dirty="0" spc="-3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bảo</a:t>
            </a:r>
            <a:r>
              <a:rPr lang="en-US" sz="2250" dirty="0" spc="1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đảm</a:t>
            </a:r>
            <a:r>
              <a:rPr lang="en-US" sz="2250" dirty="0" spc="1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đọc</a:t>
            </a:r>
            <a:r>
              <a:rPr lang="en-US" sz="2250" dirty="0" spc="-7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thấy</a:t>
            </a:r>
            <a:r>
              <a:rPr lang="en-US" sz="2250" dirty="0" spc="8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lượt</a:t>
            </a:r>
            <a:r>
              <a:rPr lang="en-US" sz="2250" dirty="0" spc="-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ghi;</a:t>
            </a:r>
            <a:r>
              <a:rPr lang="en-US" sz="22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cần</a:t>
            </a:r>
            <a:r>
              <a:rPr lang="en-US" sz="2250" dirty="0" spc="-8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causal_reads.</a:t>
            </a:r>
            <a:endParaRPr lang="en-US" sz="2250" dirty="0"/>
          </a:p>
        </p:txBody>
      </p:sp>
      <p:sp>
        <p:nvSpPr>
          <p:cNvPr id="14" name="Connector line-1792385469927-115762705"/>
          <p:cNvSpPr/>
          <p:nvPr/>
        </p:nvSpPr>
        <p:spPr>
          <a:xfrm>
            <a:off x="990600" y="9486900"/>
            <a:ext cx="2914650" cy="0"/>
          </a:xfrm>
          <a:prstGeom prst="line">
            <a:avLst/>
          </a:prstGeom>
          <a:noFill/>
          <a:ln w="19050">
            <a:solidFill>
              <a:srgbClr val="2C3040"/>
            </a:solidFill>
            <a:prstDash val="solid"/>
            <a:headEnd type="none"/>
            <a:tailEnd type="none"/>
          </a:ln>
        </p:spPr>
      </p:sp>
      <p:sp>
        <p:nvSpPr>
          <p:cNvPr id="15" name="Shape 13"/>
          <p:cNvSpPr/>
          <p:nvPr/>
        </p:nvSpPr>
        <p:spPr>
          <a:xfrm>
            <a:off x="9334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2573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5811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9050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2288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5527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838450" y="9391650"/>
            <a:ext cx="190500" cy="190500"/>
          </a:xfrm>
          <a:prstGeom prst="ellipse">
            <a:avLst/>
          </a:prstGeom>
          <a:solidFill>
            <a:srgbClr val="FF6A4D"/>
          </a:solidFill>
          <a:ln/>
        </p:spPr>
      </p:sp>
      <p:sp>
        <p:nvSpPr>
          <p:cNvPr id="22" name="Shape 20"/>
          <p:cNvSpPr/>
          <p:nvPr/>
        </p:nvSpPr>
        <p:spPr>
          <a:xfrm>
            <a:off x="32004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5A5F73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5242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5A5F73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8481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5A5F73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14400" y="9715500"/>
            <a:ext cx="6667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06</a:t>
            </a:r>
            <a:r>
              <a:rPr lang="en-US" sz="165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-1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07/10</a:t>
            </a:r>
            <a:endParaRPr lang="en-US" sz="1650" dirty="0"/>
          </a:p>
        </p:txBody>
      </p:sp>
      <p:sp>
        <p:nvSpPr>
          <p:cNvPr id="26" name="Shape 24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7" name="Moda image moda-export-watermark-c32864d0-68af-43b1-a926-12fc7746c85b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52500"/>
            <a:ext cx="16192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300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NHÌN</a:t>
            </a:r>
            <a:r>
              <a:rPr lang="en-US" sz="1800" b="1" spc="302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HÌNH</a:t>
            </a:r>
            <a:r>
              <a:rPr lang="en-US" sz="1800" b="1" spc="297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TRẢ</a:t>
            </a:r>
            <a:r>
              <a:rPr lang="en-US" sz="1800" b="1" spc="279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LỜI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524000"/>
            <a:ext cx="16459200" cy="2190750"/>
          </a:xfrm>
          <a:prstGeom prst="rect">
            <a:avLst/>
          </a:prstGeom>
          <a:noFill/>
          <a:ln/>
        </p:spPr>
        <p:txBody>
          <a:bodyPr wrap="square" lIns="0" tIns="16193" rIns="0" bIns="-16193" rtlCol="0" anchor="t"/>
          <a:lstStyle/>
          <a:p>
            <a:pPr algn="l" indent="0" marL="0">
              <a:lnSpc>
                <a:spcPts val="5865"/>
              </a:lnSpc>
              <a:buNone/>
            </a:pPr>
            <a:r>
              <a:rPr lang="en-US" sz="5100" dirty="0" spc="-29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SELECT</a:t>
            </a:r>
            <a:r>
              <a:rPr lang="en-US" sz="5100" dirty="0" spc="-1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...</a:t>
            </a:r>
            <a:r>
              <a:rPr lang="en-US" sz="5100" dirty="0" spc="-2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LOCK</a:t>
            </a:r>
            <a:r>
              <a:rPr lang="en-US" sz="5100" dirty="0" spc="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IN</a:t>
            </a:r>
            <a:r>
              <a:rPr lang="en-US" sz="5100" dirty="0" spc="-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SHARE</a:t>
            </a:r>
            <a:r>
              <a:rPr lang="en-US" sz="5100" dirty="0" spc="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MODE</a:t>
            </a:r>
            <a:r>
              <a:rPr lang="en-US" sz="5100" dirty="0" spc="27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đi</a:t>
            </a:r>
            <a:r>
              <a:rPr lang="en-US" sz="5100" dirty="0" spc="-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qua</a:t>
            </a:r>
            <a:r>
              <a:rPr lang="en-US" sz="5100" dirty="0" spc="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hai</a:t>
            </a:r>
            <a:r>
              <a:rPr lang="en-US" sz="5100" dirty="0" spc="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quy</a:t>
            </a:r>
            <a:r>
              <a:rPr lang="en-US" sz="5100" dirty="0" spc="-6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tắc</a:t>
            </a:r>
            <a:r>
              <a:rPr lang="en-US" sz="5100" dirty="0" spc="-7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trên.</a:t>
            </a:r>
            <a:r>
              <a:rPr lang="en-US" sz="5100" dirty="0" spc="8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Điều</a:t>
            </a:r>
            <a:r>
              <a:rPr lang="en-US" sz="5100" dirty="0" spc="-2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gì</a:t>
            </a:r>
            <a:r>
              <a:rPr lang="en-US" sz="5100" dirty="0" spc="-28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xảy</a:t>
            </a:r>
            <a:r>
              <a:rPr lang="en-US" sz="5100" dirty="0" spc="-47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ra?</a:t>
            </a:r>
            <a:endParaRPr lang="en-US" sz="5100" dirty="0"/>
          </a:p>
        </p:txBody>
      </p:sp>
      <p:sp>
        <p:nvSpPr>
          <p:cNvPr id="4" name="Shape 2"/>
          <p:cNvSpPr/>
          <p:nvPr/>
        </p:nvSpPr>
        <p:spPr>
          <a:xfrm>
            <a:off x="914400" y="4000500"/>
            <a:ext cx="16459200" cy="2476500"/>
          </a:xfrm>
          <a:prstGeom prst="roundRect">
            <a:avLst>
              <a:gd name="adj" fmla="val 12308"/>
            </a:avLst>
          </a:prstGeom>
          <a:solidFill>
            <a:srgbClr val="F8D9D1"/>
          </a:solidFill>
          <a:ln/>
        </p:spPr>
      </p:sp>
      <p:sp>
        <p:nvSpPr>
          <p:cNvPr id="5" name="Text richtext-1792385470735-821627599"/>
          <p:cNvSpPr/>
          <p:nvPr/>
        </p:nvSpPr>
        <p:spPr>
          <a:xfrm>
            <a:off x="1295400" y="4286250"/>
            <a:ext cx="15697200" cy="1905000"/>
          </a:xfrm>
          <a:prstGeom prst="rect">
            <a:avLst/>
          </a:prstGeom>
          <a:noFill/>
          <a:ln/>
        </p:spPr>
        <p:txBody>
          <a:bodyPr wrap="square" lIns="0" tIns="14573" rIns="0" bIns="-14573" rtlCol="0" anchor="t"/>
          <a:lstStyle/>
          <a:p>
            <a:pPr algn="l" marL="342900" indent="-244981">
              <a:lnSpc>
                <a:spcPts val="3510"/>
              </a:lnSpc>
              <a:spcAft>
                <a:spcPts val="1800"/>
              </a:spcAft>
              <a:buSzPct val="100000"/>
              <a:buFont typeface="Arial"/>
              <a:buChar char="•"/>
            </a:pPr>
            <a:r>
              <a:rPr lang="en-US" sz="2700" dirty="0" spc="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Câu</a:t>
            </a:r>
            <a:r>
              <a:rPr lang="en-US" sz="2700" dirty="0" spc="-3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rơi</a:t>
            </a:r>
            <a:r>
              <a:rPr lang="en-US" sz="2700" dirty="0" spc="-1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vào</a:t>
            </a:r>
            <a:r>
              <a:rPr lang="en-US" sz="2700" dirty="0" spc="-1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máy</a:t>
            </a:r>
            <a:r>
              <a:rPr lang="en-US" sz="2700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phụ:</a:t>
            </a:r>
            <a:r>
              <a:rPr lang="en-US" sz="2700" dirty="0" spc="-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khóa</a:t>
            </a:r>
            <a:r>
              <a:rPr lang="en-US" sz="270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</a:t>
            </a:r>
            <a:r>
              <a:rPr lang="en-US" sz="270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chặn</a:t>
            </a:r>
            <a:r>
              <a:rPr lang="en-US" sz="2700" dirty="0" spc="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được</a:t>
            </a:r>
            <a:r>
              <a:rPr lang="en-US" sz="2700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ai.</a:t>
            </a:r>
            <a:endParaRPr lang="en-US" sz="2700" dirty="0"/>
          </a:p>
          <a:p>
            <a:pPr algn="l" marL="342900" indent="-244981">
              <a:lnSpc>
                <a:spcPts val="3510"/>
              </a:lnSpc>
              <a:buSzPct val="100000"/>
              <a:buFont typeface="Arial"/>
              <a:buChar char="•"/>
            </a:pPr>
            <a:r>
              <a:rPr lang="en-US" sz="2700" dirty="0" spc="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Sửa:</a:t>
            </a:r>
            <a:r>
              <a:rPr lang="en-US" sz="2700" dirty="0" spc="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đưa</a:t>
            </a:r>
            <a:r>
              <a:rPr lang="en-US" sz="270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câu</a:t>
            </a:r>
            <a:r>
              <a:rPr lang="en-US" sz="2700" dirty="0" spc="1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đọc</a:t>
            </a:r>
            <a:r>
              <a:rPr lang="en-US" sz="270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có</a:t>
            </a:r>
            <a:r>
              <a:rPr lang="en-US" sz="2700" dirty="0" spc="-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khóa</a:t>
            </a:r>
            <a:r>
              <a:rPr lang="en-US" sz="2700" dirty="0" spc="-2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về</a:t>
            </a:r>
            <a:r>
              <a:rPr lang="en-US" sz="2700" dirty="0" spc="-1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máy</a:t>
            </a:r>
            <a:r>
              <a:rPr lang="en-US" sz="270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chính, thêm</a:t>
            </a:r>
            <a:r>
              <a:rPr lang="en-US" sz="2700" dirty="0" spc="-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270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câu</a:t>
            </a:r>
            <a:r>
              <a:rPr lang="en-US" sz="270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thử.</a:t>
            </a:r>
            <a:endParaRPr lang="en-US" sz="2700" dirty="0"/>
          </a:p>
        </p:txBody>
      </p:sp>
      <p:sp>
        <p:nvSpPr>
          <p:cNvPr id="6" name="Connector line-1792385470740-124266125"/>
          <p:cNvSpPr/>
          <p:nvPr/>
        </p:nvSpPr>
        <p:spPr>
          <a:xfrm>
            <a:off x="990600" y="9486900"/>
            <a:ext cx="2914650" cy="0"/>
          </a:xfrm>
          <a:prstGeom prst="line">
            <a:avLst/>
          </a:prstGeom>
          <a:noFill/>
          <a:ln w="19050">
            <a:solidFill>
              <a:srgbClr val="CFC7B4"/>
            </a:solidFill>
            <a:prstDash val="solid"/>
            <a:headEnd type="none"/>
            <a:tailEnd type="none"/>
          </a:ln>
        </p:spPr>
      </p:sp>
      <p:sp>
        <p:nvSpPr>
          <p:cNvPr id="7" name="Shape 5"/>
          <p:cNvSpPr/>
          <p:nvPr/>
        </p:nvSpPr>
        <p:spPr>
          <a:xfrm>
            <a:off x="9334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2573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5811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9050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2288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5527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8765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162300" y="9391650"/>
            <a:ext cx="190500" cy="190500"/>
          </a:xfrm>
          <a:prstGeom prst="ellipse">
            <a:avLst/>
          </a:prstGeom>
          <a:solidFill>
            <a:srgbClr val="E8472B"/>
          </a:solidFill>
          <a:ln/>
        </p:spPr>
      </p:sp>
      <p:sp>
        <p:nvSpPr>
          <p:cNvPr id="15" name="Shape 13"/>
          <p:cNvSpPr/>
          <p:nvPr/>
        </p:nvSpPr>
        <p:spPr>
          <a:xfrm>
            <a:off x="35242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8481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14400" y="9715500"/>
            <a:ext cx="6667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06</a:t>
            </a:r>
            <a:r>
              <a:rPr lang="en-US" sz="165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08/10</a:t>
            </a:r>
            <a:endParaRPr lang="en-US" sz="1650" dirty="0"/>
          </a:p>
        </p:txBody>
      </p:sp>
      <p:sp>
        <p:nvSpPr>
          <p:cNvPr id="18" name="Shape 16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19" name="Moda image moda-export-watermark-293c3b7d-b332-4ee2-b5b3-ff48970692e1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52500"/>
            <a:ext cx="16192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300" kern="0" dirty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XEM</a:t>
            </a:r>
            <a:r>
              <a:rPr lang="en-US" sz="1800" b="1" spc="289" kern="0" dirty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SÂU</a:t>
            </a:r>
            <a:r>
              <a:rPr lang="en-US" sz="1800" b="1" spc="301" kern="0" dirty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HƠN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333500"/>
            <a:ext cx="16459200" cy="1066800"/>
          </a:xfrm>
          <a:prstGeom prst="rect">
            <a:avLst/>
          </a:prstGeom>
          <a:noFill/>
          <a:ln/>
        </p:spPr>
        <p:txBody>
          <a:bodyPr wrap="square" lIns="0" tIns="59150" rIns="0" bIns="-59150" rtlCol="0" anchor="ctr"/>
          <a:lstStyle/>
          <a:p>
            <a:pPr algn="l" indent="0" marL="0">
              <a:lnSpc>
                <a:spcPts val="7245"/>
              </a:lnSpc>
              <a:buNone/>
            </a:pPr>
            <a:r>
              <a:rPr lang="en-US" sz="6900" dirty="0" spc="-3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Đã</a:t>
            </a:r>
            <a:r>
              <a:rPr lang="en-US" sz="6900" dirty="0" spc="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sắp</a:t>
            </a:r>
            <a:r>
              <a:rPr lang="en-US" sz="6900" dirty="0" spc="-79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xếp</a:t>
            </a:r>
            <a:r>
              <a:rPr lang="en-US" sz="6900" dirty="0" spc="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lại</a:t>
            </a:r>
            <a:r>
              <a:rPr lang="en-US" sz="6900" dirty="0" spc="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so</a:t>
            </a:r>
            <a:r>
              <a:rPr lang="en-US" sz="6900" dirty="0" spc="-85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với</a:t>
            </a:r>
            <a:r>
              <a:rPr lang="en-US" sz="6900" dirty="0" spc="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nguồn</a:t>
            </a:r>
            <a:endParaRPr lang="en-US" sz="6900" dirty="0"/>
          </a:p>
        </p:txBody>
      </p:sp>
      <p:sp>
        <p:nvSpPr>
          <p:cNvPr id="4" name="Shape 2"/>
          <p:cNvSpPr/>
          <p:nvPr/>
        </p:nvSpPr>
        <p:spPr>
          <a:xfrm>
            <a:off x="914400" y="2857500"/>
            <a:ext cx="16459200" cy="1619250"/>
          </a:xfrm>
          <a:prstGeom prst="roundRect">
            <a:avLst>
              <a:gd name="adj" fmla="val 16471"/>
            </a:avLst>
          </a:prstGeom>
          <a:solidFill>
            <a:srgbClr val="FBF8F2"/>
          </a:solidFill>
          <a:ln w="19050">
            <a:solidFill>
              <a:srgbClr val="DDD5C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295400" y="2857500"/>
            <a:ext cx="15697200" cy="1619250"/>
          </a:xfrm>
          <a:prstGeom prst="rect">
            <a:avLst/>
          </a:prstGeom>
          <a:noFill/>
          <a:ln/>
        </p:spPr>
        <p:txBody>
          <a:bodyPr wrap="square" lIns="0" tIns="13764" rIns="0" bIns="-13764" rtlCol="0" anchor="ctr"/>
          <a:lstStyle/>
          <a:p>
            <a:pPr algn="l" indent="0" marL="0">
              <a:lnSpc>
                <a:spcPts val="3315"/>
              </a:lnSpc>
              <a:buNone/>
            </a:pPr>
            <a:r>
              <a:rPr lang="en-US" sz="2550" dirty="0" spc="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Bài</a:t>
            </a:r>
            <a:r>
              <a:rPr lang="en-US" sz="2550" dirty="0" spc="-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nguồn:</a:t>
            </a:r>
            <a:r>
              <a:rPr lang="en-US" sz="2550" dirty="0" spc="-9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sơ</a:t>
            </a:r>
            <a:r>
              <a:rPr lang="en-US" sz="2550" dirty="0" spc="10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đồ</a:t>
            </a:r>
            <a:r>
              <a:rPr lang="en-US" sz="2550" dirty="0" spc="-3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năm</a:t>
            </a:r>
            <a:r>
              <a:rPr lang="en-US" sz="2550" dirty="0" spc="7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bước,</a:t>
            </a:r>
            <a:r>
              <a:rPr lang="en-US" sz="2550" dirty="0" spc="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hai</a:t>
            </a:r>
            <a:r>
              <a:rPr lang="en-US" sz="2550" dirty="0" spc="-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lợi</a:t>
            </a:r>
            <a:r>
              <a:rPr lang="en-US" sz="2550" dirty="0" spc="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ích,</a:t>
            </a:r>
            <a:r>
              <a:rPr lang="en-US" sz="2550" dirty="0" spc="0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hai</a:t>
            </a:r>
            <a:r>
              <a:rPr lang="en-US" sz="2550" dirty="0" spc="-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cái</a:t>
            </a:r>
            <a:r>
              <a:rPr lang="en-US" sz="2550" dirty="0" spc="0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giá.</a:t>
            </a:r>
            <a:endParaRPr lang="en-US" sz="2550" dirty="0"/>
          </a:p>
        </p:txBody>
      </p:sp>
      <p:sp>
        <p:nvSpPr>
          <p:cNvPr id="6" name="Shape 4"/>
          <p:cNvSpPr/>
          <p:nvPr/>
        </p:nvSpPr>
        <p:spPr>
          <a:xfrm>
            <a:off x="1485900" y="4667250"/>
            <a:ext cx="15316200" cy="1619250"/>
          </a:xfrm>
          <a:prstGeom prst="roundRect">
            <a:avLst>
              <a:gd name="adj" fmla="val 16471"/>
            </a:avLst>
          </a:prstGeom>
          <a:solidFill>
            <a:srgbClr val="F3DFB8"/>
          </a:solidFill>
          <a:ln/>
        </p:spPr>
      </p:sp>
      <p:sp>
        <p:nvSpPr>
          <p:cNvPr id="7" name="Text 5"/>
          <p:cNvSpPr/>
          <p:nvPr/>
        </p:nvSpPr>
        <p:spPr>
          <a:xfrm>
            <a:off x="1866900" y="4667250"/>
            <a:ext cx="14554200" cy="1619250"/>
          </a:xfrm>
          <a:prstGeom prst="rect">
            <a:avLst/>
          </a:prstGeom>
          <a:noFill/>
          <a:ln/>
        </p:spPr>
        <p:txBody>
          <a:bodyPr wrap="square" lIns="0" tIns="13764" rIns="0" bIns="-13764" rtlCol="0" anchor="ctr"/>
          <a:lstStyle/>
          <a:p>
            <a:pPr algn="l" indent="0" marL="0">
              <a:lnSpc>
                <a:spcPts val="3315"/>
              </a:lnSpc>
              <a:buNone/>
            </a:pPr>
            <a:r>
              <a:rPr lang="en-US" sz="2550" dirty="0" spc="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Bài</a:t>
            </a:r>
            <a:r>
              <a:rPr lang="en-US" sz="2550" dirty="0" spc="-9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này:</a:t>
            </a:r>
            <a:r>
              <a:rPr lang="en-US" sz="2550" dirty="0" spc="10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đo</a:t>
            </a:r>
            <a:r>
              <a:rPr lang="en-US" sz="2550" dirty="0" spc="23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từng</a:t>
            </a:r>
            <a:r>
              <a:rPr lang="en-US" sz="2550" dirty="0" spc="-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cái</a:t>
            </a:r>
            <a:r>
              <a:rPr lang="en-US" sz="2550" dirty="0" spc="0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giá</a:t>
            </a:r>
            <a:r>
              <a:rPr lang="en-US" sz="2550" dirty="0" spc="-9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thay</a:t>
            </a:r>
            <a:r>
              <a:rPr lang="en-US" sz="2550" dirty="0" spc="-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vì</a:t>
            </a:r>
            <a:r>
              <a:rPr lang="en-US" sz="2550" dirty="0" spc="-33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kể</a:t>
            </a:r>
            <a:r>
              <a:rPr lang="en-US" sz="2550" dirty="0" spc="-3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lại.</a:t>
            </a:r>
            <a:endParaRPr lang="en-US" sz="2550" dirty="0"/>
          </a:p>
        </p:txBody>
      </p:sp>
      <p:sp>
        <p:nvSpPr>
          <p:cNvPr id="8" name="Shape 6"/>
          <p:cNvSpPr/>
          <p:nvPr/>
        </p:nvSpPr>
        <p:spPr>
          <a:xfrm>
            <a:off x="2057400" y="6477000"/>
            <a:ext cx="14173200" cy="1619250"/>
          </a:xfrm>
          <a:prstGeom prst="roundRect">
            <a:avLst>
              <a:gd name="adj" fmla="val 16471"/>
            </a:avLst>
          </a:prstGeom>
          <a:solidFill>
            <a:srgbClr val="E8A87C"/>
          </a:solidFill>
          <a:ln/>
        </p:spPr>
      </p:sp>
      <p:sp>
        <p:nvSpPr>
          <p:cNvPr id="9" name="Text 7"/>
          <p:cNvSpPr/>
          <p:nvPr/>
        </p:nvSpPr>
        <p:spPr>
          <a:xfrm>
            <a:off x="2438400" y="6477000"/>
            <a:ext cx="13411200" cy="1619250"/>
          </a:xfrm>
          <a:prstGeom prst="rect">
            <a:avLst/>
          </a:prstGeom>
          <a:noFill/>
          <a:ln/>
        </p:spPr>
        <p:txBody>
          <a:bodyPr wrap="square" lIns="0" tIns="13764" rIns="0" bIns="-13764" rtlCol="0" anchor="ctr"/>
          <a:lstStyle/>
          <a:p>
            <a:pPr algn="l" indent="0" marL="0">
              <a:lnSpc>
                <a:spcPts val="3315"/>
              </a:lnSpc>
              <a:buNone/>
            </a:pPr>
            <a:r>
              <a:rPr lang="en-US" sz="2550" dirty="0" spc="-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Thêm</a:t>
            </a:r>
            <a:r>
              <a:rPr lang="en-US" sz="2550" dirty="0" spc="-13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một</a:t>
            </a:r>
            <a:r>
              <a:rPr lang="en-US" sz="2550" dirty="0" spc="-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cái</a:t>
            </a:r>
            <a:r>
              <a:rPr lang="en-US" sz="2550" dirty="0" spc="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giá:</a:t>
            </a:r>
            <a:r>
              <a:rPr lang="en-US" sz="2550" dirty="0" spc="-3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quy</a:t>
            </a:r>
            <a:r>
              <a:rPr lang="en-US" sz="2550" dirty="0" spc="-7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tắc</a:t>
            </a:r>
            <a:r>
              <a:rPr lang="en-US" sz="2550" dirty="0" spc="18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định</a:t>
            </a:r>
            <a:r>
              <a:rPr lang="en-US" sz="2550" dirty="0" spc="-16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tuyến</a:t>
            </a:r>
            <a:r>
              <a:rPr lang="en-US" sz="2550" dirty="0" spc="-4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có</a:t>
            </a:r>
            <a:r>
              <a:rPr lang="en-US" sz="2550" dirty="0" spc="-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thể</a:t>
            </a:r>
            <a:r>
              <a:rPr lang="en-US" sz="2550" dirty="0" spc="-3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sai.</a:t>
            </a:r>
            <a:endParaRPr lang="en-US" sz="2550" dirty="0"/>
          </a:p>
        </p:txBody>
      </p:sp>
      <p:sp>
        <p:nvSpPr>
          <p:cNvPr id="10" name="Text 8"/>
          <p:cNvSpPr/>
          <p:nvPr/>
        </p:nvSpPr>
        <p:spPr>
          <a:xfrm>
            <a:off x="914400" y="8382000"/>
            <a:ext cx="164592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dirty="0" spc="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Điểm</a:t>
            </a:r>
            <a:r>
              <a:rPr lang="en-US" sz="210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hỏng</a:t>
            </a:r>
            <a:r>
              <a:rPr lang="en-US" sz="210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chung</a:t>
            </a:r>
            <a:r>
              <a:rPr lang="en-US" sz="2100" dirty="0" spc="-18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100" dirty="0" spc="1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độ</a:t>
            </a:r>
            <a:r>
              <a:rPr lang="en-US" sz="2100" dirty="0" spc="-5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sẵn</a:t>
            </a:r>
            <a:r>
              <a:rPr lang="en-US" sz="2100" dirty="0" spc="-4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sàng</a:t>
            </a:r>
            <a:r>
              <a:rPr lang="en-US" sz="2100" dirty="0" spc="-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cao: lời</a:t>
            </a:r>
            <a:r>
              <a:rPr lang="en-US" sz="210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của</a:t>
            </a:r>
            <a:r>
              <a:rPr lang="en-US" sz="210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nguồn,</a:t>
            </a:r>
            <a:r>
              <a:rPr lang="en-US" sz="2100" dirty="0" spc="4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chưa</a:t>
            </a:r>
            <a:r>
              <a:rPr lang="en-US" sz="2100" dirty="0" spc="1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đo.</a:t>
            </a:r>
            <a:endParaRPr lang="en-US" sz="2100" dirty="0"/>
          </a:p>
        </p:txBody>
      </p:sp>
      <p:sp>
        <p:nvSpPr>
          <p:cNvPr id="11" name="Connector line-1792385471570-314836091"/>
          <p:cNvSpPr/>
          <p:nvPr/>
        </p:nvSpPr>
        <p:spPr>
          <a:xfrm>
            <a:off x="990600" y="9486900"/>
            <a:ext cx="2914650" cy="0"/>
          </a:xfrm>
          <a:prstGeom prst="line">
            <a:avLst/>
          </a:prstGeom>
          <a:noFill/>
          <a:ln w="19050">
            <a:solidFill>
              <a:srgbClr val="CFC7B4"/>
            </a:solidFill>
            <a:prstDash val="solid"/>
            <a:headEnd type="none"/>
            <a:tailEnd type="none"/>
          </a:ln>
        </p:spPr>
      </p:sp>
      <p:sp>
        <p:nvSpPr>
          <p:cNvPr id="12" name="Shape 10"/>
          <p:cNvSpPr/>
          <p:nvPr/>
        </p:nvSpPr>
        <p:spPr>
          <a:xfrm>
            <a:off x="9334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2573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5811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9050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2288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5527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8765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2004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486150" y="9391650"/>
            <a:ext cx="190500" cy="190500"/>
          </a:xfrm>
          <a:prstGeom prst="ellipse">
            <a:avLst/>
          </a:prstGeom>
          <a:solidFill>
            <a:srgbClr val="E8472B"/>
          </a:solidFill>
          <a:ln/>
        </p:spPr>
      </p:sp>
      <p:sp>
        <p:nvSpPr>
          <p:cNvPr id="21" name="Shape 19"/>
          <p:cNvSpPr/>
          <p:nvPr/>
        </p:nvSpPr>
        <p:spPr>
          <a:xfrm>
            <a:off x="38481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14400" y="9715500"/>
            <a:ext cx="6667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06</a:t>
            </a:r>
            <a:r>
              <a:rPr lang="en-US" sz="165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09/10</a:t>
            </a:r>
            <a:endParaRPr lang="en-US" sz="1650" dirty="0"/>
          </a:p>
        </p:txBody>
      </p:sp>
      <p:sp>
        <p:nvSpPr>
          <p:cNvPr id="23" name="Shape 21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4" name="Moda image moda-export-watermark-1ca82793-edac-49cf-839a-23bcfedad03d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52500"/>
            <a:ext cx="16192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301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TỪ</a:t>
            </a:r>
            <a:r>
              <a:rPr lang="en-US" sz="1800" b="1" spc="300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VIẾT</a:t>
            </a:r>
            <a:r>
              <a:rPr lang="en-US" sz="1800" b="1" spc="208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TẮT</a:t>
            </a:r>
            <a:r>
              <a:rPr lang="en-US" sz="1800" b="1" spc="254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1800" b="1" spc="300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NGUỒN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333500"/>
            <a:ext cx="16459200" cy="1066800"/>
          </a:xfrm>
          <a:prstGeom prst="rect">
            <a:avLst/>
          </a:prstGeom>
          <a:noFill/>
          <a:ln/>
        </p:spPr>
        <p:txBody>
          <a:bodyPr wrap="square" lIns="0" tIns="59150" rIns="0" bIns="-59150" rtlCol="0" anchor="ctr"/>
          <a:lstStyle/>
          <a:p>
            <a:pPr algn="l" indent="0" marL="0">
              <a:lnSpc>
                <a:spcPts val="7245"/>
              </a:lnSpc>
              <a:buNone/>
            </a:pPr>
            <a:r>
              <a:rPr lang="en-US" sz="6900" dirty="0" spc="-14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Một</a:t>
            </a:r>
            <a:r>
              <a:rPr lang="en-US" sz="6900" dirty="0" spc="-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từ</a:t>
            </a:r>
            <a:r>
              <a:rPr lang="en-US" sz="6900" dirty="0" spc="-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cần</a:t>
            </a:r>
            <a:r>
              <a:rPr lang="en-US" sz="6900" dirty="0" spc="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nhớ</a:t>
            </a:r>
            <a:endParaRPr lang="en-US" sz="6900" dirty="0"/>
          </a:p>
        </p:txBody>
      </p:sp>
      <p:sp>
        <p:nvSpPr>
          <p:cNvPr id="4" name="Shape 2"/>
          <p:cNvSpPr/>
          <p:nvPr/>
        </p:nvSpPr>
        <p:spPr>
          <a:xfrm>
            <a:off x="914400" y="2857500"/>
            <a:ext cx="16459200" cy="1238250"/>
          </a:xfrm>
          <a:prstGeom prst="roundRect">
            <a:avLst>
              <a:gd name="adj" fmla="val 21538"/>
            </a:avLst>
          </a:prstGeom>
          <a:solidFill>
            <a:srgbClr val="1E212B"/>
          </a:solidFill>
          <a:ln/>
        </p:spPr>
      </p:sp>
      <p:sp>
        <p:nvSpPr>
          <p:cNvPr id="5" name="Text 3"/>
          <p:cNvSpPr/>
          <p:nvPr/>
        </p:nvSpPr>
        <p:spPr>
          <a:xfrm>
            <a:off x="1200150" y="3143250"/>
            <a:ext cx="2381250" cy="666750"/>
          </a:xfrm>
          <a:prstGeom prst="roundRect">
            <a:avLst>
              <a:gd name="adj" fmla="val 50000"/>
            </a:avLst>
          </a:prstGeom>
          <a:solidFill>
            <a:srgbClr val="F3EEE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50" dirty="0" spc="8" kern="0">
                <a:solidFill>
                  <a:srgbClr val="14161C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SQL</a:t>
            </a:r>
            <a:endParaRPr lang="en-US" sz="2250" dirty="0"/>
          </a:p>
        </p:txBody>
      </p:sp>
      <p:sp>
        <p:nvSpPr>
          <p:cNvPr id="6" name="Text 4"/>
          <p:cNvSpPr/>
          <p:nvPr/>
        </p:nvSpPr>
        <p:spPr>
          <a:xfrm>
            <a:off x="3905250" y="2971800"/>
            <a:ext cx="13144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8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Structured</a:t>
            </a:r>
            <a:r>
              <a:rPr lang="en-US" sz="165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Query</a:t>
            </a:r>
            <a:r>
              <a:rPr lang="en-US" sz="1650" dirty="0" spc="-1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Language</a:t>
            </a:r>
            <a:endParaRPr lang="en-US" sz="1650" dirty="0"/>
          </a:p>
        </p:txBody>
      </p:sp>
      <p:sp>
        <p:nvSpPr>
          <p:cNvPr id="7" name="Text 5"/>
          <p:cNvSpPr/>
          <p:nvPr/>
        </p:nvSpPr>
        <p:spPr>
          <a:xfrm>
            <a:off x="3905250" y="3276600"/>
            <a:ext cx="13144500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dirty="0" spc="-1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Ngôn</a:t>
            </a:r>
            <a:r>
              <a:rPr lang="en-US" sz="2400" dirty="0" spc="3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ngữ</a:t>
            </a:r>
            <a:r>
              <a:rPr lang="en-US" sz="2400" dirty="0" spc="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truy</a:t>
            </a:r>
            <a:r>
              <a:rPr lang="en-US" sz="2400" dirty="0" spc="-1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vấn</a:t>
            </a:r>
            <a:r>
              <a:rPr lang="en-US" sz="2400" dirty="0" spc="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có cấu</a:t>
            </a:r>
            <a:r>
              <a:rPr lang="en-US" sz="2400" dirty="0" spc="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trúc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914400" y="4953000"/>
            <a:ext cx="164592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300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NGUỒN ĐỐI</a:t>
            </a:r>
            <a:r>
              <a:rPr lang="en-US" sz="1800" b="1" spc="302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CHIẾU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914400" y="5429250"/>
            <a:ext cx="16459200" cy="1238250"/>
          </a:xfrm>
          <a:prstGeom prst="rect">
            <a:avLst/>
          </a:prstGeom>
          <a:noFill/>
          <a:ln/>
        </p:spPr>
        <p:txBody>
          <a:bodyPr wrap="square" lIns="0" tIns="5001" rIns="0" bIns="-5001" rtlCol="0" anchor="t"/>
          <a:lstStyle/>
          <a:p>
            <a:pPr algn="l" indent="0" marL="0">
              <a:lnSpc>
                <a:spcPts val="3150"/>
              </a:lnSpc>
              <a:buNone/>
            </a:pPr>
            <a:r>
              <a:rPr lang="en-US" sz="2250" dirty="0" spc="-5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ByteByteGo</a:t>
            </a:r>
            <a:r>
              <a:rPr lang="en-US" sz="2250" dirty="0" spc="-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(bản</a:t>
            </a:r>
            <a:r>
              <a:rPr lang="en-US" sz="2250" dirty="0" spc="5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cố</a:t>
            </a:r>
            <a:r>
              <a:rPr lang="en-US" sz="2250" dirty="0" spc="16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định)</a:t>
            </a:r>
            <a:r>
              <a:rPr lang="en-US" sz="2250" dirty="0" spc="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2250" dirty="0" spc="3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MariaDB</a:t>
            </a:r>
            <a:r>
              <a:rPr lang="en-US" sz="2250" dirty="0" spc="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MaxScale:</a:t>
            </a:r>
            <a:r>
              <a:rPr lang="en-US" sz="2250" dirty="0" spc="-2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router</a:t>
            </a:r>
            <a:r>
              <a:rPr lang="en-US" sz="2250" dirty="0" spc="-9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Readwritesplit</a:t>
            </a:r>
            <a:r>
              <a:rPr lang="en-US" sz="2250" dirty="0" spc="3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2250" dirty="0" spc="-1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ProxySQL:</a:t>
            </a:r>
            <a:r>
              <a:rPr lang="en-US" sz="2250" dirty="0" spc="-1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tệp</a:t>
            </a:r>
            <a:r>
              <a:rPr lang="en-US" sz="2250" dirty="0" spc="6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hướng</a:t>
            </a:r>
            <a:r>
              <a:rPr lang="en-US" sz="2250" dirty="0" spc="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dẫn</a:t>
            </a:r>
            <a:r>
              <a:rPr lang="en-US" sz="2250" dirty="0" spc="1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đầu</a:t>
            </a:r>
            <a:r>
              <a:rPr lang="en-US" sz="2250" dirty="0" spc="-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kho</a:t>
            </a:r>
            <a:r>
              <a:rPr lang="en-US" sz="2250" dirty="0" spc="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2250" dirty="0" spc="16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đã</a:t>
            </a:r>
            <a:r>
              <a:rPr lang="en-US" sz="2250" dirty="0" spc="1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đọc</a:t>
            </a:r>
            <a:r>
              <a:rPr lang="en-US" sz="2250" dirty="0" spc="-16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ngày</a:t>
            </a:r>
            <a:r>
              <a:rPr lang="en-US" sz="2250" dirty="0" spc="3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2026-10-19</a:t>
            </a:r>
            <a:endParaRPr lang="en-US" sz="2250" dirty="0"/>
          </a:p>
        </p:txBody>
      </p:sp>
      <p:sp>
        <p:nvSpPr>
          <p:cNvPr id="10" name="Connector line-1792385472484-400759053"/>
          <p:cNvSpPr/>
          <p:nvPr/>
        </p:nvSpPr>
        <p:spPr>
          <a:xfrm>
            <a:off x="990600" y="9486900"/>
            <a:ext cx="2914650" cy="0"/>
          </a:xfrm>
          <a:prstGeom prst="line">
            <a:avLst/>
          </a:prstGeom>
          <a:noFill/>
          <a:ln w="19050">
            <a:solidFill>
              <a:srgbClr val="2C3040"/>
            </a:solidFill>
            <a:prstDash val="solid"/>
            <a:headEnd type="none"/>
            <a:tailEnd type="none"/>
          </a:ln>
        </p:spPr>
      </p:sp>
      <p:sp>
        <p:nvSpPr>
          <p:cNvPr id="11" name="Shape 9"/>
          <p:cNvSpPr/>
          <p:nvPr/>
        </p:nvSpPr>
        <p:spPr>
          <a:xfrm>
            <a:off x="9334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2573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5811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9050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2288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5527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8765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2004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5242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810000" y="9391650"/>
            <a:ext cx="190500" cy="190500"/>
          </a:xfrm>
          <a:prstGeom prst="ellipse">
            <a:avLst/>
          </a:prstGeom>
          <a:solidFill>
            <a:srgbClr val="FF6A4D"/>
          </a:solidFill>
          <a:ln/>
        </p:spPr>
      </p:sp>
      <p:sp>
        <p:nvSpPr>
          <p:cNvPr id="21" name="Text 19"/>
          <p:cNvSpPr/>
          <p:nvPr/>
        </p:nvSpPr>
        <p:spPr>
          <a:xfrm>
            <a:off x="914400" y="9715500"/>
            <a:ext cx="6667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06</a:t>
            </a:r>
            <a:r>
              <a:rPr lang="en-US" sz="165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10/10</a:t>
            </a:r>
            <a:endParaRPr lang="en-US" sz="1650" dirty="0"/>
          </a:p>
        </p:txBody>
      </p:sp>
      <p:sp>
        <p:nvSpPr>
          <p:cNvPr id="22" name="Shape 20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3" name="Moda image moda-export-watermark-8a95c616-d160-4744-a2be-09a56e95bda8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2026-10-19T04:52:01Z</dcterms:created>
  <dcterms:modified xsi:type="dcterms:W3CDTF">2026-10-19T04:52:01Z</dcterms:modified>
</cp:coreProperties>
</file>