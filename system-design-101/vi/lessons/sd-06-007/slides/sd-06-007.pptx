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36004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81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</a:t>
            </a:r>
            <a:r>
              <a:rPr lang="en-US" sz="81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trễ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8100" dirty="0" spc="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dùng,</a:t>
            </a:r>
            <a:r>
              <a:rPr lang="en-US" sz="8100" dirty="0" spc="-8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81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8100" dirty="0" spc="-9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048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khúc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38100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9200" y="6286500"/>
            <a:ext cx="3200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219200" y="7143750"/>
            <a:ext cx="3200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endParaRPr lang="en-US" sz="3150" dirty="0"/>
          </a:p>
        </p:txBody>
      </p:sp>
      <p:sp>
        <p:nvSpPr>
          <p:cNvPr id="8" name="Text 6"/>
          <p:cNvSpPr/>
          <p:nvPr/>
        </p:nvSpPr>
        <p:spPr>
          <a:xfrm>
            <a:off x="1219200" y="7810500"/>
            <a:ext cx="3200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 nằm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950" dirty="0"/>
          </a:p>
        </p:txBody>
      </p:sp>
      <p:sp>
        <p:nvSpPr>
          <p:cNvPr id="9" name="Connector line-1792371727748-275303840"/>
          <p:cNvSpPr/>
          <p:nvPr/>
        </p:nvSpPr>
        <p:spPr>
          <a:xfrm>
            <a:off x="4762500" y="7334250"/>
            <a:ext cx="3429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10" name="Shape 8"/>
          <p:cNvSpPr/>
          <p:nvPr/>
        </p:nvSpPr>
        <p:spPr>
          <a:xfrm>
            <a:off x="5143500" y="6096000"/>
            <a:ext cx="38100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8300" y="6286500"/>
            <a:ext cx="3200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5448300" y="7143750"/>
            <a:ext cx="3200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 cách</a:t>
            </a:r>
            <a:endParaRPr lang="en-US" sz="3150" dirty="0"/>
          </a:p>
        </p:txBody>
      </p:sp>
      <p:sp>
        <p:nvSpPr>
          <p:cNvPr id="13" name="Text 11"/>
          <p:cNvSpPr/>
          <p:nvPr/>
        </p:nvSpPr>
        <p:spPr>
          <a:xfrm>
            <a:off x="5448300" y="7810500"/>
            <a:ext cx="3200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khúc</a:t>
            </a:r>
            <a:r>
              <a:rPr lang="en-US" sz="19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14" name="Connector line-1792371727758-301122368"/>
          <p:cNvSpPr/>
          <p:nvPr/>
        </p:nvSpPr>
        <p:spPr>
          <a:xfrm>
            <a:off x="8991600" y="7334250"/>
            <a:ext cx="3429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15" name="Shape 13"/>
          <p:cNvSpPr/>
          <p:nvPr/>
        </p:nvSpPr>
        <p:spPr>
          <a:xfrm>
            <a:off x="9372600" y="6096000"/>
            <a:ext cx="38100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77400" y="6286500"/>
            <a:ext cx="3200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9677400" y="7143750"/>
            <a:ext cx="3200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150" dirty="0"/>
          </a:p>
        </p:txBody>
      </p:sp>
      <p:sp>
        <p:nvSpPr>
          <p:cNvPr id="18" name="Text 16"/>
          <p:cNvSpPr/>
          <p:nvPr/>
        </p:nvSpPr>
        <p:spPr>
          <a:xfrm>
            <a:off x="9677400" y="7810500"/>
            <a:ext cx="3200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19" name="Connector line-1792371727764-607441252"/>
          <p:cNvSpPr/>
          <p:nvPr/>
        </p:nvSpPr>
        <p:spPr>
          <a:xfrm>
            <a:off x="13220700" y="7334250"/>
            <a:ext cx="3429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20" name="Shape 18"/>
          <p:cNvSpPr/>
          <p:nvPr/>
        </p:nvSpPr>
        <p:spPr>
          <a:xfrm>
            <a:off x="13601700" y="6096000"/>
            <a:ext cx="3810000" cy="2476500"/>
          </a:xfrm>
          <a:prstGeom prst="roundRect">
            <a:avLst>
              <a:gd name="adj" fmla="val 923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906500" y="6286500"/>
            <a:ext cx="3200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13906500" y="7143750"/>
            <a:ext cx="3200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Ghi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3150" dirty="0"/>
          </a:p>
        </p:txBody>
      </p:sp>
      <p:sp>
        <p:nvSpPr>
          <p:cNvPr id="23" name="Text 21"/>
          <p:cNvSpPr/>
          <p:nvPr/>
        </p:nvSpPr>
        <p:spPr>
          <a:xfrm>
            <a:off x="13906500" y="7810500"/>
            <a:ext cx="3200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19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cách</a:t>
            </a:r>
            <a:r>
              <a:rPr lang="en-US" sz="19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16.15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3.13,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11fc662d-0676-4f8b-89eb-da71cbcccf0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 TỪ NHIỀU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KHÚC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nhắm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khúc</a:t>
            </a:r>
            <a:endParaRPr lang="en-US" sz="6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7406640"/>
                <a:gridCol w="905256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Khúc</a:t>
                      </a:r>
                      <a:r>
                        <a:rPr lang="en-US" sz="2550" b="1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thời gian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550" b="1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cắt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Tìm</a:t>
                      </a:r>
                      <a:r>
                        <a:rPr lang="en-US" sz="255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cơ</a:t>
                      </a:r>
                      <a:r>
                        <a:rPr lang="en-US" sz="255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Chỉ mục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Tính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lại,</a:t>
                      </a:r>
                      <a:r>
                        <a:rPr lang="en-US" sz="255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đọc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lại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550" b="1" dirty="0" spc="-3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r>
                        <a:rPr lang="en-US" sz="2550" b="1" dirty="0" spc="-1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đệm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3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Xếp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hàng chờ</a:t>
                      </a:r>
                      <a:r>
                        <a:rPr lang="en-US" sz="255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550" dirty="0" spc="-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rảnh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4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Cân</a:t>
                      </a:r>
                      <a:r>
                        <a:rPr lang="en-US" sz="2550" b="1" dirty="0" spc="-2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bằng</a:t>
                      </a:r>
                      <a:r>
                        <a:rPr lang="en-US" sz="2550" b="1" dirty="0" spc="0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tải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4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Truyền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mạng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0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CDN</a:t>
                      </a:r>
                      <a:r>
                        <a:rPr lang="en-US" sz="2550" b="1" dirty="0" spc="2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·</a:t>
                      </a:r>
                      <a:r>
                        <a:rPr lang="en-US" sz="2550" b="1" dirty="0" spc="-9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Nén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Chờ</a:t>
                      </a:r>
                      <a:r>
                        <a:rPr lang="en-US" sz="25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việc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chậm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49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Xử</a:t>
                      </a:r>
                      <a:r>
                        <a:rPr lang="en-US" sz="2550" b="1" dirty="0" spc="-2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lý</a:t>
                      </a:r>
                      <a:r>
                        <a:rPr lang="en-US" sz="2550" b="1" dirty="0" spc="-6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bất</a:t>
                      </a:r>
                      <a:r>
                        <a:rPr lang="en-US" sz="2550" b="1" dirty="0" spc="-2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đồng bộ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Connector line-1792371348533-43657260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6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8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a9a29826-6125-41e4-922d-09c9b31b973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Bớt</a:t>
            </a: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tìm,</a:t>
            </a:r>
            <a:r>
              <a:rPr lang="en-US" sz="6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bớt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476750"/>
            <a:ext cx="40005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476750"/>
            <a:ext cx="3238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Yêu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3600" dirty="0"/>
          </a:p>
        </p:txBody>
      </p:sp>
      <p:sp>
        <p:nvSpPr>
          <p:cNvPr id="6" name="Connector line-1792371349370-151821493"/>
          <p:cNvSpPr/>
          <p:nvPr/>
        </p:nvSpPr>
        <p:spPr>
          <a:xfrm flipV="1">
            <a:off x="5010150" y="3810000"/>
            <a:ext cx="2952750" cy="12382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7" name="Connector line-1792371349370-520003313"/>
          <p:cNvSpPr/>
          <p:nvPr/>
        </p:nvSpPr>
        <p:spPr>
          <a:xfrm>
            <a:off x="5010150" y="5810250"/>
            <a:ext cx="2952750" cy="123825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8096250" y="2857500"/>
            <a:ext cx="927735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15350" y="3095625"/>
            <a:ext cx="847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9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3900" dirty="0" spc="1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8515350" y="3905250"/>
            <a:ext cx="847725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8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sao,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lại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96250" y="5715000"/>
            <a:ext cx="9277350" cy="276225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5350" y="5953125"/>
            <a:ext cx="8477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8515350" y="67627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Quét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8515350" y="7143750"/>
            <a:ext cx="4000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3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11–13</a:t>
            </a:r>
            <a:r>
              <a:rPr lang="en-US" sz="4800" dirty="0" spc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ms</a:t>
            </a:r>
            <a:endParaRPr lang="en-US" sz="4800" dirty="0"/>
          </a:p>
        </p:txBody>
      </p:sp>
      <p:sp>
        <p:nvSpPr>
          <p:cNvPr id="15" name="Connector line-1792371349383-167288357"/>
          <p:cNvSpPr/>
          <p:nvPr/>
        </p:nvSpPr>
        <p:spPr>
          <a:xfrm>
            <a:off x="12192000" y="7572375"/>
            <a:ext cx="6667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3049250" y="67627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chỉ</a:t>
            </a:r>
            <a:r>
              <a:rPr lang="en-US" sz="1950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3049250" y="7143750"/>
            <a:ext cx="4000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39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1,3–2,1</a:t>
            </a:r>
            <a:r>
              <a:rPr lang="en-US" sz="48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ms</a:t>
            </a:r>
            <a:endParaRPr lang="en-US" sz="4800" dirty="0"/>
          </a:p>
        </p:txBody>
      </p:sp>
      <p:sp>
        <p:nvSpPr>
          <p:cNvPr id="18" name="Connector line-1792371349389-89236985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90089b19-aeb6-4875-afc7-e40c0bf1ef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CÂN</a:t>
            </a:r>
            <a:r>
              <a:rPr lang="en-US" sz="1800" b="1" spc="29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25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800" b="1" spc="25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Bớt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hàng,</a:t>
            </a:r>
            <a:r>
              <a:rPr lang="en-US" sz="69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bớt</a:t>
            </a:r>
            <a:r>
              <a:rPr lang="en-US" sz="69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900" dirty="0" spc="-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38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CẮT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762375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Cân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endParaRPr lang="en-US" sz="4500" dirty="0"/>
          </a:p>
        </p:txBody>
      </p:sp>
      <p:sp>
        <p:nvSpPr>
          <p:cNvPr id="7" name="Text richtext-1792371387186-552985709"/>
          <p:cNvSpPr/>
          <p:nvPr/>
        </p:nvSpPr>
        <p:spPr>
          <a:xfrm>
            <a:off x="1333500" y="4714875"/>
            <a:ext cx="7239000" cy="3619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4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cho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726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91700" y="3238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CẮT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91700" y="3762375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CDN</a:t>
            </a:r>
            <a:endParaRPr lang="en-US" sz="4500" dirty="0"/>
          </a:p>
        </p:txBody>
      </p:sp>
      <p:sp>
        <p:nvSpPr>
          <p:cNvPr id="11" name="Text richtext-1792371387213-977540448"/>
          <p:cNvSpPr/>
          <p:nvPr/>
        </p:nvSpPr>
        <p:spPr>
          <a:xfrm>
            <a:off x="9791700" y="4714875"/>
            <a:ext cx="7239000" cy="3619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Trúng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sao: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mọi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8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4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40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người: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bản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</a:t>
            </a:r>
            <a:endParaRPr lang="en-US" sz="2400" dirty="0"/>
          </a:p>
        </p:txBody>
      </p:sp>
      <p:sp>
        <p:nvSpPr>
          <p:cNvPr id="12" name="Connector line-1792371387223-67167258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b3e252f-8d8f-4a0c-a742-fed3d3248d8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1800" b="1" spc="20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800" b="1" spc="24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b="1" spc="29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52500" y="2762250"/>
            <a:ext cx="3810000" cy="85725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</p:txBody>
      </p:sp>
      <p:sp>
        <p:nvSpPr>
          <p:cNvPr id="5" name="Connector line-1792371388099-998173240"/>
          <p:cNvSpPr/>
          <p:nvPr/>
        </p:nvSpPr>
        <p:spPr>
          <a:xfrm>
            <a:off x="2857500" y="3714750"/>
            <a:ext cx="0" cy="4857750"/>
          </a:xfrm>
          <a:prstGeom prst="line">
            <a:avLst/>
          </a:prstGeom>
          <a:noFill/>
          <a:ln w="28575">
            <a:solidFill>
              <a:srgbClr val="CFC7B4"/>
            </a:solidFill>
            <a:prstDash val="lgDash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7239000" y="2762250"/>
            <a:ext cx="3810000" cy="857250"/>
          </a:xfrm>
          <a:prstGeom prst="roundRect">
            <a:avLst>
              <a:gd name="adj" fmla="val 22222"/>
            </a:avLst>
          </a:prstGeom>
          <a:solidFill>
            <a:srgbClr val="B45309"/>
          </a:solidFill>
          <a:ln w="1905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550" dirty="0"/>
          </a:p>
        </p:txBody>
      </p:sp>
      <p:sp>
        <p:nvSpPr>
          <p:cNvPr id="7" name="Connector line-1792371388101-233537248"/>
          <p:cNvSpPr/>
          <p:nvPr/>
        </p:nvSpPr>
        <p:spPr>
          <a:xfrm>
            <a:off x="9144000" y="3714750"/>
            <a:ext cx="0" cy="4857750"/>
          </a:xfrm>
          <a:prstGeom prst="line">
            <a:avLst/>
          </a:prstGeom>
          <a:noFill/>
          <a:ln w="28575">
            <a:solidFill>
              <a:srgbClr val="CFC7B4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3525500" y="2762250"/>
            <a:ext cx="3810000" cy="85725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550" dirty="0"/>
          </a:p>
        </p:txBody>
      </p:sp>
      <p:sp>
        <p:nvSpPr>
          <p:cNvPr id="9" name="Connector line-1792371388103-165281751"/>
          <p:cNvSpPr/>
          <p:nvPr/>
        </p:nvSpPr>
        <p:spPr>
          <a:xfrm>
            <a:off x="15430500" y="3714750"/>
            <a:ext cx="0" cy="4857750"/>
          </a:xfrm>
          <a:prstGeom prst="line">
            <a:avLst/>
          </a:prstGeom>
          <a:noFill/>
          <a:ln w="28575">
            <a:solidFill>
              <a:srgbClr val="CFC7B4"/>
            </a:solidFill>
            <a:prstDash val="lgDash"/>
            <a:headEnd type="none"/>
            <a:tailEnd type="none"/>
          </a:ln>
        </p:spPr>
      </p:sp>
      <p:sp>
        <p:nvSpPr>
          <p:cNvPr id="10" name="Connector line-1792371388103-20276508"/>
          <p:cNvSpPr/>
          <p:nvPr/>
        </p:nvSpPr>
        <p:spPr>
          <a:xfrm>
            <a:off x="2857500" y="4286250"/>
            <a:ext cx="62865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3048000" y="37909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</p:txBody>
      </p:sp>
      <p:sp>
        <p:nvSpPr>
          <p:cNvPr id="12" name="Connector line-1792371388106-593660815"/>
          <p:cNvSpPr/>
          <p:nvPr/>
        </p:nvSpPr>
        <p:spPr>
          <a:xfrm flipH="1">
            <a:off x="2857500" y="5334000"/>
            <a:ext cx="62865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048000" y="483870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3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b="1" dirty="0" spc="-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2250" dirty="0"/>
          </a:p>
        </p:txBody>
      </p:sp>
      <p:sp>
        <p:nvSpPr>
          <p:cNvPr id="14" name="Connector line-1792371388108-441735377"/>
          <p:cNvSpPr/>
          <p:nvPr/>
        </p:nvSpPr>
        <p:spPr>
          <a:xfrm>
            <a:off x="9144000" y="6381750"/>
            <a:ext cx="62865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334500" y="58864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3525500" y="6953250"/>
            <a:ext cx="3810000" cy="1428750"/>
          </a:xfrm>
          <a:prstGeom prst="roundRect">
            <a:avLst>
              <a:gd name="adj" fmla="val 16000"/>
            </a:avLst>
          </a:prstGeom>
          <a:solidFill>
            <a:srgbClr val="F3DFB8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6000" y="6953250"/>
            <a:ext cx="3429000" cy="14287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ctr"/>
          <a:lstStyle/>
          <a:p>
            <a:pPr algn="ctr" indent="0" marL="0">
              <a:lnSpc>
                <a:spcPts val="2835"/>
              </a:lnSpc>
              <a:buNone/>
            </a:pPr>
            <a:r>
              <a:rPr lang="en-US" sz="2100" dirty="0" spc="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cáo: làm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100" dirty="0"/>
          </a:p>
        </p:txBody>
      </p:sp>
      <p:sp>
        <p:nvSpPr>
          <p:cNvPr id="18" name="Connector line-1792371388115-37986339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b12c4737-c471-4525-add5-e45d9490eb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NÉN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b="1" spc="29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GZIP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Gói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620000" cy="3048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ctr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8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8,5%</a:t>
            </a:r>
            <a:endParaRPr lang="en-US" sz="225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208.881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17.720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byte,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gzip</a:t>
            </a:r>
            <a:r>
              <a:rPr lang="en-US" sz="24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0" y="2952750"/>
            <a:ext cx="8229600" cy="11430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25000" y="2952750"/>
            <a:ext cx="5334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 nén,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4859000" y="2952750"/>
            <a:ext cx="2190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9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1,5</a:t>
            </a:r>
            <a:r>
              <a:rPr lang="en-US" sz="39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ms</a:t>
            </a:r>
            <a:endParaRPr lang="en-US" sz="3900" dirty="0"/>
          </a:p>
        </p:txBody>
      </p:sp>
      <p:sp>
        <p:nvSpPr>
          <p:cNvPr id="9" name="Shape 7"/>
          <p:cNvSpPr/>
          <p:nvPr/>
        </p:nvSpPr>
        <p:spPr>
          <a:xfrm>
            <a:off x="9144000" y="4286250"/>
            <a:ext cx="8229600" cy="11430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4286250"/>
            <a:ext cx="5334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Mức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9: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4859000" y="4286250"/>
            <a:ext cx="2190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900" dirty="0" spc="1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4,5</a:t>
            </a:r>
            <a:r>
              <a:rPr lang="en-US" sz="3900" dirty="0" spc="4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ms</a:t>
            </a:r>
            <a:endParaRPr lang="en-US" sz="3900" dirty="0"/>
          </a:p>
        </p:txBody>
      </p:sp>
      <p:sp>
        <p:nvSpPr>
          <p:cNvPr id="12" name="Shape 10"/>
          <p:cNvSpPr/>
          <p:nvPr/>
        </p:nvSpPr>
        <p:spPr>
          <a:xfrm>
            <a:off x="9144000" y="5715000"/>
            <a:ext cx="8229600" cy="2762250"/>
          </a:xfrm>
          <a:prstGeom prst="roundRect">
            <a:avLst>
              <a:gd name="adj" fmla="val 9655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525000" y="5905500"/>
            <a:ext cx="7467600" cy="2381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33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3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ngẫu</a:t>
            </a:r>
            <a:r>
              <a:rPr lang="en-US" sz="33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nhiên</a:t>
            </a:r>
            <a:r>
              <a:rPr lang="en-US" sz="33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3300" dirty="0" spc="-2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cỡ:</a:t>
            </a:r>
            <a:r>
              <a:rPr lang="en-US" sz="33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nén</a:t>
            </a:r>
            <a:r>
              <a:rPr lang="en-US" sz="3300" dirty="0" spc="-3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r>
              <a:rPr lang="en-US" sz="33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3300" dirty="0" spc="-2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</a:t>
            </a:r>
            <a:r>
              <a:rPr lang="en-US" sz="3300" dirty="0" spc="-1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hơn.</a:t>
            </a:r>
            <a:endParaRPr lang="en-US" sz="3300" dirty="0"/>
          </a:p>
        </p:txBody>
      </p:sp>
      <p:sp>
        <p:nvSpPr>
          <p:cNvPr id="14" name="Connector line-1792371388957-3010102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3807276-e9eb-4b27-a3b3-6c2d8872c0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77200" cy="2047875"/>
          </a:xfrm>
          <a:prstGeom prst="roundRect">
            <a:avLst>
              <a:gd name="adj" fmla="val 13023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95625"/>
            <a:ext cx="73152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6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3857625"/>
            <a:ext cx="7315200" cy="9144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nghiệm;</a:t>
            </a: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296400" y="2857500"/>
            <a:ext cx="8077200" cy="2047875"/>
          </a:xfrm>
          <a:prstGeom prst="roundRect">
            <a:avLst>
              <a:gd name="adj" fmla="val 13023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77400" y="3095625"/>
            <a:ext cx="73152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60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3600" dirty="0" spc="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9677400" y="3857625"/>
            <a:ext cx="7315200" cy="9144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5143500"/>
            <a:ext cx="8077200" cy="2047875"/>
          </a:xfrm>
          <a:prstGeom prst="roundRect">
            <a:avLst>
              <a:gd name="adj" fmla="val 13023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381625"/>
            <a:ext cx="73152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Nén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95400" y="6143625"/>
            <a:ext cx="7315200" cy="9144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7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CPU;</a:t>
            </a:r>
            <a:r>
              <a:rPr lang="en-US" sz="24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vô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JPEG,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296400" y="5143500"/>
            <a:ext cx="8077200" cy="2047875"/>
          </a:xfrm>
          <a:prstGeom prst="roundRect">
            <a:avLst>
              <a:gd name="adj" fmla="val 13023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77400" y="5381625"/>
            <a:ext cx="73152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Bất</a:t>
            </a:r>
            <a:r>
              <a:rPr lang="en-US" sz="3600" dirty="0" spc="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36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677400" y="6143625"/>
            <a:ext cx="7315200" cy="9144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7620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trước: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khúc</a:t>
            </a:r>
            <a:r>
              <a:rPr lang="en-US" sz="24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vốn</a:t>
            </a:r>
            <a:r>
              <a:rPr lang="en-US" sz="2400" dirty="0" spc="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ngắn,</a:t>
            </a:r>
            <a:r>
              <a:rPr lang="en-US" sz="240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400" dirty="0"/>
          </a:p>
        </p:txBody>
      </p:sp>
      <p:sp>
        <p:nvSpPr>
          <p:cNvPr id="17" name="Connector line-1792371431912-47515776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44285bd9-2d35-4a02-8a66-2269d0f05a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giây: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1,8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ms.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CDN có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giúp?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0480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286000" y="304800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CDN: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0287000" y="3048000"/>
            <a:ext cx="6762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4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43815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2286000" y="438150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Nén,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CDN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khúc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287000" y="4381500"/>
            <a:ext cx="6762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Khúc</a:t>
            </a:r>
            <a:r>
              <a:rPr lang="en-US" sz="21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ms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57150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2286000" y="571500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trước: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EXPLAIN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0287000" y="5715000"/>
            <a:ext cx="6762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Quét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chỉ mục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70485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70485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500" dirty="0"/>
          </a:p>
        </p:txBody>
      </p:sp>
      <p:sp>
        <p:nvSpPr>
          <p:cNvPr id="18" name="Text 16"/>
          <p:cNvSpPr/>
          <p:nvPr/>
        </p:nvSpPr>
        <p:spPr>
          <a:xfrm>
            <a:off x="2286000" y="704850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0287000" y="7048500"/>
            <a:ext cx="67627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100" dirty="0" spc="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100" dirty="0"/>
          </a:p>
        </p:txBody>
      </p:sp>
      <p:sp>
        <p:nvSpPr>
          <p:cNvPr id="20" name="Connector line-1792371432770-31774346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3d89ea38-ae71-4a68-a076-d92086b0ab5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69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3900" dirty="0"/>
          </a:p>
        </p:txBody>
      </p:sp>
      <p:sp>
        <p:nvSpPr>
          <p:cNvPr id="6" name="Text richtext-1792371433828-666379398"/>
          <p:cNvSpPr/>
          <p:nvPr/>
        </p:nvSpPr>
        <p:spPr>
          <a:xfrm>
            <a:off x="1333500" y="419100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 cách,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4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doanh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3900" dirty="0"/>
          </a:p>
        </p:txBody>
      </p:sp>
      <p:sp>
        <p:nvSpPr>
          <p:cNvPr id="9" name="Text richtext-1792371433837-608608349"/>
          <p:cNvSpPr/>
          <p:nvPr/>
        </p:nvSpPr>
        <p:spPr>
          <a:xfrm>
            <a:off x="9791700" y="419100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khúc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đo;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cách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doanh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thu: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họa,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 dữ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400" dirty="0"/>
          </a:p>
        </p:txBody>
      </p:sp>
      <p:sp>
        <p:nvSpPr>
          <p:cNvPr id="10" name="Connector line-1792371433845-53172853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93b6f8e-709e-4ced-b3a0-1fd2036a45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4191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CDN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914400" y="337185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Content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Delivery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914400" y="369570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phối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486400" y="2762250"/>
            <a:ext cx="4191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5486400" y="337185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Notation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486400" y="369570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6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Ký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9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4286250"/>
            <a:ext cx="4191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1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914400" y="489585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14400" y="521970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5486400" y="4286250"/>
            <a:ext cx="4191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-2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RFC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5486400" y="489585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16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Comments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5486400" y="521970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5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9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14400" y="5810250"/>
            <a:ext cx="4191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914400" y="641985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14400" y="674370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9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19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5486400" y="5810250"/>
            <a:ext cx="4191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-2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JPEG</a:t>
            </a:r>
            <a:endParaRPr lang="en-US" sz="3450" dirty="0"/>
          </a:p>
        </p:txBody>
      </p:sp>
      <p:sp>
        <p:nvSpPr>
          <p:cNvPr id="20" name="Text 18"/>
          <p:cNvSpPr/>
          <p:nvPr/>
        </p:nvSpPr>
        <p:spPr>
          <a:xfrm>
            <a:off x="5486400" y="641985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Joint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Photographic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Experts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Group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5486400" y="674370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ảnh,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vốn</a:t>
            </a:r>
            <a:r>
              <a:rPr lang="en-US" sz="19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914400" y="7334250"/>
            <a:ext cx="4191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CPU</a:t>
            </a:r>
            <a:endParaRPr lang="en-US" sz="3450" dirty="0"/>
          </a:p>
        </p:txBody>
      </p:sp>
      <p:sp>
        <p:nvSpPr>
          <p:cNvPr id="23" name="Text 21"/>
          <p:cNvSpPr/>
          <p:nvPr/>
        </p:nvSpPr>
        <p:spPr>
          <a:xfrm>
            <a:off x="914400" y="794385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Central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14400" y="826770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0096500" y="2857500"/>
            <a:ext cx="72771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/>
        </p:spPr>
      </p:sp>
      <p:sp>
        <p:nvSpPr>
          <p:cNvPr id="26" name="Text 24"/>
          <p:cNvSpPr/>
          <p:nvPr/>
        </p:nvSpPr>
        <p:spPr>
          <a:xfrm>
            <a:off x="10572750" y="32385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27" name="Text richtext-1792371434712-442849328"/>
          <p:cNvSpPr/>
          <p:nvPr/>
        </p:nvSpPr>
        <p:spPr>
          <a:xfrm>
            <a:off x="10572750" y="3810000"/>
            <a:ext cx="6324600" cy="28575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PostgreSQL:</a:t>
            </a:r>
            <a:r>
              <a:rPr lang="en-US" sz="21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mục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IETF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Working</a:t>
            </a:r>
            <a:r>
              <a:rPr lang="en-US" sz="21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Group: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9110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10572750" y="7239000"/>
            <a:ext cx="6324600" cy="952500"/>
          </a:xfrm>
          <a:prstGeom prst="rect">
            <a:avLst/>
          </a:prstGeom>
          <a:noFill/>
          <a:ln/>
        </p:spPr>
        <p:txBody>
          <a:bodyPr wrap="square" lIns="0" tIns="4004" rIns="0" bIns="-4004" rtlCol="0" anchor="t"/>
          <a:lstStyle/>
          <a:p>
            <a:pPr algn="l" indent="0" marL="0">
              <a:lnSpc>
                <a:spcPts val="2514"/>
              </a:lnSpc>
              <a:buNone/>
            </a:pPr>
            <a:r>
              <a:rPr lang="en-US" sz="1796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796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796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796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796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1796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796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r>
              <a:rPr lang="en-US" sz="1796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796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796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 Hình</a:t>
            </a:r>
            <a:r>
              <a:rPr lang="en-US" sz="1796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796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796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796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796" dirty="0"/>
          </a:p>
        </p:txBody>
      </p:sp>
      <p:sp>
        <p:nvSpPr>
          <p:cNvPr id="29" name="Connector line-1792371434723-51084859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4507146f-8063-4fb5-9e54-bcba199a72a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2026-10-19T01:03:18Z</dcterms:created>
  <dcterms:modified xsi:type="dcterms:W3CDTF">2026-10-19T01:03:18Z</dcterms:modified>
</cp:coreProperties>
</file>