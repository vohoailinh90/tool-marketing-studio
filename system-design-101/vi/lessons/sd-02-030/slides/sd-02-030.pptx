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400050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Kiến</a:t>
            </a:r>
            <a:r>
              <a:rPr lang="en-US" sz="78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r>
              <a:rPr lang="en-US" sz="78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Twitter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2022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7800" dirty="0" spc="-9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78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2012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5810250"/>
            <a:ext cx="8572500" cy="9525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7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-3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3000" dirty="0" spc="-7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3000" dirty="0" spc="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7239000"/>
            <a:ext cx="85725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-3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Twitter,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hình.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1372850" y="2743200"/>
            <a:ext cx="1771650" cy="2400300"/>
          </a:xfrm>
          <a:custGeom>
            <a:avLst/>
            <a:gdLst/>
            <a:ahLst/>
            <a:cxnLst/>
            <a:rect l="l" t="t" r="r" b="b"/>
            <a:pathLst>
              <a:path w="1771650" h="2400300">
                <a:moveTo>
                  <a:pt x="0" y="2400300"/>
                </a:moveTo>
                <a:cubicBezTo>
                  <a:pt x="914400" y="2400300"/>
                  <a:pt x="914400" y="0"/>
                  <a:pt x="177165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372850" y="4171950"/>
            <a:ext cx="1771650" cy="971550"/>
          </a:xfrm>
          <a:custGeom>
            <a:avLst/>
            <a:gdLst/>
            <a:ahLst/>
            <a:cxnLst/>
            <a:rect l="l" t="t" r="r" b="b"/>
            <a:pathLst>
              <a:path w="1771650" h="971550">
                <a:moveTo>
                  <a:pt x="0" y="971550"/>
                </a:moveTo>
                <a:cubicBezTo>
                  <a:pt x="914400" y="971550"/>
                  <a:pt x="914400" y="0"/>
                  <a:pt x="177165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372850" y="5143500"/>
            <a:ext cx="1771650" cy="971550"/>
          </a:xfrm>
          <a:custGeom>
            <a:avLst/>
            <a:gdLst/>
            <a:ahLst/>
            <a:cxnLst/>
            <a:rect l="l" t="t" r="r" b="b"/>
            <a:pathLst>
              <a:path w="1771650" h="971550">
                <a:moveTo>
                  <a:pt x="0" y="0"/>
                </a:moveTo>
                <a:cubicBezTo>
                  <a:pt x="914400" y="0"/>
                  <a:pt x="914400" y="971550"/>
                  <a:pt x="1771650" y="97155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72850" y="5143500"/>
            <a:ext cx="1771650" cy="2400300"/>
          </a:xfrm>
          <a:custGeom>
            <a:avLst/>
            <a:gdLst/>
            <a:ahLst/>
            <a:cxnLst/>
            <a:rect l="l" t="t" r="r" b="b"/>
            <a:pathLst>
              <a:path w="1771650" h="2400300">
                <a:moveTo>
                  <a:pt x="0" y="0"/>
                </a:moveTo>
                <a:cubicBezTo>
                  <a:pt x="914400" y="0"/>
                  <a:pt x="914400" y="2400300"/>
                  <a:pt x="1771650" y="240030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3650" y="4533900"/>
            <a:ext cx="1219200" cy="12192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F3EE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153650" y="4972050"/>
            <a:ext cx="121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Twitter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3144500" y="2381250"/>
            <a:ext cx="41910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10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144500" y="3810000"/>
            <a:ext cx="41910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100" b="1" dirty="0" spc="-1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b="1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144500" y="5753100"/>
            <a:ext cx="41910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21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b="1" dirty="0" spc="-3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2100" b="1" dirty="0" spc="-6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144500" y="7181850"/>
            <a:ext cx="41910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1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1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Earlybird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2f13666-3d8b-42e4-819c-f023c9be67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52400" cy="4000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095500"/>
            <a:ext cx="15240000" cy="4191000"/>
          </a:xfrm>
          <a:prstGeom prst="rect">
            <a:avLst/>
          </a:prstGeom>
          <a:noFill/>
          <a:ln/>
        </p:spPr>
        <p:txBody>
          <a:bodyPr wrap="square" lIns="0" tIns="53340" rIns="0" bIns="-53340" rtlCol="0" anchor="t"/>
          <a:lstStyle/>
          <a:p>
            <a:pPr algn="l" indent="0" marL="0">
              <a:lnSpc>
                <a:spcPts val="9240"/>
              </a:lnSpc>
              <a:buNone/>
            </a:pP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 chỉ</a:t>
            </a:r>
            <a:r>
              <a:rPr lang="en-US" sz="84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84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4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hình; ta</a:t>
            </a:r>
            <a:r>
              <a:rPr lang="en-US" sz="84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8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8400" dirty="0" spc="-8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mở.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1428750" y="70485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chọn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tweet.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387f0a8e-ef38-4d97-ba46-cd229aaf0c6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b="1" spc="28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028700"/>
            <a:ext cx="1619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54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5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README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16459200" cy="1390650"/>
          </a:xfrm>
          <a:prstGeom prst="roundRect">
            <a:avLst>
              <a:gd name="adj" fmla="val 19178"/>
            </a:avLst>
          </a:prstGeom>
          <a:solidFill>
            <a:srgbClr val="CFE8E2"/>
          </a:solidFill>
          <a:ln/>
        </p:spPr>
      </p:sp>
      <p:sp>
        <p:nvSpPr>
          <p:cNvPr id="5" name="Shape 3"/>
          <p:cNvSpPr/>
          <p:nvPr/>
        </p:nvSpPr>
        <p:spPr>
          <a:xfrm>
            <a:off x="1257300" y="2590800"/>
            <a:ext cx="781050" cy="78105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2695575"/>
            <a:ext cx="7810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14400" y="3905250"/>
            <a:ext cx="16459200" cy="1390650"/>
          </a:xfrm>
          <a:prstGeom prst="roundRect">
            <a:avLst>
              <a:gd name="adj" fmla="val 19178"/>
            </a:avLst>
          </a:prstGeom>
          <a:solidFill>
            <a:srgbClr val="CFE8E2"/>
          </a:solidFill>
          <a:ln/>
        </p:spPr>
      </p:sp>
      <p:sp>
        <p:nvSpPr>
          <p:cNvPr id="8" name="Shape 6"/>
          <p:cNvSpPr/>
          <p:nvPr/>
        </p:nvSpPr>
        <p:spPr>
          <a:xfrm>
            <a:off x="1257300" y="4210050"/>
            <a:ext cx="781050" cy="78105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4314825"/>
            <a:ext cx="7810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914400" y="5524500"/>
            <a:ext cx="16459200" cy="1390650"/>
          </a:xfrm>
          <a:prstGeom prst="roundRect">
            <a:avLst>
              <a:gd name="adj" fmla="val 19178"/>
            </a:avLst>
          </a:prstGeom>
          <a:solidFill>
            <a:srgbClr val="CFE8E2"/>
          </a:solidFill>
          <a:ln/>
        </p:spPr>
      </p:sp>
      <p:sp>
        <p:nvSpPr>
          <p:cNvPr id="11" name="Shape 9"/>
          <p:cNvSpPr/>
          <p:nvPr/>
        </p:nvSpPr>
        <p:spPr>
          <a:xfrm>
            <a:off x="1257300" y="5829300"/>
            <a:ext cx="781050" cy="78105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1257300" y="5934075"/>
            <a:ext cx="7810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914400" y="7143750"/>
            <a:ext cx="16459200" cy="1390650"/>
          </a:xfrm>
          <a:prstGeom prst="roundRect">
            <a:avLst>
              <a:gd name="adj" fmla="val 19178"/>
            </a:avLst>
          </a:prstGeom>
          <a:solidFill>
            <a:srgbClr val="CFE8E2"/>
          </a:solidFill>
          <a:ln/>
        </p:spPr>
      </p:sp>
      <p:sp>
        <p:nvSpPr>
          <p:cNvPr id="14" name="Shape 12"/>
          <p:cNvSpPr/>
          <p:nvPr/>
        </p:nvSpPr>
        <p:spPr>
          <a:xfrm>
            <a:off x="1257300" y="7448550"/>
            <a:ext cx="781050" cy="78105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1257300" y="7553325"/>
            <a:ext cx="7810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2381250" y="2495550"/>
            <a:ext cx="495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Gizzard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7334250" y="2552700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Scala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tán.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2381250" y="41148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FlockDB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7334250" y="4171950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 hệ: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4/2010.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2381250" y="5734050"/>
            <a:ext cx="495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Snowflake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7334250" y="5791200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Finagle.</a:t>
            </a:r>
            <a:endParaRPr lang="en-US" sz="2850" dirty="0"/>
          </a:p>
        </p:txBody>
      </p:sp>
      <p:sp>
        <p:nvSpPr>
          <p:cNvPr id="22" name="Text 20"/>
          <p:cNvSpPr/>
          <p:nvPr/>
        </p:nvSpPr>
        <p:spPr>
          <a:xfrm>
            <a:off x="2381250" y="73533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Finagle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7334250" y="7410450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RPC cho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JVM,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Twitter.</a:t>
            </a:r>
            <a:endParaRPr lang="en-US" sz="2850" dirty="0"/>
          </a:p>
        </p:txBody>
      </p:sp>
      <p:sp>
        <p:nvSpPr>
          <p:cNvPr id="24" name="Shape 2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f7163b3f-181f-4a17-a2fa-58cd4f9eda4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1950" b="1" spc="28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b="1" spc="28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028700"/>
            <a:ext cx="1619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Cái</a:t>
            </a: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r>
              <a:rPr lang="en-US" sz="54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ngừng,</a:t>
            </a: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54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914400" y="2476500"/>
            <a:ext cx="7429500" cy="5905500"/>
          </a:xfrm>
          <a:prstGeom prst="roundRect">
            <a:avLst>
              <a:gd name="adj" fmla="val 5161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2819400"/>
            <a:ext cx="666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Công</a:t>
            </a:r>
            <a:r>
              <a:rPr lang="en-US" sz="36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3600" dirty="0" spc="-1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3600" dirty="0" spc="9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3600" dirty="0"/>
          </a:p>
        </p:txBody>
      </p:sp>
      <p:sp>
        <p:nvSpPr>
          <p:cNvPr id="6" name="Text richtext-1792481962008-119400110"/>
          <p:cNvSpPr/>
          <p:nvPr/>
        </p:nvSpPr>
        <p:spPr>
          <a:xfrm>
            <a:off x="1333500" y="3810000"/>
            <a:ext cx="6667500" cy="4191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marL="361950" indent="-258592">
              <a:lnSpc>
                <a:spcPts val="3990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Gizzard: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còn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8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Snowflake: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ngưng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FlockDB: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8572500" y="5429250"/>
            <a:ext cx="1143000" cy="9144"/>
          </a:xfrm>
          <a:custGeom>
            <a:avLst/>
            <a:gdLst/>
            <a:ahLst/>
            <a:cxnLst/>
            <a:rect l="l" t="t" r="r" b="b"/>
            <a:pathLst>
              <a:path w="1143000" h="9144">
                <a:moveTo>
                  <a:pt x="0" y="0"/>
                </a:moveTo>
                <a:lnTo>
                  <a:pt x="1143000" y="0"/>
                </a:lnTo>
              </a:path>
            </a:pathLst>
          </a:custGeom>
          <a:ln/>
        </p:spPr>
      </p:sp>
      <p:sp>
        <p:nvSpPr>
          <p:cNvPr id="8" name="Shape 6"/>
          <p:cNvSpPr/>
          <p:nvPr/>
        </p:nvSpPr>
        <p:spPr>
          <a:xfrm>
            <a:off x="9944100" y="2476500"/>
            <a:ext cx="7429500" cy="5905500"/>
          </a:xfrm>
          <a:prstGeom prst="roundRect">
            <a:avLst>
              <a:gd name="adj" fmla="val 5161"/>
            </a:avLst>
          </a:prstGeom>
          <a:solidFill>
            <a:srgbClr val="E8E0CF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363200" y="2819400"/>
            <a:ext cx="666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endParaRPr lang="en-US" sz="3600" dirty="0"/>
          </a:p>
        </p:txBody>
      </p:sp>
      <p:sp>
        <p:nvSpPr>
          <p:cNvPr id="10" name="Text richtext-1792481962040-391454254"/>
          <p:cNvSpPr/>
          <p:nvPr/>
        </p:nvSpPr>
        <p:spPr>
          <a:xfrm>
            <a:off x="10363200" y="3810000"/>
            <a:ext cx="6667500" cy="4191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marL="361950" indent="-258592">
              <a:lnSpc>
                <a:spcPts val="3990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Home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Mixer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Scala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Navi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 bằng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Rust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buSzPct val="100000"/>
              <a:buFont typeface="Arial"/>
              <a:buChar char="•"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Finagle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Twitter</a:t>
            </a:r>
            <a:endParaRPr lang="en-US" sz="285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2" name="Connector line-1792481975016-752419308"/>
          <p:cNvSpPr/>
          <p:nvPr/>
        </p:nvSpPr>
        <p:spPr>
          <a:xfrm>
            <a:off x="8572500" y="5429250"/>
            <a:ext cx="11430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dc3bcbbd-fc3a-4142-8ae5-301f17048d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spc="28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950" b="1" spc="29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028700"/>
            <a:ext cx="1619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54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dựng</a:t>
            </a:r>
            <a:r>
              <a:rPr lang="en-US" sz="54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3048000" cy="4191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19200" y="3162300"/>
            <a:ext cx="685800" cy="6858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6" name="Text 4"/>
          <p:cNvSpPr/>
          <p:nvPr/>
        </p:nvSpPr>
        <p:spPr>
          <a:xfrm>
            <a:off x="1219200" y="3257550"/>
            <a:ext cx="685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4267200" y="2857500"/>
            <a:ext cx="3048000" cy="4191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3162300"/>
            <a:ext cx="685800" cy="6858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3257550"/>
            <a:ext cx="685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7620000" y="2857500"/>
            <a:ext cx="3048000" cy="4191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924800" y="3162300"/>
            <a:ext cx="685800" cy="6858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2" name="Text 10"/>
          <p:cNvSpPr/>
          <p:nvPr/>
        </p:nvSpPr>
        <p:spPr>
          <a:xfrm>
            <a:off x="7924800" y="3257550"/>
            <a:ext cx="685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10972800" y="2857500"/>
            <a:ext cx="3048000" cy="4191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277600" y="3162300"/>
            <a:ext cx="685800" cy="6858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1277600" y="3257550"/>
            <a:ext cx="685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14325600" y="2857500"/>
            <a:ext cx="3048000" cy="4191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630400" y="3162300"/>
            <a:ext cx="685800" cy="6858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8" name="Text 16"/>
          <p:cNvSpPr/>
          <p:nvPr/>
        </p:nvSpPr>
        <p:spPr>
          <a:xfrm>
            <a:off x="14630400" y="3257550"/>
            <a:ext cx="685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300" dirty="0"/>
          </a:p>
        </p:txBody>
      </p:sp>
      <p:sp>
        <p:nvSpPr>
          <p:cNvPr id="19" name="Connector line-1792482000084-800986253"/>
          <p:cNvSpPr/>
          <p:nvPr/>
        </p:nvSpPr>
        <p:spPr>
          <a:xfrm>
            <a:off x="4000500" y="4953000"/>
            <a:ext cx="228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20" name="Connector line-1792482000084-90214967"/>
          <p:cNvSpPr/>
          <p:nvPr/>
        </p:nvSpPr>
        <p:spPr>
          <a:xfrm>
            <a:off x="7353300" y="4953000"/>
            <a:ext cx="228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21" name="Connector line-1792482000084-597572834"/>
          <p:cNvSpPr/>
          <p:nvPr/>
        </p:nvSpPr>
        <p:spPr>
          <a:xfrm>
            <a:off x="10706100" y="4953000"/>
            <a:ext cx="228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22" name="Connector line-1792482000084-11387056"/>
          <p:cNvSpPr/>
          <p:nvPr/>
        </p:nvSpPr>
        <p:spPr>
          <a:xfrm>
            <a:off x="14058900" y="4953000"/>
            <a:ext cx="228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219200" y="4095750"/>
            <a:ext cx="2438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Lấy</a:t>
            </a:r>
            <a:r>
              <a:rPr lang="en-US" sz="3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viên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219200" y="4762500"/>
            <a:ext cx="2438400" cy="1905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kiếm,</a:t>
            </a:r>
            <a:r>
              <a:rPr lang="en-US" sz="22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thị,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dõi.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4572000" y="4095750"/>
            <a:ext cx="2438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Gắn</a:t>
            </a:r>
            <a:r>
              <a:rPr lang="en-US" sz="30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đặc</a:t>
            </a:r>
            <a:r>
              <a:rPr lang="en-US" sz="3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trưng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4572000" y="4762500"/>
            <a:ext cx="2438400" cy="1905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6000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đặc</a:t>
            </a:r>
            <a:r>
              <a:rPr lang="en-US" sz="22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hạng.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7924800" y="4095750"/>
            <a:ext cx="2438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Chấm</a:t>
            </a:r>
            <a:r>
              <a:rPr lang="en-US" sz="30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7924800" y="4762500"/>
            <a:ext cx="2438400" cy="1905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ML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tweet.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1277600" y="4095750"/>
            <a:ext cx="2438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Lọc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11277600" y="4762500"/>
            <a:ext cx="2438400" cy="1905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tweet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xem,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chặn.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14630400" y="4095750"/>
            <a:ext cx="2438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Trộn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14630400" y="4762500"/>
            <a:ext cx="2438400" cy="1905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quảng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cáo,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dõi.</a:t>
            </a:r>
            <a:endParaRPr lang="en-US" sz="2250" dirty="0"/>
          </a:p>
        </p:txBody>
      </p:sp>
      <p:sp>
        <p:nvSpPr>
          <p:cNvPr id="33" name="Text 31"/>
          <p:cNvSpPr/>
          <p:nvPr/>
        </p:nvSpPr>
        <p:spPr>
          <a:xfrm>
            <a:off x="914400" y="7715250"/>
            <a:ext cx="1619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8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Tab</a:t>
            </a:r>
            <a:r>
              <a:rPr lang="en-US" sz="28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Following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8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tweet</a:t>
            </a:r>
            <a:r>
              <a:rPr lang="en-US" sz="28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dõi.</a:t>
            </a:r>
            <a:endParaRPr lang="en-US" sz="2850" dirty="0"/>
          </a:p>
        </p:txBody>
      </p:sp>
      <p:sp>
        <p:nvSpPr>
          <p:cNvPr id="34" name="Shape 3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F3EEE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4dbc69c6-8ce3-4933-b9b9-a047e9aeaf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1950" b="1" spc="27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EARLYBIRD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028700"/>
            <a:ext cx="1619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r>
              <a:rPr lang="en-US" sz="54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54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10668000" cy="1524000"/>
          </a:xfrm>
          <a:prstGeom prst="roundRect">
            <a:avLst>
              <a:gd name="adj" fmla="val 175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4381500"/>
            <a:ext cx="10668000" cy="1524000"/>
          </a:xfrm>
          <a:prstGeom prst="roundRect">
            <a:avLst>
              <a:gd name="adj" fmla="val 175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6191250"/>
            <a:ext cx="10668000" cy="1524000"/>
          </a:xfrm>
          <a:prstGeom prst="roundRect">
            <a:avLst>
              <a:gd name="adj" fmla="val 175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33500" y="2857500"/>
            <a:ext cx="990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Thời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</a:t>
            </a:r>
            <a:r>
              <a:rPr lang="en-US" sz="36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333500" y="3467100"/>
            <a:ext cx="990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333500" y="4667250"/>
            <a:ext cx="990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Được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bảo</a:t>
            </a:r>
            <a:r>
              <a:rPr lang="en-US" sz="36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vệ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333500" y="5276850"/>
            <a:ext cx="990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của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tweet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333500" y="6477000"/>
            <a:ext cx="990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36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trữ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333500" y="7086600"/>
            <a:ext cx="990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 thứ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001500" y="2571750"/>
            <a:ext cx="5372100" cy="5143500"/>
          </a:xfrm>
          <a:prstGeom prst="roundRect">
            <a:avLst>
              <a:gd name="adj" fmla="val 5185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382500" y="2952750"/>
            <a:ext cx="46101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0" dirty="0" spc="-3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~50%</a:t>
            </a:r>
            <a:endParaRPr lang="en-US" sz="11250" dirty="0"/>
          </a:p>
        </p:txBody>
      </p:sp>
      <p:sp>
        <p:nvSpPr>
          <p:cNvPr id="15" name="Text 13"/>
          <p:cNvSpPr/>
          <p:nvPr/>
        </p:nvSpPr>
        <p:spPr>
          <a:xfrm>
            <a:off x="12382500" y="4762500"/>
            <a:ext cx="4610100" cy="1333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tweet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</a:t>
            </a:r>
            <a:r>
              <a:rPr lang="en-US" sz="2700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2700" dirty="0" spc="-7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</a:t>
            </a:r>
            <a:r>
              <a:rPr lang="en-US" sz="27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2382500" y="6477000"/>
            <a:ext cx="46101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phần,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cdd8b85d-0641-4b7e-a178-e2e9c5d5d8a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028700"/>
            <a:ext cx="1619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54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54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4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5400" dirty="0" spc="-6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54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914400" y="2476500"/>
            <a:ext cx="81153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58300" y="2476500"/>
            <a:ext cx="81153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562600"/>
            <a:ext cx="81153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58300" y="5562600"/>
            <a:ext cx="81153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33500" y="2762250"/>
            <a:ext cx="7334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33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3300" dirty="0"/>
          </a:p>
        </p:txBody>
      </p:sp>
      <p:sp>
        <p:nvSpPr>
          <p:cNvPr id="9" name="Text richtext-1792482032468-624486344"/>
          <p:cNvSpPr/>
          <p:nvPr/>
        </p:nvSpPr>
        <p:spPr>
          <a:xfrm>
            <a:off x="1333500" y="3543300"/>
            <a:ext cx="733425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FlockDB: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tháng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Snowflake: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9677400" y="2762250"/>
            <a:ext cx="7334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 bản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ghim</a:t>
            </a:r>
            <a:endParaRPr lang="en-US" sz="3300" dirty="0"/>
          </a:p>
        </p:txBody>
      </p:sp>
      <p:sp>
        <p:nvSpPr>
          <p:cNvPr id="11" name="Text richtext-1792482032485-303700194"/>
          <p:cNvSpPr/>
          <p:nvPr/>
        </p:nvSpPr>
        <p:spPr>
          <a:xfrm>
            <a:off x="9677400" y="3543300"/>
            <a:ext cx="733425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mở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2025-09-03.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 chụp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2022.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333500" y="5848350"/>
            <a:ext cx="7334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33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3300" dirty="0"/>
          </a:p>
        </p:txBody>
      </p:sp>
      <p:sp>
        <p:nvSpPr>
          <p:cNvPr id="13" name="Text richtext-1792482032493-840052740"/>
          <p:cNvSpPr/>
          <p:nvPr/>
        </p:nvSpPr>
        <p:spPr>
          <a:xfrm>
            <a:off x="1333500" y="6629400"/>
            <a:ext cx="733425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4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Twitter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677400" y="5848350"/>
            <a:ext cx="7334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3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3300" dirty="0"/>
          </a:p>
        </p:txBody>
      </p:sp>
      <p:sp>
        <p:nvSpPr>
          <p:cNvPr id="15" name="Text richtext-1792482032502-808121274"/>
          <p:cNvSpPr/>
          <p:nvPr/>
        </p:nvSpPr>
        <p:spPr>
          <a:xfrm>
            <a:off x="9677400" y="6629400"/>
            <a:ext cx="733425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quy mô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FlockDB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Sơ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5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F3EE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071a0899-4404-481f-8c4a-fc50fef123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2857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75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For</a:t>
            </a:r>
            <a:r>
              <a:rPr lang="en-US" sz="7500" dirty="0" spc="-1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You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75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viên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4762500"/>
            <a:ext cx="16459200" cy="3810000"/>
          </a:xfrm>
          <a:prstGeom prst="roundRect">
            <a:avLst>
              <a:gd name="adj" fmla="val 8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5048250"/>
            <a:ext cx="571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Đáp</a:t>
            </a:r>
            <a:r>
              <a:rPr lang="en-US" sz="300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án</a:t>
            </a:r>
            <a:endParaRPr lang="en-US" sz="3000" dirty="0"/>
          </a:p>
        </p:txBody>
      </p:sp>
      <p:sp>
        <p:nvSpPr>
          <p:cNvPr id="6" name="Text richtext-1792482042559-800831581"/>
          <p:cNvSpPr/>
          <p:nvPr/>
        </p:nvSpPr>
        <p:spPr>
          <a:xfrm>
            <a:off x="1333500" y="5810250"/>
            <a:ext cx="15621000" cy="2476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marL="361950" indent="-258592">
              <a:lnSpc>
                <a:spcPts val="399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</a:t>
            </a:r>
            <a:r>
              <a:rPr lang="en-US" sz="2850" dirty="0" spc="-7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tweet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mạng.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đặc</a:t>
            </a:r>
            <a:r>
              <a:rPr lang="en-US" sz="28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trưng,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chấm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điểm,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1a8f7cca-a0aa-4e47-bc93-6b7ace2e1f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8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FLOCKDB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028700"/>
            <a:ext cx="1619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cạnh</a:t>
            </a:r>
            <a:r>
              <a:rPr lang="en-US" sz="54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 hai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5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71750"/>
          <a:ext cx="137160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  <a:gridCol w="5486400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Hàng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Cạnh</a:t>
                      </a:r>
                      <a:r>
                        <a:rPr lang="en-US" sz="2850" b="1" dirty="0" spc="-3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"A</a:t>
                      </a:r>
                      <a:r>
                        <a:rPr lang="en-US" sz="285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theo</a:t>
                      </a:r>
                      <a:r>
                        <a:rPr lang="en-US" sz="285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dõi</a:t>
                      </a:r>
                      <a:r>
                        <a:rPr lang="en-US" sz="285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B"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6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Trả</a:t>
                      </a:r>
                      <a:r>
                        <a:rPr lang="en-US" sz="2850" b="1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lời câu</a:t>
                      </a:r>
                      <a:r>
                        <a:rPr lang="en-US" sz="28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hỏi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766E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Hàng</a:t>
                      </a:r>
                      <a:r>
                        <a:rPr lang="en-US" sz="28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xuôi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CFE8E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</a:t>
                      </a:r>
                      <a:r>
                        <a:rPr lang="en-US" sz="2850" dirty="0" spc="-1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tới</a:t>
                      </a:r>
                      <a:r>
                        <a:rPr lang="en-US" sz="28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CFE8E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</a:t>
                      </a:r>
                      <a:r>
                        <a:rPr lang="en-US" sz="28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theo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dõi</a:t>
                      </a:r>
                      <a:r>
                        <a:rPr lang="en-US" sz="28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ai?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CFE8E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Hàng</a:t>
                      </a:r>
                      <a:r>
                        <a:rPr lang="en-US" sz="285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ngược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</a:t>
                      </a:r>
                      <a:r>
                        <a:rPr lang="en-US" sz="28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Ai</a:t>
                      </a:r>
                      <a:r>
                        <a:rPr lang="en-US" sz="28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theo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dõi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B?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85800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giá: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đôi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914400" y="75247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2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2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README.</a:t>
            </a:r>
            <a:endParaRPr lang="en-US" sz="2250" dirty="0"/>
          </a:p>
        </p:txBody>
      </p:sp>
      <p:sp>
        <p:nvSpPr>
          <p:cNvPr id="7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97a5fe1d-325e-409d-82e7-b635d6ec6c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028700"/>
            <a:ext cx="1619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5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54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54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54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54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52578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15100" y="2381250"/>
            <a:ext cx="52578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15800" y="2381250"/>
            <a:ext cx="52578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5581650"/>
            <a:ext cx="52578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15100" y="5581650"/>
            <a:ext cx="52578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115800" y="5581650"/>
            <a:ext cx="52578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57300" y="266700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RPC</a:t>
            </a:r>
            <a:endParaRPr lang="en-US" sz="4500" dirty="0"/>
          </a:p>
        </p:txBody>
      </p:sp>
      <p:sp>
        <p:nvSpPr>
          <p:cNvPr id="11" name="Text 9"/>
          <p:cNvSpPr/>
          <p:nvPr/>
        </p:nvSpPr>
        <p:spPr>
          <a:xfrm>
            <a:off x="1257300" y="352425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858000" y="266700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JVM</a:t>
            </a:r>
            <a:endParaRPr lang="en-US" sz="4500" dirty="0"/>
          </a:p>
        </p:txBody>
      </p:sp>
      <p:sp>
        <p:nvSpPr>
          <p:cNvPr id="13" name="Text 11"/>
          <p:cNvSpPr/>
          <p:nvPr/>
        </p:nvSpPr>
        <p:spPr>
          <a:xfrm>
            <a:off x="6858000" y="352425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4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2458700" y="266700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DB</a:t>
            </a:r>
            <a:endParaRPr lang="en-US" sz="4500" dirty="0"/>
          </a:p>
        </p:txBody>
      </p:sp>
      <p:sp>
        <p:nvSpPr>
          <p:cNvPr id="15" name="Text 13"/>
          <p:cNvSpPr/>
          <p:nvPr/>
        </p:nvSpPr>
        <p:spPr>
          <a:xfrm>
            <a:off x="12458700" y="352425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257300" y="586740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ID</a:t>
            </a:r>
            <a:endParaRPr lang="en-US" sz="4500" dirty="0"/>
          </a:p>
        </p:txBody>
      </p:sp>
      <p:sp>
        <p:nvSpPr>
          <p:cNvPr id="17" name="Text 15"/>
          <p:cNvSpPr/>
          <p:nvPr/>
        </p:nvSpPr>
        <p:spPr>
          <a:xfrm>
            <a:off x="1257300" y="672465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858000" y="586740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ML</a:t>
            </a:r>
            <a:endParaRPr lang="en-US" sz="4500" dirty="0"/>
          </a:p>
        </p:txBody>
      </p:sp>
      <p:sp>
        <p:nvSpPr>
          <p:cNvPr id="19" name="Text 17"/>
          <p:cNvSpPr/>
          <p:nvPr/>
        </p:nvSpPr>
        <p:spPr>
          <a:xfrm>
            <a:off x="6858000" y="672465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2458700" y="5867400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33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endParaRPr lang="en-US" sz="3300" dirty="0"/>
          </a:p>
        </p:txBody>
      </p:sp>
      <p:sp>
        <p:nvSpPr>
          <p:cNvPr id="21" name="Text richtext-1792482072026-929187509"/>
          <p:cNvSpPr/>
          <p:nvPr/>
        </p:nvSpPr>
        <p:spPr>
          <a:xfrm>
            <a:off x="12458700" y="6534150"/>
            <a:ext cx="4572000" cy="180975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marL="247650" indent="-176931">
              <a:lnSpc>
                <a:spcPts val="273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 bài</a:t>
            </a: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  <a:p>
            <a:pPr algn="l" marL="247650" indent="-176931">
              <a:lnSpc>
                <a:spcPts val="273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1950" dirty="0" spc="-3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Twitter: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Home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Mixer,</a:t>
            </a: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Earlybird,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Navi</a:t>
            </a:r>
            <a:endParaRPr lang="en-US" sz="1950" dirty="0"/>
          </a:p>
          <a:p>
            <a:pPr algn="l" marL="247650" indent="-17693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1950" dirty="0" spc="-3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Twitter: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FlockDB,</a:t>
            </a: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Gizzard,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Snowflake,</a:t>
            </a: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Finagle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40a37b42-3d6c-4b3d-a564-8cf6898304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2026-10-20T07:41:40Z</dcterms:created>
  <dcterms:modified xsi:type="dcterms:W3CDTF">2026-10-20T07:41:40Z</dcterms:modified>
</cp:coreProperties>
</file>