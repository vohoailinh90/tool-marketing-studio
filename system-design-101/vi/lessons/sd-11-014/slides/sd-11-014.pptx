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819150"/>
            <a:ext cx="952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8953500" cy="5334000"/>
          </a:xfrm>
          <a:prstGeom prst="rect">
            <a:avLst/>
          </a:prstGeom>
          <a:noFill/>
          <a:ln/>
        </p:spPr>
        <p:txBody>
          <a:bodyPr wrap="square" lIns="0" tIns="48863" rIns="0" bIns="-48863" rtlCol="0" anchor="t"/>
          <a:lstStyle/>
          <a:p>
            <a:pPr algn="l" indent="0" marL="0">
              <a:lnSpc>
                <a:spcPts val="5985"/>
              </a:lnSpc>
              <a:buNone/>
            </a:pPr>
            <a:r>
              <a:rPr lang="en-US" sz="5700" dirty="0" spc="-13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 thiết</a:t>
            </a:r>
            <a:r>
              <a:rPr lang="en-US" sz="5700" dirty="0" spc="-4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kế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giữ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57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57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r>
              <a:rPr lang="en-US" sz="57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 không</a:t>
            </a:r>
            <a:r>
              <a:rPr lang="en-US" sz="57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thành</a:t>
            </a:r>
            <a:r>
              <a:rPr lang="en-US" sz="57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sự</a:t>
            </a:r>
            <a:r>
              <a:rPr lang="en-US" sz="57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cố</a:t>
            </a:r>
            <a:r>
              <a:rPr lang="en-US" sz="57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lớn</a:t>
            </a:r>
            <a:endParaRPr lang="en-US" sz="5700" dirty="0"/>
          </a:p>
        </p:txBody>
      </p:sp>
      <p:sp>
        <p:nvSpPr>
          <p:cNvPr id="4" name="Text 2"/>
          <p:cNvSpPr/>
          <p:nvPr/>
        </p:nvSpPr>
        <p:spPr>
          <a:xfrm>
            <a:off x="914400" y="7048500"/>
            <a:ext cx="8953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30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30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thiệt</a:t>
            </a:r>
            <a:r>
              <a:rPr lang="en-US" sz="30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hại,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dirty="0" spc="-1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lỗi.</a:t>
            </a:r>
            <a:endParaRPr lang="en-US" sz="3000" dirty="0"/>
          </a:p>
        </p:txBody>
      </p:sp>
      <p:sp>
        <p:nvSpPr>
          <p:cNvPr id="5" name="Connector line-1792423103074-763590859"/>
          <p:cNvSpPr/>
          <p:nvPr/>
        </p:nvSpPr>
        <p:spPr>
          <a:xfrm>
            <a:off x="914400" y="8096250"/>
            <a:ext cx="8610600" cy="0"/>
          </a:xfrm>
          <a:prstGeom prst="line">
            <a:avLst/>
          </a:prstGeom>
          <a:noFill/>
          <a:ln w="19050">
            <a:solidFill>
              <a:srgbClr val="2A2E3B"/>
            </a:solidFill>
            <a:prstDash val="solid"/>
            <a:headEnd type="none"/>
            <a:tailEnd type="none"/>
          </a:ln>
        </p:spPr>
      </p:sp>
      <p:sp>
        <p:nvSpPr>
          <p:cNvPr id="6" name="Text 4"/>
          <p:cNvSpPr/>
          <p:nvPr/>
        </p:nvSpPr>
        <p:spPr>
          <a:xfrm>
            <a:off x="914400" y="8362950"/>
            <a:ext cx="8953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lan như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quả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r>
              <a:rPr lang="en-US" sz="210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tuyết.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914400" y="9715500"/>
            <a:ext cx="95250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đám</a:t>
            </a:r>
            <a:r>
              <a:rPr lang="en-US" sz="165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mây</a:t>
            </a:r>
            <a:r>
              <a:rPr lang="en-US" sz="165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1650" dirty="0"/>
          </a:p>
        </p:txBody>
      </p:sp>
      <p:sp>
        <p:nvSpPr>
          <p:cNvPr id="8" name="Shape 6"/>
          <p:cNvSpPr/>
          <p:nvPr/>
        </p:nvSpPr>
        <p:spPr>
          <a:xfrm>
            <a:off x="11277600" y="3429000"/>
            <a:ext cx="1485900" cy="1524000"/>
          </a:xfrm>
          <a:custGeom>
            <a:avLst/>
            <a:gdLst/>
            <a:ahLst/>
            <a:cxnLst/>
            <a:rect l="l" t="t" r="r" b="b"/>
            <a:pathLst>
              <a:path w="1485900" h="1524000">
                <a:moveTo>
                  <a:pt x="0" y="1524000"/>
                </a:moveTo>
                <a:cubicBezTo>
                  <a:pt x="723900" y="152400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3DD6A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1277600" y="4953000"/>
            <a:ext cx="1485900" cy="9144"/>
          </a:xfrm>
          <a:custGeom>
            <a:avLst/>
            <a:gdLst/>
            <a:ahLst/>
            <a:cxnLst/>
            <a:rect l="l" t="t" r="r" b="b"/>
            <a:pathLst>
              <a:path w="1485900" h="9144">
                <a:moveTo>
                  <a:pt x="0" y="0"/>
                </a:moveTo>
                <a:cubicBezTo>
                  <a:pt x="723900" y="0"/>
                  <a:pt x="723900" y="0"/>
                  <a:pt x="1485900" y="0"/>
                </a:cubicBezTo>
              </a:path>
            </a:pathLst>
          </a:custGeom>
          <a:ln w="47625">
            <a:solidFill>
              <a:srgbClr val="FF6A4D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1277600" y="4953000"/>
            <a:ext cx="1485900" cy="1524000"/>
          </a:xfrm>
          <a:custGeom>
            <a:avLst/>
            <a:gdLst/>
            <a:ahLst/>
            <a:cxnLst/>
            <a:rect l="l" t="t" r="r" b="b"/>
            <a:pathLst>
              <a:path w="1485900" h="1524000">
                <a:moveTo>
                  <a:pt x="0" y="0"/>
                </a:moveTo>
                <a:cubicBezTo>
                  <a:pt x="723900" y="0"/>
                  <a:pt x="723900" y="1524000"/>
                  <a:pt x="1485900" y="1524000"/>
                </a:cubicBezTo>
              </a:path>
            </a:pathLst>
          </a:custGeom>
          <a:ln w="47625">
            <a:solidFill>
              <a:srgbClr val="7C93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77400" y="4152900"/>
            <a:ext cx="1600200" cy="1600200"/>
          </a:xfrm>
          <a:prstGeom prst="ellipse">
            <a:avLst/>
          </a:prstGeom>
          <a:solidFill>
            <a:srgbClr val="F3EEE3"/>
          </a:solidFill>
          <a:ln/>
        </p:spPr>
      </p:sp>
      <p:sp>
        <p:nvSpPr>
          <p:cNvPr id="12" name="Text 10"/>
          <p:cNvSpPr/>
          <p:nvPr/>
        </p:nvSpPr>
        <p:spPr>
          <a:xfrm>
            <a:off x="9715500" y="4572000"/>
            <a:ext cx="1524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Lỗi</a:t>
            </a:r>
            <a:r>
              <a:rPr lang="en-US" sz="225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nhỏ</a:t>
            </a:r>
            <a:endParaRPr lang="en-US" sz="2250" dirty="0"/>
          </a:p>
        </p:txBody>
      </p:sp>
      <p:sp>
        <p:nvSpPr>
          <p:cNvPr id="13" name="Text 11"/>
          <p:cNvSpPr/>
          <p:nvPr/>
        </p:nvSpPr>
        <p:spPr>
          <a:xfrm>
            <a:off x="12763500" y="3067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-8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b="1" dirty="0" spc="-2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endParaRPr lang="en-US" sz="2100" dirty="0"/>
          </a:p>
        </p:txBody>
      </p:sp>
      <p:sp>
        <p:nvSpPr>
          <p:cNvPr id="14" name="Text 12"/>
          <p:cNvSpPr/>
          <p:nvPr/>
        </p:nvSpPr>
        <p:spPr>
          <a:xfrm>
            <a:off x="12763500" y="4591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100" b="1" dirty="0" spc="2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b="1" dirty="0" spc="-4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</a:t>
            </a:r>
            <a:r>
              <a:rPr lang="en-US" sz="2100" b="1" dirty="0" spc="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100" b="1" dirty="0" spc="-21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12763500" y="6115050"/>
            <a:ext cx="4762500" cy="723900"/>
          </a:xfrm>
          <a:prstGeom prst="roundRect">
            <a:avLst>
              <a:gd name="adj" fmla="val 50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1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hệ</a:t>
            </a:r>
            <a:r>
              <a:rPr lang="en-US" sz="2100" b="1" dirty="0" spc="-8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thống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b0b7505b-01cd-46cf-b33c-700475839ca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3" name="Shape 1"/>
          <p:cNvSpPr/>
          <p:nvPr/>
        </p:nvSpPr>
        <p:spPr>
          <a:xfrm>
            <a:off x="914400" y="2190750"/>
            <a:ext cx="133350" cy="53340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</p:sp>
      <p:sp>
        <p:nvSpPr>
          <p:cNvPr id="4" name="Text 2"/>
          <p:cNvSpPr/>
          <p:nvPr/>
        </p:nvSpPr>
        <p:spPr>
          <a:xfrm>
            <a:off x="1428750" y="2190750"/>
            <a:ext cx="15716250" cy="5334000"/>
          </a:xfrm>
          <a:prstGeom prst="rect">
            <a:avLst/>
          </a:prstGeom>
          <a:noFill/>
          <a:ln/>
        </p:spPr>
        <p:txBody>
          <a:bodyPr wrap="square" lIns="0" tIns="21907" rIns="0" bIns="-21907" rtlCol="0" anchor="t"/>
          <a:lstStyle/>
          <a:p>
            <a:pPr algn="l" indent="0" marL="0">
              <a:lnSpc>
                <a:spcPts val="7935"/>
              </a:lnSpc>
              <a:buNone/>
            </a:pP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Biết 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54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69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,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cách chạy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7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935"/>
              </a:lnSpc>
              <a:buNone/>
            </a:pPr>
            <a:r>
              <a:rPr lang="en-US" sz="6900" dirty="0" spc="-32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giới</a:t>
            </a:r>
            <a:r>
              <a:rPr lang="en-US" sz="6900" dirty="0" spc="3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pPr algn="l" indent="0" marL="0">
              <a:lnSpc>
                <a:spcPts val="7935"/>
              </a:lnSpc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của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mỗi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mẫu.</a:t>
            </a:r>
            <a:endParaRPr lang="en-US" sz="6900" dirty="0"/>
          </a:p>
        </p:txBody>
      </p:sp>
      <p:sp>
        <p:nvSpPr>
          <p:cNvPr id="5" name="Shape 3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6" name="Shape 14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7" name="Moda image moda-export-watermark-983bc455-2640-4895-9478-f54a4bff0b0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1</a:t>
            </a:r>
            <a:r>
              <a:rPr lang="en-US" sz="1800" b="1" spc="300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TIMEOUT</a:t>
            </a:r>
            <a:r>
              <a:rPr lang="en-US" sz="1800" b="1" spc="253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88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RETRY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Chờ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hạn,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lại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1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độ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3048000"/>
            <a:ext cx="8001000" cy="4953000"/>
          </a:xfrm>
          <a:prstGeom prst="roundRect">
            <a:avLst>
              <a:gd name="adj" fmla="val 6154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954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Timeout</a:t>
            </a:r>
            <a:endParaRPr lang="en-US" sz="3900" dirty="0"/>
          </a:p>
        </p:txBody>
      </p:sp>
      <p:sp>
        <p:nvSpPr>
          <p:cNvPr id="7" name="Text 5"/>
          <p:cNvSpPr/>
          <p:nvPr/>
        </p:nvSpPr>
        <p:spPr>
          <a:xfrm>
            <a:off x="12954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850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850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</a:t>
            </a:r>
            <a:r>
              <a:rPr lang="en-US" sz="2850" dirty="0" spc="-2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bỏ.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nhầm;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 quá</a:t>
            </a:r>
            <a:r>
              <a:rPr lang="en-US" sz="28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bảo</a:t>
            </a:r>
            <a:r>
              <a:rPr lang="en-US" sz="2850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vệ</a:t>
            </a:r>
            <a:r>
              <a:rPr lang="en-US" sz="2850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gì.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9753600" y="3333750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900" dirty="0" spc="-1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Retry</a:t>
            </a:r>
            <a:endParaRPr lang="en-US" sz="3900" dirty="0"/>
          </a:p>
        </p:txBody>
      </p:sp>
      <p:sp>
        <p:nvSpPr>
          <p:cNvPr id="9" name="Text 7"/>
          <p:cNvSpPr/>
          <p:nvPr/>
        </p:nvSpPr>
        <p:spPr>
          <a:xfrm>
            <a:off x="9753600" y="4286250"/>
            <a:ext cx="7239000" cy="3429000"/>
          </a:xfrm>
          <a:prstGeom prst="rect">
            <a:avLst/>
          </a:prstGeom>
          <a:noFill/>
          <a:ln/>
        </p:spPr>
        <p:txBody>
          <a:bodyPr wrap="square" lIns="0" tIns="15383" rIns="0" bIns="-15383" rtlCol="0" anchor="t"/>
          <a:lstStyle/>
          <a:p>
            <a:pPr algn="l" indent="0" marL="0">
              <a:lnSpc>
                <a:spcPts val="3705"/>
              </a:lnSpc>
              <a:buNone/>
            </a:pP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lỗi</a:t>
            </a:r>
            <a:r>
              <a:rPr lang="en-US" sz="28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thoáng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qua,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giãn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tăng</a:t>
            </a:r>
            <a:r>
              <a:rPr lang="en-US" sz="28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dần.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8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</a:t>
            </a:r>
            <a:r>
              <a:rPr lang="en-US" sz="28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toàn</a:t>
            </a:r>
            <a:r>
              <a:rPr lang="en-US" sz="28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8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28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 idempotent.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 03/10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c2852a6f-94f7-40e7-9c95-3639975324c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2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6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NGẮT</a:t>
            </a:r>
            <a:r>
              <a:rPr lang="en-US" sz="1800" b="1" spc="288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</a:t>
            </a:r>
            <a:r>
              <a:rPr lang="en-US" sz="1800" b="1" spc="25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9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GIỚI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Ngừng</a:t>
            </a:r>
            <a:r>
              <a:rPr lang="en-US" sz="6900" dirty="0" spc="-4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gọi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bên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kia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lỗi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6DFCD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kia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liên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tục</a:t>
            </a:r>
            <a:endParaRPr lang="en-US" sz="2850" dirty="0"/>
          </a:p>
        </p:txBody>
      </p:sp>
      <p:sp>
        <p:nvSpPr>
          <p:cNvPr id="5" name="Text 3"/>
          <p:cNvSpPr/>
          <p:nvPr/>
        </p:nvSpPr>
        <p:spPr>
          <a:xfrm>
            <a:off x="68580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8472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mạch:</a:t>
            </a:r>
            <a:r>
              <a:rPr lang="en-US" sz="2850" b="1" dirty="0" spc="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2850" dirty="0"/>
          </a:p>
        </p:txBody>
      </p:sp>
      <p:sp>
        <p:nvSpPr>
          <p:cNvPr id="6" name="Text 4"/>
          <p:cNvSpPr/>
          <p:nvPr/>
        </p:nvSpPr>
        <p:spPr>
          <a:xfrm>
            <a:off x="12801600" y="3524250"/>
            <a:ext cx="4572000" cy="2286000"/>
          </a:xfrm>
          <a:prstGeom prst="roundRect">
            <a:avLst>
              <a:gd name="adj" fmla="val 11667"/>
            </a:avLst>
          </a:prstGeom>
          <a:solidFill>
            <a:srgbClr val="E6DFCD"/>
          </a:solidFill>
          <a:ln w="28575">
            <a:solidFill>
              <a:srgbClr val="E8472B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5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r>
              <a:rPr lang="en-US" sz="2850" b="1" dirty="0" spc="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chút</a:t>
            </a:r>
            <a:endParaRPr lang="en-US" sz="2850" dirty="0"/>
          </a:p>
        </p:txBody>
      </p:sp>
      <p:sp>
        <p:nvSpPr>
          <p:cNvPr id="7" name="Shape 5"/>
          <p:cNvSpPr/>
          <p:nvPr/>
        </p:nvSpPr>
        <p:spPr>
          <a:xfrm>
            <a:off x="5524500" y="466725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1468100" y="4667250"/>
            <a:ext cx="1295400" cy="9144"/>
          </a:xfrm>
          <a:custGeom>
            <a:avLst/>
            <a:gdLst/>
            <a:ahLst/>
            <a:cxnLst/>
            <a:rect l="l" t="t" r="r" b="b"/>
            <a:pathLst>
              <a:path w="1295400" h="9144">
                <a:moveTo>
                  <a:pt x="0" y="0"/>
                </a:moveTo>
                <a:lnTo>
                  <a:pt x="1295400" y="0"/>
                </a:lnTo>
              </a:path>
            </a:pathLst>
          </a:custGeom>
          <a:ln w="57150">
            <a:solidFill>
              <a:srgbClr val="14161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66675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tốc</a:t>
            </a:r>
            <a:r>
              <a:rPr lang="en-US" sz="25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độ: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55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tối</a:t>
            </a:r>
            <a:r>
              <a:rPr lang="en-US" sz="255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5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khoảng.</a:t>
            </a:r>
            <a:endParaRPr lang="en-US" sz="2550" dirty="0"/>
          </a:p>
        </p:txBody>
      </p:sp>
      <p:sp>
        <p:nvSpPr>
          <p:cNvPr id="10" name="Text 8"/>
          <p:cNvSpPr/>
          <p:nvPr/>
        </p:nvSpPr>
        <p:spPr>
          <a:xfrm>
            <a:off x="914400" y="733425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550" dirty="0" spc="-16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Vượt</a:t>
            </a:r>
            <a:r>
              <a:rPr lang="en-US" sz="2550" dirty="0" spc="-20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trần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2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550" dirty="0" spc="-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chối,</a:t>
            </a:r>
            <a:r>
              <a:rPr lang="en-US" sz="2550" dirty="0" spc="-37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550" dirty="0" spc="5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người</a:t>
            </a:r>
            <a:r>
              <a:rPr lang="en-US" sz="2550" dirty="0" spc="0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hợp</a:t>
            </a:r>
            <a:r>
              <a:rPr lang="en-US" sz="2550" dirty="0" spc="1" kern="0">
                <a:solidFill>
                  <a:srgbClr val="3A3F5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3b2dba2e-3a38-4420-b5b5-96e3cfb750ad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3</a:t>
            </a:r>
            <a:r>
              <a:rPr lang="en-US" sz="1800" b="1" spc="30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b="1" spc="27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1800" b="1" spc="297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98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NGĂN</a:t>
            </a:r>
            <a:r>
              <a:rPr lang="en-US" sz="1800" b="1" spc="29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Giữ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phần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còn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chạy</a:t>
            </a:r>
            <a:r>
              <a:rPr lang="en-US" sz="6900" dirty="0" spc="-3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tốt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0" y="0"/>
            <a:ext cx="9525" cy="9525"/>
          </a:xfrm>
          <a:prstGeom prst="rect">
            <a:avLst/>
          </a:prstGeom>
          <a:solidFill>
            <a:srgbClr val="14161C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372600" y="3048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144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372600" y="5715000"/>
            <a:ext cx="80010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bớt</a:t>
            </a:r>
            <a:r>
              <a:rPr lang="en-US" sz="27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việc:</a:t>
            </a:r>
            <a:r>
              <a:rPr lang="en-US" sz="2700" b="1" dirty="0" spc="-4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chối</a:t>
            </a:r>
            <a:r>
              <a:rPr lang="en-US" sz="2700" b="1" dirty="0" spc="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b="1" dirty="0" spc="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700" b="1" dirty="0" spc="-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</a:t>
            </a:r>
            <a:endParaRPr lang="en-US" sz="2700" dirty="0"/>
          </a:p>
        </p:txBody>
      </p:sp>
      <p:sp>
        <p:nvSpPr>
          <p:cNvPr id="10" name="Text 8"/>
          <p:cNvSpPr/>
          <p:nvPr/>
        </p:nvSpPr>
        <p:spPr>
          <a:xfrm>
            <a:off x="9696450" y="3048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 cần</a:t>
            </a:r>
            <a:r>
              <a:rPr lang="en-US" sz="270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70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</a:t>
            </a:r>
            <a:r>
              <a:rPr lang="en-US" sz="2700" dirty="0" spc="-2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trọng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2382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700" b="1" dirty="0" spc="-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khoang:</a:t>
            </a:r>
            <a:r>
              <a:rPr lang="en-US" sz="27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700" b="1" dirty="0" spc="-1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nguyên</a:t>
            </a:r>
            <a:r>
              <a:rPr lang="en-US" sz="27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700" b="1" dirty="0" spc="-3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khoang</a:t>
            </a:r>
            <a:r>
              <a:rPr lang="en-US" sz="2700" b="1" dirty="0" spc="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700" dirty="0"/>
          </a:p>
        </p:txBody>
      </p:sp>
      <p:sp>
        <p:nvSpPr>
          <p:cNvPr id="12" name="Text 10"/>
          <p:cNvSpPr/>
          <p:nvPr/>
        </p:nvSpPr>
        <p:spPr>
          <a:xfrm>
            <a:off x="9696450" y="5715000"/>
            <a:ext cx="7429500" cy="2286000"/>
          </a:xfrm>
          <a:prstGeom prst="rect">
            <a:avLst/>
          </a:prstGeom>
          <a:noFill/>
          <a:ln/>
        </p:spPr>
        <p:txBody>
          <a:bodyPr wrap="square" lIns="0" tIns="14573" rIns="0" bIns="-14573" rtlCol="0" anchor="ctr"/>
          <a:lstStyle/>
          <a:p>
            <a:pPr algn="l" indent="0" marL="0">
              <a:lnSpc>
                <a:spcPts val="3510"/>
              </a:lnSpc>
              <a:buNone/>
            </a:pP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Giá: có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khoang</a:t>
            </a:r>
            <a:r>
              <a:rPr lang="en-US" sz="2700" dirty="0" spc="-2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rảnh</a:t>
            </a:r>
            <a:r>
              <a:rPr lang="en-US" sz="270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70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khoang</a:t>
            </a:r>
            <a:r>
              <a:rPr lang="en-US" sz="270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 thiếu</a:t>
            </a:r>
            <a:endParaRPr lang="en-US" sz="2700" dirty="0"/>
          </a:p>
        </p:txBody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60a65433-fc47-490f-8c81-83c1500dd3e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4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9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ÁP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r>
              <a:rPr lang="en-US" sz="1800" b="1" spc="25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</a:t>
            </a:r>
            <a:r>
              <a:rPr lang="en-US" sz="1800" b="1" spc="287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Chậm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dựng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MẪU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096000" y="2857500"/>
            <a:ext cx="476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LÀM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1239500" y="2857500"/>
            <a:ext cx="571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endParaRPr lang="en-US" sz="1800" dirty="0"/>
          </a:p>
        </p:txBody>
      </p:sp>
      <p:sp>
        <p:nvSpPr>
          <p:cNvPr id="7" name="Connector line-1792423141761-296977862"/>
          <p:cNvSpPr/>
          <p:nvPr/>
        </p:nvSpPr>
        <p:spPr>
          <a:xfrm>
            <a:off x="914400" y="3295650"/>
            <a:ext cx="16459200" cy="0"/>
          </a:xfrm>
          <a:prstGeom prst="line">
            <a:avLst/>
          </a:prstGeom>
          <a:noFill/>
          <a:ln w="19050">
            <a:solidFill>
              <a:srgbClr val="14161C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14400" y="35433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9" name="Text 7"/>
          <p:cNvSpPr/>
          <p:nvPr/>
        </p:nvSpPr>
        <p:spPr>
          <a:xfrm>
            <a:off x="1238250" y="35433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4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Áp</a:t>
            </a:r>
            <a:r>
              <a:rPr lang="en-US" sz="2850" b="1" dirty="0" spc="17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lực</a:t>
            </a:r>
            <a:r>
              <a:rPr lang="en-US" sz="2850" b="1" dirty="0" spc="10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ngược</a:t>
            </a:r>
            <a:endParaRPr lang="en-US" sz="2850" dirty="0"/>
          </a:p>
        </p:txBody>
      </p:sp>
      <p:sp>
        <p:nvSpPr>
          <p:cNvPr id="10" name="Text 8"/>
          <p:cNvSpPr/>
          <p:nvPr/>
        </p:nvSpPr>
        <p:spPr>
          <a:xfrm>
            <a:off x="6096000" y="3543300"/>
            <a:ext cx="4762500" cy="1905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Báo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bên</a:t>
            </a:r>
            <a:r>
              <a:rPr lang="en-US" sz="24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chậm lại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400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phình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11239500" y="3543300"/>
            <a:ext cx="5905500" cy="1905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Bên</a:t>
            </a:r>
            <a:r>
              <a:rPr lang="en-US" sz="2400" dirty="0" spc="4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gửi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biết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nghe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hiệu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914400" y="5715000"/>
            <a:ext cx="16459200" cy="1905000"/>
          </a:xfrm>
          <a:prstGeom prst="roundRect">
            <a:avLst>
              <a:gd name="adj" fmla="val 14000"/>
            </a:avLst>
          </a:prstGeom>
          <a:solidFill>
            <a:srgbClr val="F3DFB8"/>
          </a:solidFill>
          <a:ln/>
        </p:spPr>
      </p:sp>
      <p:sp>
        <p:nvSpPr>
          <p:cNvPr id="13" name="Text 11"/>
          <p:cNvSpPr/>
          <p:nvPr/>
        </p:nvSpPr>
        <p:spPr>
          <a:xfrm>
            <a:off x="1238250" y="5715000"/>
            <a:ext cx="4572000" cy="190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2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Để nó</a:t>
            </a:r>
            <a:r>
              <a:rPr lang="en-US" sz="2850" b="1" dirty="0" spc="3" kern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6096000" y="5715000"/>
            <a:ext cx="4762500" cy="1905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Dừng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hẳn,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giám</a:t>
            </a:r>
            <a:r>
              <a:rPr lang="en-US" sz="24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sát</a:t>
            </a:r>
            <a:r>
              <a:rPr lang="en-US" sz="240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dựng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4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trạng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thái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sạch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11239500" y="5715000"/>
            <a:ext cx="5905500" cy="1905000"/>
          </a:xfrm>
          <a:prstGeom prst="rect">
            <a:avLst/>
          </a:prstGeom>
          <a:noFill/>
          <a:ln/>
        </p:spPr>
        <p:txBody>
          <a:bodyPr wrap="square" lIns="0" tIns="16764" rIns="0" bIns="-16764" rtlCol="0" anchor="ctr"/>
          <a:lstStyle/>
          <a:p>
            <a:pPr algn="l" indent="0" marL="0">
              <a:lnSpc>
                <a:spcPts val="3000"/>
              </a:lnSpc>
              <a:buNone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Khởi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 nhanh,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7fcfc0e8-6302-4313-973a-50999795815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điều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1295400" y="32575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6" name="Text 4"/>
          <p:cNvSpPr/>
          <p:nvPr/>
        </p:nvSpPr>
        <p:spPr>
          <a:xfrm>
            <a:off x="1295400" y="32575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3300" dirty="0"/>
          </a:p>
        </p:txBody>
      </p:sp>
      <p:sp>
        <p:nvSpPr>
          <p:cNvPr id="7" name="Shape 5"/>
          <p:cNvSpPr/>
          <p:nvPr/>
        </p:nvSpPr>
        <p:spPr>
          <a:xfrm>
            <a:off x="914400" y="466725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1295400" y="506730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506730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3300" dirty="0"/>
          </a:p>
        </p:txBody>
      </p:sp>
      <p:sp>
        <p:nvSpPr>
          <p:cNvPr id="10" name="Shape 8"/>
          <p:cNvSpPr/>
          <p:nvPr/>
        </p:nvSpPr>
        <p:spPr>
          <a:xfrm>
            <a:off x="914400" y="6477000"/>
            <a:ext cx="16459200" cy="1524000"/>
          </a:xfrm>
          <a:prstGeom prst="roundRect">
            <a:avLst>
              <a:gd name="adj" fmla="val 17500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1295400" y="6877050"/>
            <a:ext cx="723900" cy="723900"/>
          </a:xfrm>
          <a:prstGeom prst="ellipse">
            <a:avLst/>
          </a:prstGeom>
          <a:solidFill>
            <a:srgbClr val="FFB454"/>
          </a:solidFill>
          <a:ln/>
        </p:spPr>
      </p:sp>
      <p:sp>
        <p:nvSpPr>
          <p:cNvPr id="12" name="Text 10"/>
          <p:cNvSpPr/>
          <p:nvPr/>
        </p:nvSpPr>
        <p:spPr>
          <a:xfrm>
            <a:off x="1295400" y="6877050"/>
            <a:ext cx="723900" cy="723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2381250" y="28575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Các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8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 khi dùng chung</a:t>
            </a:r>
            <a:endParaRPr lang="en-US" sz="2850" dirty="0"/>
          </a:p>
        </p:txBody>
      </p:sp>
      <p:sp>
        <p:nvSpPr>
          <p:cNvPr id="14" name="Text 12"/>
          <p:cNvSpPr/>
          <p:nvPr/>
        </p:nvSpPr>
        <p:spPr>
          <a:xfrm>
            <a:off x="2381250" y="466725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Phép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8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</a:t>
            </a:r>
            <a:r>
              <a:rPr lang="en-US" sz="2850" b="1" dirty="0" spc="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85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lỗi</a:t>
            </a:r>
            <a:r>
              <a:rPr lang="en-US" sz="28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độc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lập</a:t>
            </a:r>
            <a:endParaRPr lang="en-US" sz="2850" dirty="0"/>
          </a:p>
        </p:txBody>
      </p:sp>
      <p:sp>
        <p:nvSpPr>
          <p:cNvPr id="15" name="Text 13"/>
          <p:cNvSpPr/>
          <p:nvPr/>
        </p:nvSpPr>
        <p:spPr>
          <a:xfrm>
            <a:off x="2381250" y="6477000"/>
            <a:ext cx="1466850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Chưa</a:t>
            </a:r>
            <a:r>
              <a:rPr lang="en-US" sz="285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8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8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8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850" b="1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nền</a:t>
            </a:r>
            <a:r>
              <a:rPr lang="en-US" sz="28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tảng</a:t>
            </a:r>
            <a:r>
              <a:rPr lang="en-US" sz="285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85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endParaRPr lang="en-US" sz="2850" dirty="0"/>
          </a:p>
        </p:txBody>
      </p:sp>
      <p:sp>
        <p:nvSpPr>
          <p:cNvPr id="16" name="Shape 1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01be14a-7cba-47e7-9fe7-d9693c3000f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Thanh</a:t>
            </a:r>
            <a:r>
              <a:rPr lang="en-US" sz="6900" dirty="0" spc="-3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toán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chậm,</a:t>
            </a:r>
            <a:r>
              <a:rPr lang="en-US" sz="6900" dirty="0" spc="-1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trang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048000"/>
            <a:ext cx="16459200" cy="1428750"/>
          </a:xfrm>
          <a:prstGeom prst="roundRect">
            <a:avLst>
              <a:gd name="adj" fmla="val 18667"/>
            </a:avLst>
          </a:prstGeom>
          <a:solidFill>
            <a:srgbClr val="CFE6DF"/>
          </a:solidFill>
          <a:ln/>
        </p:spPr>
      </p:sp>
      <p:sp>
        <p:nvSpPr>
          <p:cNvPr id="5" name="Shape 3"/>
          <p:cNvSpPr/>
          <p:nvPr/>
        </p:nvSpPr>
        <p:spPr>
          <a:xfrm>
            <a:off x="1485900" y="4762500"/>
            <a:ext cx="15316200" cy="1428750"/>
          </a:xfrm>
          <a:prstGeom prst="roundRect">
            <a:avLst>
              <a:gd name="adj" fmla="val 18667"/>
            </a:avLst>
          </a:prstGeom>
          <a:solidFill>
            <a:srgbClr val="A8D2C6"/>
          </a:solidFill>
          <a:ln/>
        </p:spPr>
      </p:sp>
      <p:sp>
        <p:nvSpPr>
          <p:cNvPr id="6" name="Shape 4"/>
          <p:cNvSpPr/>
          <p:nvPr/>
        </p:nvSpPr>
        <p:spPr>
          <a:xfrm>
            <a:off x="2057400" y="6477000"/>
            <a:ext cx="14173200" cy="1428750"/>
          </a:xfrm>
          <a:prstGeom prst="roundRect">
            <a:avLst>
              <a:gd name="adj" fmla="val 18667"/>
            </a:avLst>
          </a:prstGeom>
          <a:solidFill>
            <a:srgbClr val="7FBBAB"/>
          </a:solidFill>
          <a:ln/>
        </p:spPr>
      </p:sp>
      <p:sp>
        <p:nvSpPr>
          <p:cNvPr id="7" name="Text 5"/>
          <p:cNvSpPr/>
          <p:nvPr/>
        </p:nvSpPr>
        <p:spPr>
          <a:xfrm>
            <a:off x="1295400" y="3048000"/>
            <a:ext cx="157162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r>
              <a:rPr lang="en-US" sz="285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ngắn: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endParaRPr lang="en-US" sz="2850" dirty="0"/>
          </a:p>
        </p:txBody>
      </p:sp>
      <p:sp>
        <p:nvSpPr>
          <p:cNvPr id="8" name="Text 6"/>
          <p:cNvSpPr/>
          <p:nvPr/>
        </p:nvSpPr>
        <p:spPr>
          <a:xfrm>
            <a:off x="1866900" y="4762500"/>
            <a:ext cx="1476375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Ngắt</a:t>
            </a:r>
            <a:r>
              <a:rPr lang="en-US" sz="28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mạch:</a:t>
            </a:r>
            <a:r>
              <a:rPr lang="en-US" sz="2850" b="1" dirty="0" spc="2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ngừng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8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28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85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yếu</a:t>
            </a:r>
            <a:endParaRPr lang="en-US" sz="2850" dirty="0"/>
          </a:p>
        </p:txBody>
      </p:sp>
      <p:sp>
        <p:nvSpPr>
          <p:cNvPr id="9" name="Text 7"/>
          <p:cNvSpPr/>
          <p:nvPr/>
        </p:nvSpPr>
        <p:spPr>
          <a:xfrm>
            <a:off x="2438400" y="6477000"/>
            <a:ext cx="13525500" cy="1428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5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Ngăn</a:t>
            </a:r>
            <a:r>
              <a:rPr lang="en-US" sz="285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khoang: luồng</a:t>
            </a:r>
            <a:r>
              <a:rPr lang="en-US" sz="285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thanh</a:t>
            </a:r>
            <a:r>
              <a:rPr lang="en-US" sz="285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28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nằm</a:t>
            </a:r>
            <a:r>
              <a:rPr lang="en-US" sz="28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2850" dirty="0"/>
          </a:p>
        </p:txBody>
      </p:sp>
      <p:sp>
        <p:nvSpPr>
          <p:cNvPr id="10" name="Shape 8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21" name="Shape 19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2" name="Moda image moda-export-watermark-db3391e9-885a-4695-b675-9d71c2c2b268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khuếch</a:t>
            </a:r>
            <a:r>
              <a:rPr lang="en-US" sz="6900" dirty="0" spc="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đại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143250"/>
            <a:ext cx="7239000" cy="495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500" dirty="0" spc="-3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64</a:t>
            </a:r>
            <a:endParaRPr lang="en-US" sz="31500" dirty="0"/>
          </a:p>
        </p:txBody>
      </p:sp>
      <p:sp>
        <p:nvSpPr>
          <p:cNvPr id="5" name="Text 3"/>
          <p:cNvSpPr/>
          <p:nvPr/>
        </p:nvSpPr>
        <p:spPr>
          <a:xfrm>
            <a:off x="8572500" y="3143250"/>
            <a:ext cx="8572500" cy="1905000"/>
          </a:xfrm>
          <a:prstGeom prst="rect">
            <a:avLst/>
          </a:prstGeom>
          <a:noFill/>
          <a:ln/>
        </p:spPr>
        <p:txBody>
          <a:bodyPr wrap="square" lIns="0" tIns="23050" rIns="0" bIns="-23050" rtlCol="0" anchor="t"/>
          <a:lstStyle/>
          <a:p>
            <a:pPr algn="l" indent="0" marL="0">
              <a:lnSpc>
                <a:spcPts val="4125"/>
              </a:lnSpc>
              <a:buNone/>
            </a:pP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33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 mỗi</a:t>
            </a:r>
            <a:r>
              <a:rPr lang="en-US" sz="3300" b="1" dirty="0" spc="-2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33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300" b="1" dirty="0" spc="-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bốn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</a:t>
            </a:r>
            <a:r>
              <a:rPr lang="en-US" sz="33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nối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(ba</a:t>
            </a:r>
            <a:r>
              <a:rPr lang="en-US" sz="330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bước)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33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33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3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3300" dirty="0"/>
          </a:p>
        </p:txBody>
      </p:sp>
      <p:sp>
        <p:nvSpPr>
          <p:cNvPr id="6" name="Shape 4"/>
          <p:cNvSpPr/>
          <p:nvPr/>
        </p:nvSpPr>
        <p:spPr>
          <a:xfrm>
            <a:off x="8572500" y="5524500"/>
            <a:ext cx="8801100" cy="2286000"/>
          </a:xfrm>
          <a:prstGeom prst="roundRect">
            <a:avLst>
              <a:gd name="adj" fmla="val 11667"/>
            </a:avLst>
          </a:prstGeom>
          <a:solidFill>
            <a:srgbClr val="1E212B"/>
          </a:solidFill>
          <a:ln/>
        </p:spPr>
      </p:sp>
      <p:sp>
        <p:nvSpPr>
          <p:cNvPr id="7" name="Text 5"/>
          <p:cNvSpPr/>
          <p:nvPr/>
        </p:nvSpPr>
        <p:spPr>
          <a:xfrm>
            <a:off x="8953500" y="5524500"/>
            <a:ext cx="8096250" cy="2286000"/>
          </a:xfrm>
          <a:prstGeom prst="rect">
            <a:avLst/>
          </a:prstGeom>
          <a:noFill/>
          <a:ln/>
        </p:spPr>
        <p:txBody>
          <a:bodyPr wrap="square" lIns="0" tIns="-2429" rIns="0" bIns="2429" rtlCol="0" anchor="ctr"/>
          <a:lstStyle/>
          <a:p>
            <a:pPr algn="l" indent="0" marL="0">
              <a:lnSpc>
                <a:spcPts val="382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5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nửa:</a:t>
            </a:r>
            <a:r>
              <a:rPr lang="en-US" sz="2550" dirty="0" spc="-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1,875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indent="0" marL="0">
              <a:lnSpc>
                <a:spcPts val="3825"/>
              </a:lnSpc>
              <a:buNone/>
            </a:pP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Hỏng</a:t>
            </a:r>
            <a:r>
              <a:rPr lang="en-US" sz="25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hẳn: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55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550" dirty="0"/>
          </a:p>
          <a:p>
            <a:pPr algn="l" indent="0" marL="0">
              <a:lnSpc>
                <a:spcPts val="3825"/>
              </a:lnSpc>
              <a:buNone/>
            </a:pPr>
            <a:r>
              <a:rPr lang="en-US" sz="25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dịch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vụ: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×</a:t>
            </a:r>
            <a:r>
              <a:rPr lang="en-US" sz="25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4</a:t>
            </a:r>
            <a:r>
              <a:rPr lang="en-US" sz="255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=</a:t>
            </a:r>
            <a:r>
              <a:rPr lang="en-US" sz="25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64</a:t>
            </a:r>
            <a:endParaRPr lang="en-US" sz="2550" dirty="0"/>
          </a:p>
        </p:txBody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27e8a141-c2b3-444b-b5b2-59fe8db8d7c5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428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5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NGỮ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06680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ctr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6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Tám</a:t>
            </a:r>
            <a:r>
              <a:rPr lang="en-US" sz="6900" dirty="0" spc="-1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tên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667000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5" name="Shape 3"/>
          <p:cNvSpPr/>
          <p:nvPr/>
        </p:nvSpPr>
        <p:spPr>
          <a:xfrm>
            <a:off x="9372600" y="2667000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3857625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7" name="Shape 5"/>
          <p:cNvSpPr/>
          <p:nvPr/>
        </p:nvSpPr>
        <p:spPr>
          <a:xfrm>
            <a:off x="9372600" y="3857625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8" name="Shape 6"/>
          <p:cNvSpPr/>
          <p:nvPr/>
        </p:nvSpPr>
        <p:spPr>
          <a:xfrm>
            <a:off x="914400" y="5048250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9" name="Shape 7"/>
          <p:cNvSpPr/>
          <p:nvPr/>
        </p:nvSpPr>
        <p:spPr>
          <a:xfrm>
            <a:off x="9372600" y="5048250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10" name="Shape 8"/>
          <p:cNvSpPr/>
          <p:nvPr/>
        </p:nvSpPr>
        <p:spPr>
          <a:xfrm>
            <a:off x="914400" y="6238875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11" name="Shape 9"/>
          <p:cNvSpPr/>
          <p:nvPr/>
        </p:nvSpPr>
        <p:spPr>
          <a:xfrm>
            <a:off x="9372600" y="6238875"/>
            <a:ext cx="8001000" cy="1000125"/>
          </a:xfrm>
          <a:prstGeom prst="roundRect">
            <a:avLst>
              <a:gd name="adj" fmla="val 22857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1181100" y="2667000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Timeout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9639300" y="2667000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27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Retry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181100" y="3857625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Circuit</a:t>
            </a:r>
            <a:r>
              <a:rPr lang="en-US" sz="2400" b="1" dirty="0" spc="-1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breaker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9639300" y="3857625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40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Rate</a:t>
            </a:r>
            <a:r>
              <a:rPr lang="en-US" sz="2400" b="1" dirty="0" spc="-3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limiting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181100" y="5048250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2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Load</a:t>
            </a:r>
            <a:r>
              <a:rPr lang="en-US" sz="2400" b="1" dirty="0" spc="-9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shedding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639300" y="5048250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Bulkhead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1181100" y="6238875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Back</a:t>
            </a:r>
            <a:r>
              <a:rPr lang="en-US" sz="2400" b="1" dirty="0" spc="-1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pressure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639300" y="6238875"/>
            <a:ext cx="7620000" cy="100012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 spc="-3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Let</a:t>
            </a:r>
            <a:r>
              <a:rPr lang="en-US" sz="2400" b="1" dirty="0" spc="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it</a:t>
            </a:r>
            <a:r>
              <a:rPr lang="en-US" sz="2400" b="1" dirty="0" spc="-1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crash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914400" y="7810500"/>
            <a:ext cx="16459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14400" y="8248650"/>
            <a:ext cx="1428750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(bài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nguồn)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715500"/>
            <a:ext cx="66675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14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3" name="Shape 31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4" name="Moda image moda-export-watermark-eebd9031-8256-45a0-83d4-8c885cceab5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2026-10-19T15:33:42Z</dcterms:created>
  <dcterms:modified xsi:type="dcterms:W3CDTF">2026-10-19T15:33:42Z</dcterms:modified>
</cp:coreProperties>
</file>