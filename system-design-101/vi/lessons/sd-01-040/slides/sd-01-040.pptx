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97155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72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API:</a:t>
            </a:r>
            <a:r>
              <a:rPr lang="en-US" sz="720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72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72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72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5619750"/>
            <a:ext cx="971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144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49000" y="4000500"/>
            <a:ext cx="1524000" cy="15240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3716000" y="24765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0" y="440055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100" b="1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gì?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716000" y="6324600"/>
            <a:ext cx="3810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b="1" dirty="0" spc="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100" dirty="0"/>
          </a:p>
        </p:txBody>
      </p:sp>
      <p:sp>
        <p:nvSpPr>
          <p:cNvPr id="10" name="Connector line-1792394097147-197574261"/>
          <p:cNvSpPr/>
          <p:nvPr/>
        </p:nvSpPr>
        <p:spPr>
          <a:xfrm flipV="1">
            <a:off x="12573000" y="2838450"/>
            <a:ext cx="1143000" cy="192405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1" name="Connector line-1792394097148-202428956"/>
          <p:cNvSpPr/>
          <p:nvPr/>
        </p:nvSpPr>
        <p:spPr>
          <a:xfrm>
            <a:off x="12573000" y="4762500"/>
            <a:ext cx="1143000" cy="95"/>
          </a:xfrm>
          <a:custGeom>
            <a:avLst/>
            <a:gdLst/>
            <a:ahLst/>
            <a:cxnLst/>
            <a:rect l="l" t="t" r="r" b="b"/>
            <a:pathLst>
              <a:path w="1143000" h="95">
                <a:moveTo>
                  <a:pt x="0" y="0"/>
                </a:moveTo>
                <a:lnTo>
                  <a:pt x="571500" y="0"/>
                </a:lnTo>
                <a:lnTo>
                  <a:pt x="571500" y="0"/>
                </a:lnTo>
                <a:lnTo>
                  <a:pt x="1143000" y="0"/>
                </a:lnTo>
              </a:path>
            </a:pathLst>
          </a:custGeom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2" name="Connector line-1792394097148-193658851"/>
          <p:cNvSpPr/>
          <p:nvPr/>
        </p:nvSpPr>
        <p:spPr>
          <a:xfrm>
            <a:off x="12573000" y="4762500"/>
            <a:ext cx="1143000" cy="19240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85fe22e8-0b2e-49cc-9e62-2f0f72ab45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</a:t>
            </a:r>
            <a:r>
              <a:rPr lang="en-US" sz="60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60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81350"/>
            <a:ext cx="590550" cy="59055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8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738" dirty="0"/>
          </a:p>
        </p:txBody>
      </p:sp>
      <p:sp>
        <p:nvSpPr>
          <p:cNvPr id="6" name="Text 4"/>
          <p:cNvSpPr/>
          <p:nvPr/>
        </p:nvSpPr>
        <p:spPr>
          <a:xfrm>
            <a:off x="2286000" y="2762250"/>
            <a:ext cx="1466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Ý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89585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8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738" dirty="0"/>
          </a:p>
        </p:txBody>
      </p:sp>
      <p:sp>
        <p:nvSpPr>
          <p:cNvPr id="9" name="Text 7"/>
          <p:cNvSpPr/>
          <p:nvPr/>
        </p:nvSpPr>
        <p:spPr>
          <a:xfrm>
            <a:off x="2286000" y="4476750"/>
            <a:ext cx="1466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Quyền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thao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191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610350"/>
            <a:ext cx="590550" cy="59055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8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738" dirty="0"/>
          </a:p>
        </p:txBody>
      </p:sp>
      <p:sp>
        <p:nvSpPr>
          <p:cNvPr id="12" name="Text 10"/>
          <p:cNvSpPr/>
          <p:nvPr/>
        </p:nvSpPr>
        <p:spPr>
          <a:xfrm>
            <a:off x="2286000" y="6191250"/>
            <a:ext cx="1466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79057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8096250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Thống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25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Text 22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3f6305c-4f1a-4874-97b0-e354f1704d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 có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r>
              <a:rPr lang="en-US" sz="72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1181100"/>
          </a:xfrm>
          <a:prstGeom prst="roundRect">
            <a:avLst>
              <a:gd name="adj" fmla="val 19355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571750"/>
            <a:ext cx="5334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POST</a:t>
            </a:r>
            <a:r>
              <a:rPr lang="en-US" sz="285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/loans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858000" y="2571750"/>
            <a:ext cx="101917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8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Tạo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phiếu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mượn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943350"/>
            <a:ext cx="16459200" cy="1181100"/>
          </a:xfrm>
          <a:prstGeom prst="roundRect">
            <a:avLst>
              <a:gd name="adj" fmla="val 19355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3943350"/>
            <a:ext cx="5334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GET</a:t>
            </a:r>
            <a:r>
              <a:rPr lang="en-US" sz="2850" dirty="0" spc="-1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/loans/42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0" y="3943350"/>
            <a:ext cx="101917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phiếu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42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314950"/>
            <a:ext cx="16459200" cy="1181100"/>
          </a:xfrm>
          <a:prstGeom prst="roundRect">
            <a:avLst>
              <a:gd name="adj" fmla="val 19355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5314950"/>
            <a:ext cx="5334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Hợp</a:t>
            </a:r>
            <a:r>
              <a:rPr lang="en-US" sz="285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6858000" y="5314950"/>
            <a:ext cx="101917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vào,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7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 và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6686550"/>
            <a:ext cx="16459200" cy="1181100"/>
          </a:xfrm>
          <a:prstGeom prst="roundRect">
            <a:avLst>
              <a:gd name="adj" fmla="val 19355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250" y="6686550"/>
            <a:ext cx="5334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3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285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6858000" y="6686550"/>
            <a:ext cx="101917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r>
              <a:rPr lang="en-US" sz="270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bảng</a:t>
            </a:r>
            <a:r>
              <a:rPr lang="en-US" sz="27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trữ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811530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8258175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Dùng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phương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quán.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c076435b-a5c6-478a-9475-2b844190e0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72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79248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28575">
            <a:solidFill>
              <a:srgbClr val="3A3E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971800"/>
            <a:ext cx="716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3000" dirty="0" spc="7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endParaRPr lang="en-US" sz="3000" dirty="0"/>
          </a:p>
        </p:txBody>
      </p:sp>
      <p:sp>
        <p:nvSpPr>
          <p:cNvPr id="6" name="Text richtext-1792394134169-66429757"/>
          <p:cNvSpPr/>
          <p:nvPr/>
        </p:nvSpPr>
        <p:spPr>
          <a:xfrm>
            <a:off x="1295400" y="3905250"/>
            <a:ext cx="71628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Biết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42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Đã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nhập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448800" y="2667000"/>
            <a:ext cx="79248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2971800"/>
            <a:ext cx="716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0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30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endParaRPr lang="en-US" sz="3000" dirty="0"/>
          </a:p>
        </p:txBody>
      </p:sp>
      <p:sp>
        <p:nvSpPr>
          <p:cNvPr id="9" name="Text richtext-1792394134193-205024406"/>
          <p:cNvSpPr/>
          <p:nvPr/>
        </p:nvSpPr>
        <p:spPr>
          <a:xfrm>
            <a:off x="9829800" y="3905250"/>
            <a:ext cx="71628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27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phiếu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42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828675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8429625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Quyền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5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5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5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phiếu.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Text 19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b0ea8a7-8bbd-4f33-8d44-ad247ea8f9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 mức</a:t>
            </a:r>
            <a:r>
              <a:rPr lang="en-US" sz="72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45720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0" y="3143250"/>
            <a:ext cx="45720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Phạm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801600" y="3143250"/>
            <a:ext cx="4572000" cy="1905000"/>
          </a:xfrm>
          <a:prstGeom prst="roundRect">
            <a:avLst>
              <a:gd name="adj" fmla="val 14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endParaRPr lang="en-US" sz="2850" dirty="0"/>
          </a:p>
        </p:txBody>
      </p:sp>
      <p:sp>
        <p:nvSpPr>
          <p:cNvPr id="7" name="Connector line-1792394136045-786572732"/>
          <p:cNvSpPr/>
          <p:nvPr/>
        </p:nvSpPr>
        <p:spPr>
          <a:xfrm>
            <a:off x="5486400" y="4095750"/>
            <a:ext cx="13716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394136045-996278148"/>
          <p:cNvSpPr/>
          <p:nvPr/>
        </p:nvSpPr>
        <p:spPr>
          <a:xfrm>
            <a:off x="11430000" y="4095750"/>
            <a:ext cx="13716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59055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6096000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giúp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soát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tải.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14400" y="72390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7429500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8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rất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tốn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Text 20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d784b15-1dbc-41e9-9607-b00f588058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 câu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4419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8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39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5400" y="4095750"/>
            <a:ext cx="44196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553200" y="276225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4200" y="3143250"/>
            <a:ext cx="4419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Quyền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6934200" y="4095750"/>
            <a:ext cx="44196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Ai</a:t>
            </a:r>
            <a:r>
              <a:rPr lang="en-US" sz="28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 gì?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192000" y="276225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0" y="3143250"/>
            <a:ext cx="4419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39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573000" y="4095750"/>
            <a:ext cx="44196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Dùng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85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nào?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7239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7620000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Đây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thiết</a:t>
            </a:r>
            <a:r>
              <a:rPr lang="en-US" sz="2700" dirty="0" spc="-3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kế,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lý.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4" name="Text 22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ba6f118-fb74-47b2-888d-29d5d979fb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r>
              <a:rPr lang="en-US" sz="3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nhập</a:t>
            </a:r>
            <a:r>
              <a:rPr lang="en-US" sz="39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3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lệ,</a:t>
            </a:r>
            <a:r>
              <a:rPr lang="en-US" sz="3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42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3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43: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phiếu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B.</a:t>
            </a:r>
            <a:r>
              <a:rPr lang="en-US" sz="3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3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phiếu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43?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16459200" cy="4572000"/>
          </a:xfrm>
          <a:prstGeom prst="roundRect">
            <a:avLst>
              <a:gd name="adj" fmla="val 58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44767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800" b="1" spc="27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6" name="Text richtext-1792394173556-416524985"/>
          <p:cNvSpPr/>
          <p:nvPr/>
        </p:nvSpPr>
        <p:spPr>
          <a:xfrm>
            <a:off x="1333500" y="5048250"/>
            <a:ext cx="1562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Không.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850" dirty="0" spc="-3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xét</a:t>
            </a:r>
            <a:r>
              <a:rPr lang="en-US" sz="28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8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28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phiếu 43.</a:t>
            </a:r>
            <a:endParaRPr lang="en-US" sz="2850" dirty="0"/>
          </a:p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Hợp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</a:t>
            </a:r>
            <a:r>
              <a:rPr lang="en-US" sz="28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8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cú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pháp</a:t>
            </a:r>
            <a:r>
              <a:rPr lang="en-US" sz="28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suất</a:t>
            </a:r>
            <a:r>
              <a:rPr lang="en-US" sz="28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đủ.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Phải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 thư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viện.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9" name="Shape 7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0" name="Shape 8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1" name="Shape 9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Text 14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05443fa-99fa-4e90-bb22-b43432464fb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800" b="1" spc="2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 cần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571750"/>
            <a:ext cx="342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Định</a:t>
            </a:r>
            <a:r>
              <a:rPr lang="en-US" sz="30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857750" y="2571750"/>
            <a:ext cx="12192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Content-Type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nêu</a:t>
            </a:r>
            <a:r>
              <a:rPr lang="en-US" sz="240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dạng</a:t>
            </a:r>
            <a:r>
              <a:rPr lang="en-US" sz="2400" dirty="0" spc="4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40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đi;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Accept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nêu</a:t>
            </a:r>
            <a:r>
              <a:rPr lang="en-US" sz="240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dạng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42481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4248150"/>
            <a:ext cx="342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</a:t>
            </a:r>
            <a:r>
              <a:rPr lang="en-US" sz="3000" dirty="0" spc="-5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ước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857750" y="4248150"/>
            <a:ext cx="12192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Phiếu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mượn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lựa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bài,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chuẩn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buộc.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59245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5924550"/>
            <a:ext cx="342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30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57750" y="5924550"/>
            <a:ext cx="12192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Amazon: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throttling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phải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trần</a:t>
            </a: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tuyệt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đối;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429.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76009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250" y="7600950"/>
            <a:ext cx="342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57750" y="7600950"/>
            <a:ext cx="12192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Chưa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danh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đầy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4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an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Text 23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00c7472-2b84-4a2d-ade9-78c6d5096c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2667000"/>
            <a:ext cx="2476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000500" y="2667000"/>
            <a:ext cx="1295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diện</a:t>
            </a:r>
            <a:r>
              <a:rPr lang="en-US" sz="255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5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chương trình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5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chức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3434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4343400"/>
            <a:ext cx="2476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000500" y="4343400"/>
            <a:ext cx="1295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mang</a:t>
            </a:r>
            <a:r>
              <a:rPr lang="en-US" sz="25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5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 hồi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61912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6762750"/>
            <a:ext cx="38862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181100" y="6762750"/>
            <a:ext cx="3352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ByteByteGo: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body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ghim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0" y="6762750"/>
            <a:ext cx="38862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5295900" y="6762750"/>
            <a:ext cx="3352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Microsoft: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thiết</a:t>
            </a:r>
            <a:r>
              <a:rPr lang="en-US" sz="2400" dirty="0" spc="-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diện</a:t>
            </a:r>
            <a:r>
              <a:rPr lang="en-US" sz="24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0" y="6762750"/>
            <a:ext cx="38862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9410700" y="6762750"/>
            <a:ext cx="3352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soát</a:t>
            </a:r>
            <a:r>
              <a:rPr lang="en-US" sz="24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400" dirty="0" spc="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tượng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3258800" y="6762750"/>
            <a:ext cx="41148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3525500" y="6762750"/>
            <a:ext cx="3581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Amazon: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tại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Shape 19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Shape 20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5" name="Shape 23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6" name="Shape 24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Text 26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bdc1ff3d-2b5f-4970-8273-2fd2e904f6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2026-10-19T07:16:31Z</dcterms:created>
  <dcterms:modified xsi:type="dcterms:W3CDTF">2026-10-19T07:16:31Z</dcterms:modified>
</cp:coreProperties>
</file>