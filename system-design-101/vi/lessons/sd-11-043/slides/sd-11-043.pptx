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1450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6480"/>
              </a:lnSpc>
              <a:buNone/>
            </a:pPr>
            <a:r>
              <a:rPr lang="en-US" sz="6000" dirty="0" spc="-1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CAP,</a:t>
            </a:r>
            <a:r>
              <a:rPr lang="en-US" sz="60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BASE,</a:t>
            </a:r>
            <a:r>
              <a:rPr lang="en-US" sz="60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SOLID,</a:t>
            </a:r>
            <a:r>
              <a:rPr lang="en-US" sz="6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KISS:</a:t>
            </a:r>
            <a:endParaRPr lang="en-US" sz="6000" dirty="0"/>
          </a:p>
          <a:p>
            <a:pPr algn="l" indent="0" marL="0">
              <a:lnSpc>
                <a:spcPts val="6480"/>
              </a:lnSpc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0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0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0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0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0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CAP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38862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57150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38250" y="704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105400" y="5334000"/>
            <a:ext cx="38862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9250" y="57150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7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BASE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29250" y="704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96400" y="5334000"/>
            <a:ext cx="38862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20250" y="57150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SOLID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9620250" y="704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mã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487400" y="5334000"/>
            <a:ext cx="38862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11250" y="57150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KISS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3811250" y="704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mã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8b26259-6ffe-43cf-84c3-c515b70cb1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 hai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 sao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đứt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7981950" cy="4000500"/>
          </a:xfrm>
          <a:prstGeom prst="roundRect">
            <a:avLst>
              <a:gd name="adj" fmla="val 7619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61950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714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 ba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39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9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9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91650" y="3238500"/>
            <a:ext cx="7981950" cy="4000500"/>
          </a:xfrm>
          <a:prstGeom prst="roundRect">
            <a:avLst>
              <a:gd name="adj" fmla="val 7619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72650" y="361950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18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4286250"/>
            <a:ext cx="714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9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9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39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9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9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9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9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39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fd05d88-ca8e-46e4-909e-4996505b9e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762750" y="2762250"/>
            <a:ext cx="47625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762750" y="306705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3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15425" y="3905250"/>
            <a:ext cx="57150" cy="7620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3076575" y="4638675"/>
            <a:ext cx="12134850" cy="571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3076575" y="4667250"/>
            <a:ext cx="57150" cy="476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9115425" y="4667250"/>
            <a:ext cx="57150" cy="476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5154275" y="4667250"/>
            <a:ext cx="57150" cy="476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143500"/>
            <a:ext cx="4381500" cy="2095500"/>
          </a:xfrm>
          <a:prstGeom prst="roundRect">
            <a:avLst>
              <a:gd name="adj" fmla="val 12727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0150" y="5429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Nhất</a:t>
            </a:r>
            <a:r>
              <a:rPr lang="en-US" sz="28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00150" y="6048375"/>
            <a:ext cx="3810000" cy="1047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mới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53250" y="5143500"/>
            <a:ext cx="43815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0" y="5429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Sẵn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sàng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7239000" y="6048375"/>
            <a:ext cx="3810000" cy="1047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nhận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992100" y="5143500"/>
            <a:ext cx="43815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77850" y="5429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Chịu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mảnh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mạng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277850" y="6048375"/>
            <a:ext cx="3810000" cy="1047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lỗi.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88670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850" b="1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đứt: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8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đúng?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d5a8892-fa8d-4878-8f02-de96c125c6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BASE</a:t>
            </a:r>
            <a:r>
              <a:rPr lang="en-US" sz="72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nới</a:t>
            </a:r>
            <a:r>
              <a:rPr lang="en-US" sz="72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ACID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67100"/>
            <a:ext cx="154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676400" y="4667250"/>
            <a:ext cx="15697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5500" y="499110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3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2438400" y="6191250"/>
            <a:ext cx="14935200" cy="1238250"/>
          </a:xfrm>
          <a:prstGeom prst="roundRect">
            <a:avLst>
              <a:gd name="adj" fmla="val 21538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2857500" y="65151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33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Nới</a:t>
            </a:r>
            <a:r>
              <a:rPr lang="en-US" sz="25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ACID:</a:t>
            </a:r>
            <a:r>
              <a:rPr lang="en-US" sz="2550" b="1" dirty="0" spc="4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sàng,</a:t>
            </a:r>
            <a:r>
              <a:rPr lang="en-US" sz="25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b387973-a7aa-4574-8160-03c9dde6bf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SOLID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480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76500" y="3209925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1338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42291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476500" y="4391025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3149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54102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476500" y="5572125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4960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65913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476500" y="6753225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771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777240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2476500" y="7934325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trừu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bb835d7-320b-4e41-b7dc-f7be2d76c6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KISS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716250" cy="3429000"/>
          </a:xfrm>
          <a:prstGeom prst="rect">
            <a:avLst/>
          </a:prstGeom>
          <a:noFill/>
          <a:ln/>
        </p:spPr>
        <p:txBody>
          <a:bodyPr wrap="square" lIns="0" tIns="86678" rIns="0" bIns="-86678" rtlCol="0" anchor="t"/>
          <a:lstStyle/>
          <a:p>
            <a:pPr algn="l" indent="0" marL="0">
              <a:lnSpc>
                <a:spcPts val="11130"/>
              </a:lnSpc>
              <a:buNone/>
            </a:pPr>
            <a:r>
              <a:rPr lang="en-US" sz="10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Hãy</a:t>
            </a:r>
            <a:r>
              <a:rPr lang="en-US" sz="10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10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105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10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giản.</a:t>
            </a:r>
            <a:endParaRPr lang="en-US" sz="1050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294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nói: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quân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1960.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420a7e3-d864-4a82-9ecc-8d9fb12beb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813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476500" y="357187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0958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476500" y="528637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57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8103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476500" y="700087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c942bcf-3145-4e78-b326-723bf7fd56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lạc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4762500" y="2857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277600" y="2857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3619500" cy="2190750"/>
          </a:xfrm>
          <a:prstGeom prst="roundRect">
            <a:avLst>
              <a:gd name="adj" fmla="val 12174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90525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8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Từ</a:t>
            </a:r>
            <a:r>
              <a:rPr lang="en-US" sz="27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chối</a:t>
            </a:r>
            <a:r>
              <a:rPr lang="en-US" sz="27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đặt</a:t>
            </a:r>
            <a:r>
              <a:rPr lang="en-US" sz="2700" dirty="0" spc="-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vé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762500" y="33337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5400" y="38100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ghế.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1277600" y="33337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20500" y="38100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nhận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3619500" cy="2190750"/>
          </a:xfrm>
          <a:prstGeom prst="roundRect">
            <a:avLst>
              <a:gd name="adj" fmla="val 12174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638175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5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Vẫn</a:t>
            </a:r>
            <a:r>
              <a:rPr lang="en-US" sz="27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nhận</a:t>
            </a:r>
            <a:r>
              <a:rPr lang="en-US" sz="27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đặt</a:t>
            </a:r>
            <a:r>
              <a:rPr lang="en-US" sz="270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vé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4762500" y="58102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5400" y="62865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277600" y="58102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20500" y="62865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ghế.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8953ed6-3eb8-4b8d-8a20-e51e3baba1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nhóm, hai cấp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3143250"/>
          </a:xfrm>
          <a:prstGeom prst="roundRect">
            <a:avLst>
              <a:gd name="adj" fmla="val 969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1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CAP,</a:t>
            </a:r>
            <a:r>
              <a:rPr lang="en-US" sz="63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BASE</a:t>
            </a:r>
            <a:endParaRPr lang="en-US" sz="63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3143250"/>
          </a:xfrm>
          <a:prstGeom prst="roundRect">
            <a:avLst>
              <a:gd name="adj" fmla="val 969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7265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1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1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180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4191000"/>
            <a:ext cx="7143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SOLID,</a:t>
            </a: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KISS</a:t>
            </a:r>
            <a:endParaRPr lang="en-US" sz="63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953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78320ed-d477-49a7-9b53-cc4a84b664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143250" y="188595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sàng,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14400" y="304800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BASE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143250" y="3124200"/>
            <a:ext cx="819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mềm,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 cuối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ACID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143250" y="436245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552450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SOLID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143250" y="5600700"/>
            <a:ext cx="819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6762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KISS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143250" y="683895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Hãy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01500" y="1714500"/>
            <a:ext cx="53721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0" y="2038350"/>
            <a:ext cx="466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44400" y="2552700"/>
            <a:ext cx="4667250" cy="1809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 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43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f002ee4-4f1f-4408-a420-4b64b071e7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2026-10-19T16:20:29Z</dcterms:created>
  <dcterms:modified xsi:type="dcterms:W3CDTF">2026-10-19T16:20:29Z</dcterms:modified>
</cp:coreProperties>
</file>