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3238500"/>
          </a:xfrm>
          <a:prstGeom prst="rect">
            <a:avLst/>
          </a:prstGeom>
          <a:noFill/>
          <a:ln/>
        </p:spPr>
        <p:txBody>
          <a:bodyPr wrap="square" lIns="0" tIns="60613" rIns="0" bIns="-60613" rtlCol="0" anchor="t"/>
          <a:lstStyle/>
          <a:p>
            <a:pPr algn="l" indent="0" marL="0">
              <a:lnSpc>
                <a:spcPts val="7422"/>
              </a:lnSpc>
              <a:buNone/>
            </a:pPr>
            <a:r>
              <a:rPr lang="en-US" sz="7069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Chính</a:t>
            </a:r>
            <a:r>
              <a:rPr lang="en-US" sz="7069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7069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7069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</a:t>
            </a:r>
            <a:r>
              <a:rPr lang="en-US" sz="7069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7069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</a:t>
            </a:r>
            <a:r>
              <a:rPr lang="en-US" sz="7069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Internet</a:t>
            </a:r>
            <a:endParaRPr lang="en-US" sz="7069" dirty="0"/>
          </a:p>
        </p:txBody>
      </p:sp>
      <p:sp>
        <p:nvSpPr>
          <p:cNvPr id="4" name="Text 2"/>
          <p:cNvSpPr/>
          <p:nvPr/>
        </p:nvSpPr>
        <p:spPr>
          <a:xfrm>
            <a:off x="914400" y="5334000"/>
            <a:ext cx="819150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miền,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vụ: DNS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theo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sách.</a:t>
            </a:r>
            <a:endParaRPr lang="en-US" sz="2550" dirty="0"/>
          </a:p>
        </p:txBody>
      </p:sp>
      <p:sp>
        <p:nvSpPr>
          <p:cNvPr id="5" name="Connector line-1792292760269-130320506"/>
          <p:cNvSpPr/>
          <p:nvPr/>
        </p:nvSpPr>
        <p:spPr>
          <a:xfrm>
            <a:off x="914400" y="7239000"/>
            <a:ext cx="81915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467600"/>
            <a:ext cx="8191500" cy="762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Amazon</a:t>
            </a:r>
            <a:r>
              <a:rPr lang="en-US" sz="19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53; mỗi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3315950" y="666750"/>
            <a:ext cx="266700" cy="8477250"/>
          </a:xfrm>
          <a:prstGeom prst="roundRect">
            <a:avLst>
              <a:gd name="adj" fmla="val 50000"/>
            </a:avLst>
          </a:prstGeom>
          <a:solidFill>
            <a:srgbClr val="2D3140"/>
          </a:solidFill>
          <a:ln/>
        </p:spPr>
      </p:sp>
      <p:sp>
        <p:nvSpPr>
          <p:cNvPr id="8" name="Shape 6"/>
          <p:cNvSpPr/>
          <p:nvPr/>
        </p:nvSpPr>
        <p:spPr>
          <a:xfrm>
            <a:off x="12668250" y="9048750"/>
            <a:ext cx="1562100" cy="247650"/>
          </a:xfrm>
          <a:prstGeom prst="roundRect">
            <a:avLst>
              <a:gd name="adj" fmla="val 50000"/>
            </a:avLst>
          </a:prstGeom>
          <a:solidFill>
            <a:srgbClr val="2D3140"/>
          </a:solidFill>
          <a:ln/>
        </p:spPr>
      </p:sp>
      <p:sp>
        <p:nvSpPr>
          <p:cNvPr id="9" name="Shape 7"/>
          <p:cNvSpPr/>
          <p:nvPr/>
        </p:nvSpPr>
        <p:spPr>
          <a:xfrm>
            <a:off x="11544300" y="1047750"/>
            <a:ext cx="3810000" cy="99060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10" name="Shape 8"/>
          <p:cNvSpPr/>
          <p:nvPr/>
        </p:nvSpPr>
        <p:spPr>
          <a:xfrm>
            <a:off x="15354300" y="1047750"/>
            <a:ext cx="666750" cy="990600"/>
          </a:xfrm>
          <a:custGeom>
            <a:avLst/>
            <a:gdLst/>
            <a:ahLst/>
            <a:cxnLst/>
            <a:rect l="l" t="t" r="r" b="b"/>
            <a:pathLst>
              <a:path w="666750" h="990600">
                <a:moveTo>
                  <a:pt x="0" y="0"/>
                </a:moveTo>
                <a:lnTo>
                  <a:pt x="666750" y="495300"/>
                </a:lnTo>
                <a:lnTo>
                  <a:pt x="0" y="990600"/>
                </a:lnTo>
                <a:close/>
              </a:path>
            </a:pathLst>
          </a:cu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1544300" y="1047750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Simple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11544300" y="2381250"/>
            <a:ext cx="3810000" cy="990600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77550" y="2381250"/>
            <a:ext cx="666750" cy="990600"/>
          </a:xfrm>
          <a:custGeom>
            <a:avLst/>
            <a:gdLst/>
            <a:ahLst/>
            <a:cxnLst/>
            <a:rect l="l" t="t" r="r" b="b"/>
            <a:pathLst>
              <a:path w="666750" h="990600">
                <a:moveTo>
                  <a:pt x="666750" y="0"/>
                </a:moveTo>
                <a:lnTo>
                  <a:pt x="0" y="495300"/>
                </a:lnTo>
                <a:lnTo>
                  <a:pt x="666750" y="990600"/>
                </a:lnTo>
                <a:close/>
              </a:path>
            </a:pathLst>
          </a:custGeom>
          <a:solidFill>
            <a:srgbClr val="7C93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544300" y="2381250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3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Failover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11544300" y="3714750"/>
            <a:ext cx="3810000" cy="99060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16" name="Shape 14"/>
          <p:cNvSpPr/>
          <p:nvPr/>
        </p:nvSpPr>
        <p:spPr>
          <a:xfrm>
            <a:off x="15354300" y="3714750"/>
            <a:ext cx="666750" cy="990600"/>
          </a:xfrm>
          <a:custGeom>
            <a:avLst/>
            <a:gdLst/>
            <a:ahLst/>
            <a:cxnLst/>
            <a:rect l="l" t="t" r="r" b="b"/>
            <a:pathLst>
              <a:path w="666750" h="990600">
                <a:moveTo>
                  <a:pt x="0" y="0"/>
                </a:moveTo>
                <a:lnTo>
                  <a:pt x="666750" y="495300"/>
                </a:lnTo>
                <a:lnTo>
                  <a:pt x="0" y="990600"/>
                </a:lnTo>
                <a:close/>
              </a:path>
            </a:pathLst>
          </a:cu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1544300" y="3714750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Geolocation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11544300" y="5048250"/>
            <a:ext cx="3810000" cy="990600"/>
          </a:xfrm>
          <a:prstGeom prst="rect">
            <a:avLst/>
          </a:prstGeom>
          <a:solidFill>
            <a:srgbClr val="3DD6A0"/>
          </a:solidFill>
          <a:ln/>
        </p:spPr>
      </p:sp>
      <p:sp>
        <p:nvSpPr>
          <p:cNvPr id="19" name="Shape 17"/>
          <p:cNvSpPr/>
          <p:nvPr/>
        </p:nvSpPr>
        <p:spPr>
          <a:xfrm>
            <a:off x="10877550" y="5048250"/>
            <a:ext cx="666750" cy="990600"/>
          </a:xfrm>
          <a:custGeom>
            <a:avLst/>
            <a:gdLst/>
            <a:ahLst/>
            <a:cxnLst/>
            <a:rect l="l" t="t" r="r" b="b"/>
            <a:pathLst>
              <a:path w="666750" h="990600">
                <a:moveTo>
                  <a:pt x="666750" y="0"/>
                </a:moveTo>
                <a:lnTo>
                  <a:pt x="0" y="495300"/>
                </a:lnTo>
                <a:lnTo>
                  <a:pt x="666750" y="990600"/>
                </a:lnTo>
                <a:close/>
              </a:path>
            </a:pathLst>
          </a:custGeom>
          <a:solidFill>
            <a:srgbClr val="3D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11544300" y="5048250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 Latency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11544300" y="6381750"/>
            <a:ext cx="3810000" cy="99060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15354300" y="6381750"/>
            <a:ext cx="666750" cy="990600"/>
          </a:xfrm>
          <a:custGeom>
            <a:avLst/>
            <a:gdLst/>
            <a:ahLst/>
            <a:cxnLst/>
            <a:rect l="l" t="t" r="r" b="b"/>
            <a:pathLst>
              <a:path w="666750" h="990600">
                <a:moveTo>
                  <a:pt x="0" y="0"/>
                </a:moveTo>
                <a:lnTo>
                  <a:pt x="666750" y="495300"/>
                </a:lnTo>
                <a:lnTo>
                  <a:pt x="0" y="990600"/>
                </a:lnTo>
                <a:close/>
              </a:path>
            </a:pathLst>
          </a:custGeom>
          <a:solidFill>
            <a:srgbClr val="FF6A4D"/>
          </a:solidFill>
          <a:ln/>
        </p:spPr>
      </p:sp>
      <p:sp>
        <p:nvSpPr>
          <p:cNvPr id="23" name="Text 21"/>
          <p:cNvSpPr/>
          <p:nvPr/>
        </p:nvSpPr>
        <p:spPr>
          <a:xfrm>
            <a:off x="11544300" y="6381750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3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Multivalue</a:t>
            </a:r>
            <a:endParaRPr lang="en-US" sz="3300" dirty="0"/>
          </a:p>
        </p:txBody>
      </p:sp>
      <p:sp>
        <p:nvSpPr>
          <p:cNvPr id="24" name="Shape 22"/>
          <p:cNvSpPr/>
          <p:nvPr/>
        </p:nvSpPr>
        <p:spPr>
          <a:xfrm>
            <a:off x="11544300" y="7715250"/>
            <a:ext cx="3810000" cy="990600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77550" y="7715250"/>
            <a:ext cx="666750" cy="990600"/>
          </a:xfrm>
          <a:custGeom>
            <a:avLst/>
            <a:gdLst/>
            <a:ahLst/>
            <a:cxnLst/>
            <a:rect l="l" t="t" r="r" b="b"/>
            <a:pathLst>
              <a:path w="666750" h="990600">
                <a:moveTo>
                  <a:pt x="666750" y="0"/>
                </a:moveTo>
                <a:lnTo>
                  <a:pt x="0" y="495300"/>
                </a:lnTo>
                <a:lnTo>
                  <a:pt x="666750" y="990600"/>
                </a:lnTo>
                <a:close/>
              </a:path>
            </a:pathLst>
          </a:custGeom>
          <a:solidFill>
            <a:srgbClr val="7C93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544300" y="7715250"/>
            <a:ext cx="381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3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Weighted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e23ba294-079c-4156-9899-bd6bf2ed46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HÌNH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A/B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NƠI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 VỤ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b="1" spc="2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 câu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 lời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428750" y="2762250"/>
            <a:ext cx="2286000" cy="6858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276225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05500" y="2762250"/>
            <a:ext cx="2286000" cy="6858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141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05500" y="276225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Resolver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382250" y="2762250"/>
            <a:ext cx="2286000" cy="6858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1416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82250" y="276225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4859000" y="2762250"/>
            <a:ext cx="2286000" cy="6858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4859000" y="276225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A/B</a:t>
            </a:r>
            <a:endParaRPr lang="en-US" sz="2400" dirty="0"/>
          </a:p>
        </p:txBody>
      </p:sp>
      <p:sp>
        <p:nvSpPr>
          <p:cNvPr id="12" name="Connector line-1792292790504-654820619"/>
          <p:cNvSpPr/>
          <p:nvPr/>
        </p:nvSpPr>
        <p:spPr>
          <a:xfrm>
            <a:off x="2571750" y="3448050"/>
            <a:ext cx="0" cy="4171950"/>
          </a:xfrm>
          <a:prstGeom prst="line">
            <a:avLst/>
          </a:prstGeom>
          <a:noFill/>
          <a:ln w="28575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13" name="Connector line-1792292790504-862918449"/>
          <p:cNvSpPr/>
          <p:nvPr/>
        </p:nvSpPr>
        <p:spPr>
          <a:xfrm>
            <a:off x="7048500" y="3448050"/>
            <a:ext cx="0" cy="4171950"/>
          </a:xfrm>
          <a:prstGeom prst="line">
            <a:avLst/>
          </a:prstGeom>
          <a:noFill/>
          <a:ln w="28575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14" name="Connector line-1792292790504-498216035"/>
          <p:cNvSpPr/>
          <p:nvPr/>
        </p:nvSpPr>
        <p:spPr>
          <a:xfrm>
            <a:off x="11525250" y="3448050"/>
            <a:ext cx="0" cy="4171950"/>
          </a:xfrm>
          <a:prstGeom prst="line">
            <a:avLst/>
          </a:prstGeom>
          <a:noFill/>
          <a:ln w="28575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15" name="Connector line-1792292790505-811062863"/>
          <p:cNvSpPr/>
          <p:nvPr/>
        </p:nvSpPr>
        <p:spPr>
          <a:xfrm>
            <a:off x="16002000" y="3448050"/>
            <a:ext cx="0" cy="4171950"/>
          </a:xfrm>
          <a:prstGeom prst="line">
            <a:avLst/>
          </a:prstGeom>
          <a:noFill/>
          <a:ln w="28575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2762250" y="3771900"/>
            <a:ext cx="4095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2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250" dirty="0"/>
          </a:p>
        </p:txBody>
      </p:sp>
      <p:sp>
        <p:nvSpPr>
          <p:cNvPr id="17" name="Connector line-1792292790507-98104690"/>
          <p:cNvSpPr/>
          <p:nvPr/>
        </p:nvSpPr>
        <p:spPr>
          <a:xfrm>
            <a:off x="2667000" y="4286250"/>
            <a:ext cx="42862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239000" y="4629150"/>
            <a:ext cx="4095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endParaRPr lang="en-US" sz="2250" dirty="0"/>
          </a:p>
        </p:txBody>
      </p:sp>
      <p:sp>
        <p:nvSpPr>
          <p:cNvPr id="19" name="Connector line-1792292790509-274932669"/>
          <p:cNvSpPr/>
          <p:nvPr/>
        </p:nvSpPr>
        <p:spPr>
          <a:xfrm>
            <a:off x="7143750" y="5143500"/>
            <a:ext cx="42862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429500" y="5486400"/>
            <a:ext cx="3905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2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250" dirty="0"/>
          </a:p>
        </p:txBody>
      </p:sp>
      <p:sp>
        <p:nvSpPr>
          <p:cNvPr id="21" name="Connector line-1792292790512-634427065"/>
          <p:cNvSpPr/>
          <p:nvPr/>
        </p:nvSpPr>
        <p:spPr>
          <a:xfrm flipH="1">
            <a:off x="2667000" y="6000750"/>
            <a:ext cx="8763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lgDash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1715750" y="6438900"/>
            <a:ext cx="4095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25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endParaRPr lang="en-US" sz="2250" dirty="0"/>
          </a:p>
        </p:txBody>
      </p:sp>
      <p:sp>
        <p:nvSpPr>
          <p:cNvPr id="23" name="Connector line-1792292790515-856356288"/>
          <p:cNvSpPr/>
          <p:nvPr/>
        </p:nvSpPr>
        <p:spPr>
          <a:xfrm>
            <a:off x="2667000" y="6953250"/>
            <a:ext cx="132397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4400" y="790575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5" name="Text 23"/>
          <p:cNvSpPr/>
          <p:nvPr/>
        </p:nvSpPr>
        <p:spPr>
          <a:xfrm>
            <a:off x="1428750" y="7905750"/>
            <a:ext cx="1543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700" dirty="0"/>
          </a:p>
        </p:txBody>
      </p:sp>
      <p:sp>
        <p:nvSpPr>
          <p:cNvPr id="26" name="Connector line-1792292790518-297377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1568a386-3ee6-4fe7-ac1e-c86ea723d0f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1800" b="1" spc="28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VÍ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A/B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95400" y="2552700"/>
            <a:ext cx="361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</a:t>
            </a: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334000" y="255270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9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906250" y="2552700"/>
            <a:ext cx="514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14400" y="2914650"/>
            <a:ext cx="164592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" y="3009900"/>
            <a:ext cx="38100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" y="300990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4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Simple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219700" y="2914650"/>
            <a:ext cx="6477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2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giản:</a:t>
            </a:r>
            <a:r>
              <a:rPr lang="en-US" sz="22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250" dirty="0" spc="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250" dirty="0" spc="-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1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2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906250" y="2914650"/>
            <a:ext cx="514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vụ: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3848100"/>
            <a:ext cx="164592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8700" y="3943350"/>
            <a:ext cx="38100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4" name="Text 12"/>
          <p:cNvSpPr/>
          <p:nvPr/>
        </p:nvSpPr>
        <p:spPr>
          <a:xfrm>
            <a:off x="1028700" y="394335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4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2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Failover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219700" y="3848100"/>
            <a:ext cx="6477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</a:t>
            </a:r>
            <a:r>
              <a:rPr lang="en-US" sz="225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phòng:</a:t>
            </a:r>
            <a:r>
              <a:rPr lang="en-US" sz="2250" dirty="0" spc="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2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906250" y="3848100"/>
            <a:ext cx="514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 lỗi → B khỏe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14400" y="4781550"/>
            <a:ext cx="164592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8700" y="4876800"/>
            <a:ext cx="3810000" cy="609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1028700" y="487680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4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Geolocation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219700" y="4781550"/>
            <a:ext cx="6477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 trí: truy vấn → quy tắc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906250" y="4781550"/>
            <a:ext cx="514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VN → A · JP → B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4400" y="5715000"/>
            <a:ext cx="164592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8700" y="5810250"/>
            <a:ext cx="3810000" cy="6096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1028700" y="581025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4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2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Latency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219700" y="5715000"/>
            <a:ext cx="6477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250" dirty="0" spc="-1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trễ:</a:t>
            </a:r>
            <a:r>
              <a:rPr lang="en-US" sz="225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1906250" y="5715000"/>
            <a:ext cx="514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 80 ms · B 25 ms → B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14400" y="6648450"/>
            <a:ext cx="164592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8700" y="6743700"/>
            <a:ext cx="38100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29" name="Text 27"/>
          <p:cNvSpPr/>
          <p:nvPr/>
        </p:nvSpPr>
        <p:spPr>
          <a:xfrm>
            <a:off x="1028700" y="674370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24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Multivalue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219700" y="6648450"/>
            <a:ext cx="6477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 giá</a:t>
            </a:r>
            <a:r>
              <a:rPr lang="en-US" sz="2250" dirty="0" spc="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trị:</a:t>
            </a:r>
            <a:r>
              <a:rPr lang="en-US" sz="225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25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2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2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1906250" y="6648450"/>
            <a:ext cx="514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A,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14400" y="7581900"/>
            <a:ext cx="164592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28700" y="7677150"/>
            <a:ext cx="3810000" cy="609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34" name="Text 32"/>
          <p:cNvSpPr/>
          <p:nvPr/>
        </p:nvSpPr>
        <p:spPr>
          <a:xfrm>
            <a:off x="1028700" y="7677150"/>
            <a:ext cx="381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r>
              <a:rPr lang="en-US" sz="24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2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Weighted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219700" y="7581900"/>
            <a:ext cx="6477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Trọng</a:t>
            </a:r>
            <a:r>
              <a:rPr lang="en-US" sz="22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số:</a:t>
            </a:r>
            <a:r>
              <a:rPr lang="en-US" sz="225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2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250" dirty="0" spc="-2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DNS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1906250" y="7581900"/>
            <a:ext cx="5143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14400" y="86487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 không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10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53.</a:t>
            </a:r>
            <a:endParaRPr lang="en-US" sz="2100" dirty="0"/>
          </a:p>
        </p:txBody>
      </p:sp>
      <p:sp>
        <p:nvSpPr>
          <p:cNvPr id="38" name="Connector line-1792292820274-79609548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26b625f5-9bca-40ee-b886-291031b2c2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800" b="1" spc="28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Simple</a:t>
            </a:r>
            <a:pPr algn="l" indent="0" marL="0">
              <a:lnSpc>
                <a:spcPts val="7245"/>
              </a:lnSpc>
              <a:buNone/>
            </a:pP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245"/>
              </a:lnSpc>
              <a:buNone/>
            </a:pPr>
            <a:r>
              <a:rPr lang="en-US" sz="6900" dirty="0" spc="-8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Failover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857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DDE3FA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1813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65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SIMPLE</a:t>
            </a:r>
            <a:r>
              <a:rPr lang="en-US" sz="165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753600" y="318135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650" b="1" spc="22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FAILOVER</a:t>
            </a:r>
            <a:r>
              <a:rPr lang="en-US" sz="16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16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295400" y="3905250"/>
            <a:ext cx="1619250" cy="7239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1416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3905250"/>
            <a:ext cx="1619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endParaRPr lang="en-US" sz="2550" dirty="0"/>
          </a:p>
        </p:txBody>
      </p:sp>
      <p:sp>
        <p:nvSpPr>
          <p:cNvPr id="10" name="Connector line-1792292845151-789378734"/>
          <p:cNvSpPr/>
          <p:nvPr/>
        </p:nvSpPr>
        <p:spPr>
          <a:xfrm>
            <a:off x="3048000" y="4267200"/>
            <a:ext cx="20955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95900" y="3905250"/>
            <a:ext cx="1619250" cy="7239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2" name="Text 10"/>
          <p:cNvSpPr/>
          <p:nvPr/>
        </p:nvSpPr>
        <p:spPr>
          <a:xfrm>
            <a:off x="5295900" y="3905250"/>
            <a:ext cx="1619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753600" y="3905250"/>
            <a:ext cx="1619250" cy="7239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1416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3600" y="3905250"/>
            <a:ext cx="1619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endParaRPr lang="en-US" sz="2550" dirty="0"/>
          </a:p>
        </p:txBody>
      </p:sp>
      <p:sp>
        <p:nvSpPr>
          <p:cNvPr id="15" name="Connector line-1792292845156-610372837"/>
          <p:cNvSpPr/>
          <p:nvPr/>
        </p:nvSpPr>
        <p:spPr>
          <a:xfrm flipV="1">
            <a:off x="11468100" y="3657600"/>
            <a:ext cx="1866900" cy="457200"/>
          </a:xfrm>
          <a:prstGeom prst="line">
            <a:avLst/>
          </a:prstGeom>
          <a:noFill/>
          <a:ln w="47625">
            <a:solidFill>
              <a:srgbClr val="8A867C"/>
            </a:solidFill>
            <a:prstDash val="lgDash"/>
            <a:headEnd type="none"/>
            <a:tailEnd type="triangle"/>
          </a:ln>
        </p:spPr>
      </p:sp>
      <p:sp>
        <p:nvSpPr>
          <p:cNvPr id="16" name="Connector line-1792292845156-197789548"/>
          <p:cNvSpPr/>
          <p:nvPr/>
        </p:nvSpPr>
        <p:spPr>
          <a:xfrm>
            <a:off x="11468100" y="4438650"/>
            <a:ext cx="1866900" cy="45720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487400" y="3295650"/>
            <a:ext cx="2476500" cy="7239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8A867C"/>
            </a:solidFill>
            <a:prstDash val="lgDash"/>
          </a:ln>
        </p:spPr>
      </p:sp>
      <p:sp>
        <p:nvSpPr>
          <p:cNvPr id="18" name="Text 16"/>
          <p:cNvSpPr/>
          <p:nvPr/>
        </p:nvSpPr>
        <p:spPr>
          <a:xfrm>
            <a:off x="13487400" y="3295650"/>
            <a:ext cx="2476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400" b="1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lỗi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3487400" y="4533900"/>
            <a:ext cx="2476500" cy="7239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0" name="Text 18"/>
          <p:cNvSpPr/>
          <p:nvPr/>
        </p:nvSpPr>
        <p:spPr>
          <a:xfrm>
            <a:off x="13487400" y="4533900"/>
            <a:ext cx="2476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4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95400" y="5810250"/>
            <a:ext cx="7239000" cy="2095500"/>
          </a:xfrm>
          <a:prstGeom prst="rect">
            <a:avLst/>
          </a:prstGeom>
          <a:noFill/>
          <a:ln/>
        </p:spPr>
        <p:txBody>
          <a:bodyPr wrap="square" lIns="0" tIns="-2572" rIns="0" bIns="2572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 Ví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700" dirty="0"/>
          </a:p>
          <a:p>
            <a:pPr algn="l" indent="0" marL="0">
              <a:lnSpc>
                <a:spcPts val="4050"/>
              </a:lnSpc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2700" dirty="0"/>
          </a:p>
          <a:p>
            <a:pPr algn="l" indent="0" marL="0">
              <a:lnSpc>
                <a:spcPts val="4050"/>
              </a:lnSpc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health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</a:t>
            </a:r>
            <a:r>
              <a:rPr lang="en-US" sz="27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753600" y="5810250"/>
            <a:ext cx="7239000" cy="2095500"/>
          </a:xfrm>
          <a:prstGeom prst="rect">
            <a:avLst/>
          </a:prstGeom>
          <a:noFill/>
          <a:ln/>
        </p:spPr>
        <p:txBody>
          <a:bodyPr wrap="square" lIns="0" tIns="-2572" rIns="0" bIns="2572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endParaRPr lang="en-US" sz="2700" dirty="0"/>
          </a:p>
          <a:p>
            <a:pPr algn="l" indent="0" marL="0">
              <a:lnSpc>
                <a:spcPts val="4050"/>
              </a:lnSpc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giả</a:t>
            </a:r>
            <a:r>
              <a:rPr lang="en-US" sz="27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700" dirty="0"/>
          </a:p>
          <a:p>
            <a:pPr algn="l" indent="0" marL="0">
              <a:lnSpc>
                <a:spcPts val="4050"/>
              </a:lnSpc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endParaRPr lang="en-US" sz="2700" dirty="0"/>
          </a:p>
        </p:txBody>
      </p:sp>
      <p:sp>
        <p:nvSpPr>
          <p:cNvPr id="23" name="Connector line-1792292845178-85669190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19235ad7-3548-4006-a0b4-27ed7d93217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Geolocation</a:t>
            </a:r>
            <a:pPr algn="l" indent="0" marL="0">
              <a:lnSpc>
                <a:spcPts val="7245"/>
              </a:lnSpc>
              <a:buNone/>
            </a:pP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Latency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4000500" y="2705100"/>
            <a:ext cx="6572250" cy="762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4000500" y="2705100"/>
            <a:ext cx="6572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4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Geolocation</a:t>
            </a:r>
            <a:r>
              <a:rPr lang="en-US" sz="24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00" b="1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801350" y="2705100"/>
            <a:ext cx="6572250" cy="762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10801350" y="2705100"/>
            <a:ext cx="6572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24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-2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Latency</a:t>
            </a:r>
            <a:r>
              <a:rPr lang="en-US" sz="24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b="1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b="1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695700"/>
            <a:ext cx="2857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80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6019800"/>
            <a:ext cx="28575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000500" y="3695700"/>
            <a:ext cx="6572250" cy="2095500"/>
          </a:xfrm>
          <a:prstGeom prst="roundRect">
            <a:avLst>
              <a:gd name="adj" fmla="val 12727"/>
            </a:avLst>
          </a:prstGeom>
          <a:solidFill>
            <a:srgbClr val="F3DFB8"/>
          </a:solidFill>
          <a:ln/>
        </p:spPr>
      </p:sp>
      <p:sp>
        <p:nvSpPr>
          <p:cNvPr id="11" name="Shape 9"/>
          <p:cNvSpPr/>
          <p:nvPr/>
        </p:nvSpPr>
        <p:spPr>
          <a:xfrm>
            <a:off x="10801350" y="3695700"/>
            <a:ext cx="6572250" cy="2095500"/>
          </a:xfrm>
          <a:prstGeom prst="roundRect">
            <a:avLst>
              <a:gd name="adj" fmla="val 12727"/>
            </a:avLst>
          </a:prstGeom>
          <a:solidFill>
            <a:srgbClr val="CFE8E2"/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0" y="6019800"/>
            <a:ext cx="6572250" cy="2381250"/>
          </a:xfrm>
          <a:prstGeom prst="roundRect">
            <a:avLst>
              <a:gd name="adj" fmla="val 11200"/>
            </a:avLst>
          </a:prstGeom>
          <a:solidFill>
            <a:srgbClr val="F3D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01350" y="6019800"/>
            <a:ext cx="6572250" cy="2381250"/>
          </a:xfrm>
          <a:prstGeom prst="roundRect">
            <a:avLst>
              <a:gd name="adj" fmla="val 11200"/>
            </a:avLst>
          </a:prstGeom>
          <a:solidFill>
            <a:srgbClr val="CFE8E2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3695700"/>
            <a:ext cx="5905500" cy="2095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truy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DNS/IP,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GPS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1144250" y="3695700"/>
            <a:ext cx="5905500" cy="2095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b="1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4343400" y="62865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5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VN</a:t>
            </a:r>
            <a:r>
              <a:rPr lang="en-US" sz="405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</a:t>
            </a:r>
            <a:r>
              <a:rPr lang="en-US" sz="405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r>
              <a:rPr lang="en-US" sz="405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 JP</a:t>
            </a:r>
            <a:r>
              <a:rPr lang="en-US" sz="405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 B</a:t>
            </a:r>
            <a:endParaRPr lang="en-US" sz="4050" dirty="0"/>
          </a:p>
        </p:txBody>
      </p:sp>
      <p:sp>
        <p:nvSpPr>
          <p:cNvPr id="17" name="Text 15"/>
          <p:cNvSpPr/>
          <p:nvPr/>
        </p:nvSpPr>
        <p:spPr>
          <a:xfrm>
            <a:off x="4343400" y="72009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2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250" dirty="0" spc="1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250" dirty="0" spc="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250" dirty="0" spc="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25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144250" y="62865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5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r>
              <a:rPr lang="en-US" sz="375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80 ms</a:t>
            </a:r>
            <a:r>
              <a:rPr lang="en-US" sz="375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75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r>
              <a:rPr lang="en-US" sz="375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25</a:t>
            </a:r>
            <a:r>
              <a:rPr lang="en-US" sz="375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r>
              <a:rPr lang="en-US" sz="375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</a:t>
            </a:r>
            <a:r>
              <a:rPr lang="en-US" sz="375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endParaRPr lang="en-US" sz="3750" dirty="0"/>
          </a:p>
        </p:txBody>
      </p:sp>
      <p:sp>
        <p:nvSpPr>
          <p:cNvPr id="19" name="Text 17"/>
          <p:cNvSpPr/>
          <p:nvPr/>
        </p:nvSpPr>
        <p:spPr>
          <a:xfrm>
            <a:off x="11144250" y="72009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dirty="0" spc="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25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250" dirty="0" spc="2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2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250" dirty="0"/>
          </a:p>
        </p:txBody>
      </p:sp>
      <p:sp>
        <p:nvSpPr>
          <p:cNvPr id="20" name="Connector line-1792292867661-69231073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6bbc5b86-f80e-4b33-a70c-3df12527186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 TRỊ</a:t>
            </a:r>
            <a:r>
              <a:rPr lang="en-US" sz="1800" b="1" spc="25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1800" b="1" spc="30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Multivalue</a:t>
            </a:r>
            <a:pPr algn="l" indent="0" marL="0">
              <a:lnSpc>
                <a:spcPts val="7245"/>
              </a:lnSpc>
              <a:buNone/>
            </a:pP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245"/>
              </a:lnSpc>
              <a:buNone/>
            </a:pPr>
            <a:r>
              <a:rPr lang="en-US" sz="6900" dirty="0" spc="-3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Weighted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2381250"/>
          </a:xfrm>
          <a:prstGeom prst="roundRect">
            <a:avLst>
              <a:gd name="adj" fmla="val 11200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670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165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9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MULTIVALUE</a:t>
            </a:r>
            <a:r>
              <a:rPr lang="en-US" sz="165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6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6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295400" y="3810000"/>
            <a:ext cx="1428750" cy="7239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141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810000"/>
            <a:ext cx="1428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endParaRPr lang="en-US" sz="2400" dirty="0"/>
          </a:p>
        </p:txBody>
      </p:sp>
      <p:sp>
        <p:nvSpPr>
          <p:cNvPr id="8" name="Connector line-1792292890425-936888800"/>
          <p:cNvSpPr/>
          <p:nvPr/>
        </p:nvSpPr>
        <p:spPr>
          <a:xfrm>
            <a:off x="2857500" y="4171950"/>
            <a:ext cx="142875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38650" y="3810000"/>
            <a:ext cx="2000250" cy="7239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4438650" y="3810000"/>
            <a:ext cx="2000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A, B</a:t>
            </a:r>
            <a:endParaRPr lang="en-US" sz="2550" dirty="0"/>
          </a:p>
        </p:txBody>
      </p:sp>
      <p:sp>
        <p:nvSpPr>
          <p:cNvPr id="11" name="Connector line-1792292890427-918864550"/>
          <p:cNvSpPr/>
          <p:nvPr/>
        </p:nvSpPr>
        <p:spPr>
          <a:xfrm>
            <a:off x="6572250" y="4171950"/>
            <a:ext cx="142875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53400" y="3810000"/>
            <a:ext cx="3143250" cy="7239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1416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3400" y="3810000"/>
            <a:ext cx="3143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906250" y="3352800"/>
            <a:ext cx="5334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b="1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nối.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thay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balancer.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5429250"/>
            <a:ext cx="16459200" cy="2762250"/>
          </a:xfrm>
          <a:prstGeom prst="roundRect">
            <a:avLst>
              <a:gd name="adj" fmla="val 9655"/>
            </a:avLst>
          </a:prstGeom>
          <a:solidFill>
            <a:srgbClr val="DDE3FA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57340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3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</a:t>
            </a:r>
            <a:r>
              <a:rPr lang="en-US" sz="1650" b="1" spc="22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WEIGHTED</a:t>
            </a:r>
            <a:r>
              <a:rPr lang="en-US" sz="1650" b="1" spc="22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1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1650" b="1" spc="23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295400" y="6477000"/>
            <a:ext cx="1428750" cy="7239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1416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5400" y="6477000"/>
            <a:ext cx="1428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endParaRPr lang="en-US" sz="2400" dirty="0"/>
          </a:p>
        </p:txBody>
      </p:sp>
      <p:sp>
        <p:nvSpPr>
          <p:cNvPr id="19" name="Connector line-1792292890436-193227258"/>
          <p:cNvSpPr/>
          <p:nvPr/>
        </p:nvSpPr>
        <p:spPr>
          <a:xfrm>
            <a:off x="2857500" y="6838950"/>
            <a:ext cx="1428750" cy="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38650" y="6477000"/>
            <a:ext cx="4572000" cy="7239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1" name="Shape 19"/>
          <p:cNvSpPr/>
          <p:nvPr/>
        </p:nvSpPr>
        <p:spPr>
          <a:xfrm>
            <a:off x="9010650" y="6477000"/>
            <a:ext cx="1143000" cy="723900"/>
          </a:xfrm>
          <a:prstGeom prst="roundRect">
            <a:avLst>
              <a:gd name="adj" fmla="val 50000"/>
            </a:avLst>
          </a:prstGeom>
          <a:solidFill>
            <a:srgbClr val="8FA0EE"/>
          </a:solidFill>
          <a:ln/>
        </p:spPr>
      </p:sp>
      <p:sp>
        <p:nvSpPr>
          <p:cNvPr id="22" name="Text 20"/>
          <p:cNvSpPr/>
          <p:nvPr/>
        </p:nvSpPr>
        <p:spPr>
          <a:xfrm>
            <a:off x="4438650" y="6477000"/>
            <a:ext cx="4572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5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010650" y="6477000"/>
            <a:ext cx="1143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4438650" y="73914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Trọng</a:t>
            </a:r>
            <a:r>
              <a:rPr lang="en-US" sz="195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1950" dirty="0" spc="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dirty="0" spc="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19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1906250" y="6019800"/>
            <a:ext cx="5334000" cy="1809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Trọng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DNS.</a:t>
            </a:r>
            <a:endParaRPr lang="en-US" sz="24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%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HTTP.</a:t>
            </a:r>
            <a:endParaRPr lang="en-US" sz="2400" dirty="0"/>
          </a:p>
        </p:txBody>
      </p:sp>
      <p:sp>
        <p:nvSpPr>
          <p:cNvPr id="26" name="Connector line-1792292890444-85231629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5128cbf6-3c98-48a6-8ec2-9c7be2a113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71450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cache: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6156"/>
              </a:lnSpc>
              <a:buNone/>
            </a:pPr>
            <a:r>
              <a:rPr lang="en-US" sz="5700" dirty="0" spc="3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TTL</a:t>
            </a:r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 biết</a:t>
            </a:r>
            <a:r>
              <a:rPr lang="en-US" sz="57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57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57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3771900" y="38862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TTL:</a:t>
            </a:r>
            <a:r>
              <a:rPr lang="en-US" sz="1800" b="1" spc="20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80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80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1800" b="1" spc="21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0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1800" dirty="0"/>
          </a:p>
        </p:txBody>
      </p:sp>
      <p:sp>
        <p:nvSpPr>
          <p:cNvPr id="5" name="Connector line-1792292923058-235655302"/>
          <p:cNvSpPr/>
          <p:nvPr/>
        </p:nvSpPr>
        <p:spPr>
          <a:xfrm>
            <a:off x="1333500" y="4953000"/>
            <a:ext cx="15621000" cy="0"/>
          </a:xfrm>
          <a:prstGeom prst="line">
            <a:avLst/>
          </a:prstGeom>
          <a:noFill/>
          <a:ln w="571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Connector line-1792292923058-30927010"/>
          <p:cNvSpPr/>
          <p:nvPr/>
        </p:nvSpPr>
        <p:spPr>
          <a:xfrm>
            <a:off x="2476500" y="4953000"/>
            <a:ext cx="12573000" cy="0"/>
          </a:xfrm>
          <a:prstGeom prst="line">
            <a:avLst/>
          </a:prstGeom>
          <a:noFill/>
          <a:ln w="1143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266950" y="4743450"/>
            <a:ext cx="419100" cy="4191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Shape 6"/>
          <p:cNvSpPr/>
          <p:nvPr/>
        </p:nvSpPr>
        <p:spPr>
          <a:xfrm>
            <a:off x="6457950" y="4743450"/>
            <a:ext cx="419100" cy="4191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Shape 7"/>
          <p:cNvSpPr/>
          <p:nvPr/>
        </p:nvSpPr>
        <p:spPr>
          <a:xfrm>
            <a:off x="10648950" y="4743450"/>
            <a:ext cx="419100" cy="4191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Shape 8"/>
          <p:cNvSpPr/>
          <p:nvPr/>
        </p:nvSpPr>
        <p:spPr>
          <a:xfrm>
            <a:off x="14839950" y="4743450"/>
            <a:ext cx="419100" cy="4191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2266950" y="47434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457950" y="47434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648950" y="47434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839950" y="4743450"/>
            <a:ext cx="419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66750" y="5562600"/>
            <a:ext cx="3619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666750" y="6572250"/>
            <a:ext cx="3619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TTL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1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857750" y="5562600"/>
            <a:ext cx="3619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4857750" y="6572250"/>
            <a:ext cx="3619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 phòng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048750" y="5562600"/>
            <a:ext cx="3619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Cache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048750" y="657225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tức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239750" y="5562600"/>
            <a:ext cx="3619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Hết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TTL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3239750" y="6572250"/>
            <a:ext cx="3619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14400" y="790575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4" name="Text 22"/>
          <p:cNvSpPr/>
          <p:nvPr/>
        </p:nvSpPr>
        <p:spPr>
          <a:xfrm>
            <a:off x="1428750" y="7905750"/>
            <a:ext cx="1543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Weighted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70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HTTP.</a:t>
            </a:r>
            <a:endParaRPr lang="en-US" sz="2700" dirty="0"/>
          </a:p>
        </p:txBody>
      </p:sp>
      <p:sp>
        <p:nvSpPr>
          <p:cNvPr id="25" name="Connector line-1792292923084-69626316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9dbba57e-6dd6-4696-8d94-ed62ce73b51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61925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52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Khung</a:t>
            </a:r>
            <a:r>
              <a:rPr lang="en-US" sz="525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Latency:</a:t>
            </a:r>
            <a:r>
              <a:rPr lang="en-US" sz="52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DNS</a:t>
            </a:r>
            <a:r>
              <a:rPr lang="en-US" sz="52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525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525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r>
              <a:rPr lang="en-US" sz="525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525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</a:t>
            </a:r>
            <a:r>
              <a:rPr lang="en-US" sz="52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25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r>
              <a:rPr lang="en-US" sz="525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525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25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52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52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525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334000" cy="4476750"/>
          </a:xfrm>
          <a:prstGeom prst="roundRect">
            <a:avLst>
              <a:gd name="adj" fmla="val 5957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6477000" y="3143250"/>
            <a:ext cx="6096000" cy="4476750"/>
          </a:xfrm>
          <a:prstGeom prst="roundRect">
            <a:avLst>
              <a:gd name="adj" fmla="val 5957"/>
            </a:avLst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0" y="3143250"/>
            <a:ext cx="4572000" cy="4476750"/>
          </a:xfrm>
          <a:prstGeom prst="roundRect">
            <a:avLst>
              <a:gd name="adj" fmla="val 5957"/>
            </a:avLst>
          </a:prstGeom>
          <a:solidFill>
            <a:srgbClr val="14161C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448050"/>
            <a:ext cx="285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6B6A66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295400" y="4191000"/>
            <a:ext cx="3048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21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80</a:t>
            </a:r>
            <a:endParaRPr lang="en-US" sz="16210" dirty="0"/>
          </a:p>
        </p:txBody>
      </p:sp>
      <p:sp>
        <p:nvSpPr>
          <p:cNvPr id="9" name="Text 7"/>
          <p:cNvSpPr/>
          <p:nvPr/>
        </p:nvSpPr>
        <p:spPr>
          <a:xfrm>
            <a:off x="4000500" y="5619750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ms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858000" y="344805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10096500" y="3448050"/>
            <a:ext cx="2095500" cy="5334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10096500" y="3448050"/>
            <a:ext cx="209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r>
              <a:rPr lang="en-US" sz="210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858000" y="4191000"/>
            <a:ext cx="3048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21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25</a:t>
            </a:r>
            <a:endParaRPr lang="en-US" sz="16210" dirty="0"/>
          </a:p>
        </p:txBody>
      </p:sp>
      <p:sp>
        <p:nvSpPr>
          <p:cNvPr id="14" name="Text 12"/>
          <p:cNvSpPr/>
          <p:nvPr/>
        </p:nvSpPr>
        <p:spPr>
          <a:xfrm>
            <a:off x="9372600" y="5619750"/>
            <a:ext cx="1428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ms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3182600" y="34480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182600" y="390525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B.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3182600" y="495300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4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78676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Geolocation</a:t>
            </a:r>
            <a:r>
              <a:rPr lang="en-US" sz="2100" dirty="0" spc="-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3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Latency</a:t>
            </a:r>
            <a:r>
              <a:rPr lang="en-US" sz="21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1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</a:t>
            </a:r>
            <a:r>
              <a:rPr lang="en-US" sz="21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nhau.</a:t>
            </a:r>
            <a:r>
              <a:rPr lang="en-US" sz="210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10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họa.</a:t>
            </a:r>
            <a:endParaRPr lang="en-US" sz="2100" dirty="0"/>
          </a:p>
        </p:txBody>
      </p:sp>
      <p:sp>
        <p:nvSpPr>
          <p:cNvPr id="19" name="Connector line-1792292946613-73862518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e77e480c-f26d-4d06-8356-602b80bbce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2495550"/>
            <a:ext cx="3333750" cy="1866900"/>
          </a:xfrm>
          <a:prstGeom prst="roundRect">
            <a:avLst>
              <a:gd name="adj" fmla="val 1224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4381500" y="2495550"/>
            <a:ext cx="3333750" cy="1866900"/>
          </a:xfrm>
          <a:prstGeom prst="roundRect">
            <a:avLst>
              <a:gd name="adj" fmla="val 1224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7848600" y="2495550"/>
            <a:ext cx="3333750" cy="1866900"/>
          </a:xfrm>
          <a:prstGeom prst="roundRect">
            <a:avLst>
              <a:gd name="adj" fmla="val 12245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4495800"/>
            <a:ext cx="3333750" cy="1866900"/>
          </a:xfrm>
          <a:prstGeom prst="roundRect">
            <a:avLst>
              <a:gd name="adj" fmla="val 12245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4381500" y="4495800"/>
            <a:ext cx="3333750" cy="1866900"/>
          </a:xfrm>
          <a:prstGeom prst="roundRect">
            <a:avLst>
              <a:gd name="adj" fmla="val 1224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7848600" y="4495800"/>
            <a:ext cx="3333750" cy="1866900"/>
          </a:xfrm>
          <a:prstGeom prst="roundRect">
            <a:avLst>
              <a:gd name="adj" fmla="val 1224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496050"/>
            <a:ext cx="3333750" cy="1866900"/>
          </a:xfrm>
          <a:prstGeom prst="roundRect">
            <a:avLst>
              <a:gd name="adj" fmla="val 12245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4381500" y="6496050"/>
            <a:ext cx="3333750" cy="1866900"/>
          </a:xfrm>
          <a:prstGeom prst="roundRect">
            <a:avLst>
              <a:gd name="adj" fmla="val 12245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7848600" y="6496050"/>
            <a:ext cx="3333750" cy="1866900"/>
          </a:xfrm>
          <a:prstGeom prst="roundRect">
            <a:avLst>
              <a:gd name="adj" fmla="val 12245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590800"/>
            <a:ext cx="2952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143000" y="3219450"/>
            <a:ext cx="2952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Domain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43000" y="3543300"/>
            <a:ext cx="2952750" cy="723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miền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endParaRPr lang="en-US" sz="1950" dirty="0"/>
          </a:p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IP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610100" y="2590800"/>
            <a:ext cx="2952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10100" y="3219450"/>
            <a:ext cx="2952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610100" y="3543300"/>
            <a:ext cx="2952750" cy="723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 chỉ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950" dirty="0"/>
          </a:p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trên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077200" y="2590800"/>
            <a:ext cx="2952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TTL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077200" y="3219450"/>
            <a:ext cx="2952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Time</a:t>
            </a:r>
            <a:r>
              <a:rPr lang="en-US" sz="1650" dirty="0" spc="-5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Live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077200" y="3543300"/>
            <a:ext cx="2952750" cy="723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950" b="1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1950" dirty="0"/>
          </a:p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DNS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43000" y="4591050"/>
            <a:ext cx="2952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143000" y="5219700"/>
            <a:ext cx="2952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43000" y="5543550"/>
            <a:ext cx="2952750" cy="723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9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1950" b="1" dirty="0" spc="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1950" dirty="0"/>
          </a:p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4610100" y="4591050"/>
            <a:ext cx="2952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10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AWS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610100" y="5219700"/>
            <a:ext cx="2952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16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610100" y="5543550"/>
            <a:ext cx="2952750" cy="723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19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9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endParaRPr lang="en-US" sz="1950" dirty="0"/>
          </a:p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</a:t>
            </a: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8077200" y="4591050"/>
            <a:ext cx="2952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BGP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8077200" y="5219700"/>
            <a:ext cx="2952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Border</a:t>
            </a:r>
            <a:r>
              <a:rPr lang="en-US" sz="16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8077200" y="5543550"/>
            <a:ext cx="2952750" cy="723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 mạng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950" dirty="0"/>
          </a:p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9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143000" y="6591300"/>
            <a:ext cx="2952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GPS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1143000" y="7219950"/>
            <a:ext cx="2952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Global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Positioning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143000" y="7543800"/>
            <a:ext cx="2952750" cy="723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tinh;</a:t>
            </a:r>
            <a:endParaRPr lang="en-US" sz="1950" dirty="0"/>
          </a:p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r>
              <a:rPr lang="en-US" sz="19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4610100" y="6591300"/>
            <a:ext cx="2952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VN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4610100" y="7219950"/>
            <a:ext cx="2952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VietNam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4610100" y="7543800"/>
            <a:ext cx="2952750" cy="723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endParaRPr lang="en-US" sz="1950" dirty="0"/>
          </a:p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Việt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8077200" y="6591300"/>
            <a:ext cx="2952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JP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8077200" y="7219950"/>
            <a:ext cx="2952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JaPan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8077200" y="7543800"/>
            <a:ext cx="2952750" cy="723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endParaRPr lang="en-US" sz="1950" dirty="0"/>
          </a:p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Nhật</a:t>
            </a: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1430000" y="2495550"/>
            <a:ext cx="5943600" cy="4191000"/>
          </a:xfrm>
          <a:prstGeom prst="roundRect">
            <a:avLst>
              <a:gd name="adj" fmla="val 5455"/>
            </a:avLst>
          </a:prstGeom>
          <a:solidFill>
            <a:srgbClr val="F3EEE3"/>
          </a:solidFill>
          <a:ln/>
        </p:spPr>
      </p:sp>
      <p:sp>
        <p:nvSpPr>
          <p:cNvPr id="41" name="Text 39"/>
          <p:cNvSpPr/>
          <p:nvPr/>
        </p:nvSpPr>
        <p:spPr>
          <a:xfrm>
            <a:off x="11811000" y="2781300"/>
            <a:ext cx="514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1811000" y="3276600"/>
            <a:ext cx="5143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2250" dirty="0"/>
          </a:p>
        </p:txBody>
      </p:sp>
      <p:sp>
        <p:nvSpPr>
          <p:cNvPr id="43" name="Text 41"/>
          <p:cNvSpPr/>
          <p:nvPr/>
        </p:nvSpPr>
        <p:spPr>
          <a:xfrm>
            <a:off x="11811000" y="3638550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195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95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9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 cố</a:t>
            </a:r>
            <a:r>
              <a:rPr lang="en-US" sz="1950" dirty="0" spc="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1811000" y="4248150"/>
            <a:ext cx="5143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6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</a:t>
            </a:r>
            <a:r>
              <a:rPr lang="en-US" sz="22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53</a:t>
            </a:r>
            <a:endParaRPr lang="en-US" sz="2250" dirty="0"/>
          </a:p>
        </p:txBody>
      </p:sp>
      <p:sp>
        <p:nvSpPr>
          <p:cNvPr id="45" name="Text 43"/>
          <p:cNvSpPr/>
          <p:nvPr/>
        </p:nvSpPr>
        <p:spPr>
          <a:xfrm>
            <a:off x="11811000" y="4610100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Simple</a:t>
            </a:r>
            <a:r>
              <a:rPr lang="en-US" sz="19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1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Failover</a:t>
            </a:r>
            <a:r>
              <a:rPr lang="en-US" sz="19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Geolocation</a:t>
            </a:r>
            <a:endParaRPr lang="en-US" sz="1950" dirty="0"/>
          </a:p>
        </p:txBody>
      </p:sp>
      <p:sp>
        <p:nvSpPr>
          <p:cNvPr id="46" name="Text 44"/>
          <p:cNvSpPr/>
          <p:nvPr/>
        </p:nvSpPr>
        <p:spPr>
          <a:xfrm>
            <a:off x="11811000" y="4933950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Latency</a:t>
            </a:r>
            <a:r>
              <a:rPr lang="en-US" sz="195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Multivalue</a:t>
            </a:r>
            <a:r>
              <a:rPr lang="en-US" sz="19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1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Weighted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1811000" y="5543550"/>
            <a:ext cx="5143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TTL</a:t>
            </a:r>
            <a:r>
              <a:rPr lang="en-US" sz="22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cache</a:t>
            </a:r>
            <a:endParaRPr lang="en-US" sz="2250" dirty="0"/>
          </a:p>
        </p:txBody>
      </p:sp>
      <p:sp>
        <p:nvSpPr>
          <p:cNvPr id="48" name="Text 46"/>
          <p:cNvSpPr/>
          <p:nvPr/>
        </p:nvSpPr>
        <p:spPr>
          <a:xfrm>
            <a:off x="11811000" y="5905500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-4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</a:t>
            </a:r>
            <a:r>
              <a:rPr lang="en-US" sz="1950" dirty="0" spc="-2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</a:t>
            </a:r>
            <a:r>
              <a:rPr lang="en-US" sz="19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53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11430000" y="6896100"/>
            <a:ext cx="5943600" cy="1466850"/>
          </a:xfrm>
          <a:prstGeom prst="roundRect">
            <a:avLst>
              <a:gd name="adj" fmla="val 15584"/>
            </a:avLst>
          </a:prstGeom>
          <a:solidFill>
            <a:srgbClr val="1E212B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772900" y="6896100"/>
            <a:ext cx="5257800" cy="14668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100" b="1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Route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53,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bằng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BGP.</a:t>
            </a:r>
            <a:endParaRPr lang="en-US" sz="2100" dirty="0"/>
          </a:p>
        </p:txBody>
      </p:sp>
      <p:sp>
        <p:nvSpPr>
          <p:cNvPr id="51" name="Connector line-1792292986556-97149536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2" name="Text 6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d587f87c-c6d0-464d-879d-f35c072844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2026-10-18T05:34:07Z</dcterms:created>
  <dcterms:modified xsi:type="dcterms:W3CDTF">2026-10-18T05:34:07Z</dcterms:modified>
</cp:coreProperties>
</file>