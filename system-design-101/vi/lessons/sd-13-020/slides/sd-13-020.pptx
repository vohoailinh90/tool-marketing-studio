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5716250" cy="24765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Rủi</a:t>
            </a:r>
            <a:r>
              <a:rPr lang="en-US" sz="81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triển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giảm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Triển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quen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8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Lỗi</a:t>
            </a:r>
            <a:r>
              <a:rPr lang="en-US" sz="2250" dirty="0" spc="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chỉ</a:t>
            </a:r>
            <a:r>
              <a:rPr lang="en-US" sz="2250" dirty="0" spc="-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lộ</a:t>
            </a:r>
            <a:r>
              <a:rPr lang="en-US" sz="225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ở</a:t>
            </a:r>
            <a:r>
              <a:rPr lang="en-US" sz="2250" dirty="0" spc="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tải</a:t>
            </a:r>
            <a:r>
              <a:rPr lang="en-US" sz="2250" dirty="0" spc="-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thật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42672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339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45339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Hai</a:t>
            </a:r>
            <a:r>
              <a:rPr lang="en-US" sz="2250" dirty="0" spc="-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phiên</a:t>
            </a:r>
            <a:r>
              <a:rPr lang="en-US" sz="2250" dirty="0" spc="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25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gặp</a:t>
            </a:r>
            <a:r>
              <a:rPr lang="en-US" sz="2250" dirty="0" spc="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nhau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76200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867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78867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Không</a:t>
            </a:r>
            <a:r>
              <a:rPr lang="en-US" sz="2250" dirty="0" spc="-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biết</a:t>
            </a:r>
            <a:r>
              <a:rPr lang="en-US" sz="2250" dirty="0" spc="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250" dirty="0" spc="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250" dirty="0" spc="-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tốt</a:t>
            </a:r>
            <a:r>
              <a:rPr lang="en-US" sz="225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hay</a:t>
            </a:r>
            <a:r>
              <a:rPr lang="en-US" sz="2250" dirty="0" spc="-1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xấu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09728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2395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12395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Rút</a:t>
            </a:r>
            <a:r>
              <a:rPr lang="en-US" sz="225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r>
              <a:rPr lang="en-US" sz="2250" dirty="0" spc="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quá</a:t>
            </a:r>
            <a:r>
              <a:rPr lang="en-US" sz="225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chậm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43256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5923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45923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Thay</a:t>
            </a:r>
            <a:r>
              <a:rPr lang="en-US" sz="2250" dirty="0" spc="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r>
              <a:rPr lang="en-US" sz="2250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gói</a:t>
            </a:r>
            <a:r>
              <a:rPr lang="en-US" sz="2250" dirty="0" spc="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quá</a:t>
            </a:r>
            <a:r>
              <a:rPr lang="en-US" sz="2250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lớn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884ac12d-6f81-47a4-b357-195d07cb00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33350" cy="2476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716250" cy="2762250"/>
          </a:xfrm>
          <a:prstGeom prst="rect">
            <a:avLst/>
          </a:prstGeom>
          <a:noFill/>
          <a:ln/>
        </p:spPr>
        <p:txBody>
          <a:bodyPr wrap="square" lIns="0" tIns="49530" rIns="0" bIns="-49530" rtlCol="0" anchor="t"/>
          <a:lstStyle/>
          <a:p>
            <a:pPr algn="l" indent="0" marL="0">
              <a:lnSpc>
                <a:spcPts val="8580"/>
              </a:lnSpc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78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78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78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rủi</a:t>
            </a:r>
            <a:r>
              <a:rPr lang="en-US" sz="78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</a:t>
            </a:r>
            <a:r>
              <a:rPr lang="en-US" sz="7800" dirty="0" spc="-7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78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8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chế.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5905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Bài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xếp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hạng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cơ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372600" y="590550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9696450" y="5905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Cơ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 nào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cũng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giá.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56e9d58a-1426-422c-ad2d-58d8f1d230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1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Tải</a:t>
            </a:r>
            <a:r>
              <a:rPr lang="en-US" sz="63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thật,</a:t>
            </a:r>
            <a:r>
              <a:rPr lang="en-US" sz="6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phiên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3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gặp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2714625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0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0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b="1" spc="1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b="1" spc="17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1950" b="1" spc="18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914400" y="3190875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Mở</a:t>
            </a:r>
            <a:r>
              <a:rPr lang="en-US" sz="2850" dirty="0" spc="-2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traffic</a:t>
            </a:r>
            <a:r>
              <a:rPr lang="en-US" sz="285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cho</a:t>
            </a:r>
            <a:r>
              <a:rPr lang="en-US" sz="285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8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850" dirty="0" spc="2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từng</a:t>
            </a:r>
            <a:r>
              <a:rPr lang="en-US" sz="28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nấc</a:t>
            </a:r>
            <a:r>
              <a:rPr lang="en-US" sz="285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nhỏ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429125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3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Dừng</a:t>
            </a:r>
            <a:r>
              <a:rPr lang="en-US" sz="28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khi</a:t>
            </a:r>
            <a:r>
              <a:rPr lang="en-US" sz="285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số đo</a:t>
            </a:r>
            <a:r>
              <a:rPr lang="en-US" sz="2850" dirty="0" spc="-1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xấu</a:t>
            </a:r>
            <a:r>
              <a:rPr lang="en-US" sz="2850" dirty="0" spc="2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đi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914400" y="59055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0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95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 NHAU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14400" y="6381750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2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2850" dirty="0" spc="-1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thay</a:t>
            </a:r>
            <a:r>
              <a:rPr lang="en-US" sz="28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r>
              <a:rPr lang="en-US" sz="2850" dirty="0" spc="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tương</a:t>
            </a:r>
            <a:r>
              <a:rPr lang="en-US" sz="285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thích</a:t>
            </a:r>
            <a:r>
              <a:rPr lang="en-US" sz="2850" dirty="0" spc="-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hai</a:t>
            </a:r>
            <a:r>
              <a:rPr lang="en-US" sz="285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chiều</a:t>
            </a:r>
            <a:r>
              <a:rPr lang="en-US" sz="2850" dirty="0" spc="1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914400" y="7620000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Đổi</a:t>
            </a:r>
            <a:r>
              <a:rPr lang="en-US" sz="28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dữ</a:t>
            </a:r>
            <a:r>
              <a:rPr lang="en-US" sz="28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liệu</a:t>
            </a:r>
            <a:r>
              <a:rPr lang="en-US" sz="28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theo</a:t>
            </a: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nhiều</a:t>
            </a:r>
            <a:r>
              <a:rPr lang="en-US" sz="2850" dirty="0" spc="1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bước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49a4d683-a02a-47d1-ac9f-554b56fae32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biết</a:t>
            </a:r>
            <a:r>
              <a:rPr lang="en-US" sz="66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6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6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tốt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6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xấu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34290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Đặt</a:t>
            </a:r>
            <a:r>
              <a:rPr lang="en-US" sz="2850" dirty="0" spc="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ngưỡng</a:t>
            </a:r>
            <a:r>
              <a:rPr lang="en-US" sz="28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chấp</a:t>
            </a:r>
            <a:r>
              <a:rPr lang="en-US" sz="2850" dirty="0" spc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nhận từ</a:t>
            </a:r>
            <a:r>
              <a:rPr lang="en-US" sz="2850" dirty="0" spc="-2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SLO</a:t>
            </a:r>
            <a:r>
              <a:rPr lang="en-US" sz="2850" dirty="0" spc="1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6762750" y="34290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So</a:t>
            </a:r>
            <a:r>
              <a:rPr lang="en-US" sz="2850" dirty="0" spc="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số</a:t>
            </a:r>
            <a:r>
              <a:rPr lang="en-US" sz="2850" dirty="0" spc="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đo</a:t>
            </a:r>
            <a:r>
              <a:rPr lang="en-US" sz="28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850" dirty="0" spc="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850" dirty="0" spc="-1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với</a:t>
            </a:r>
            <a:r>
              <a:rPr lang="en-US" sz="28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850" dirty="0" spc="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đối</a:t>
            </a:r>
            <a:r>
              <a:rPr lang="en-US" sz="2850" dirty="0" spc="2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chứng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2611100" y="34290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Quy</a:t>
            </a:r>
            <a:r>
              <a:rPr lang="en-US" sz="28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tắc</a:t>
            </a:r>
            <a:r>
              <a:rPr lang="en-US" sz="2850" dirty="0" spc="-1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quyết</a:t>
            </a:r>
            <a:r>
              <a:rPr lang="en-US" sz="2850" dirty="0" spc="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định,</a:t>
            </a:r>
            <a:r>
              <a:rPr lang="en-US" sz="2850" dirty="0" spc="-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r>
              <a:rPr lang="en-US" sz="285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cảm</a:t>
            </a:r>
            <a:r>
              <a:rPr lang="en-US" sz="28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tính</a:t>
            </a:r>
            <a:endParaRPr lang="en-US" sz="2850" dirty="0"/>
          </a:p>
        </p:txBody>
      </p:sp>
      <p:sp>
        <p:nvSpPr>
          <p:cNvPr id="7" name="Connector line-1792371511353-311180233"/>
          <p:cNvSpPr/>
          <p:nvPr/>
        </p:nvSpPr>
        <p:spPr>
          <a:xfrm>
            <a:off x="5772150" y="4572000"/>
            <a:ext cx="8953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71511354-739675525"/>
          <p:cNvSpPr/>
          <p:nvPr/>
        </p:nvSpPr>
        <p:spPr>
          <a:xfrm>
            <a:off x="11620500" y="4572000"/>
            <a:ext cx="8953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6572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SLO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25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e72ce80f-ccf5-463d-8cd0-f180aee4acd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Rút lại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250" b="1" spc="21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333500" y="42862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Giữ</a:t>
            </a:r>
            <a:r>
              <a:rPr lang="en-US" sz="42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4200" dirty="0" spc="1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r>
              <a:rPr lang="en-US" sz="420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sẵn</a:t>
            </a:r>
            <a:r>
              <a:rPr lang="en-US" sz="42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sàng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93726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3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LUYỆN</a:t>
            </a:r>
            <a:r>
              <a:rPr lang="en-US" sz="22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9791700" y="42862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4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Tập</a:t>
            </a:r>
            <a:r>
              <a:rPr lang="en-US" sz="42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rút</a:t>
            </a:r>
            <a:r>
              <a:rPr lang="en-US" sz="42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r>
              <a:rPr lang="en-US" sz="4200" dirty="0" spc="-3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42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đo</a:t>
            </a:r>
            <a:r>
              <a:rPr lang="en-US" sz="42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thời gian</a:t>
            </a:r>
            <a:endParaRPr lang="en-US" sz="420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95904b29-d4a7-4a7c-b0a4-dba5445986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33350" cy="247650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716250" cy="2762250"/>
          </a:xfrm>
          <a:prstGeom prst="rect">
            <a:avLst/>
          </a:prstGeom>
          <a:noFill/>
          <a:ln/>
        </p:spPr>
        <p:txBody>
          <a:bodyPr wrap="square" lIns="0" tIns="49530" rIns="0" bIns="-49530" rtlCol="0" anchor="t"/>
          <a:lstStyle/>
          <a:p>
            <a:pPr algn="l" indent="0" marL="0">
              <a:lnSpc>
                <a:spcPts val="8580"/>
              </a:lnSpc>
              <a:buNone/>
            </a:pP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Thay</a:t>
            </a:r>
            <a:r>
              <a:rPr lang="en-US" sz="78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78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gói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r>
              <a:rPr lang="en-US" sz="780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78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78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nhỏ.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905500"/>
            <a:ext cx="15716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33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33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3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</a:t>
            </a:r>
            <a:r>
              <a:rPr lang="en-US" sz="330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33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330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3300" b="1" dirty="0" spc="-1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xuyên.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8" name="Shape 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3" name="Shape 1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Text 15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882aef56-6909-46da-904c-c2e4a26e84f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861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3624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45910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58674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60960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73723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76009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2381250" y="28575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cơ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28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r>
              <a:rPr lang="en-US" sz="28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8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triển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khai.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381250" y="43624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Mở</a:t>
            </a:r>
            <a:r>
              <a:rPr lang="en-US" sz="28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traffic</a:t>
            </a:r>
            <a:r>
              <a:rPr lang="en-US" sz="2850" dirty="0" spc="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từng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nấc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giám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sát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tốt.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381250" y="58674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Giữ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8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sẵn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sàng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r>
              <a:rPr lang="en-US" sz="28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tài</a:t>
            </a:r>
            <a:r>
              <a:rPr lang="en-US" sz="285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nguyên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 dọn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dẹp.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381250" y="73723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Đổi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 liệu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28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bước</a:t>
            </a:r>
            <a:r>
              <a:rPr lang="en-US" sz="2850" dirty="0" spc="-3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kéo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dài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thời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gian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hoàn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tất.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Text 24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05ee99c-55e4-4221-af1c-eef3ef97845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435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cột</a:t>
            </a:r>
            <a:r>
              <a:rPr lang="en-US" sz="43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43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buộc</a:t>
            </a:r>
            <a:r>
              <a:rPr lang="en-US" sz="43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43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43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</a:t>
            </a:r>
            <a:r>
              <a:rPr lang="en-US" sz="435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43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chạy?</a:t>
            </a:r>
            <a:endParaRPr lang="en-US" sz="4350" dirty="0"/>
          </a:p>
        </p:txBody>
      </p:sp>
      <p:sp>
        <p:nvSpPr>
          <p:cNvPr id="4" name="Text 2"/>
          <p:cNvSpPr/>
          <p:nvPr/>
        </p:nvSpPr>
        <p:spPr>
          <a:xfrm>
            <a:off x="914400" y="2047875"/>
            <a:ext cx="164592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Có</a:t>
            </a:r>
            <a:r>
              <a:rPr lang="en-US" sz="2850" dirty="0" spc="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mặc</a:t>
            </a:r>
            <a:r>
              <a:rPr lang="en-US" sz="2850" dirty="0" spc="1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định:</a:t>
            </a:r>
            <a:r>
              <a:rPr lang="en-US" sz="285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850" dirty="0" spc="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</a:t>
            </a:r>
            <a:r>
              <a:rPr lang="en-US" sz="2850" dirty="0" spc="-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vẫn</a:t>
            </a:r>
            <a:r>
              <a:rPr lang="en-US" sz="285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2850" dirty="0" spc="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được.</a:t>
            </a:r>
            <a:endParaRPr lang="en-US" sz="2850" dirty="0"/>
          </a:p>
          <a:p>
            <a:pPr algn="l" indent="0" marL="0">
              <a:buNone/>
            </a:pPr>
            <a:r>
              <a:rPr lang="en-US" sz="2850" dirty="0" spc="-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850" dirty="0" spc="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mặc</a:t>
            </a:r>
            <a:r>
              <a:rPr lang="en-US" sz="2850" dirty="0" spc="1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định:</a:t>
            </a:r>
            <a:r>
              <a:rPr lang="en-US" sz="285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lỗi;</a:t>
            </a:r>
            <a:r>
              <a:rPr lang="en-US" sz="2850" dirty="0" spc="-1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PostgreSQL</a:t>
            </a:r>
            <a:r>
              <a:rPr lang="en-US" sz="285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85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chối</a:t>
            </a:r>
            <a:r>
              <a:rPr lang="en-US" sz="2850" dirty="0" spc="-1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ngay</a:t>
            </a:r>
            <a:r>
              <a:rPr lang="en-US" sz="285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850" dirty="0" spc="-1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migration.</a:t>
            </a:r>
            <a:endParaRPr lang="en-US" sz="2850" dirty="0"/>
          </a:p>
          <a:p>
            <a:pPr algn="l" indent="0" marL="0">
              <a:buNone/>
            </a:pPr>
            <a:r>
              <a:rPr lang="en-US" sz="285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An</a:t>
            </a:r>
            <a:r>
              <a:rPr lang="en-US" sz="2850" dirty="0" spc="-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toàn nhất:</a:t>
            </a:r>
            <a:r>
              <a:rPr lang="en-US" sz="285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mở</a:t>
            </a:r>
            <a:r>
              <a:rPr lang="en-US" sz="2850" dirty="0" spc="-2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rộng</a:t>
            </a:r>
            <a:r>
              <a:rPr lang="en-US" sz="2850" dirty="0" spc="-2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850" dirty="0" spc="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</a:t>
            </a:r>
            <a:r>
              <a:rPr lang="en-US" sz="285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gọn.</a:t>
            </a:r>
            <a:endParaRPr lang="en-US" sz="2850" dirty="0"/>
          </a:p>
        </p:txBody>
      </p:sp>
      <p:sp>
        <p:nvSpPr>
          <p:cNvPr id="5" name="Connector line-1792392201868-91080357"/>
          <p:cNvSpPr/>
          <p:nvPr/>
        </p:nvSpPr>
        <p:spPr>
          <a:xfrm>
            <a:off x="2476500" y="4953000"/>
            <a:ext cx="1333500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1981200" y="445770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5314950" y="445770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8648700" y="445770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450" dirty="0"/>
          </a:p>
        </p:txBody>
      </p:sp>
      <p:sp>
        <p:nvSpPr>
          <p:cNvPr id="9" name="Text 7"/>
          <p:cNvSpPr/>
          <p:nvPr/>
        </p:nvSpPr>
        <p:spPr>
          <a:xfrm>
            <a:off x="11982450" y="445770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914400" y="600075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248150" y="600075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Điền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581900" y="600075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400" b="1" dirty="0" spc="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sang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4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915650" y="600075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Siết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2" name="Shape 2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Shape 2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4" name="Text 22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4724cd21-8585-4005-b6df-e032b22c6f7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 cơ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giảm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rủi</a:t>
            </a:r>
            <a:r>
              <a:rPr lang="en-US" sz="69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40767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52959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65151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77343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857500"/>
            <a:ext cx="133350" cy="10668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4076700"/>
            <a:ext cx="133350" cy="10668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5295900"/>
            <a:ext cx="133350" cy="10668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6515100"/>
            <a:ext cx="133350" cy="10668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7734300"/>
            <a:ext cx="133350" cy="10668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28575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Mở</a:t>
            </a:r>
            <a:r>
              <a:rPr lang="en-US" sz="2400" dirty="0" spc="-19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traffic</a:t>
            </a:r>
            <a:r>
              <a:rPr lang="en-US" sz="2400" dirty="0" spc="2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từng</a:t>
            </a:r>
            <a:r>
              <a:rPr lang="en-US" sz="240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nấc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286500" y="28575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Canary;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40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4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33500" y="40767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Tương</a:t>
            </a:r>
            <a:r>
              <a:rPr lang="en-US" sz="2400" dirty="0" spc="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thích</a:t>
            </a:r>
            <a:r>
              <a:rPr lang="en-US" sz="240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hai</a:t>
            </a:r>
            <a:r>
              <a:rPr lang="en-US" sz="240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chiều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86500" y="40767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4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4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gọn: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 mới,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chuyển,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333500" y="52959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Ngưỡng</a:t>
            </a:r>
            <a:r>
              <a:rPr lang="en-US" sz="240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chấp</a:t>
            </a:r>
            <a:r>
              <a:rPr lang="en-US" sz="2400" dirty="0" spc="-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nhận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286500" y="52959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SLO,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chứng.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333500" y="65151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4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Rút</a:t>
            </a:r>
            <a:r>
              <a:rPr lang="en-US" sz="2400" dirty="0" spc="-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286500" y="65151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cách; cách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cũng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333500" y="77343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Bản</a:t>
            </a:r>
            <a:r>
              <a:rPr lang="en-US" sz="240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nhỏ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286500" y="77343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Dễ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nhân; DORA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Shape 2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1" name="Shape 2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2" name="Shape 3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4" name="Text 32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c9699734-0462-4152-8a97-7b453044d72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1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SLO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 tiêu</a:t>
            </a:r>
            <a:r>
              <a:rPr lang="en-US" sz="21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105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72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DORA =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2100" b="1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1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296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63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DevOps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10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13487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54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SQL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14400" y="371475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14400" y="42862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515100" y="42862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ParallelChange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115800" y="42862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CanaryRelease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14400" y="548640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Canarying</a:t>
            </a:r>
            <a:r>
              <a:rPr lang="en-US" sz="2100" dirty="0" spc="-1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releases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515100" y="548640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Working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in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small</a:t>
            </a:r>
            <a:r>
              <a:rPr lang="en-US" sz="210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batches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115800" y="548640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INSERT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14400" y="66865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6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ALTER</a:t>
            </a:r>
            <a:r>
              <a:rPr lang="en-US" sz="2100" dirty="0" spc="-3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TABLE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Shape 2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4" name="Shape 2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5" name="Shape 2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6" name="Shape 2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7" name="Shape 2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8" name="Shape 2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9" name="Text 2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0657e7c7-1ffb-4a53-aae0-bf2ba527a77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2026-10-19T13:50:48Z</dcterms:created>
  <dcterms:modified xsi:type="dcterms:W3CDTF">2026-10-19T13:50:48Z</dcterms:modified>
</cp:coreProperties>
</file>