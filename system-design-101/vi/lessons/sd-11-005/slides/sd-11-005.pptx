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r>
              <a:rPr lang="en-US" sz="6900" dirty="0" spc="-7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69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hàng: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cắt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hẳn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2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30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hợp?</a:t>
            </a:r>
            <a:endParaRPr lang="en-US" sz="3000" dirty="0"/>
          </a:p>
        </p:txBody>
      </p:sp>
      <p:sp>
        <p:nvSpPr>
          <p:cNvPr id="5" name="Connector line-1792420842968-929824570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563350" y="3143250"/>
            <a:ext cx="1200150" cy="1809750"/>
          </a:xfrm>
          <a:custGeom>
            <a:avLst/>
            <a:gdLst/>
            <a:ahLst/>
            <a:cxnLst/>
            <a:rect l="l" t="t" r="r" b="b"/>
            <a:pathLst>
              <a:path w="1200150" h="1809750">
                <a:moveTo>
                  <a:pt x="0" y="1809750"/>
                </a:moveTo>
                <a:cubicBezTo>
                  <a:pt x="628650" y="1809750"/>
                  <a:pt x="628650" y="0"/>
                  <a:pt x="1200150" y="0"/>
                </a:cubicBezTo>
              </a:path>
            </a:pathLst>
          </a:custGeom>
          <a:ln w="47625">
            <a:solidFill>
              <a:srgbClr val="FFB45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563350" y="4476750"/>
            <a:ext cx="1200150" cy="476250"/>
          </a:xfrm>
          <a:custGeom>
            <a:avLst/>
            <a:gdLst/>
            <a:ahLst/>
            <a:cxnLst/>
            <a:rect l="l" t="t" r="r" b="b"/>
            <a:pathLst>
              <a:path w="1200150" h="476250">
                <a:moveTo>
                  <a:pt x="0" y="476250"/>
                </a:moveTo>
                <a:cubicBezTo>
                  <a:pt x="628650" y="476250"/>
                  <a:pt x="628650" y="0"/>
                  <a:pt x="120015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563350" y="4953000"/>
            <a:ext cx="1200150" cy="857250"/>
          </a:xfrm>
          <a:custGeom>
            <a:avLst/>
            <a:gdLst/>
            <a:ahLst/>
            <a:cxnLst/>
            <a:rect l="l" t="t" r="r" b="b"/>
            <a:pathLst>
              <a:path w="1200150" h="857250">
                <a:moveTo>
                  <a:pt x="0" y="0"/>
                </a:moveTo>
                <a:cubicBezTo>
                  <a:pt x="628650" y="0"/>
                  <a:pt x="628650" y="857250"/>
                  <a:pt x="1200150" y="85725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63350" y="4953000"/>
            <a:ext cx="1200150" cy="2190750"/>
          </a:xfrm>
          <a:custGeom>
            <a:avLst/>
            <a:gdLst/>
            <a:ahLst/>
            <a:cxnLst/>
            <a:rect l="l" t="t" r="r" b="b"/>
            <a:pathLst>
              <a:path w="1200150" h="2190750">
                <a:moveTo>
                  <a:pt x="0" y="0"/>
                </a:moveTo>
                <a:cubicBezTo>
                  <a:pt x="628650" y="0"/>
                  <a:pt x="628650" y="2190750"/>
                  <a:pt x="1200150" y="219075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96315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3" name="Text 11"/>
          <p:cNvSpPr/>
          <p:nvPr/>
        </p:nvSpPr>
        <p:spPr>
          <a:xfrm>
            <a:off x="1000125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24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2763500" y="2781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cột,</a:t>
            </a:r>
            <a:r>
              <a:rPr lang="en-US" sz="2100" b="1" dirty="0" spc="-8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4114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100" b="1" dirty="0" spc="-1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2100" b="1" dirty="0" spc="-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2763500" y="54483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100" dirty="0"/>
          </a:p>
        </p:txBody>
      </p:sp>
      <p:sp>
        <p:nvSpPr>
          <p:cNvPr id="17" name="Text 15"/>
          <p:cNvSpPr/>
          <p:nvPr/>
        </p:nvSpPr>
        <p:spPr>
          <a:xfrm>
            <a:off x="12763500" y="678180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r>
              <a:rPr lang="en-US" sz="21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4d3a1c2c-6817-4dec-b8db-d35c9d84533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Cắt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900" dirty="0" spc="-1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cắt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 hàng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nhau.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24638079-6900-43e9-973b-811a517d1cb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HAI</a:t>
            </a:r>
            <a:r>
              <a:rPr lang="en-US" sz="1800" b="1" spc="27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b="1" spc="23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1800" b="1" spc="27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69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cột,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 hàng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3337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 cột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95400" y="40005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Vertical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partitioning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6667500" y="34290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8" name="Shape 6"/>
          <p:cNvSpPr/>
          <p:nvPr/>
        </p:nvSpPr>
        <p:spPr>
          <a:xfrm>
            <a:off x="7296150" y="34290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B454"/>
          </a:solidFill>
          <a:ln/>
        </p:spPr>
      </p:sp>
      <p:sp>
        <p:nvSpPr>
          <p:cNvPr id="9" name="Shape 7"/>
          <p:cNvSpPr/>
          <p:nvPr/>
        </p:nvSpPr>
        <p:spPr>
          <a:xfrm>
            <a:off x="7924800" y="34290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10" name="Shape 8"/>
          <p:cNvSpPr/>
          <p:nvPr/>
        </p:nvSpPr>
        <p:spPr>
          <a:xfrm>
            <a:off x="6667500" y="3905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11" name="Shape 9"/>
          <p:cNvSpPr/>
          <p:nvPr/>
        </p:nvSpPr>
        <p:spPr>
          <a:xfrm>
            <a:off x="7296150" y="3905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B454"/>
          </a:solidFill>
          <a:ln/>
        </p:spPr>
      </p:sp>
      <p:sp>
        <p:nvSpPr>
          <p:cNvPr id="12" name="Shape 10"/>
          <p:cNvSpPr/>
          <p:nvPr/>
        </p:nvSpPr>
        <p:spPr>
          <a:xfrm>
            <a:off x="7924800" y="3905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13" name="Shape 11"/>
          <p:cNvSpPr/>
          <p:nvPr/>
        </p:nvSpPr>
        <p:spPr>
          <a:xfrm>
            <a:off x="6667500" y="43815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14" name="Shape 12"/>
          <p:cNvSpPr/>
          <p:nvPr/>
        </p:nvSpPr>
        <p:spPr>
          <a:xfrm>
            <a:off x="7296150" y="43815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B454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4800" y="43815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16" name="Text richtext-1792420845084-520178845"/>
          <p:cNvSpPr/>
          <p:nvPr/>
        </p:nvSpPr>
        <p:spPr>
          <a:xfrm>
            <a:off x="1295400" y="4953000"/>
            <a:ext cx="7239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-6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Tách</a:t>
            </a:r>
            <a:r>
              <a:rPr lang="en-US" sz="27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700" dirty="0"/>
          </a:p>
          <a:p>
            <a:pPr algn="l" marL="342900" indent="-244981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chạm phần nhỏ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Lấy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ghép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700" dirty="0"/>
          </a:p>
        </p:txBody>
      </p:sp>
      <p:sp>
        <p:nvSpPr>
          <p:cNvPr id="17" name="Shape 15"/>
          <p:cNvSpPr/>
          <p:nvPr/>
        </p:nvSpPr>
        <p:spPr>
          <a:xfrm>
            <a:off x="9372600" y="3048000"/>
            <a:ext cx="8001000" cy="5334000"/>
          </a:xfrm>
          <a:prstGeom prst="roundRect">
            <a:avLst>
              <a:gd name="adj" fmla="val 5714"/>
            </a:avLst>
          </a:prstGeom>
          <a:solidFill>
            <a:srgbClr val="1E212B"/>
          </a:solidFill>
          <a:ln w="38100">
            <a:solidFill>
              <a:srgbClr val="FFB4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753600" y="3333750"/>
            <a:ext cx="4953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 spc="-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Theo</a:t>
            </a:r>
            <a:r>
              <a:rPr lang="en-US" sz="36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9753600" y="4000500"/>
            <a:ext cx="609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Horizontal</a:t>
            </a:r>
            <a:r>
              <a:rPr lang="en-US" sz="19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partitioning,</a:t>
            </a:r>
            <a:r>
              <a:rPr lang="en-US" sz="19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9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sharding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5125700" y="34290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21" name="Shape 19"/>
          <p:cNvSpPr/>
          <p:nvPr/>
        </p:nvSpPr>
        <p:spPr>
          <a:xfrm>
            <a:off x="15754350" y="34290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22" name="Shape 20"/>
          <p:cNvSpPr/>
          <p:nvPr/>
        </p:nvSpPr>
        <p:spPr>
          <a:xfrm>
            <a:off x="16383000" y="34290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23" name="Shape 21"/>
          <p:cNvSpPr/>
          <p:nvPr/>
        </p:nvSpPr>
        <p:spPr>
          <a:xfrm>
            <a:off x="15125700" y="3905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B454"/>
          </a:solidFill>
          <a:ln/>
        </p:spPr>
      </p:sp>
      <p:sp>
        <p:nvSpPr>
          <p:cNvPr id="24" name="Shape 22"/>
          <p:cNvSpPr/>
          <p:nvPr/>
        </p:nvSpPr>
        <p:spPr>
          <a:xfrm>
            <a:off x="15754350" y="3905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B454"/>
          </a:solidFill>
          <a:ln/>
        </p:spPr>
      </p:sp>
      <p:sp>
        <p:nvSpPr>
          <p:cNvPr id="25" name="Shape 23"/>
          <p:cNvSpPr/>
          <p:nvPr/>
        </p:nvSpPr>
        <p:spPr>
          <a:xfrm>
            <a:off x="16383000" y="390525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FFB454"/>
          </a:solidFill>
          <a:ln/>
        </p:spPr>
      </p:sp>
      <p:sp>
        <p:nvSpPr>
          <p:cNvPr id="26" name="Shape 24"/>
          <p:cNvSpPr/>
          <p:nvPr/>
        </p:nvSpPr>
        <p:spPr>
          <a:xfrm>
            <a:off x="15125700" y="43815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27" name="Shape 25"/>
          <p:cNvSpPr/>
          <p:nvPr/>
        </p:nvSpPr>
        <p:spPr>
          <a:xfrm>
            <a:off x="15754350" y="43815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28" name="Shape 26"/>
          <p:cNvSpPr/>
          <p:nvPr/>
        </p:nvSpPr>
        <p:spPr>
          <a:xfrm>
            <a:off x="16383000" y="4381500"/>
            <a:ext cx="552450" cy="400050"/>
          </a:xfrm>
          <a:prstGeom prst="roundRect">
            <a:avLst>
              <a:gd name="adj" fmla="val 19048"/>
            </a:avLst>
          </a:prstGeom>
          <a:solidFill>
            <a:srgbClr val="3A3F52"/>
          </a:solidFill>
          <a:ln/>
        </p:spPr>
      </p:sp>
      <p:sp>
        <p:nvSpPr>
          <p:cNvPr id="29" name="Text richtext-1792420845112-852154137"/>
          <p:cNvSpPr/>
          <p:nvPr/>
        </p:nvSpPr>
        <p:spPr>
          <a:xfrm>
            <a:off x="9753600" y="4953000"/>
            <a:ext cx="7239000" cy="3143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244981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70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700" dirty="0"/>
          </a:p>
          <a:p>
            <a:pPr algn="l" marL="342900" indent="-244981"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7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hàng: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700" dirty="0"/>
          </a:p>
        </p:txBody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f482a66f-13fd-4bd5-88f6-28caa45f0b2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TUYẾN,</a:t>
            </a:r>
            <a:r>
              <a:rPr lang="en-US" sz="180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9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Mỗi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dải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6667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DẢI</a:t>
            </a:r>
            <a:r>
              <a:rPr lang="en-US" sz="1800" b="1" spc="21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762500" y="2762250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MẢNH</a:t>
            </a:r>
            <a:endParaRPr lang="en-US" sz="1800" dirty="0"/>
          </a:p>
        </p:txBody>
      </p:sp>
      <p:sp>
        <p:nvSpPr>
          <p:cNvPr id="6" name="Connector line-1792420846009-695759460"/>
          <p:cNvSpPr/>
          <p:nvPr/>
        </p:nvSpPr>
        <p:spPr>
          <a:xfrm>
            <a:off x="914400" y="3181350"/>
            <a:ext cx="76581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7" name="Shape 5"/>
          <p:cNvSpPr/>
          <p:nvPr/>
        </p:nvSpPr>
        <p:spPr>
          <a:xfrm>
            <a:off x="914400" y="3390900"/>
            <a:ext cx="765810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</p:sp>
      <p:sp>
        <p:nvSpPr>
          <p:cNvPr id="8" name="Text 6"/>
          <p:cNvSpPr/>
          <p:nvPr/>
        </p:nvSpPr>
        <p:spPr>
          <a:xfrm>
            <a:off x="1238250" y="33909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</a:t>
            </a:r>
            <a:r>
              <a:rPr lang="en-US" sz="3600" dirty="0" spc="-3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600" dirty="0" spc="2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762500" y="33909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Mảnh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914400" y="4724400"/>
            <a:ext cx="765810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</p:sp>
      <p:sp>
        <p:nvSpPr>
          <p:cNvPr id="11" name="Text 9"/>
          <p:cNvSpPr/>
          <p:nvPr/>
        </p:nvSpPr>
        <p:spPr>
          <a:xfrm>
            <a:off x="1238250" y="47244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</a:t>
            </a:r>
            <a:r>
              <a:rPr lang="en-US" sz="3600" dirty="0" spc="-3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36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762500" y="47244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Mảnh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3000" dirty="0"/>
          </a:p>
        </p:txBody>
      </p:sp>
      <p:sp>
        <p:nvSpPr>
          <p:cNvPr id="13" name="Shape 11"/>
          <p:cNvSpPr/>
          <p:nvPr/>
        </p:nvSpPr>
        <p:spPr>
          <a:xfrm>
            <a:off x="914400" y="6057900"/>
            <a:ext cx="765810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</p:sp>
      <p:sp>
        <p:nvSpPr>
          <p:cNvPr id="14" name="Text 12"/>
          <p:cNvSpPr/>
          <p:nvPr/>
        </p:nvSpPr>
        <p:spPr>
          <a:xfrm>
            <a:off x="1238250" y="60579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dirty="0" spc="-16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...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4762500" y="6057900"/>
            <a:ext cx="3429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5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...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76581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Định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tuyến:</a:t>
            </a: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2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tắc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0" y="3390900"/>
            <a:ext cx="8229600" cy="3810000"/>
          </a:xfrm>
          <a:prstGeom prst="roundRect">
            <a:avLst>
              <a:gd name="adj" fmla="val 7000"/>
            </a:avLst>
          </a:prstGeom>
          <a:solidFill>
            <a:srgbClr val="E8E0CF"/>
          </a:solidFill>
          <a:ln/>
        </p:spPr>
      </p:sp>
      <p:sp>
        <p:nvSpPr>
          <p:cNvPr id="18" name="Text richtext-1792420846022-53459638"/>
          <p:cNvSpPr/>
          <p:nvPr/>
        </p:nvSpPr>
        <p:spPr>
          <a:xfrm>
            <a:off x="9525000" y="3619500"/>
            <a:ext cx="74295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61950" indent="-258592"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Lợi: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dần, như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gian,</a:t>
            </a: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850" dirty="0"/>
          </a:p>
        </p:txBody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d0bccd0-e2f3-46ce-bbde-a48de574c09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180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Băm</a:t>
            </a:r>
            <a:r>
              <a:rPr lang="en-US" sz="69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khóa,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lấy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dư</a:t>
            </a:r>
            <a:endParaRPr lang="en-US" sz="6900" dirty="0"/>
          </a:p>
        </p:txBody>
      </p:sp>
      <p:sp>
        <p:nvSpPr>
          <p:cNvPr id="4" name="Connector line-1792420846956-507704672"/>
          <p:cNvSpPr/>
          <p:nvPr/>
        </p:nvSpPr>
        <p:spPr>
          <a:xfrm>
            <a:off x="3886200" y="4286250"/>
            <a:ext cx="6858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5" name="Connector line-1792420846956-816067837"/>
          <p:cNvSpPr/>
          <p:nvPr/>
        </p:nvSpPr>
        <p:spPr>
          <a:xfrm>
            <a:off x="8191500" y="4286250"/>
            <a:ext cx="6858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6" name="Connector line-1792420846956-72663934"/>
          <p:cNvSpPr/>
          <p:nvPr/>
        </p:nvSpPr>
        <p:spPr>
          <a:xfrm>
            <a:off x="13220700" y="4286250"/>
            <a:ext cx="685800" cy="0"/>
          </a:xfrm>
          <a:prstGeom prst="line">
            <a:avLst/>
          </a:prstGeom>
          <a:noFill/>
          <a:ln w="57150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914400" y="3238500"/>
            <a:ext cx="29337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4610100" y="3238500"/>
            <a:ext cx="35433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38100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Băm</a:t>
            </a:r>
            <a:r>
              <a:rPr lang="en-US" sz="3000" dirty="0" spc="-6" kern="0">
                <a:solidFill>
                  <a:srgbClr val="FF6A4D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khóa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8915400" y="3238500"/>
            <a:ext cx="42672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Phần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dư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chia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13944600" y="3238500"/>
            <a:ext cx="3429000" cy="2095500"/>
          </a:xfrm>
          <a:prstGeom prst="roundRect">
            <a:avLst>
              <a:gd name="adj" fmla="val 14545"/>
            </a:avLst>
          </a:prstGeom>
          <a:solidFill>
            <a:srgbClr val="1E212B"/>
          </a:solidFill>
          <a:ln w="19050">
            <a:solidFill>
              <a:srgbClr val="3A3F52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Mảnh</a:t>
            </a:r>
            <a:r>
              <a:rPr lang="en-US" sz="27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914400" y="6096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1E212B"/>
          </a:solidFill>
          <a:ln/>
        </p:spPr>
      </p:sp>
      <p:sp>
        <p:nvSpPr>
          <p:cNvPr id="12" name="Text richtext-1792420846964-172401188"/>
          <p:cNvSpPr/>
          <p:nvPr/>
        </p:nvSpPr>
        <p:spPr>
          <a:xfrm>
            <a:off x="1295400" y="6096000"/>
            <a:ext cx="156972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42900" indent="-244981"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70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Lợi: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rải</a:t>
            </a:r>
            <a:r>
              <a:rPr lang="en-US" sz="27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700" dirty="0"/>
          </a:p>
          <a:p>
            <a:pPr algn="l" marL="342900" indent="-244981">
              <a:buSzPct val="100000"/>
              <a:buFont typeface="Arial"/>
              <a:buChar char="•"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7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mảnh;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7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4a95a9a7-e42d-4954-9f8e-8a6b06d63b9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Đổi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mảnh,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chuyển?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762250"/>
            <a:ext cx="8191500" cy="400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750" dirty="0" spc="-177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80,0%</a:t>
            </a:r>
            <a:endParaRPr lang="en-US" sz="1875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30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băm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</a:t>
            </a: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mod</a:t>
            </a:r>
            <a:r>
              <a:rPr lang="en-US" sz="30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9525000" y="2857500"/>
            <a:ext cx="7848600" cy="4381500"/>
          </a:xfrm>
          <a:prstGeom prst="roundRect">
            <a:avLst>
              <a:gd name="adj" fmla="val 6087"/>
            </a:avLst>
          </a:prstGeom>
          <a:solidFill>
            <a:srgbClr val="DDE3FA"/>
          </a:solidFill>
          <a:ln/>
        </p:spPr>
      </p:sp>
      <p:sp>
        <p:nvSpPr>
          <p:cNvPr id="7" name="Text richtext-1792420888907-176092491"/>
          <p:cNvSpPr/>
          <p:nvPr/>
        </p:nvSpPr>
        <p:spPr>
          <a:xfrm>
            <a:off x="9906000" y="2857500"/>
            <a:ext cx="7086600" cy="438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marL="361950" indent="-258592"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mảnh: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49,9%</a:t>
            </a:r>
            <a:endParaRPr lang="en-US" sz="2850" dirty="0"/>
          </a:p>
          <a:p>
            <a:pPr algn="l" marL="361950" indent="-258592">
              <a:spcAft>
                <a:spcPts val="1950"/>
              </a:spcAft>
              <a:buSzPct val="100000"/>
              <a:buFont typeface="Arial"/>
              <a:buChar char="•"/>
            </a:pP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10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11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mảnh: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90,9%</a:t>
            </a:r>
            <a:endParaRPr lang="en-US" sz="2850" dirty="0"/>
          </a:p>
          <a:p>
            <a:pPr algn="l" marL="361950" indent="-258592">
              <a:buSzPct val="100000"/>
              <a:buFont typeface="Arial"/>
              <a:buChar char="•"/>
            </a:pPr>
            <a:r>
              <a:rPr lang="en-US" sz="2850" b="1" dirty="0" spc="-5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quán:</a:t>
            </a:r>
            <a:r>
              <a:rPr lang="en-US" sz="28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22%</a:t>
            </a:r>
            <a:endParaRPr lang="en-US" sz="28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b7791f9b-2639-4795-86e1-536fe1909f8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"Dọc"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F3DFB8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048000"/>
            <a:ext cx="133350" cy="3810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14287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spc="20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TRONG</a:t>
            </a:r>
            <a:r>
              <a:rPr lang="en-US" sz="2550" b="1" spc="21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b="1" spc="16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428750" y="4191000"/>
            <a:ext cx="7048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Cắt</a:t>
            </a:r>
            <a:r>
              <a:rPr lang="en-US" sz="33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cột</a:t>
            </a:r>
            <a:r>
              <a:rPr lang="en-US" sz="3300" dirty="0" spc="-3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của</a:t>
            </a:r>
            <a:r>
              <a:rPr lang="en-US" sz="3300" dirty="0" spc="-14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300" dirty="0" spc="-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bảng</a:t>
            </a:r>
            <a:endParaRPr lang="en-US" sz="3300" dirty="0"/>
          </a:p>
        </p:txBody>
      </p:sp>
      <p:sp>
        <p:nvSpPr>
          <p:cNvPr id="8" name="Shape 6"/>
          <p:cNvSpPr/>
          <p:nvPr/>
        </p:nvSpPr>
        <p:spPr>
          <a:xfrm>
            <a:off x="9372600" y="3048000"/>
            <a:ext cx="8001000" cy="3810000"/>
          </a:xfrm>
          <a:prstGeom prst="roundRect">
            <a:avLst>
              <a:gd name="adj" fmla="val 8000"/>
            </a:avLst>
          </a:prstGeom>
          <a:solidFill>
            <a:srgbClr val="E8E0CF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3048000"/>
            <a:ext cx="133350" cy="3810000"/>
          </a:xfrm>
          <a:prstGeom prst="roundRect">
            <a:avLst>
              <a:gd name="adj" fmla="val 50000"/>
            </a:avLst>
          </a:prstGeom>
          <a:solidFill>
            <a:srgbClr val="6B6A66"/>
          </a:solidFill>
          <a:ln/>
        </p:spPr>
      </p:sp>
      <p:sp>
        <p:nvSpPr>
          <p:cNvPr id="10" name="Text 8"/>
          <p:cNvSpPr/>
          <p:nvPr/>
        </p:nvSpPr>
        <p:spPr>
          <a:xfrm>
            <a:off x="9886950" y="3333750"/>
            <a:ext cx="7048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NGHĨA</a:t>
            </a:r>
            <a:r>
              <a:rPr lang="en-US" sz="2550" b="1" spc="20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886950" y="4191000"/>
            <a:ext cx="70485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9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Tăng</a:t>
            </a:r>
            <a:r>
              <a:rPr lang="en-US" sz="3300" dirty="0" spc="-1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cấu</a:t>
            </a:r>
            <a:r>
              <a:rPr lang="en-US" sz="3300" dirty="0" spc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hình</a:t>
            </a:r>
            <a:r>
              <a:rPr lang="en-US" sz="3300" dirty="0" spc="-1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một</a:t>
            </a:r>
            <a:r>
              <a:rPr lang="en-US" sz="3300" dirty="0" spc="-18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máy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914400" y="7429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cỡ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phải mọi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 thống.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nào.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4450e7f4-6b03-4142-b520-327a6672416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Cột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ghi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chú dài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29908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29908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44196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44196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561975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58483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58483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914400" y="7048500"/>
            <a:ext cx="16459200" cy="1190625"/>
          </a:xfrm>
          <a:prstGeom prst="roundRect">
            <a:avLst>
              <a:gd name="adj" fmla="val 22400"/>
            </a:avLst>
          </a:prstGeom>
          <a:solidFill>
            <a:srgbClr val="1E212B"/>
          </a:solidFill>
          <a:ln/>
        </p:spPr>
      </p:sp>
      <p:sp>
        <p:nvSpPr>
          <p:cNvPr id="14" name="Shape 12"/>
          <p:cNvSpPr/>
          <p:nvPr/>
        </p:nvSpPr>
        <p:spPr>
          <a:xfrm>
            <a:off x="1295400" y="72771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5" name="Text 13"/>
          <p:cNvSpPr/>
          <p:nvPr/>
        </p:nvSpPr>
        <p:spPr>
          <a:xfrm>
            <a:off x="1295400" y="72771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2381250" y="276225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Cắt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dọc: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tách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chú</a:t>
            </a:r>
            <a:r>
              <a:rPr lang="en-US" sz="2850" b="1" dirty="0" spc="3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endParaRPr lang="en-US" sz="2850" dirty="0"/>
          </a:p>
        </p:txBody>
      </p:sp>
      <p:sp>
        <p:nvSpPr>
          <p:cNvPr id="17" name="Text 15"/>
          <p:cNvSpPr/>
          <p:nvPr/>
        </p:nvSpPr>
        <p:spPr>
          <a:xfrm>
            <a:off x="2381250" y="419100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endParaRPr lang="en-US" sz="2850" dirty="0"/>
          </a:p>
        </p:txBody>
      </p:sp>
      <p:sp>
        <p:nvSpPr>
          <p:cNvPr id="18" name="Text 16"/>
          <p:cNvSpPr/>
          <p:nvPr/>
        </p:nvSpPr>
        <p:spPr>
          <a:xfrm>
            <a:off x="2381250" y="561975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Chia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gian:</a:t>
            </a: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2850" dirty="0"/>
          </a:p>
        </p:txBody>
      </p:sp>
      <p:sp>
        <p:nvSpPr>
          <p:cNvPr id="19" name="Text 17"/>
          <p:cNvSpPr/>
          <p:nvPr/>
        </p:nvSpPr>
        <p:spPr>
          <a:xfrm>
            <a:off x="2381250" y="7048500"/>
            <a:ext cx="146685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Nhưng</a:t>
            </a: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hôm</a:t>
            </a: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nay</a:t>
            </a:r>
            <a:endParaRPr lang="en-US" sz="2850" dirty="0"/>
          </a:p>
        </p:txBody>
      </p:sp>
      <p:sp>
        <p:nvSpPr>
          <p:cNvPr id="20" name="Shape 1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26b1ec8-9115-4931-8d32-dfc0c61828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Lợi</a:t>
            </a: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giá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7622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1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58500" y="2762250"/>
            <a:ext cx="6515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333750"/>
            <a:ext cx="2857500" cy="2286000"/>
          </a:xfrm>
          <a:prstGeom prst="roundRect">
            <a:avLst>
              <a:gd name="adj" fmla="val 11667"/>
            </a:avLst>
          </a:prstGeom>
          <a:solidFill>
            <a:srgbClr val="CFE8E2"/>
          </a:solidFill>
          <a:ln w="38100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8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Theo</a:t>
            </a:r>
            <a:r>
              <a:rPr lang="en-US" sz="2850" dirty="0" spc="-7" kern="0">
                <a:solidFill>
                  <a:srgbClr val="0F766E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khoảng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4000500" y="3333750"/>
            <a:ext cx="65151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86250" y="3333750"/>
            <a:ext cx="5943600" cy="2286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-3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dải</a:t>
            </a:r>
            <a:r>
              <a:rPr lang="en-US" sz="2850" b="1" dirty="0" spc="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850" dirty="0"/>
          </a:p>
        </p:txBody>
      </p:sp>
      <p:sp>
        <p:nvSpPr>
          <p:cNvPr id="9" name="Shape 7"/>
          <p:cNvSpPr/>
          <p:nvPr/>
        </p:nvSpPr>
        <p:spPr>
          <a:xfrm>
            <a:off x="10744200" y="3333750"/>
            <a:ext cx="6629400" cy="2286000"/>
          </a:xfrm>
          <a:prstGeom prst="roundRect">
            <a:avLst>
              <a:gd name="adj" fmla="val 11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029950" y="3333750"/>
            <a:ext cx="6057900" cy="22860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85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8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endParaRPr lang="en-US" sz="2850" dirty="0"/>
          </a:p>
        </p:txBody>
      </p:sp>
      <p:sp>
        <p:nvSpPr>
          <p:cNvPr id="11" name="Text 9"/>
          <p:cNvSpPr/>
          <p:nvPr/>
        </p:nvSpPr>
        <p:spPr>
          <a:xfrm>
            <a:off x="914400" y="6000750"/>
            <a:ext cx="2857500" cy="2476500"/>
          </a:xfrm>
          <a:prstGeom prst="roundRect">
            <a:avLst>
              <a:gd name="adj" fmla="val 10769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dirty="0" spc="-8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Theo</a:t>
            </a:r>
            <a:r>
              <a:rPr lang="en-US" sz="2850" dirty="0" spc="0" kern="0">
                <a:solidFill>
                  <a:srgbClr val="E8472B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 băm</a:t>
            </a:r>
            <a:endParaRPr lang="en-US" sz="2850" dirty="0"/>
          </a:p>
        </p:txBody>
      </p:sp>
      <p:sp>
        <p:nvSpPr>
          <p:cNvPr id="12" name="Shape 10"/>
          <p:cNvSpPr/>
          <p:nvPr/>
        </p:nvSpPr>
        <p:spPr>
          <a:xfrm>
            <a:off x="4000500" y="6000750"/>
            <a:ext cx="65151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86250" y="6000750"/>
            <a:ext cx="5943600" cy="2476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8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rải</a:t>
            </a:r>
            <a:r>
              <a:rPr lang="en-US" sz="28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endParaRPr lang="en-US" sz="2850" dirty="0"/>
          </a:p>
        </p:txBody>
      </p:sp>
      <p:sp>
        <p:nvSpPr>
          <p:cNvPr id="14" name="Shape 12"/>
          <p:cNvSpPr/>
          <p:nvPr/>
        </p:nvSpPr>
        <p:spPr>
          <a:xfrm>
            <a:off x="10744200" y="6000750"/>
            <a:ext cx="6629400" cy="2476500"/>
          </a:xfrm>
          <a:prstGeom prst="roundRect">
            <a:avLst>
              <a:gd name="adj" fmla="val 10769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029950" y="6000750"/>
            <a:ext cx="6057900" cy="2476500"/>
          </a:xfrm>
          <a:prstGeom prst="rect">
            <a:avLst/>
          </a:prstGeom>
          <a:noFill/>
          <a:ln/>
        </p:spPr>
        <p:txBody>
          <a:bodyPr wrap="square" lIns="0" tIns="19891" rIns="0" bIns="-19891" rtlCol="0" anchor="ctr"/>
          <a:lstStyle/>
          <a:p>
            <a:pPr algn="l" indent="0" marL="0">
              <a:lnSpc>
                <a:spcPts val="3563"/>
              </a:lnSpc>
              <a:buNone/>
            </a:pP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Dải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mảnh;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mảnh</a:t>
            </a:r>
            <a:r>
              <a:rPr lang="en-US" sz="28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chuyển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80be8ed-d38a-4f1a-9b3e-f581372d334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4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Tên</a:t>
            </a:r>
            <a:r>
              <a:rPr lang="en-US" sz="6900" dirty="0" spc="-7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nghĩa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571750"/>
            <a:ext cx="16459200" cy="876300"/>
          </a:xfrm>
          <a:prstGeom prst="roundRect">
            <a:avLst>
              <a:gd name="adj" fmla="val 2608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600450"/>
            <a:ext cx="16459200" cy="876300"/>
          </a:xfrm>
          <a:prstGeom prst="roundRect">
            <a:avLst>
              <a:gd name="adj" fmla="val 26087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629150"/>
            <a:ext cx="16459200" cy="876300"/>
          </a:xfrm>
          <a:prstGeom prst="roundRect">
            <a:avLst>
              <a:gd name="adj" fmla="val 2608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657850"/>
            <a:ext cx="16459200" cy="876300"/>
          </a:xfrm>
          <a:prstGeom prst="roundRect">
            <a:avLst>
              <a:gd name="adj" fmla="val 26087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6686550"/>
            <a:ext cx="16459200" cy="876300"/>
          </a:xfrm>
          <a:prstGeom prst="roundRect">
            <a:avLst>
              <a:gd name="adj" fmla="val 2608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181100" y="2571750"/>
            <a:ext cx="16002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Vertical</a:t>
            </a:r>
            <a:r>
              <a:rPr lang="en-US" sz="22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dọc,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cột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181100" y="3600450"/>
            <a:ext cx="16002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Horizontal</a:t>
            </a:r>
            <a:r>
              <a:rPr lang="en-US" sz="22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partitioning</a:t>
            </a:r>
            <a:r>
              <a:rPr lang="en-US" sz="2250" b="1" dirty="0" spc="-9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(sharding)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ngang,</a:t>
            </a:r>
            <a:r>
              <a:rPr lang="en-US" sz="22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cắt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181100" y="4629150"/>
            <a:ext cx="16002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Routing</a:t>
            </a:r>
            <a:r>
              <a:rPr lang="en-US" sz="2250" b="1" dirty="0" spc="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algorithm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2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250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2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endParaRPr lang="en-US" sz="2250" dirty="0"/>
          </a:p>
        </p:txBody>
      </p:sp>
      <p:sp>
        <p:nvSpPr>
          <p:cNvPr id="12" name="Text 10"/>
          <p:cNvSpPr/>
          <p:nvPr/>
        </p:nvSpPr>
        <p:spPr>
          <a:xfrm>
            <a:off x="1181100" y="5657850"/>
            <a:ext cx="16002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1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Range-based</a:t>
            </a:r>
            <a:r>
              <a:rPr lang="en-US" sz="2250" b="1" dirty="0" spc="-9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181100" y="6686550"/>
            <a:ext cx="160020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Hash-based</a:t>
            </a:r>
            <a:r>
              <a:rPr lang="en-US" sz="2250" b="1" dirty="0" spc="-9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sharding</a:t>
            </a:r>
            <a:pPr algn="l" indent="0" marL="0">
              <a:buNone/>
            </a:pP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: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băm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914400" y="790575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14400" y="83629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2808830-b764-4934-8e62-f5aad9df0fd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2026-10-19T14:42:10Z</dcterms:created>
  <dcterms:modified xsi:type="dcterms:W3CDTF">2026-10-19T14:42:10Z</dcterms:modified>
</cp:coreProperties>
</file>