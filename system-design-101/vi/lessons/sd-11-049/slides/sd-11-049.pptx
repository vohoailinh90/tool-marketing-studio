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4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8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84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2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4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5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300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14325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53340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17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63/194</a:t>
            </a:r>
            <a:endParaRPr lang="en-US" sz="15617" dirty="0"/>
          </a:p>
        </p:txBody>
      </p:sp>
      <p:sp>
        <p:nvSpPr>
          <p:cNvPr id="7" name="Text 5"/>
          <p:cNvSpPr/>
          <p:nvPr/>
        </p:nvSpPr>
        <p:spPr>
          <a:xfrm>
            <a:off x="9525000" y="5810250"/>
            <a:ext cx="7429500" cy="15240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3300" dirty="0"/>
          </a:p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thiệu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b57985fd-db18-436b-a012-169208e5d3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194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6096000" y="2762250"/>
            <a:ext cx="8401050" cy="381000"/>
          </a:xfrm>
          <a:prstGeom prst="roundRect">
            <a:avLst>
              <a:gd name="adj" fmla="val 25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668500" y="2743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3371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096000" y="3371850"/>
            <a:ext cx="36004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3352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27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3981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096000" y="3981450"/>
            <a:ext cx="320040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9467850" y="3962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24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4591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096000" y="4591050"/>
            <a:ext cx="30670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334500" y="4572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52006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trữ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096000" y="5200650"/>
            <a:ext cx="22669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8534400" y="51816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17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400" y="5810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096000" y="58102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5791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14400" y="6419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Danh tính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096000" y="64198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4" name="Text 22"/>
          <p:cNvSpPr/>
          <p:nvPr/>
        </p:nvSpPr>
        <p:spPr>
          <a:xfrm>
            <a:off x="8001000" y="6400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7029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Trí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tuệ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096000" y="7029450"/>
            <a:ext cx="12001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7467600" y="7010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9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14400" y="7639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Nhắn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6096000" y="7639050"/>
            <a:ext cx="6667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30" name="Text 28"/>
          <p:cNvSpPr/>
          <p:nvPr/>
        </p:nvSpPr>
        <p:spPr>
          <a:xfrm>
            <a:off x="6934200" y="7620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14400" y="8382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250" dirty="0" spc="-8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Microsoft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250" dirty="0" spc="-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-45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AWS</a:t>
            </a:r>
            <a:r>
              <a:rPr lang="en-US" sz="2250" dirty="0" spc="4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837242b-e836-4346-b0e1-ce8def701f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394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394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394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394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394" dirty="0"/>
          </a:p>
        </p:txBody>
      </p:sp>
      <p:sp>
        <p:nvSpPr>
          <p:cNvPr id="6" name="Text 4"/>
          <p:cNvSpPr/>
          <p:nvPr/>
        </p:nvSpPr>
        <p:spPr>
          <a:xfrm>
            <a:off x="567690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E9D0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275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394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394" dirty="0"/>
          </a:p>
        </p:txBody>
      </p:sp>
      <p:sp>
        <p:nvSpPr>
          <p:cNvPr id="9" name="Text 7"/>
          <p:cNvSpPr/>
          <p:nvPr/>
        </p:nvSpPr>
        <p:spPr>
          <a:xfrm>
            <a:off x="1152525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6111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394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394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394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394" dirty="0"/>
          </a:p>
        </p:txBody>
      </p:sp>
      <p:sp>
        <p:nvSpPr>
          <p:cNvPr id="12" name="Text 10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194405b-6058-4f5e-a490-f8fcfe9ac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mười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mảng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151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8961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bảng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158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4968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855d4eb-6c3f-4556-9ac5-e6f69ba758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THIỆU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CHỨA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6459200" cy="2762250"/>
          </a:xfrm>
          <a:prstGeom prst="roundRect">
            <a:avLst>
              <a:gd name="adj" fmla="val 12414"/>
            </a:avLst>
          </a:prstGeom>
          <a:solidFill>
            <a:srgbClr val="F3EEE3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“Not</a:t>
            </a:r>
            <a:r>
              <a:rPr lang="en-US" sz="63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</a:t>
            </a:r>
            <a:r>
              <a:rPr lang="en-US" sz="63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endParaRPr lang="en-US" sz="6300" dirty="0"/>
          </a:p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or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Azure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listed”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Other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Miscellaneous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4a8bf22-bd27-4e07-a258-4cf3fdc5da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phép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575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3528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196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6291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7244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183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628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723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4676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23896f8-256b-4f58-a5a6-7719203c52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 nhóm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“khác”?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28750" y="4476750"/>
            <a:ext cx="15944850" cy="1143000"/>
          </a:xfrm>
          <a:prstGeom prst="roundRect">
            <a:avLst>
              <a:gd name="adj" fmla="val 21667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809750" y="4800600"/>
            <a:ext cx="1524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các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nhỏ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943100" y="5905500"/>
            <a:ext cx="154305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4100" y="62293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nhà: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183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4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5dd0dc6-dcec-4214-953f-52140bb54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105400" y="4791075"/>
            <a:ext cx="156210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66675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9913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858500" y="4791075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1506200" y="3352800"/>
            <a:ext cx="38100" cy="28765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5250" y="333375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621030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92000" y="27622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77750" y="30480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192000" y="56197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77750" y="59055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“khác”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437e8ba-04d8-4a98-8fa6-0e6fd7b5da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238500" y="18859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Services: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715500" y="1714500"/>
            <a:ext cx="76581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19050">
            <a:solidFill>
              <a:srgbClr val="3A3E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20383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25527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professionals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bb67e23-5ffb-4b7f-87c7-7aaeda172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2026-10-19T16:34:18Z</dcterms:created>
  <dcterms:modified xsi:type="dcterms:W3CDTF">2026-10-19T16:34:18Z</dcterms:modified>
</cp:coreProperties>
</file>