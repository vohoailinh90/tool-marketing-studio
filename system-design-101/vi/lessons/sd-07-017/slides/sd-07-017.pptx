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Apple</a:t>
            </a:r>
            <a:r>
              <a:rPr lang="en-US" sz="81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Pay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Google</a:t>
            </a:r>
            <a:r>
              <a:rPr lang="en-US" sz="81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Pay: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giữ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an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3000" dirty="0"/>
          </a:p>
        </p:txBody>
      </p:sp>
      <p:sp>
        <p:nvSpPr>
          <p:cNvPr id="5" name="Connector line-1792382306377-179935124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luồng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001500" y="2857500"/>
            <a:ext cx="5334000" cy="1428750"/>
          </a:xfrm>
          <a:prstGeom prst="roundRect">
            <a:avLst>
              <a:gd name="adj" fmla="val 21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0" y="2857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Apple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01500" y="4667250"/>
            <a:ext cx="5334000" cy="1428750"/>
          </a:xfrm>
          <a:prstGeom prst="roundRect">
            <a:avLst>
              <a:gd name="adj" fmla="val 21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87250" y="466725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2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731b491b-045d-4e41-87e8-86103f7ee8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5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45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toàn,</a:t>
            </a:r>
            <a:r>
              <a:rPr lang="en-US" sz="4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thông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luồng: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7d470de-b815-4ebb-aae5-ce63bd0c5c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1800" b="1" spc="23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1800" b="1" spc="2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Apple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iPhone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iPhone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61e45e6-aa1f-4aba-b675-9f10bd5c2b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GOOGLE</a:t>
            </a:r>
            <a:r>
              <a:rPr lang="en-US" sz="1800" b="1" spc="23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1800" b="1" spc="2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00" b="1" dirty="0" spc="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endParaRPr lang="en-US" sz="2400" dirty="0"/>
          </a:p>
        </p:txBody>
      </p:sp>
      <p:sp>
        <p:nvSpPr>
          <p:cNvPr id="6" name="Connector line-1792382309200-704889572"/>
          <p:cNvSpPr/>
          <p:nvPr/>
        </p:nvSpPr>
        <p:spPr>
          <a:xfrm>
            <a:off x="56197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6294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40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400" dirty="0"/>
          </a:p>
        </p:txBody>
      </p:sp>
      <p:sp>
        <p:nvSpPr>
          <p:cNvPr id="10" name="Connector line-1792382309210-997513863"/>
          <p:cNvSpPr/>
          <p:nvPr/>
        </p:nvSpPr>
        <p:spPr>
          <a:xfrm>
            <a:off x="115633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25730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1826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572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cdf3814-0c01-4b8c-825a-d332b9d1cd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1800" b="1" spc="23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Cửa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049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921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7" name="Connector line-1792382310098-839103039"/>
          <p:cNvSpPr/>
          <p:nvPr/>
        </p:nvSpPr>
        <p:spPr>
          <a:xfrm>
            <a:off x="32004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8" name="Connector line-1792382310098-28542416"/>
          <p:cNvSpPr/>
          <p:nvPr/>
        </p:nvSpPr>
        <p:spPr>
          <a:xfrm>
            <a:off x="91440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9" name="Connector line-1792382310098-855479960"/>
          <p:cNvSpPr/>
          <p:nvPr/>
        </p:nvSpPr>
        <p:spPr>
          <a:xfrm>
            <a:off x="150876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05200" y="4533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1950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950" dirty="0"/>
          </a:p>
        </p:txBody>
      </p:sp>
      <p:sp>
        <p:nvSpPr>
          <p:cNvPr id="11" name="Connector line-1792382310100-2979074"/>
          <p:cNvSpPr/>
          <p:nvPr/>
        </p:nvSpPr>
        <p:spPr>
          <a:xfrm>
            <a:off x="3200400" y="4953000"/>
            <a:ext cx="57531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934450" y="4838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6057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giản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lược: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</a:t>
            </a:r>
            <a:endParaRPr lang="en-US" sz="1950" dirty="0"/>
          </a:p>
        </p:txBody>
      </p:sp>
      <p:sp>
        <p:nvSpPr>
          <p:cNvPr id="14" name="Connector line-1792382310103-366725722"/>
          <p:cNvSpPr/>
          <p:nvPr/>
        </p:nvSpPr>
        <p:spPr>
          <a:xfrm>
            <a:off x="9144000" y="6477000"/>
            <a:ext cx="57531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878050" y="6362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620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2000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 đồ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lược: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DAN.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nay: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3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3925bb1-f4c8-4a59-ac79-f45356fbfd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GOOGLE</a:t>
            </a:r>
            <a:r>
              <a:rPr lang="en-US" sz="1800" b="1" spc="23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PAY: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30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(SƠ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5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Trả;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bán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 chuyển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4295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web: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 ra.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hình,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Google.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13a8119-32d3-4f05-aa88-15024fa808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nói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67500" y="285750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650" dirty="0"/>
          </a:p>
        </p:txBody>
      </p:sp>
      <p:sp>
        <p:nvSpPr>
          <p:cNvPr id="6" name="Connector line-1792382311724-407979887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4671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67500" y="34671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8958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958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67500" y="489585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3246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67500" y="63246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Pay.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77533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77533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25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6667500" y="775335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Giản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57acb86-6a64-4faa-b5b7-6b06a4955c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Cửa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1950" b="1" spc="14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DAN;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1950" b="1" spc="13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nay: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thanh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ac40661-12b7-4570-af36-061517c860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334000" y="2857500"/>
            <a:ext cx="1162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Apple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47675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34000" y="4476750"/>
            <a:ext cx="1162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09600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334000" y="6096000"/>
            <a:ext cx="1162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3d2a65b-1e24-4918-a92e-decea20f27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Chip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iPhone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cộng,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950" dirty="0"/>
          </a:p>
        </p:txBody>
      </p:sp>
      <p:sp>
        <p:nvSpPr>
          <p:cNvPr id="16" name="Connector line-1792382314201-989548305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2314203-516187544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eee8d8d-decc-474e-bc7f-804a3e89a5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2026-10-19T09:03:31Z</dcterms:created>
  <dcterms:modified xsi:type="dcterms:W3CDTF">2026-10-19T09:03:31Z</dcterms:modified>
</cp:coreProperties>
</file>