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Telegram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endParaRPr lang="en-US" sz="3000" dirty="0"/>
          </a:p>
        </p:txBody>
      </p:sp>
      <p:sp>
        <p:nvSpPr>
          <p:cNvPr id="5" name="Connector line-1792370939727-787156286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câu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809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71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44250" y="2247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144250" y="2952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mảnh,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477500" y="4095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2300" y="4476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4438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800" b="1" spc="19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44250" y="4914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5619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giải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0bff3ac-307d-444a-97aa-5a962dcb6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962034-646111980"/>
          <p:cNvSpPr/>
          <p:nvPr/>
        </p:nvSpPr>
        <p:spPr>
          <a:xfrm>
            <a:off x="1333500" y="5334000"/>
            <a:ext cx="133350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E2EE.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1309e4c-6fdf-4e31-9b21-0e29982c9d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7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Chat</a:t>
                      </a:r>
                      <a:r>
                        <a:rPr lang="en-US" sz="27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thường,</a:t>
                      </a:r>
                      <a:r>
                        <a:rPr lang="en-US" sz="2700" b="1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chat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r>
                        <a:rPr lang="en-US" sz="270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70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Telegram,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dạng</a:t>
                      </a:r>
                      <a:r>
                        <a:rPr lang="en-US" sz="27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Chia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mảnh,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cất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6f56f7d9-b345-4ca7-8dbb-a23a1f1ba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3143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342900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714500" y="390525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333500" y="6096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3817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8580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550" dirty="0"/>
          </a:p>
        </p:txBody>
      </p:sp>
      <p:sp>
        <p:nvSpPr>
          <p:cNvPr id="10" name="Connector line-1792373774881-397940110"/>
          <p:cNvSpPr/>
          <p:nvPr/>
        </p:nvSpPr>
        <p:spPr>
          <a:xfrm>
            <a:off x="6667500" y="4095750"/>
            <a:ext cx="3810000" cy="14763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1" name="Connector line-1792373774882-815310111"/>
          <p:cNvSpPr/>
          <p:nvPr/>
        </p:nvSpPr>
        <p:spPr>
          <a:xfrm flipV="1">
            <a:off x="6667500" y="5667375"/>
            <a:ext cx="3810000" cy="1381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477500" y="4381500"/>
            <a:ext cx="6858000" cy="2476500"/>
          </a:xfrm>
          <a:prstGeom prst="roundRect">
            <a:avLst>
              <a:gd name="adj" fmla="val 12308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0896600" y="47053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1950" b="1" spc="17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PHẢI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96600" y="52006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25718" rIns="0" bIns="-25718" rtlCol="0" anchor="t"/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40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0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40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0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40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05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ebb8343-331f-4ed0-a06b-3ceab11904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430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14375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1445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7" name="Connector line-1792373792454-587533258"/>
          <p:cNvSpPr/>
          <p:nvPr/>
        </p:nvSpPr>
        <p:spPr>
          <a:xfrm>
            <a:off x="31432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792454-932724102"/>
          <p:cNvSpPr/>
          <p:nvPr/>
        </p:nvSpPr>
        <p:spPr>
          <a:xfrm>
            <a:off x="914400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3792454-54169590"/>
          <p:cNvSpPr/>
          <p:nvPr/>
        </p:nvSpPr>
        <p:spPr>
          <a:xfrm>
            <a:off x="151447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29000" y="4476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1" name="Connector line-1792373792458-806725881"/>
          <p:cNvSpPr/>
          <p:nvPr/>
        </p:nvSpPr>
        <p:spPr>
          <a:xfrm>
            <a:off x="3238500" y="5143500"/>
            <a:ext cx="5810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619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3" name="Connector line-1792373792461-900091777"/>
          <p:cNvSpPr/>
          <p:nvPr/>
        </p:nvSpPr>
        <p:spPr>
          <a:xfrm>
            <a:off x="9239250" y="6286500"/>
            <a:ext cx="5810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906250" y="6953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4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e397160-895f-4168-9552-d4cadb20c0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secret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một-một</a:t>
            </a:r>
            <a:r>
              <a:rPr lang="en-US" sz="24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91515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91515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91515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5349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5349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900" dirty="0" spc="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5349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hiện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 máy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88e16c-759b-4b4e-b802-87263bcd3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nước.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8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5400" dirty="0"/>
          </a:p>
        </p:txBody>
      </p:sp>
      <p:sp>
        <p:nvSpPr>
          <p:cNvPr id="7" name="Text richtext-1792373833811-593765849"/>
          <p:cNvSpPr/>
          <p:nvPr/>
        </p:nvSpPr>
        <p:spPr>
          <a:xfrm>
            <a:off x="13716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phải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thể.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400" dirty="0"/>
          </a:p>
        </p:txBody>
      </p:sp>
      <p:sp>
        <p:nvSpPr>
          <p:cNvPr id="11" name="Text richtext-1792373833839-642752780"/>
          <p:cNvSpPr/>
          <p:nvPr/>
        </p:nvSpPr>
        <p:spPr>
          <a:xfrm>
            <a:off x="98298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e74c12e-507d-4031-b292-772b55d2bf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1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905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34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34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430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001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bbd7b62-14b0-4ef9-8f01-fb22f3b56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E2EE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End-to-End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giải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Secret</a:t>
            </a: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của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cuối;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8827243-c3bd-47e0-898d-6e6a395fcf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2026-10-19T01:38:23Z</dcterms:created>
  <dcterms:modified xsi:type="dcterms:W3CDTF">2026-10-19T01:38:23Z</dcterms:modified>
</cp:coreProperties>
</file>