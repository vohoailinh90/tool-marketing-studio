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0096500" cy="4476750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t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Thư</a:t>
            </a:r>
            <a:r>
              <a:rPr lang="en-US" sz="6300" dirty="0" spc="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điện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tử</a:t>
            </a:r>
            <a:r>
              <a:rPr lang="en-US" sz="6300" dirty="0" spc="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3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300" dirty="0" spc="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63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3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nhận: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3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vai</a:t>
            </a:r>
            <a:r>
              <a:rPr lang="en-US" sz="63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6572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300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tiếng: thư</a:t>
            </a:r>
            <a:r>
              <a:rPr lang="en-US" sz="30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30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chưa?</a:t>
            </a:r>
            <a:endParaRPr lang="en-US" sz="3000" dirty="0"/>
          </a:p>
        </p:txBody>
      </p:sp>
      <p:sp>
        <p:nvSpPr>
          <p:cNvPr id="5" name="Connector line-1792420520945-171661254"/>
          <p:cNvSpPr/>
          <p:nvPr/>
        </p:nvSpPr>
        <p:spPr>
          <a:xfrm>
            <a:off x="914400" y="762000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057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vai,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việc: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100" dirty="0" spc="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đi,</a:t>
            </a: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16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525000" y="4476750"/>
            <a:ext cx="2857500" cy="2857500"/>
          </a:xfrm>
          <a:prstGeom prst="ellipse">
            <a:avLst/>
          </a:prstGeom>
          <a:noFill/>
          <a:ln w="28575">
            <a:solidFill>
              <a:srgbClr val="3DD6A0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53625" y="4905375"/>
            <a:ext cx="2000250" cy="2000250"/>
          </a:xfrm>
          <a:prstGeom prst="ellipse">
            <a:avLst/>
          </a:prstGeom>
          <a:noFill/>
          <a:ln w="28575">
            <a:solidFill>
              <a:srgbClr val="3DD6A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63200" y="5314950"/>
            <a:ext cx="1181100" cy="11811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63200" y="5695950"/>
            <a:ext cx="1181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544300" y="3238500"/>
            <a:ext cx="1600200" cy="2571750"/>
          </a:xfrm>
          <a:custGeom>
            <a:avLst/>
            <a:gdLst/>
            <a:ahLst/>
            <a:cxnLst/>
            <a:rect l="l" t="t" r="r" b="b"/>
            <a:pathLst>
              <a:path w="1600200" h="2571750">
                <a:moveTo>
                  <a:pt x="0" y="2571750"/>
                </a:moveTo>
                <a:cubicBezTo>
                  <a:pt x="838200" y="2571750"/>
                  <a:pt x="838200" y="0"/>
                  <a:pt x="1600200" y="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44300" y="4762500"/>
            <a:ext cx="1600200" cy="1104900"/>
          </a:xfrm>
          <a:custGeom>
            <a:avLst/>
            <a:gdLst/>
            <a:ahLst/>
            <a:cxnLst/>
            <a:rect l="l" t="t" r="r" b="b"/>
            <a:pathLst>
              <a:path w="1600200" h="1104900">
                <a:moveTo>
                  <a:pt x="0" y="1104900"/>
                </a:moveTo>
                <a:cubicBezTo>
                  <a:pt x="742950" y="1104900"/>
                  <a:pt x="838200" y="0"/>
                  <a:pt x="1600200" y="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44300" y="5943600"/>
            <a:ext cx="1600200" cy="723900"/>
          </a:xfrm>
          <a:custGeom>
            <a:avLst/>
            <a:gdLst/>
            <a:ahLst/>
            <a:cxnLst/>
            <a:rect l="l" t="t" r="r" b="b"/>
            <a:pathLst>
              <a:path w="1600200" h="723900">
                <a:moveTo>
                  <a:pt x="0" y="0"/>
                </a:moveTo>
                <a:cubicBezTo>
                  <a:pt x="742950" y="0"/>
                  <a:pt x="838200" y="723900"/>
                  <a:pt x="1600200" y="72390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44300" y="6000750"/>
            <a:ext cx="1600200" cy="2190750"/>
          </a:xfrm>
          <a:custGeom>
            <a:avLst/>
            <a:gdLst/>
            <a:ahLst/>
            <a:cxnLst/>
            <a:rect l="l" t="t" r="r" b="b"/>
            <a:pathLst>
              <a:path w="1600200" h="2190750">
                <a:moveTo>
                  <a:pt x="0" y="0"/>
                </a:moveTo>
                <a:cubicBezTo>
                  <a:pt x="838200" y="0"/>
                  <a:pt x="838200" y="2190750"/>
                  <a:pt x="1600200" y="219075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144500" y="28765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1950" b="1" dirty="0" spc="-1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144500" y="44005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Đẩy</a:t>
            </a:r>
            <a:r>
              <a:rPr lang="en-US" sz="19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950" b="1" dirty="0" spc="1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144500" y="63055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19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950" b="1" dirty="0" spc="-1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144500" y="78295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195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950" b="1" dirty="0" spc="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9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19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d8336860-b8df-4f9b-98a0-c14d4d6f60d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667000"/>
            <a:ext cx="133350" cy="4000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667000"/>
            <a:ext cx="14287500" cy="3810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9072"/>
              </a:lnSpc>
              <a:buNone/>
            </a:pPr>
            <a:r>
              <a:rPr lang="en-US" sz="8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Thư</a:t>
            </a:r>
            <a:r>
              <a:rPr lang="en-US" sz="8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8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 máy</a:t>
            </a:r>
            <a:r>
              <a:rPr lang="en-US" sz="8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chủ,</a:t>
            </a:r>
            <a:r>
              <a:rPr lang="en-US" sz="8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84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</a:t>
            </a:r>
            <a:r>
              <a:rPr lang="en-US" sz="84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84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vai.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428750" y="7239000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000" b="1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00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nhau: đẩy</a:t>
            </a:r>
            <a:r>
              <a:rPr lang="en-US" sz="300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3000" b="1" dirty="0" spc="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đi,</a:t>
            </a:r>
            <a:r>
              <a:rPr lang="en-US" sz="3000" b="1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300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3000" b="1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0d6058c2-e782-43bb-9848-784efefa9e1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800" b="1" spc="26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4476750"/>
          </a:xfrm>
          <a:prstGeom prst="roundRect">
            <a:avLst>
              <a:gd name="adj" fmla="val 6809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333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210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b="1" spc="2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100" dirty="0"/>
          </a:p>
        </p:txBody>
      </p:sp>
      <p:sp>
        <p:nvSpPr>
          <p:cNvPr id="6" name="Text richtext-1792420524794-305135907"/>
          <p:cNvSpPr/>
          <p:nvPr/>
        </p:nvSpPr>
        <p:spPr>
          <a:xfrm>
            <a:off x="1333500" y="400050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MUA:</a:t>
            </a:r>
            <a:r>
              <a:rPr lang="en-US" sz="2850" b="1" dirty="0" spc="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 thư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b="1" dirty="0" spc="-6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MTA: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8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2952750"/>
            <a:ext cx="8001000" cy="4476750"/>
          </a:xfrm>
          <a:prstGeom prst="roundRect">
            <a:avLst>
              <a:gd name="adj" fmla="val 680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333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210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100" dirty="0"/>
          </a:p>
        </p:txBody>
      </p:sp>
      <p:sp>
        <p:nvSpPr>
          <p:cNvPr id="9" name="Text richtext-1792420524820-558356208"/>
          <p:cNvSpPr/>
          <p:nvPr/>
        </p:nvSpPr>
        <p:spPr>
          <a:xfrm>
            <a:off x="9791700" y="400050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MDA: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hộp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Hộp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f3004a5c-40a0-47f5-824a-362c7d7ca9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3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SMTP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đẩy</a:t>
            </a:r>
            <a:r>
              <a:rPr lang="en-US" sz="69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thư,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DNS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4572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90875"/>
            <a:ext cx="39243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MUA: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6858000" y="2952750"/>
            <a:ext cx="4572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81850" y="3190875"/>
            <a:ext cx="39243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-8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MTA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2801600" y="2952750"/>
            <a:ext cx="45720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125450" y="3190875"/>
            <a:ext cx="3924300" cy="1333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-8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MTA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550" dirty="0"/>
          </a:p>
        </p:txBody>
      </p:sp>
      <p:sp>
        <p:nvSpPr>
          <p:cNvPr id="10" name="Connector line-1792420525709-861192298"/>
          <p:cNvSpPr/>
          <p:nvPr/>
        </p:nvSpPr>
        <p:spPr>
          <a:xfrm>
            <a:off x="5581650" y="3857625"/>
            <a:ext cx="118110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420525709-47952190"/>
          <p:cNvSpPr/>
          <p:nvPr/>
        </p:nvSpPr>
        <p:spPr>
          <a:xfrm>
            <a:off x="11525250" y="3857625"/>
            <a:ext cx="118110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524500" y="3333750"/>
            <a:ext cx="1295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SMTP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68100" y="3333750"/>
            <a:ext cx="1295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SMTP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858000" y="6096000"/>
            <a:ext cx="4572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81850" y="6286500"/>
            <a:ext cx="3924300" cy="1047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DNS: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MX</a:t>
            </a:r>
            <a:endParaRPr lang="en-US" sz="2400" dirty="0"/>
          </a:p>
        </p:txBody>
      </p:sp>
      <p:sp>
        <p:nvSpPr>
          <p:cNvPr id="16" name="Connector line-1792420525715-746444465"/>
          <p:cNvSpPr/>
          <p:nvPr/>
        </p:nvSpPr>
        <p:spPr>
          <a:xfrm flipV="1">
            <a:off x="9144000" y="4838700"/>
            <a:ext cx="0" cy="121920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429750" y="53340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6b32a016-0646-4895-bb9c-3e08cb604e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5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VỀ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Thư chờ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2476500" y="2762250"/>
            <a:ext cx="4191000" cy="857250"/>
          </a:xfrm>
          <a:prstGeom prst="roundRect">
            <a:avLst>
              <a:gd name="adj" fmla="val 2666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1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100" b="1" dirty="0" spc="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620500" y="2762250"/>
            <a:ext cx="4191000" cy="857250"/>
          </a:xfrm>
          <a:prstGeom prst="roundRect">
            <a:avLst>
              <a:gd name="adj" fmla="val 2666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100" dirty="0"/>
          </a:p>
        </p:txBody>
      </p:sp>
      <p:sp>
        <p:nvSpPr>
          <p:cNvPr id="6" name="Connector line-1792420526598-42420479"/>
          <p:cNvSpPr/>
          <p:nvPr/>
        </p:nvSpPr>
        <p:spPr>
          <a:xfrm>
            <a:off x="4572000" y="3619500"/>
            <a:ext cx="0" cy="2857500"/>
          </a:xfrm>
          <a:prstGeom prst="line">
            <a:avLst/>
          </a:prstGeom>
          <a:noFill/>
          <a:ln w="28575">
            <a:solidFill>
              <a:srgbClr val="8A867C"/>
            </a:solidFill>
            <a:prstDash val="lgDash"/>
            <a:headEnd type="none"/>
            <a:tailEnd type="none"/>
          </a:ln>
        </p:spPr>
      </p:sp>
      <p:sp>
        <p:nvSpPr>
          <p:cNvPr id="7" name="Connector line-1792420526598-289455735"/>
          <p:cNvSpPr/>
          <p:nvPr/>
        </p:nvSpPr>
        <p:spPr>
          <a:xfrm>
            <a:off x="13716000" y="3619500"/>
            <a:ext cx="0" cy="2857500"/>
          </a:xfrm>
          <a:prstGeom prst="line">
            <a:avLst/>
          </a:prstGeom>
          <a:noFill/>
          <a:ln w="28575">
            <a:solidFill>
              <a:srgbClr val="8A867C"/>
            </a:solidFill>
            <a:prstDash val="lgDash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4762500" y="4095750"/>
            <a:ext cx="876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2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(IMAP hoặc POP3)</a:t>
            </a:r>
            <a:endParaRPr lang="en-US" sz="2250" dirty="0"/>
          </a:p>
        </p:txBody>
      </p:sp>
      <p:sp>
        <p:nvSpPr>
          <p:cNvPr id="9" name="Connector line-1792420526601-374882138"/>
          <p:cNvSpPr/>
          <p:nvPr/>
        </p:nvSpPr>
        <p:spPr>
          <a:xfrm>
            <a:off x="4610100" y="4762500"/>
            <a:ext cx="90678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762500" y="5334000"/>
            <a:ext cx="876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2250" dirty="0"/>
          </a:p>
        </p:txBody>
      </p:sp>
      <p:sp>
        <p:nvSpPr>
          <p:cNvPr id="11" name="Connector line-1792420526602-526020339"/>
          <p:cNvSpPr/>
          <p:nvPr/>
        </p:nvSpPr>
        <p:spPr>
          <a:xfrm flipH="1">
            <a:off x="4610100" y="6000750"/>
            <a:ext cx="90678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lgDash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4400" y="7143750"/>
            <a:ext cx="8001000" cy="1428750"/>
          </a:xfrm>
          <a:prstGeom prst="roundRect">
            <a:avLst>
              <a:gd name="adj" fmla="val 18667"/>
            </a:avLst>
          </a:prstGeom>
          <a:solidFill>
            <a:srgbClr val="DDE3FA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73342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IMAP:</a:t>
            </a: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372600" y="7143750"/>
            <a:ext cx="80010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53600" y="73342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POP3: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c6740c01-da94-42c3-9092-961b7caa931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800" b="1" spc="25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b="1" spc="30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b="1" spc="28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1800" b="1" spc="28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Thư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</p:txBody>
      </p:sp>
      <p:sp>
        <p:nvSpPr>
          <p:cNvPr id="4" name="Connector line-1792420622795-791389001"/>
          <p:cNvSpPr/>
          <p:nvPr/>
        </p:nvSpPr>
        <p:spPr>
          <a:xfrm>
            <a:off x="1428750" y="4191000"/>
            <a:ext cx="154305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447925" y="38671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Shape 4"/>
          <p:cNvSpPr/>
          <p:nvPr/>
        </p:nvSpPr>
        <p:spPr>
          <a:xfrm>
            <a:off x="6696075" y="38671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Shape 5"/>
          <p:cNvSpPr/>
          <p:nvPr/>
        </p:nvSpPr>
        <p:spPr>
          <a:xfrm>
            <a:off x="10944225" y="38671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Shape 6"/>
          <p:cNvSpPr/>
          <p:nvPr/>
        </p:nvSpPr>
        <p:spPr>
          <a:xfrm>
            <a:off x="15192375" y="3867150"/>
            <a:ext cx="647700" cy="647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2447925" y="3962400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6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696075" y="3962400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3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44225" y="3962400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6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192375" y="3962400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6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5143500"/>
            <a:ext cx="3714750" cy="2857500"/>
          </a:xfrm>
          <a:prstGeom prst="roundRect">
            <a:avLst>
              <a:gd name="adj" fmla="val 9333"/>
            </a:avLst>
          </a:prstGeom>
          <a:solidFill>
            <a:srgbClr val="F3DFB8"/>
          </a:solidFill>
          <a:ln/>
        </p:spPr>
      </p:sp>
      <p:sp>
        <p:nvSpPr>
          <p:cNvPr id="14" name="Text 12"/>
          <p:cNvSpPr/>
          <p:nvPr/>
        </p:nvSpPr>
        <p:spPr>
          <a:xfrm>
            <a:off x="1200150" y="5429250"/>
            <a:ext cx="3143250" cy="2286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5162550" y="5143500"/>
            <a:ext cx="371475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8300" y="5429250"/>
            <a:ext cx="3143250" cy="2286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b="1" dirty="0" spc="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thư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410700" y="5143500"/>
            <a:ext cx="371475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6450" y="5429250"/>
            <a:ext cx="3143250" cy="2286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 lại,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3658850" y="5143500"/>
            <a:ext cx="3714750" cy="2857500"/>
          </a:xfrm>
          <a:prstGeom prst="roundRect">
            <a:avLst>
              <a:gd name="adj" fmla="val 9333"/>
            </a:avLst>
          </a:prstGeom>
          <a:solidFill>
            <a:srgbClr val="F8D9D0"/>
          </a:solidFill>
          <a:ln/>
        </p:spPr>
      </p:sp>
      <p:sp>
        <p:nvSpPr>
          <p:cNvPr id="20" name="Text 18"/>
          <p:cNvSpPr/>
          <p:nvPr/>
        </p:nvSpPr>
        <p:spPr>
          <a:xfrm>
            <a:off x="13944600" y="5429250"/>
            <a:ext cx="3143250" cy="2286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 5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ngày: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cuộc,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b45f3b92-543d-4b53-9c9d-91a2a30b92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Những</a:t>
            </a:r>
            <a:r>
              <a:rPr lang="en-US" sz="69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-7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vẽ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57800" cy="266700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42900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Lọc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rác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515100" y="3048000"/>
            <a:ext cx="5257800" cy="266700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96100" y="342900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28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5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12115800" y="3048000"/>
            <a:ext cx="5257800" cy="266700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96800" y="342900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b="1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14400" y="66675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30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là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khuyến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448efce7-e441-4dae-b0c3-600346b527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Nhận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tiếng: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 mất</a:t>
            </a:r>
            <a:r>
              <a:rPr lang="en-US" sz="69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0956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952750" y="30956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mất: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850" b="1" dirty="0" spc="5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509587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2952750" y="509587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 lại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70961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2952750" y="70961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mãi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74907994-8a54-496d-be39-361e52c374c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69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3810000"/>
          </a:xfrm>
          <a:prstGeom prst="roundRect">
            <a:avLst>
              <a:gd name="adj" fmla="val 8000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4290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1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10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33500" y="4095750"/>
            <a:ext cx="7239000" cy="2476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b="1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bưu</a:t>
            </a:r>
            <a:r>
              <a:rPr lang="en-US" sz="285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3048000"/>
            <a:ext cx="8001000" cy="3810000"/>
          </a:xfrm>
          <a:prstGeom prst="roundRect">
            <a:avLst>
              <a:gd name="adj" fmla="val 8000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9791700" y="34290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100" b="1" spc="16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100" dirty="0"/>
          </a:p>
        </p:txBody>
      </p:sp>
      <p:sp>
        <p:nvSpPr>
          <p:cNvPr id="9" name="Text richtext-1792420567880-572385516"/>
          <p:cNvSpPr/>
          <p:nvPr/>
        </p:nvSpPr>
        <p:spPr>
          <a:xfrm>
            <a:off x="9791700" y="4095750"/>
            <a:ext cx="7239000" cy="2476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nhận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MX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b="1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hàng,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 lại khi</a:t>
            </a:r>
            <a:r>
              <a:rPr lang="en-US" sz="285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7acc1190-2157-49c0-b564-22327cdc37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00125"/>
            <a:ext cx="10477500" cy="1066800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ctr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 ngữ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190750"/>
            <a:ext cx="10668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971800"/>
            <a:ext cx="10668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752850"/>
            <a:ext cx="10668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4533900"/>
            <a:ext cx="10668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5314950"/>
            <a:ext cx="10668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6096000"/>
            <a:ext cx="10668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6877050"/>
            <a:ext cx="10668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7658100"/>
            <a:ext cx="10668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8439150"/>
            <a:ext cx="10668000" cy="666750"/>
          </a:xfrm>
          <a:prstGeom prst="roundRect">
            <a:avLst>
              <a:gd name="adj" fmla="val 28571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04900" y="2286000"/>
            <a:ext cx="133350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04900" y="3067050"/>
            <a:ext cx="133350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6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MTA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04900" y="3848100"/>
            <a:ext cx="133350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04900" y="4629150"/>
            <a:ext cx="133350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SMTP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04900" y="5410200"/>
            <a:ext cx="133350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IMAP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04900" y="6191250"/>
            <a:ext cx="133350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04900" y="6972300"/>
            <a:ext cx="133350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04900" y="7753350"/>
            <a:ext cx="133350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MX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04900" y="8534400"/>
            <a:ext cx="133350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667000" y="228600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2667000" y="306705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1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2667000" y="384810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1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hộp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2667000" y="462915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100" dirty="0" spc="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2667000" y="541020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1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2667000" y="619125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2667000" y="697230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2667000" y="775335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chỉ</a:t>
            </a:r>
            <a:r>
              <a:rPr lang="en-US" sz="2100" dirty="0" spc="-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2667000" y="853440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Loạt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 của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endParaRPr lang="en-US" sz="2100" dirty="0"/>
          </a:p>
        </p:txBody>
      </p:sp>
      <p:sp>
        <p:nvSpPr>
          <p:cNvPr id="31" name="Connector line-1792420596974-604955602"/>
          <p:cNvSpPr/>
          <p:nvPr/>
        </p:nvSpPr>
        <p:spPr>
          <a:xfrm>
            <a:off x="12382500" y="2190750"/>
            <a:ext cx="0" cy="638175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12858750" y="21907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33" name="Text richtext-1792420596975-504760198"/>
          <p:cNvSpPr/>
          <p:nvPr/>
        </p:nvSpPr>
        <p:spPr>
          <a:xfrm>
            <a:off x="12858750" y="2762250"/>
            <a:ext cx="4953000" cy="2286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5321: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1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SMTP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2858750" y="6667500"/>
            <a:ext cx="4953000" cy="17145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ca28d546-29a4-4239-9cfb-d80403a1974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2026-10-19T14:37:31Z</dcterms:created>
  <dcterms:modified xsi:type="dcterms:W3CDTF">2026-10-19T14:37:31Z</dcterms:modified>
</cp:coreProperties>
</file>