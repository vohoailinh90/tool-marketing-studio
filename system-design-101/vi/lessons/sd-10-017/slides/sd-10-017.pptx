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09700"/>
            <a:ext cx="9810750" cy="38100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8910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Lịch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8100" dirty="0"/>
          </a:p>
          <a:p>
            <a:pPr algn="l" indent="0" marL="0">
              <a:lnSpc>
                <a:spcPts val="8910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8953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30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qua,</a:t>
            </a:r>
            <a:r>
              <a:rPr lang="en-US" sz="30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30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7353300"/>
            <a:ext cx="2047875" cy="571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7581900"/>
            <a:ext cx="2047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1957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8382000"/>
            <a:ext cx="2047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thứ ba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2775" y="7353300"/>
            <a:ext cx="2047875" cy="57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3152775" y="7581900"/>
            <a:ext cx="2047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1972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3152775" y="8382000"/>
            <a:ext cx="2047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</a:t>
            </a:r>
            <a:r>
              <a:rPr lang="en-US" sz="18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91150" y="7353300"/>
            <a:ext cx="2047875" cy="571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5391150" y="7581900"/>
            <a:ext cx="2047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1995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5391150" y="8382000"/>
            <a:ext cx="2047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9525" y="7353300"/>
            <a:ext cx="2047875" cy="571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9525" y="7581900"/>
            <a:ext cx="2047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2000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7629525" y="8382000"/>
            <a:ext cx="2047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C#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53750" y="914400"/>
            <a:ext cx="6419850" cy="2514600"/>
          </a:xfrm>
          <a:prstGeom prst="roundRect">
            <a:avLst>
              <a:gd name="adj" fmla="val 10606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20450" y="12192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563350" y="12192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800" b="1" spc="21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63350" y="163830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1563350" y="2343150"/>
            <a:ext cx="5429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đục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lỗ,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1957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953750" y="3657600"/>
            <a:ext cx="6419850" cy="2514600"/>
          </a:xfrm>
          <a:prstGeom prst="roundRect">
            <a:avLst>
              <a:gd name="adj" fmla="val 10606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20450" y="39624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1563350" y="39624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80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63350" y="438150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1972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1563350" y="5086350"/>
            <a:ext cx="5429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Smalltalk,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tượng,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953750" y="6400800"/>
            <a:ext cx="6419850" cy="2514600"/>
          </a:xfrm>
          <a:prstGeom prst="roundRect">
            <a:avLst>
              <a:gd name="adj" fmla="val 10606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220450" y="67056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11563350" y="67056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80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563350" y="7124700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11563350" y="7829550"/>
            <a:ext cx="542925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C#</a:t>
            </a:r>
            <a:r>
              <a:rPr lang="en-US" sz="22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của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14400" y="9525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0996061-6f4b-4718-a0ab-7f2bfb2fe2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71475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thẻ đục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bậc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năng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59055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61912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6" name="Text richtext-1792338185433-734152165"/>
          <p:cNvSpPr/>
          <p:nvPr/>
        </p:nvSpPr>
        <p:spPr>
          <a:xfrm>
            <a:off x="1257300" y="6667500"/>
            <a:ext cx="70485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Nắm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Connector line-1792338185458-844399242"/>
          <p:cNvSpPr/>
          <p:nvPr/>
        </p:nvSpPr>
        <p:spPr>
          <a:xfrm>
            <a:off x="9906000" y="1619250"/>
            <a:ext cx="0" cy="6286500"/>
          </a:xfrm>
          <a:prstGeom prst="line">
            <a:avLst/>
          </a:prstGeom>
          <a:noFill/>
          <a:ln w="3810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753600" y="1466850"/>
            <a:ext cx="304800" cy="3048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0363200" y="123825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1957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363200" y="17145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ba,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753600" y="2514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0363200" y="228600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1972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363200" y="2762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753600" y="356235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0" y="333375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30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1980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363200" y="38100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753600" y="46101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0363200" y="438150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3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1990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363200" y="48577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753600" y="565785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0363200" y="542925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1995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363200" y="59055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Java,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PHP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753600" y="6705600"/>
            <a:ext cx="304800" cy="304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3200" y="647700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363200" y="6953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C#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753600" y="7753350"/>
            <a:ext cx="304800" cy="3048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10363200" y="7524750"/>
            <a:ext cx="647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30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0363200" y="80010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2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mươi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năm,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72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9adc53cc-9b5f-4333-bdb4-2334c5c0b9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20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7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1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3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đục</a:t>
            </a:r>
            <a:r>
              <a:rPr lang="en-US" sz="33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3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3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33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4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1957,</a:t>
            </a:r>
            <a:r>
              <a:rPr lang="en-US" sz="28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Fortran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LISP.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3340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Fortran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05150" y="5334000"/>
            <a:ext cx="15240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LISP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19650" y="5334000"/>
            <a:ext cx="16192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1957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" y="6858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731520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nói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năng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sớm;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1219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800" dirty="0"/>
          </a:p>
        </p:txBody>
      </p:sp>
      <p:sp>
        <p:nvSpPr>
          <p:cNvPr id="14" name="Connector line-1792338249784-798110827"/>
          <p:cNvSpPr/>
          <p:nvPr/>
        </p:nvSpPr>
        <p:spPr>
          <a:xfrm>
            <a:off x="11087100" y="2381250"/>
            <a:ext cx="1752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38249784-22052408"/>
          <p:cNvSpPr/>
          <p:nvPr/>
        </p:nvSpPr>
        <p:spPr>
          <a:xfrm>
            <a:off x="13677900" y="2381250"/>
            <a:ext cx="1752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344150" y="2057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934950" y="2057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5525750" y="2057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525000" y="3048000"/>
            <a:ext cx="2286000" cy="257175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5500" y="3276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6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1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715500" y="3714750"/>
            <a:ext cx="19050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đục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15500" y="4762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perforated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115800" y="3048000"/>
            <a:ext cx="2286000" cy="257175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06300" y="3276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6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306300" y="3714750"/>
            <a:ext cx="19050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ngữ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306300" y="4762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assembly,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706600" y="3048000"/>
            <a:ext cx="2286000" cy="257175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97100" y="3276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6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897100" y="3714750"/>
            <a:ext cx="19050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4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897100" y="4762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năm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1957</a:t>
            </a:r>
            <a:endParaRPr lang="en-US" sz="1800" dirty="0"/>
          </a:p>
        </p:txBody>
      </p:sp>
      <p:sp>
        <p:nvSpPr>
          <p:cNvPr id="31" name="Connector line-1792338249808-412930608"/>
          <p:cNvSpPr/>
          <p:nvPr/>
        </p:nvSpPr>
        <p:spPr>
          <a:xfrm>
            <a:off x="9525000" y="6057900"/>
            <a:ext cx="74676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9525000" y="63627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5000" y="6858000"/>
            <a:ext cx="25336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287250" y="6858000"/>
            <a:ext cx="15811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097000" y="6858000"/>
            <a:ext cx="25336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 lệ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525000" y="7715250"/>
            <a:ext cx="2533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garbage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287250" y="771525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recursion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4097000" y="7715250"/>
            <a:ext cx="2533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exceptions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caa77562-d98d-469e-93e3-667dd902ab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1972</a:t>
            </a:r>
            <a:r>
              <a:rPr lang="en-US" sz="1950" b="1" spc="17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5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3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mốc:</a:t>
            </a:r>
            <a:r>
              <a:rPr lang="en-US" sz="33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3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1972</a:t>
            </a:r>
            <a:r>
              <a:rPr lang="en-US" sz="3300" b="1" dirty="0" spc="-3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 niên</a:t>
            </a: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1980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1972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1980,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phổ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905500"/>
            <a:ext cx="20002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05150" y="5905500"/>
            <a:ext cx="952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248150" y="590550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Objective-C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724650" y="5905500"/>
            <a:ext cx="12382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7124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75628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 có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bấm.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0" y="12954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1972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525000" y="2057400"/>
            <a:ext cx="361950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2324100"/>
            <a:ext cx="308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Smalltalk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3373100" y="2057400"/>
            <a:ext cx="361950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3639800" y="2324100"/>
            <a:ext cx="308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639800" y="2971800"/>
            <a:ext cx="30861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1972,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20" name="Connector line-1792338376292-363344353"/>
          <p:cNvSpPr/>
          <p:nvPr/>
        </p:nvSpPr>
        <p:spPr>
          <a:xfrm>
            <a:off x="13258800" y="4572000"/>
            <a:ext cx="0" cy="7620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525000" y="55626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42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1980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9525000" y="63246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23" name="Text 21"/>
          <p:cNvSpPr/>
          <p:nvPr/>
        </p:nvSpPr>
        <p:spPr>
          <a:xfrm>
            <a:off x="9791700" y="6667500"/>
            <a:ext cx="308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Objective-C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9791700" y="73533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373100" y="63246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3639800" y="6667500"/>
            <a:ext cx="308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C++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3639800" y="73533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753600" y="2914650"/>
            <a:ext cx="3276600" cy="1333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1972,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84f6644-d095-40a1-aa73-d738597569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THẬP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</a:t>
            </a:r>
            <a:r>
              <a:rPr lang="en-US" sz="1950" b="1" spc="1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1990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33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914650" y="5810250"/>
            <a:ext cx="161925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724400" y="5810250"/>
            <a:ext cx="24765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7627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70294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4676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1995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ngữ: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PHP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181100"/>
            <a:ext cx="571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Thập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niên</a:t>
            </a:r>
            <a:r>
              <a:rPr lang="en-US" sz="42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1990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9525000" y="1962150"/>
            <a:ext cx="36195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91700" y="215265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91700" y="2571750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9/1995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3373100" y="1962150"/>
            <a:ext cx="36195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39800" y="215265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525000" y="3771900"/>
            <a:ext cx="74676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1700" y="3962400"/>
            <a:ext cx="689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791700" y="4572000"/>
            <a:ext cx="6896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1990,</a:t>
            </a: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21" name="Connector line-1792338540731-150385984"/>
          <p:cNvSpPr/>
          <p:nvPr/>
        </p:nvSpPr>
        <p:spPr>
          <a:xfrm>
            <a:off x="9525000" y="5467350"/>
            <a:ext cx="74676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525000" y="5619750"/>
            <a:ext cx="571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1995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525000" y="6438900"/>
            <a:ext cx="3619500" cy="952500"/>
          </a:xfrm>
          <a:prstGeom prst="roundRect">
            <a:avLst>
              <a:gd name="adj" fmla="val 2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373100" y="6438900"/>
            <a:ext cx="3619500" cy="952500"/>
          </a:xfrm>
          <a:prstGeom prst="roundRect">
            <a:avLst>
              <a:gd name="adj" fmla="val 2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525000" y="7543800"/>
            <a:ext cx="3619500" cy="952500"/>
          </a:xfrm>
          <a:prstGeom prst="roundRect">
            <a:avLst>
              <a:gd name="adj" fmla="val 2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PHP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3373100" y="7543800"/>
            <a:ext cx="3619500" cy="952500"/>
          </a:xfrm>
          <a:prstGeom prst="roundRect">
            <a:avLst>
              <a:gd name="adj" fmla="val 2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Ruby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639800" y="2571750"/>
            <a:ext cx="3086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endParaRPr lang="en-US" sz="2850" dirty="0"/>
          </a:p>
        </p:txBody>
      </p:sp>
      <p:sp>
        <p:nvSpPr>
          <p:cNvPr id="38" name="Text 36"/>
          <p:cNvSpPr/>
          <p:nvPr/>
        </p:nvSpPr>
        <p:spPr>
          <a:xfrm>
            <a:off x="914400" y="390525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850" dirty="0" spc="-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 đầu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 niên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1990;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 Netscape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1995.</a:t>
            </a:r>
            <a:endParaRPr lang="en-US" sz="28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cad94dc-7ffa-4087-876a-1a1d7f31ef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r>
              <a:rPr lang="en-US" sz="1950" b="1" spc="1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2000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3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3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3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90525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C#.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2010;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(2009)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Carbon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(2022)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123825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C#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343150" y="5810250"/>
            <a:ext cx="1524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Dart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057650" y="581025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TypeScript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34150" y="5810250"/>
            <a:ext cx="15240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67627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70294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11430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9525000" y="1905000"/>
            <a:ext cx="74676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2209800"/>
            <a:ext cx="133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C#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44250" y="2095500"/>
            <a:ext cx="5619750" cy="9144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Roslyn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0" y="33337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2010,</a:t>
            </a: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9525000" y="4133850"/>
            <a:ext cx="36195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19" name="Text 17"/>
          <p:cNvSpPr/>
          <p:nvPr/>
        </p:nvSpPr>
        <p:spPr>
          <a:xfrm>
            <a:off x="9791700" y="43053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 MỤC</a:t>
            </a:r>
            <a:r>
              <a:rPr lang="en-US" sz="16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73100" y="4133850"/>
            <a:ext cx="36195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21" name="Text 19"/>
          <p:cNvSpPr/>
          <p:nvPr/>
        </p:nvSpPr>
        <p:spPr>
          <a:xfrm>
            <a:off x="13639800" y="43053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16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16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525000" y="6172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 NGỮ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0" y="6591300"/>
            <a:ext cx="23622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6762750"/>
            <a:ext cx="200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Dart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715500" y="7296150"/>
            <a:ext cx="200025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mạnh,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77700" y="6591300"/>
            <a:ext cx="23622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27" name="Text 25"/>
          <p:cNvSpPr/>
          <p:nvPr/>
        </p:nvSpPr>
        <p:spPr>
          <a:xfrm>
            <a:off x="12268200" y="6762750"/>
            <a:ext cx="200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TypeScript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268200" y="7296150"/>
            <a:ext cx="200025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tùy chọn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630400" y="6591300"/>
            <a:ext cx="23622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30" name="Text 28"/>
          <p:cNvSpPr/>
          <p:nvPr/>
        </p:nvSpPr>
        <p:spPr>
          <a:xfrm>
            <a:off x="14820900" y="6762750"/>
            <a:ext cx="200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4820900" y="7296150"/>
            <a:ext cx="200025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 dùng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791700" y="4648200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Rust,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Go,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Kotlin</a:t>
            </a:r>
            <a:endParaRPr lang="en-US" sz="2550" dirty="0"/>
          </a:p>
        </p:txBody>
      </p:sp>
      <p:sp>
        <p:nvSpPr>
          <p:cNvPr id="43" name="Text 41"/>
          <p:cNvSpPr/>
          <p:nvPr/>
        </p:nvSpPr>
        <p:spPr>
          <a:xfrm>
            <a:off x="9791700" y="5581650"/>
            <a:ext cx="3086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quả,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639800" y="4648200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Carbon</a:t>
            </a:r>
            <a:endParaRPr lang="en-US" sz="2550" dirty="0"/>
          </a:p>
        </p:txBody>
      </p:sp>
      <p:sp>
        <p:nvSpPr>
          <p:cNvPr id="45" name="Text 43"/>
          <p:cNvSpPr/>
          <p:nvPr/>
        </p:nvSpPr>
        <p:spPr>
          <a:xfrm>
            <a:off x="13639800" y="5581650"/>
            <a:ext cx="3086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57300" y="746760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TypeScript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kiểu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Swift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Objective-C.</a:t>
            </a:r>
            <a:endParaRPr lang="en-US" sz="25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8200901c-776b-4de3-9686-896a42d8d7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810500" cy="5715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33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JavaScript,</a:t>
            </a:r>
            <a:r>
              <a:rPr lang="en-US" sz="33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Carbon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 ngôn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7620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743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7181850"/>
            <a:ext cx="69532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lời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tra;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001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638300"/>
            <a:ext cx="7467600" cy="2247900"/>
          </a:xfrm>
          <a:prstGeom prst="roundRect">
            <a:avLst>
              <a:gd name="adj" fmla="val 10169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91700" y="18669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91700" y="226695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 1990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725400" y="2152650"/>
            <a:ext cx="110490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058900" y="18669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058900" y="226695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 1990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791700" y="3219450"/>
            <a:ext cx="6896100" cy="571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Guido</a:t>
            </a:r>
            <a:r>
              <a:rPr lang="en-US" sz="18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van</a:t>
            </a: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Rossum</a:t>
            </a:r>
            <a:r>
              <a:rPr lang="en-US" sz="18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8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</a:t>
            </a:r>
            <a:r>
              <a:rPr lang="en-US" sz="18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0" y="41719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0" y="4629150"/>
            <a:ext cx="74676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53600" y="48863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515600" y="476250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Fortran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LISP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515600" y="520065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0" y="5867400"/>
            <a:ext cx="74676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53600" y="6124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515600" y="600075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Objective-C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0515600" y="643890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“Object-C”,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Objective-C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0" y="7105650"/>
            <a:ext cx="74676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3600" y="73628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515600" y="723900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0515600" y="767715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956b96b-7f9c-4f3c-bfbb-1d0da08a04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câu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2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714750"/>
            <a:ext cx="76200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42100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43100" y="3829050"/>
            <a:ext cx="6381750" cy="1295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5476875"/>
            <a:ext cx="76200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59721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43100" y="5591175"/>
            <a:ext cx="6381750" cy="1295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nào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76200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7734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43100" y="7353300"/>
            <a:ext cx="6381750" cy="1295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Carbon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mình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0" y="12001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0" y="167640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1943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591800" y="19050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Netscape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Navigator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591800" y="25527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1995,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398145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42481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591800" y="42100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 niên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1990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591800" y="4857750"/>
            <a:ext cx="619125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Guido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van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Rossum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25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525000" y="6286500"/>
            <a:ext cx="7467600" cy="2095500"/>
          </a:xfrm>
          <a:prstGeom prst="roundRect">
            <a:avLst>
              <a:gd name="adj" fmla="val 10909"/>
            </a:avLst>
          </a:prstGeom>
          <a:solidFill>
            <a:srgbClr val="CFE8E2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655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591800" y="65151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591800" y="71628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38f3063-a275-438b-94dc-efbdc6a942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2382500" cy="123825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ctr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9718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LISP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219200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19200" y="45720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05575" y="276225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10375" y="29718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GUI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810375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Graphical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10375" y="45720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096750" y="276225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550" y="297180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PHP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12401550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Personal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Home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01550" y="45720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đầu;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PHP: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Hypertext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Preprocessor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191250"/>
            <a:ext cx="164592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64389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Connector line-1792339308462-672422968"/>
          <p:cNvSpPr/>
          <p:nvPr/>
        </p:nvSpPr>
        <p:spPr>
          <a:xfrm>
            <a:off x="9029700" y="6934200"/>
            <a:ext cx="0" cy="1295400"/>
          </a:xfrm>
          <a:prstGeom prst="line">
            <a:avLst/>
          </a:prstGeom>
          <a:noFill/>
          <a:ln w="19050">
            <a:solidFill>
              <a:srgbClr val="3A3F52"/>
            </a:solidFill>
            <a:prstDash val="lgDash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57300" y="6877050"/>
            <a:ext cx="7429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57300" y="73723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đục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72600" y="68770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372600" y="7372350"/>
            <a:ext cx="76200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MDN,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4391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 Hình minh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PC: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Personal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Computer,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Network,</a:t>
            </a: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5e91f03f-4db8-429e-a6a6-52c7be054c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2026-10-19T15:49:52Z</dcterms:created>
  <dcterms:modified xsi:type="dcterms:W3CDTF">2026-10-19T15:49:52Z</dcterms:modified>
</cp:coreProperties>
</file>