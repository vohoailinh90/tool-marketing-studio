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1333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31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1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1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chục,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001500" y="914400"/>
            <a:ext cx="38481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287250" y="1200150"/>
            <a:ext cx="3276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6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287250" y="1714500"/>
            <a:ext cx="3276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ns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11239500" y="3524250"/>
            <a:ext cx="53721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525250" y="3810000"/>
            <a:ext cx="4800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CHÍNH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525250" y="4324350"/>
            <a:ext cx="4800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135–217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ns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0477500" y="6134100"/>
            <a:ext cx="6896100" cy="2628900"/>
          </a:xfrm>
          <a:prstGeom prst="roundRect">
            <a:avLst>
              <a:gd name="adj" fmla="val 1014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63250" y="6419850"/>
            <a:ext cx="6324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ĐĨA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763250" y="6934200"/>
            <a:ext cx="6324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31–37</a:t>
            </a: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0763250" y="8058150"/>
            <a:ext cx="63246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c9cd22b-ed45-4ebb-80c7-55da76d71a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 quan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ctr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2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52578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1435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57150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các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515100" y="4762500"/>
            <a:ext cx="52578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51435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96100" y="57150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7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 CPU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2115800" y="4762500"/>
            <a:ext cx="5257800" cy="40005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51435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5715000"/>
            <a:ext cx="4495800" cy="2476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95400" y="742950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RAM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ROM,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SRAM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DRAM, HDD,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SSD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6896100" y="742950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496800" y="742950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094273e-c0b2-4bb3-b17c-68241f0193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b="1" spc="2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1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RAM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295400" y="4381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95400" y="5143500"/>
            <a:ext cx="7239000" cy="19050"/>
          </a:xfrm>
          <a:prstGeom prst="rect">
            <a:avLst/>
          </a:prstGeom>
          <a:solidFill>
            <a:srgbClr val="DDD5C1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SRAM: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95400" y="6191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DRAM: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5400" y="6858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DDR4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DDR5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DRAM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72600" y="28194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7536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13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753600" y="36195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ROM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9753600" y="4381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Chứa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firmware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753600" y="5143500"/>
            <a:ext cx="7239000" cy="190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53600" y="6191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HDD,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SSD,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USB,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753600" y="6858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Firmware: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201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96e00ed-c69c-40a3-a23f-c88680e31e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Vùng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lớn,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xáo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trộn: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lần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66675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099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34000" y="340995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NANO</a:t>
            </a:r>
            <a:r>
              <a:rPr lang="en-US" sz="1800" b="1" spc="1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8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41338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KiB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5334000" y="4229100"/>
            <a:ext cx="1143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41719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295400" y="49720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5334000" y="5067300"/>
            <a:ext cx="457200" cy="419100"/>
          </a:xfrm>
          <a:prstGeom prst="roundRect">
            <a:avLst>
              <a:gd name="adj" fmla="val 13636"/>
            </a:avLst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6057900" y="50101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295400" y="58102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5334000" y="5905500"/>
            <a:ext cx="1390650" cy="419100"/>
          </a:xfrm>
          <a:prstGeom prst="roundRect">
            <a:avLst>
              <a:gd name="adj" fmla="val 13636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6991350" y="58483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26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295400" y="66484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5334000" y="6743700"/>
            <a:ext cx="2819400" cy="419100"/>
          </a:xfrm>
          <a:prstGeom prst="roundRect">
            <a:avLst>
              <a:gd name="adj" fmla="val 13636"/>
            </a:avLst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8420100" y="66865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295400" y="7486650"/>
            <a:ext cx="381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≥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64 MiB</a:t>
            </a:r>
            <a:endParaRPr lang="en-US" sz="3300" dirty="0"/>
          </a:p>
        </p:txBody>
      </p:sp>
      <p:sp>
        <p:nvSpPr>
          <p:cNvPr id="21" name="Shape 19"/>
          <p:cNvSpPr/>
          <p:nvPr/>
        </p:nvSpPr>
        <p:spPr>
          <a:xfrm>
            <a:off x="5334000" y="7581900"/>
            <a:ext cx="7200900" cy="419100"/>
          </a:xfrm>
          <a:prstGeom prst="roundRect">
            <a:avLst>
              <a:gd name="adj" fmla="val 13636"/>
            </a:avLst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2534900" y="7581900"/>
            <a:ext cx="4381500" cy="419100"/>
          </a:xfrm>
          <a:prstGeom prst="roundRect">
            <a:avLst>
              <a:gd name="adj" fmla="val 13636"/>
            </a:avLst>
          </a:prstGeom>
          <a:solidFill>
            <a:srgbClr val="7A3A2E"/>
          </a:solidFill>
          <a:ln/>
        </p:spPr>
      </p:sp>
      <p:sp>
        <p:nvSpPr>
          <p:cNvPr id="23" name="Text 21"/>
          <p:cNvSpPr/>
          <p:nvPr/>
        </p:nvSpPr>
        <p:spPr>
          <a:xfrm>
            <a:off x="12763500" y="7524750"/>
            <a:ext cx="4191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135–217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914400" y="8382000"/>
            <a:ext cx="857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KiB;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525000" y="8382000"/>
            <a:ext cx="78486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260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a8d870dd-3c0b-4bae-a332-07736b94ff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ĐĨA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Đĩa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238500"/>
            <a:ext cx="10477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31–37</a:t>
            </a:r>
            <a:r>
              <a:rPr lang="en-US" sz="165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1650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048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O_DIRECT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906250" y="2857500"/>
            <a:ext cx="546735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87250" y="318135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CHÍNH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287250" y="3714750"/>
            <a:ext cx="476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~150×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11906250" y="5905500"/>
            <a:ext cx="5467350" cy="2762250"/>
          </a:xfrm>
          <a:prstGeom prst="roundRect">
            <a:avLst>
              <a:gd name="adj" fmla="val 9655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87250" y="622935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1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800" b="1" spc="1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287250" y="6762750"/>
            <a:ext cx="476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~20.000×</a:t>
            </a:r>
            <a:endParaRPr lang="en-US" sz="72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fccd122-29b8-4544-bca0-9c74430cae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HDD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SSD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HDD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quay,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thuộc;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ROM,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BIOS,</a:t>
            </a: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DDR4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DDR5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d93b71c-9e5f-4920-bb0b-dc7a1027fc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4381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48000"/>
            <a:ext cx="381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6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CHÍNH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48300" y="3333750"/>
            <a:ext cx="762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6286500" y="281940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610350" y="3048000"/>
            <a:ext cx="4381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610350" y="3524250"/>
            <a:ext cx="4381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cỡ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ns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1391900" y="3333750"/>
            <a:ext cx="762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12230100" y="28194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53950" y="3048000"/>
            <a:ext cx="4572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553950" y="3524250"/>
            <a:ext cx="4572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cỡ</a:t>
            </a:r>
            <a:r>
              <a:rPr lang="en-US" sz="42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0,2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14400" y="4953000"/>
            <a:ext cx="4381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38250" y="5181600"/>
            <a:ext cx="381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238250" y="56578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5448300" y="5467350"/>
            <a:ext cx="762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6286500" y="495300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6610350" y="5181600"/>
            <a:ext cx="4381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610350" y="5657850"/>
            <a:ext cx="4381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31–37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1391900" y="5467350"/>
            <a:ext cx="762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12230100" y="49530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553950" y="5181600"/>
            <a:ext cx="4572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16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553950" y="5657850"/>
            <a:ext cx="4572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31–37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26" name="Shape 24"/>
          <p:cNvSpPr/>
          <p:nvPr/>
        </p:nvSpPr>
        <p:spPr>
          <a:xfrm>
            <a:off x="914400" y="7143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EEE3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741045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95400" y="7829550"/>
            <a:ext cx="762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bộ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953500" y="78295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a0f9df62-4f57-4112-9ef5-683cbde6e0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</a:t>
            </a: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-O2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chase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chase.c;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nano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4330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00500"/>
            <a:ext cx="7353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 ·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1,8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258300" y="3238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39300" y="354330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0" y="4000500"/>
            <a:ext cx="7353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8,8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5400" dirty="0" spc="-1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7,7</a:t>
            </a:r>
            <a:endParaRPr lang="en-US" sz="5400" dirty="0"/>
          </a:p>
        </p:txBody>
      </p:sp>
      <p:sp>
        <p:nvSpPr>
          <p:cNvPr id="11" name="Shape 9"/>
          <p:cNvSpPr/>
          <p:nvPr/>
        </p:nvSpPr>
        <p:spPr>
          <a:xfrm>
            <a:off x="914400" y="58483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1531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95400" y="6610350"/>
            <a:ext cx="7353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134,5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54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138,0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9258300" y="58483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639300" y="61531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39300" y="6610350"/>
            <a:ext cx="7353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216,5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204,4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đĩa: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31,5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37,1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79c4223-78ac-4adb-afe2-0969c39de4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9908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438400" y="28765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Random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438400" y="32385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nhớ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05600" y="29908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ROM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001000" y="28765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Read-Only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001000" y="32385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nhớ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2039600" y="27622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268200" y="29908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BIOS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563600" y="28765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Basic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Input/Output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563600" y="32385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14400" y="38290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0576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SRAM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438400" y="39433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Random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2438400" y="43053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nhớ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477000" y="38290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6705600" y="40576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DRAM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001000" y="39433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Dynamic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Random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8001000" y="43053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nhớ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16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2039600" y="38290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268200" y="40576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DDR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3563600" y="39433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Double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Rate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563600" y="43053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16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kép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14400" y="48958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51244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2438400" y="50101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2438400" y="53721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6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6477000" y="48958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6705600" y="51244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HDD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8001000" y="50101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Hard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Disk Drive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8001000" y="53721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16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2039600" y="48958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12268200" y="51244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SSD</a:t>
            </a:r>
            <a:endParaRPr lang="en-US" sz="2700" dirty="0"/>
          </a:p>
        </p:txBody>
      </p:sp>
      <p:sp>
        <p:nvSpPr>
          <p:cNvPr id="38" name="Text 36"/>
          <p:cNvSpPr/>
          <p:nvPr/>
        </p:nvSpPr>
        <p:spPr>
          <a:xfrm>
            <a:off x="13563600" y="50101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Solid-State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Drive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3563600" y="53721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6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rắn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914400" y="59626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41" name="Text 39"/>
          <p:cNvSpPr/>
          <p:nvPr/>
        </p:nvSpPr>
        <p:spPr>
          <a:xfrm>
            <a:off x="1143000" y="61912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USB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2438400" y="60769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Universal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Serial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2438400" y="64389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thiết</a:t>
            </a:r>
            <a:r>
              <a:rPr lang="en-US" sz="16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6477000" y="59626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45" name="Text 43"/>
          <p:cNvSpPr/>
          <p:nvPr/>
        </p:nvSpPr>
        <p:spPr>
          <a:xfrm>
            <a:off x="6705600" y="61912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</a:t>
            </a:r>
            <a:endParaRPr lang="en-US" sz="2700" dirty="0"/>
          </a:p>
        </p:txBody>
      </p:sp>
      <p:sp>
        <p:nvSpPr>
          <p:cNvPr id="46" name="Text 44"/>
          <p:cNvSpPr/>
          <p:nvPr/>
        </p:nvSpPr>
        <p:spPr>
          <a:xfrm>
            <a:off x="8001000" y="60769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8001000" y="64389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flash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2039600" y="59626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12268200" y="61912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KiB</a:t>
            </a:r>
            <a:endParaRPr lang="en-US" sz="2700" dirty="0"/>
          </a:p>
        </p:txBody>
      </p:sp>
      <p:sp>
        <p:nvSpPr>
          <p:cNvPr id="50" name="Text 48"/>
          <p:cNvSpPr/>
          <p:nvPr/>
        </p:nvSpPr>
        <p:spPr>
          <a:xfrm>
            <a:off x="13563600" y="60769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Kibibyte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563600" y="64389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1.024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914400" y="70294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3" name="Text 51"/>
          <p:cNvSpPr/>
          <p:nvPr/>
        </p:nvSpPr>
        <p:spPr>
          <a:xfrm>
            <a:off x="1143000" y="72580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2438400" y="71437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Mebibyte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2438400" y="75057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1.024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6477000" y="70294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7" name="Text 55"/>
          <p:cNvSpPr/>
          <p:nvPr/>
        </p:nvSpPr>
        <p:spPr>
          <a:xfrm>
            <a:off x="6705600" y="72580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GiB</a:t>
            </a:r>
            <a:endParaRPr lang="en-US" sz="2700" dirty="0"/>
          </a:p>
        </p:txBody>
      </p:sp>
      <p:sp>
        <p:nvSpPr>
          <p:cNvPr id="58" name="Text 56"/>
          <p:cNvSpPr/>
          <p:nvPr/>
        </p:nvSpPr>
        <p:spPr>
          <a:xfrm>
            <a:off x="8001000" y="71437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Gibibyte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8001000" y="75057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1.024</a:t>
            </a:r>
            <a:r>
              <a:rPr lang="en-US" sz="16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2039600" y="7029450"/>
            <a:ext cx="5334000" cy="9525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61" name="Text 59"/>
          <p:cNvSpPr/>
          <p:nvPr/>
        </p:nvSpPr>
        <p:spPr>
          <a:xfrm>
            <a:off x="12268200" y="7258050"/>
            <a:ext cx="1238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GB</a:t>
            </a:r>
            <a:endParaRPr lang="en-US" sz="2700" dirty="0"/>
          </a:p>
        </p:txBody>
      </p:sp>
      <p:sp>
        <p:nvSpPr>
          <p:cNvPr id="62" name="Text 60"/>
          <p:cNvSpPr/>
          <p:nvPr/>
        </p:nvSpPr>
        <p:spPr>
          <a:xfrm>
            <a:off x="13563600" y="71437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</a:t>
            </a:r>
            <a:endParaRPr lang="en-US" sz="1650" dirty="0"/>
          </a:p>
        </p:txBody>
      </p:sp>
      <p:sp>
        <p:nvSpPr>
          <p:cNvPr id="63" name="Text 61"/>
          <p:cNvSpPr/>
          <p:nvPr/>
        </p:nvSpPr>
        <p:spPr>
          <a:xfrm>
            <a:off x="13563600" y="750570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Gigabyte,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tỷ</a:t>
            </a:r>
            <a:r>
              <a:rPr lang="en-US" sz="16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914400" y="8191500"/>
            <a:ext cx="164592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65" name="Text 63"/>
          <p:cNvSpPr/>
          <p:nvPr/>
        </p:nvSpPr>
        <p:spPr>
          <a:xfrm>
            <a:off x="1295400" y="8401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4381500" y="8362950"/>
            <a:ext cx="1238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67" name="Shape 6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77" name="Shape 7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8" name="Moda image moda-export-watermark-24aac621-2ba7-4e9e-b00a-055d2cf4f3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2026-10-19T02:30:44Z</dcterms:created>
  <dcterms:modified xsi:type="dcterms:W3CDTF">2026-10-19T02:30:44Z</dcterms:modified>
</cp:coreProperties>
</file>