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8288000" cy="10287000"/>
  <p:notesSz cx="10287000" cy="18288000"/>
  <p:embeddedFontLst>
    <p:embeddedFont>
      <p:font typeface="Be Vietnam Pro"/>
      <p:regular r:id="rId21"/>
      <p:bold r:id="rId19"/>
    </p:embeddedFont>
    <p:embeddedFont>
      <p:font typeface="Bricolage Grotesque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font" Target="fonts/font1.fntdata"/><Relationship Id="rId20" Type="http://schemas.openxmlformats.org/officeDocument/2006/relationships/font" Target="fonts/font2.fntdata"/><Relationship Id="rId21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BÁO</a:t>
            </a:r>
            <a:r>
              <a:rPr lang="en-US" sz="1800" b="1" spc="26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NGHIÊN</a:t>
            </a:r>
            <a:r>
              <a:rPr lang="en-US" sz="1800" b="1" spc="3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18/10/2026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9620250" cy="37338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Lên</a:t>
            </a:r>
            <a:r>
              <a:rPr lang="en-US" sz="81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</a:t>
            </a:r>
            <a:r>
              <a:rPr lang="en-US" sz="8100" dirty="0" spc="-5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hướng,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bật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kiếm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1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nhập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810250"/>
            <a:ext cx="8953500" cy="12382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7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YouTube,</a:t>
            </a:r>
            <a:r>
              <a:rPr lang="en-US" sz="3000" dirty="0" spc="-4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TikTok,</a:t>
            </a:r>
            <a:r>
              <a:rPr lang="en-US" sz="30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Facebook:</a:t>
            </a:r>
            <a:r>
              <a:rPr lang="en-US" sz="3000" dirty="0" spc="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kiện, mốc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2027,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 AI</a:t>
            </a:r>
            <a:r>
              <a:rPr lang="en-US" sz="300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API</a:t>
            </a:r>
            <a:endParaRPr lang="en-US" sz="3000" dirty="0"/>
          </a:p>
        </p:txBody>
      </p:sp>
      <p:sp>
        <p:nvSpPr>
          <p:cNvPr id="5" name="Connector line-1792305405563-397051237"/>
          <p:cNvSpPr/>
          <p:nvPr/>
        </p:nvSpPr>
        <p:spPr>
          <a:xfrm>
            <a:off x="914400" y="752475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762875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 chiếu</a:t>
            </a:r>
            <a:r>
              <a:rPr lang="en-US" sz="21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1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16459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Báo cáo</a:t>
            </a:r>
            <a:r>
              <a:rPr lang="en-US" sz="16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đủ,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</a:t>
            </a:r>
            <a:r>
              <a:rPr lang="en-US" sz="1650" dirty="0" spc="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liệu: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research/xu-huong-kiem-tien-youtube-tiktok-facebook.md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1944350" y="2743200"/>
            <a:ext cx="1581150" cy="2286000"/>
          </a:xfrm>
          <a:custGeom>
            <a:avLst/>
            <a:gdLst/>
            <a:ahLst/>
            <a:cxnLst/>
            <a:rect l="l" t="t" r="r" b="b"/>
            <a:pathLst>
              <a:path w="1581150" h="2286000">
                <a:moveTo>
                  <a:pt x="0" y="2286000"/>
                </a:moveTo>
                <a:cubicBezTo>
                  <a:pt x="790575" y="2286000"/>
                  <a:pt x="790575" y="0"/>
                  <a:pt x="1581150" y="0"/>
                </a:cubicBezTo>
              </a:path>
            </a:pathLst>
          </a:custGeom>
          <a:ln w="47625">
            <a:solidFill>
              <a:srgbClr val="FF6A4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944350" y="4267200"/>
            <a:ext cx="1581150" cy="762000"/>
          </a:xfrm>
          <a:custGeom>
            <a:avLst/>
            <a:gdLst/>
            <a:ahLst/>
            <a:cxnLst/>
            <a:rect l="l" t="t" r="r" b="b"/>
            <a:pathLst>
              <a:path w="1581150" h="762000">
                <a:moveTo>
                  <a:pt x="0" y="762000"/>
                </a:moveTo>
                <a:cubicBezTo>
                  <a:pt x="790575" y="762000"/>
                  <a:pt x="790575" y="0"/>
                  <a:pt x="1581150" y="0"/>
                </a:cubicBezTo>
              </a:path>
            </a:pathLst>
          </a:custGeom>
          <a:ln w="47625">
            <a:solidFill>
              <a:srgbClr val="3DD6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944350" y="5029200"/>
            <a:ext cx="1581150" cy="762000"/>
          </a:xfrm>
          <a:custGeom>
            <a:avLst/>
            <a:gdLst/>
            <a:ahLst/>
            <a:cxnLst/>
            <a:rect l="l" t="t" r="r" b="b"/>
            <a:pathLst>
              <a:path w="1581150" h="762000">
                <a:moveTo>
                  <a:pt x="0" y="0"/>
                </a:moveTo>
                <a:cubicBezTo>
                  <a:pt x="790575" y="0"/>
                  <a:pt x="790575" y="762000"/>
                  <a:pt x="1581150" y="762000"/>
                </a:cubicBezTo>
              </a:path>
            </a:pathLst>
          </a:custGeom>
          <a:ln w="47625">
            <a:solidFill>
              <a:srgbClr val="7C93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944350" y="5029200"/>
            <a:ext cx="1581150" cy="2286000"/>
          </a:xfrm>
          <a:custGeom>
            <a:avLst/>
            <a:gdLst/>
            <a:ahLst/>
            <a:cxnLst/>
            <a:rect l="l" t="t" r="r" b="b"/>
            <a:pathLst>
              <a:path w="1581150" h="2286000">
                <a:moveTo>
                  <a:pt x="0" y="0"/>
                </a:moveTo>
                <a:cubicBezTo>
                  <a:pt x="790575" y="0"/>
                  <a:pt x="790575" y="2286000"/>
                  <a:pt x="1581150" y="2286000"/>
                </a:cubicBez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344150" y="4229100"/>
            <a:ext cx="1600200" cy="16002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Xu</a:t>
            </a:r>
            <a:r>
              <a:rPr lang="en-US" sz="24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hướng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3525500" y="2381250"/>
            <a:ext cx="38481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3525500" y="3905250"/>
            <a:ext cx="38481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4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3525500" y="5429250"/>
            <a:ext cx="38481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3525500" y="6953250"/>
            <a:ext cx="38481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100" b="1" dirty="0" spc="-1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004c4132-577a-4c40-87dd-6aaa6bbaf37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TÓM</a:t>
            </a:r>
            <a:r>
              <a:rPr lang="en-US" sz="1800" b="1" spc="20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7500" dirty="0" spc="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571750"/>
            <a:ext cx="80391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8956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352800"/>
            <a:ext cx="7277100" cy="72390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4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Mốc</a:t>
            </a: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kiếm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</a:t>
            </a:r>
            <a:r>
              <a:rPr lang="en-US" sz="42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rõ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1295400" y="4229100"/>
            <a:ext cx="7277100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1/2/2027: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8.000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334500" y="2571750"/>
            <a:ext cx="80391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9715500" y="28956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715500" y="3352800"/>
            <a:ext cx="7277100" cy="72390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42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Creator</a:t>
            </a:r>
            <a:r>
              <a:rPr lang="en-US" sz="42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Rewards:</a:t>
            </a:r>
            <a:r>
              <a:rPr lang="en-US" sz="42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8</a:t>
            </a:r>
            <a:r>
              <a:rPr lang="en-US" sz="4200" dirty="0" spc="-5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nước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9715500" y="4229100"/>
            <a:ext cx="7277100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Việt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" y="5810250"/>
            <a:ext cx="80391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61341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295400" y="6591300"/>
            <a:ext cx="7277100" cy="72390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4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42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42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mời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1295400" y="7467600"/>
            <a:ext cx="7277100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Meta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27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ngưỡng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follower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334500" y="5810250"/>
            <a:ext cx="80391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17" name="Text 15"/>
          <p:cNvSpPr/>
          <p:nvPr/>
        </p:nvSpPr>
        <p:spPr>
          <a:xfrm>
            <a:off x="9715500" y="61341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1950" b="1" spc="17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9715500" y="6591300"/>
            <a:ext cx="7277100" cy="72390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4200" dirty="0" spc="-7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Được</a:t>
            </a:r>
            <a:r>
              <a:rPr lang="en-US" sz="4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phép,</a:t>
            </a:r>
            <a:r>
              <a:rPr lang="en-US" sz="42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nhưng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 luật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9715500" y="7467600"/>
            <a:ext cx="7277100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Lặp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loạt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siết;</a:t>
            </a:r>
            <a:r>
              <a:rPr lang="en-US" sz="2700" dirty="0" spc="-4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audit</a:t>
            </a:r>
            <a:endParaRPr lang="en-US" sz="2700" dirty="0"/>
          </a:p>
        </p:txBody>
      </p:sp>
      <p:sp>
        <p:nvSpPr>
          <p:cNvPr id="20" name="Shape 18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02/12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e90ebaba-39e4-4d80-9c65-0c5b59a0f7c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LÊN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72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thức</a:t>
            </a: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r>
              <a:rPr lang="en-US" sz="72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</a:t>
            </a:r>
            <a:r>
              <a:rPr lang="en-US" sz="7200" dirty="0" spc="-7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hướng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476500"/>
            <a:ext cx="4762500" cy="952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700" b="1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700" dirty="0"/>
          </a:p>
        </p:txBody>
      </p:sp>
      <p:sp>
        <p:nvSpPr>
          <p:cNvPr id="5" name="Connector line-1792305476227-171684718"/>
          <p:cNvSpPr/>
          <p:nvPr/>
        </p:nvSpPr>
        <p:spPr>
          <a:xfrm>
            <a:off x="5848350" y="2952750"/>
            <a:ext cx="7429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6" name="Text 4"/>
          <p:cNvSpPr/>
          <p:nvPr/>
        </p:nvSpPr>
        <p:spPr>
          <a:xfrm>
            <a:off x="6762750" y="2476500"/>
            <a:ext cx="4762500" cy="952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70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endParaRPr lang="en-US" sz="2700" dirty="0"/>
          </a:p>
        </p:txBody>
      </p:sp>
      <p:sp>
        <p:nvSpPr>
          <p:cNvPr id="7" name="Connector line-1792305476230-879220886"/>
          <p:cNvSpPr/>
          <p:nvPr/>
        </p:nvSpPr>
        <p:spPr>
          <a:xfrm>
            <a:off x="11696700" y="2952750"/>
            <a:ext cx="7429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8" name="Text 6"/>
          <p:cNvSpPr/>
          <p:nvPr/>
        </p:nvSpPr>
        <p:spPr>
          <a:xfrm>
            <a:off x="12611100" y="2476500"/>
            <a:ext cx="4762500" cy="952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7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914400" y="398145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 CHÍNH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" y="447675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7300" y="48006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1950" dirty="0"/>
          </a:p>
        </p:txBody>
      </p:sp>
      <p:sp>
        <p:nvSpPr>
          <p:cNvPr id="12" name="Text richtext-1792305476238-351065063"/>
          <p:cNvSpPr/>
          <p:nvPr/>
        </p:nvSpPr>
        <p:spPr>
          <a:xfrm>
            <a:off x="1257300" y="533400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Lượt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nhấp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 gian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Khảo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lòng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6534150" y="447675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77050" y="48006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1950" dirty="0"/>
          </a:p>
        </p:txBody>
      </p:sp>
      <p:sp>
        <p:nvSpPr>
          <p:cNvPr id="15" name="Text richtext-1792305476262-738850475"/>
          <p:cNvSpPr/>
          <p:nvPr/>
        </p:nvSpPr>
        <p:spPr>
          <a:xfrm>
            <a:off x="6877050" y="533400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 hiệu mạnh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Like,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sẻ,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follow,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Follower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yếu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12153900" y="447675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496800" y="48006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1950" dirty="0"/>
          </a:p>
        </p:txBody>
      </p:sp>
      <p:sp>
        <p:nvSpPr>
          <p:cNvPr id="18" name="Text richtext-1792305476283-57578766"/>
          <p:cNvSpPr/>
          <p:nvPr/>
        </p:nvSpPr>
        <p:spPr>
          <a:xfrm>
            <a:off x="12496800" y="533400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 dung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Chú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link,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hashtag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Dashboard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reach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914400" y="8858250"/>
            <a:ext cx="1428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10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Trending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5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</a:t>
            </a:r>
            <a:r>
              <a:rPr lang="en-US" sz="210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1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2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7/2025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03/12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f967e795-6ee8-4a29-90ce-00c3bd48a95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Bị hạ</a:t>
            </a:r>
            <a:r>
              <a:rPr lang="en-US" sz="72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hoặc</a:t>
            </a:r>
            <a:r>
              <a:rPr lang="en-US" sz="72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khỏi</a:t>
            </a:r>
            <a:r>
              <a:rPr lang="en-US" sz="7200" dirty="0" spc="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đề</a:t>
            </a:r>
            <a:r>
              <a:rPr lang="en-US" sz="72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xuất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476500"/>
            <a:ext cx="5219700" cy="6286500"/>
          </a:xfrm>
          <a:prstGeom prst="roundRect">
            <a:avLst>
              <a:gd name="adj" fmla="val 5109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2800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57300" y="3276600"/>
            <a:ext cx="4533900" cy="1047750"/>
          </a:xfrm>
          <a:prstGeom prst="rect">
            <a:avLst/>
          </a:prstGeom>
          <a:noFill/>
          <a:ln/>
        </p:spPr>
        <p:txBody>
          <a:bodyPr wrap="square" lIns="0" tIns="26289" rIns="0" bIns="-26289" rtlCol="0" anchor="t"/>
          <a:lstStyle/>
          <a:p>
            <a:pPr algn="l" indent="0" marL="0">
              <a:lnSpc>
                <a:spcPts val="3726"/>
              </a:lnSpc>
              <a:buNone/>
            </a:pP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Hạ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nội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dung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chất</a:t>
            </a:r>
            <a:r>
              <a:rPr lang="en-US" sz="345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lượng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thấp</a:t>
            </a:r>
            <a:endParaRPr lang="en-US" sz="3450" dirty="0"/>
          </a:p>
        </p:txBody>
      </p:sp>
      <p:sp>
        <p:nvSpPr>
          <p:cNvPr id="7" name="Text richtext-1792305549562-254176663"/>
          <p:cNvSpPr/>
          <p:nvPr/>
        </p:nvSpPr>
        <p:spPr>
          <a:xfrm>
            <a:off x="1257300" y="4667250"/>
            <a:ext cx="4533900" cy="3810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 chống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spam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clickbait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Studio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</a:t>
            </a: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Viewed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vs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swiped</a:t>
            </a:r>
            <a:r>
              <a:rPr lang="en-US" sz="255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away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34150" y="2476500"/>
            <a:ext cx="5219700" cy="6286500"/>
          </a:xfrm>
          <a:prstGeom prst="roundRect">
            <a:avLst>
              <a:gd name="adj" fmla="val 5109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6877050" y="2800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6877050" y="3276600"/>
            <a:ext cx="4533900" cy="1047750"/>
          </a:xfrm>
          <a:prstGeom prst="rect">
            <a:avLst/>
          </a:prstGeom>
          <a:noFill/>
          <a:ln/>
        </p:spPr>
        <p:txBody>
          <a:bodyPr wrap="square" lIns="0" tIns="26289" rIns="0" bIns="-26289" rtlCol="0" anchor="t"/>
          <a:lstStyle/>
          <a:p>
            <a:pPr algn="l" indent="0" marL="0">
              <a:lnSpc>
                <a:spcPts val="3726"/>
              </a:lnSpc>
              <a:buNone/>
            </a:pPr>
            <a:r>
              <a:rPr lang="en-US" sz="34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FYF</a:t>
            </a:r>
            <a:r>
              <a:rPr lang="en-US" sz="34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clip</a:t>
            </a:r>
            <a:r>
              <a:rPr lang="en-US" sz="34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34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3450" dirty="0"/>
          </a:p>
        </p:txBody>
      </p:sp>
      <p:sp>
        <p:nvSpPr>
          <p:cNvPr id="11" name="Text richtext-1792305549588-768514474"/>
          <p:cNvSpPr/>
          <p:nvPr/>
        </p:nvSpPr>
        <p:spPr>
          <a:xfrm>
            <a:off x="6877050" y="4667250"/>
            <a:ext cx="4533900" cy="3810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Clip còn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watermark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Clip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thấp,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 từ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GIF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Dụ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tặng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quà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5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like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12153900" y="2476500"/>
            <a:ext cx="5219700" cy="6286500"/>
          </a:xfrm>
          <a:prstGeom prst="roundRect">
            <a:avLst>
              <a:gd name="adj" fmla="val 5109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496800" y="2800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2496800" y="3276600"/>
            <a:ext cx="4533900" cy="1047750"/>
          </a:xfrm>
          <a:prstGeom prst="rect">
            <a:avLst/>
          </a:prstGeom>
          <a:noFill/>
          <a:ln/>
        </p:spPr>
        <p:txBody>
          <a:bodyPr wrap="square" lIns="0" tIns="26289" rIns="0" bIns="-26289" rtlCol="0" anchor="t"/>
          <a:lstStyle/>
          <a:p>
            <a:pPr algn="l" indent="0" marL="0">
              <a:lnSpc>
                <a:spcPts val="3726"/>
              </a:lnSpc>
              <a:buNone/>
            </a:pP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Giảm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ưu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tiên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nội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dung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345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endParaRPr lang="en-US" sz="3450" dirty="0"/>
          </a:p>
        </p:txBody>
      </p:sp>
      <p:sp>
        <p:nvSpPr>
          <p:cNvPr id="15" name="Text richtext-1792305549601-233677975"/>
          <p:cNvSpPr/>
          <p:nvPr/>
        </p:nvSpPr>
        <p:spPr>
          <a:xfrm>
            <a:off x="12496800" y="4667250"/>
            <a:ext cx="4533900" cy="3810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cùng,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clip,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thuyết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 thể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Màn hình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Support cho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phạt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04/12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c46ea61d-65c8-4e0b-a8fe-c39abd9c01f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 KIỆN</a:t>
            </a:r>
            <a:r>
              <a:rPr lang="en-US" sz="180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Mốc</a:t>
            </a:r>
            <a:r>
              <a:rPr lang="en-US" sz="75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tối</a:t>
            </a: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thiểu</a:t>
            </a:r>
            <a:r>
              <a:rPr lang="en-US" sz="7500" dirty="0" spc="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kiếm</a:t>
            </a:r>
            <a:r>
              <a:rPr lang="en-US" sz="7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628900"/>
            <a:ext cx="4762500" cy="609600"/>
          </a:xfrm>
          <a:prstGeom prst="rect">
            <a:avLst/>
          </a:prstGeom>
          <a:noFill/>
          <a:ln/>
        </p:spPr>
        <p:txBody>
          <a:bodyPr wrap="square" lIns="0" tIns="32004" rIns="0" bIns="-32004" rtlCol="0" anchor="t"/>
          <a:lstStyle/>
          <a:p>
            <a:pPr algn="l" indent="0" marL="0">
              <a:lnSpc>
                <a:spcPts val="3744"/>
              </a:lnSpc>
              <a:buNone/>
            </a:pPr>
            <a:r>
              <a:rPr lang="en-US" sz="3600" dirty="0" spc="-6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YouTube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295400" y="323850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đến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31/1/2027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6286500" y="2590800"/>
            <a:ext cx="1085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1.000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sub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4.000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Shorts/90</a:t>
            </a:r>
            <a:r>
              <a:rPr lang="en-US" sz="27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286500" y="3219450"/>
            <a:ext cx="1085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1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YPP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914400" y="40386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95400" y="4286250"/>
            <a:ext cx="4762500" cy="609600"/>
          </a:xfrm>
          <a:prstGeom prst="rect">
            <a:avLst/>
          </a:prstGeom>
          <a:noFill/>
          <a:ln/>
        </p:spPr>
        <p:txBody>
          <a:bodyPr wrap="square" lIns="0" tIns="32004" rIns="0" bIns="-32004" rtlCol="0" anchor="t"/>
          <a:lstStyle/>
          <a:p>
            <a:pPr algn="l" indent="0" marL="0">
              <a:lnSpc>
                <a:spcPts val="3744"/>
              </a:lnSpc>
              <a:buNone/>
            </a:pPr>
            <a:r>
              <a:rPr lang="en-US" sz="3600" dirty="0" spc="-6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YouTube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295400" y="489585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1/2/2027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6286500" y="4248150"/>
            <a:ext cx="1085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mới: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8.000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Shorts/90</a:t>
            </a:r>
            <a:r>
              <a:rPr lang="en-US" sz="27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6286500" y="4876800"/>
            <a:ext cx="1085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Kênh</a:t>
            </a:r>
            <a:r>
              <a:rPr lang="en-US" sz="210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1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YPP không bị ảnh</a:t>
            </a: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 cách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14400" y="56959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95400" y="5943600"/>
            <a:ext cx="4762500" cy="609600"/>
          </a:xfrm>
          <a:prstGeom prst="rect">
            <a:avLst/>
          </a:prstGeom>
          <a:noFill/>
          <a:ln/>
        </p:spPr>
        <p:txBody>
          <a:bodyPr wrap="square" lIns="0" tIns="32004" rIns="0" bIns="-32004" rtlCol="0" anchor="t"/>
          <a:lstStyle/>
          <a:p>
            <a:pPr algn="l" indent="0" marL="0">
              <a:lnSpc>
                <a:spcPts val="3744"/>
              </a:lnSpc>
              <a:buNone/>
            </a:pPr>
            <a:r>
              <a:rPr lang="en-US" sz="3600" dirty="0" spc="-47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TikTok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295400" y="655320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Creator</a:t>
            </a:r>
            <a:r>
              <a:rPr lang="en-US" sz="195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Rewards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6286500" y="5905500"/>
            <a:ext cx="1085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10.000</a:t>
            </a:r>
            <a:r>
              <a:rPr lang="en-US" sz="270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follower,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100.000</a:t>
            </a:r>
            <a:r>
              <a:rPr lang="en-US" sz="27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70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xem/30</a:t>
            </a:r>
            <a:r>
              <a:rPr lang="en-US" sz="27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ngày,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7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6286500" y="6534150"/>
            <a:ext cx="1085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nước,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14400" y="73533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95400" y="7600950"/>
            <a:ext cx="4762500" cy="609600"/>
          </a:xfrm>
          <a:prstGeom prst="rect">
            <a:avLst/>
          </a:prstGeom>
          <a:noFill/>
          <a:ln/>
        </p:spPr>
        <p:txBody>
          <a:bodyPr wrap="square" lIns="0" tIns="32004" rIns="0" bIns="-32004" rtlCol="0" anchor="t"/>
          <a:lstStyle/>
          <a:p>
            <a:pPr algn="l" indent="0" marL="0">
              <a:lnSpc>
                <a:spcPts val="3744"/>
              </a:lnSpc>
              <a:buNone/>
            </a:pPr>
            <a:r>
              <a:rPr lang="en-US" sz="3600" dirty="0" spc="-16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Facebook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1295400" y="821055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Content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Monetization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6286500" y="7562850"/>
            <a:ext cx="1085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mời;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Meta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ngưỡng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6286500" y="8191500"/>
            <a:ext cx="1085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Bày</a:t>
            </a:r>
            <a:r>
              <a:rPr lang="en-US" sz="21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tỏ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tâm: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dashboard,</a:t>
            </a:r>
            <a:r>
              <a:rPr lang="en-US" sz="21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tab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Monetization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05/12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48543e26-21fc-4200-8a51-99c181e6ace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MỐC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2027</a:t>
            </a:r>
            <a:r>
              <a:rPr lang="en-US" sz="1800" b="1" spc="29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Ngưỡng</a:t>
            </a:r>
            <a:r>
              <a:rPr lang="en-US" sz="72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YPP</a:t>
            </a:r>
            <a:r>
              <a:rPr lang="en-US" sz="72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72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1/2/2027</a:t>
            </a:r>
            <a:endParaRPr lang="en-US" sz="7200" dirty="0"/>
          </a:p>
        </p:txBody>
      </p:sp>
      <p:sp>
        <p:nvSpPr>
          <p:cNvPr id="4" name="Connector line-1792305595030-470449568"/>
          <p:cNvSpPr/>
          <p:nvPr/>
        </p:nvSpPr>
        <p:spPr>
          <a:xfrm>
            <a:off x="1905000" y="3238500"/>
            <a:ext cx="14478000" cy="0"/>
          </a:xfrm>
          <a:prstGeom prst="line">
            <a:avLst/>
          </a:prstGeom>
          <a:noFill/>
          <a:ln w="38100">
            <a:solidFill>
              <a:srgbClr val="3A3F50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3219450" y="30289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</p:sp>
      <p:sp>
        <p:nvSpPr>
          <p:cNvPr id="6" name="Shape 4"/>
          <p:cNvSpPr/>
          <p:nvPr/>
        </p:nvSpPr>
        <p:spPr>
          <a:xfrm>
            <a:off x="8934450" y="30289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7" name="Shape 5"/>
          <p:cNvSpPr/>
          <p:nvPr/>
        </p:nvSpPr>
        <p:spPr>
          <a:xfrm>
            <a:off x="14649450" y="30289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8" name="Text 6"/>
          <p:cNvSpPr/>
          <p:nvPr/>
        </p:nvSpPr>
        <p:spPr>
          <a:xfrm>
            <a:off x="952500" y="2247900"/>
            <a:ext cx="4953000" cy="66675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ctr" indent="0" marL="0">
              <a:lnSpc>
                <a:spcPts val="4368"/>
              </a:lnSpc>
              <a:buNone/>
            </a:pPr>
            <a:r>
              <a:rPr lang="en-US" sz="42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18/10/2026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6667500" y="2247900"/>
            <a:ext cx="4953000" cy="66675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ctr" indent="0" marL="0">
              <a:lnSpc>
                <a:spcPts val="4368"/>
              </a:lnSpc>
              <a:buNone/>
            </a:pPr>
            <a:r>
              <a:rPr lang="en-US" sz="42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31/1/2027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12382500" y="2247900"/>
            <a:ext cx="4953000" cy="66675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ctr" indent="0" marL="0">
              <a:lnSpc>
                <a:spcPts val="4368"/>
              </a:lnSpc>
              <a:buNone/>
            </a:pPr>
            <a:r>
              <a:rPr lang="en-US" sz="42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1/2/2027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381000" y="3733800"/>
            <a:ext cx="609600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ctr" indent="0" marL="0">
              <a:lnSpc>
                <a:spcPts val="2925"/>
              </a:lnSpc>
              <a:buNone/>
            </a:pP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3,5 tháng</a:t>
            </a:r>
            <a:r>
              <a:rPr lang="en-US" sz="225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ngưỡng cũ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6667500" y="3733800"/>
            <a:ext cx="495300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ctr" indent="0" marL="0">
              <a:lnSpc>
                <a:spcPts val="2925"/>
              </a:lnSpc>
              <a:buNone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2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Studio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2382500" y="3733800"/>
            <a:ext cx="495300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ctr" indent="0" marL="0">
              <a:lnSpc>
                <a:spcPts val="2925"/>
              </a:lnSpc>
              <a:buNone/>
            </a:pP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Ngưỡng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25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lực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14400" y="47625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1257300" y="5086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1950" dirty="0"/>
          </a:p>
        </p:txBody>
      </p:sp>
      <p:sp>
        <p:nvSpPr>
          <p:cNvPr id="16" name="Text richtext-1792305595043-842974380"/>
          <p:cNvSpPr/>
          <p:nvPr/>
        </p:nvSpPr>
        <p:spPr>
          <a:xfrm>
            <a:off x="1257300" y="561975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8.000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365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5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Shorts/90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3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1.000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subscriber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6534150" y="47625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/>
        </p:spPr>
      </p:sp>
      <p:sp>
        <p:nvSpPr>
          <p:cNvPr id="18" name="Text 16"/>
          <p:cNvSpPr/>
          <p:nvPr/>
        </p:nvSpPr>
        <p:spPr>
          <a:xfrm>
            <a:off x="6877050" y="5086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KÊNH</a:t>
            </a:r>
            <a:r>
              <a:rPr lang="en-US" sz="1950" b="1" spc="2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950" b="1" spc="17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YPP</a:t>
            </a:r>
            <a:endParaRPr lang="en-US" sz="1950" dirty="0"/>
          </a:p>
        </p:txBody>
      </p:sp>
      <p:sp>
        <p:nvSpPr>
          <p:cNvPr id="19" name="Text richtext-1792305595051-815954796"/>
          <p:cNvSpPr/>
          <p:nvPr/>
        </p:nvSpPr>
        <p:spPr>
          <a:xfrm>
            <a:off x="6877050" y="561975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13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Tư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 ảnh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Shorts/90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5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 tiền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Hụt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mốc: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loại,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12153900" y="47625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12496800" y="5086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1950" b="1" spc="17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1950" dirty="0"/>
          </a:p>
        </p:txBody>
      </p:sp>
      <p:sp>
        <p:nvSpPr>
          <p:cNvPr id="22" name="Text richtext-1792305595058-53929848"/>
          <p:cNvSpPr/>
          <p:nvPr/>
        </p:nvSpPr>
        <p:spPr>
          <a:xfrm>
            <a:off x="12496800" y="561975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1.000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365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5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Shorts/90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dài,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Shorts, mỗi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90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06/12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3d169d05-b457-4ff0-864c-93690700083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1.000</a:t>
            </a:r>
            <a:r>
              <a:rPr lang="en-US" sz="1800" b="1" spc="28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RPM</a:t>
            </a: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chênh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 hàng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chục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endParaRPr lang="en-US" sz="7500" dirty="0"/>
          </a:p>
        </p:txBody>
      </p:sp>
      <p:sp>
        <p:nvSpPr>
          <p:cNvPr id="4" name="Connector line-1792305595815-699595942"/>
          <p:cNvSpPr/>
          <p:nvPr/>
        </p:nvSpPr>
        <p:spPr>
          <a:xfrm>
            <a:off x="5905500" y="2667000"/>
            <a:ext cx="0" cy="542925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5" name="Connector line-1792305595815-741578907"/>
          <p:cNvSpPr/>
          <p:nvPr/>
        </p:nvSpPr>
        <p:spPr>
          <a:xfrm>
            <a:off x="9398318" y="2667000"/>
            <a:ext cx="0" cy="542925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6" name="Connector line-1792305595816-101076256"/>
          <p:cNvSpPr/>
          <p:nvPr/>
        </p:nvSpPr>
        <p:spPr>
          <a:xfrm>
            <a:off x="12890182" y="2667000"/>
            <a:ext cx="0" cy="542925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7" name="Connector line-1792305595816-649596930"/>
          <p:cNvSpPr/>
          <p:nvPr/>
        </p:nvSpPr>
        <p:spPr>
          <a:xfrm>
            <a:off x="16383000" y="2667000"/>
            <a:ext cx="0" cy="542925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8" name="Connector line-1792305595816-996247917"/>
          <p:cNvSpPr/>
          <p:nvPr/>
        </p:nvSpPr>
        <p:spPr>
          <a:xfrm>
            <a:off x="5905500" y="8096250"/>
            <a:ext cx="10477500" cy="0"/>
          </a:xfrm>
          <a:prstGeom prst="line">
            <a:avLst/>
          </a:prstGeom>
          <a:noFill/>
          <a:ln w="19050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5334000" y="8210550"/>
            <a:ext cx="1143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826818" y="8210550"/>
            <a:ext cx="1143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318682" y="8210550"/>
            <a:ext cx="1143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621000" y="8210550"/>
            <a:ext cx="1524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USD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302895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5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dài, giải</a:t>
            </a:r>
            <a:r>
              <a:rPr lang="en-US" sz="22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914400" y="33909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9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 USD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12890182" y="3171825"/>
            <a:ext cx="3154680" cy="3238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07670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5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14400" y="44386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0,04</a:t>
            </a:r>
            <a:r>
              <a:rPr lang="en-US" sz="19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0,10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USD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8008620" y="4219575"/>
            <a:ext cx="1389698" cy="3238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512445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4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YouTube,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khán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Việt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914400" y="54864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khoảng 0,22 USD</a:t>
            </a:r>
            <a:endParaRPr lang="en-US" sz="1950" dirty="0"/>
          </a:p>
        </p:txBody>
      </p:sp>
      <p:sp>
        <p:nvSpPr>
          <p:cNvPr id="21" name="Shape 19"/>
          <p:cNvSpPr/>
          <p:nvPr/>
        </p:nvSpPr>
        <p:spPr>
          <a:xfrm>
            <a:off x="10420350" y="5267325"/>
            <a:ext cx="342900" cy="3429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 w="57150">
            <a:solidFill>
              <a:srgbClr val="E847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617220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4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Creator</a:t>
            </a:r>
            <a:r>
              <a:rPr lang="en-US" sz="2250" b="1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Rewards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914400" y="6534150"/>
            <a:ext cx="4762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0,40</a:t>
            </a:r>
            <a:r>
              <a:rPr lang="en-US" sz="19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1,00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USD</a:t>
            </a: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950" dirty="0" spc="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r>
              <a:rPr lang="en-US" sz="19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11500485" y="6315075"/>
            <a:ext cx="1389698" cy="3238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739140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r>
              <a:rPr lang="en-US" sz="225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Reels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914400" y="77533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0,02</a:t>
            </a:r>
            <a:r>
              <a:rPr lang="en-US" sz="19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0,20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USD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6956107" y="7534275"/>
            <a:ext cx="3493770" cy="3238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8763000"/>
            <a:ext cx="16459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logarit.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Ước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của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19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ba: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RPM.</a:t>
            </a:r>
            <a:endParaRPr lang="en-US" sz="1950" dirty="0"/>
          </a:p>
        </p:txBody>
      </p:sp>
      <p:sp>
        <p:nvSpPr>
          <p:cNvPr id="29" name="Shape 27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07/12</a:t>
            </a:r>
            <a:endParaRPr lang="en-US" sz="16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680a5697-1fe7-46bf-9b8b-d7f06f67f0e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1333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800" b="1" spc="26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800" b="1" spc="29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180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1800" b="1" spc="29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r>
              <a:rPr lang="en-US" sz="72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triệu</a:t>
            </a:r>
            <a:r>
              <a:rPr lang="en-US" sz="72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lượt</a:t>
            </a:r>
            <a:r>
              <a:rPr lang="en-US" sz="7200" dirty="0" spc="-8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xem</a:t>
            </a:r>
            <a:r>
              <a:rPr lang="en-US" sz="7200" dirty="0" spc="-9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72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bao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nhiêu?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11239500" cy="6191250"/>
          </a:xfrm>
          <a:prstGeom prst="roundRect">
            <a:avLst>
              <a:gd name="adj" fmla="val 4308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81940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6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dài,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2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7239000" y="2686050"/>
            <a:ext cx="466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1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1.000</a:t>
            </a:r>
            <a:r>
              <a:rPr lang="en-US" sz="3450" dirty="0" spc="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3450" dirty="0" spc="-1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8.000</a:t>
            </a:r>
            <a:r>
              <a:rPr lang="en-US" sz="345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USD</a:t>
            </a:r>
            <a:endParaRPr lang="en-US" sz="3450" dirty="0"/>
          </a:p>
        </p:txBody>
      </p:sp>
      <p:sp>
        <p:nvSpPr>
          <p:cNvPr id="7" name="Connector line-1792305677470-220348093"/>
          <p:cNvSpPr/>
          <p:nvPr/>
        </p:nvSpPr>
        <p:spPr>
          <a:xfrm>
            <a:off x="1295400" y="3695700"/>
            <a:ext cx="104775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295400" y="398145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6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dài,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khán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Việt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7239000" y="3848100"/>
            <a:ext cx="466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khoảng</a:t>
            </a:r>
            <a:r>
              <a:rPr lang="en-US" sz="345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220 USD</a:t>
            </a:r>
            <a:endParaRPr lang="en-US" sz="3450" dirty="0"/>
          </a:p>
        </p:txBody>
      </p:sp>
      <p:sp>
        <p:nvSpPr>
          <p:cNvPr id="10" name="Connector line-1792305677475-727717167"/>
          <p:cNvSpPr/>
          <p:nvPr/>
        </p:nvSpPr>
        <p:spPr>
          <a:xfrm>
            <a:off x="1295400" y="4857750"/>
            <a:ext cx="104775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1295400" y="514350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6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7239000" y="5010150"/>
            <a:ext cx="466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1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</a:t>
            </a:r>
            <a:r>
              <a:rPr lang="en-US" sz="3450" dirty="0" spc="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3450" dirty="0" spc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100</a:t>
            </a:r>
            <a:r>
              <a:rPr lang="en-US" sz="345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USD</a:t>
            </a:r>
            <a:endParaRPr lang="en-US" sz="3450" dirty="0"/>
          </a:p>
        </p:txBody>
      </p:sp>
      <p:sp>
        <p:nvSpPr>
          <p:cNvPr id="13" name="Connector line-1792305677479-104528603"/>
          <p:cNvSpPr/>
          <p:nvPr/>
        </p:nvSpPr>
        <p:spPr>
          <a:xfrm>
            <a:off x="1295400" y="6019800"/>
            <a:ext cx="104775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1295400" y="630555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4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r>
              <a:rPr lang="en-US" sz="225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Creator</a:t>
            </a:r>
            <a:r>
              <a:rPr lang="en-US" sz="225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Rewards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(8</a:t>
            </a:r>
            <a:r>
              <a:rPr lang="en-US" sz="22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nước)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7239000" y="6172200"/>
            <a:ext cx="466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400</a:t>
            </a:r>
            <a:r>
              <a:rPr lang="en-US" sz="3450" dirty="0" spc="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3450" dirty="0" spc="-1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1.000</a:t>
            </a:r>
            <a:r>
              <a:rPr lang="en-US" sz="345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USD</a:t>
            </a:r>
            <a:endParaRPr lang="en-US" sz="3450" dirty="0"/>
          </a:p>
        </p:txBody>
      </p:sp>
      <p:sp>
        <p:nvSpPr>
          <p:cNvPr id="16" name="Connector line-1792305677482-990674431"/>
          <p:cNvSpPr/>
          <p:nvPr/>
        </p:nvSpPr>
        <p:spPr>
          <a:xfrm>
            <a:off x="1295400" y="7181850"/>
            <a:ext cx="104775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1295400" y="746760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r>
              <a:rPr lang="en-US" sz="225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Reels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7239000" y="7334250"/>
            <a:ext cx="466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</a:t>
            </a:r>
            <a:r>
              <a:rPr lang="en-US" sz="3450" dirty="0" spc="9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345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200</a:t>
            </a:r>
            <a:r>
              <a:rPr lang="en-US" sz="345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USD</a:t>
            </a:r>
            <a:endParaRPr lang="en-US" sz="3450" dirty="0"/>
          </a:p>
        </p:txBody>
      </p:sp>
      <p:sp>
        <p:nvSpPr>
          <p:cNvPr id="19" name="Text 17"/>
          <p:cNvSpPr/>
          <p:nvPr/>
        </p:nvSpPr>
        <p:spPr>
          <a:xfrm>
            <a:off x="914400" y="8705850"/>
            <a:ext cx="16459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9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RPM ở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r>
              <a:rPr lang="en-US" sz="180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TikTok: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80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kiện;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công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tỷ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80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kiện,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8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Additional</a:t>
            </a:r>
            <a:r>
              <a:rPr lang="en-US" sz="180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Reward.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2534900" y="2381250"/>
            <a:ext cx="4838700" cy="6191250"/>
          </a:xfrm>
          <a:prstGeom prst="roundRect">
            <a:avLst>
              <a:gd name="adj" fmla="val 5512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877800" y="2705100"/>
            <a:ext cx="4152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NGOÀI</a:t>
            </a:r>
            <a:r>
              <a:rPr lang="en-US" sz="19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1950" b="1" spc="18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12877800" y="3143250"/>
            <a:ext cx="4152900" cy="1238250"/>
          </a:xfrm>
          <a:prstGeom prst="rect">
            <a:avLst/>
          </a:prstGeom>
          <a:noFill/>
          <a:ln/>
        </p:spPr>
        <p:txBody>
          <a:bodyPr wrap="square" lIns="0" tIns="80010" rIns="0" bIns="-80010" rtlCol="0" anchor="t"/>
          <a:lstStyle/>
          <a:p>
            <a:pPr algn="l" indent="0" marL="0">
              <a:lnSpc>
                <a:spcPts val="9360"/>
              </a:lnSpc>
              <a:buNone/>
            </a:pPr>
            <a:r>
              <a:rPr lang="en-US" sz="90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81%</a:t>
            </a:r>
            <a:endParaRPr lang="en-US" sz="9000" dirty="0"/>
          </a:p>
        </p:txBody>
      </p:sp>
      <p:sp>
        <p:nvSpPr>
          <p:cNvPr id="23" name="Text 21"/>
          <p:cNvSpPr/>
          <p:nvPr/>
        </p:nvSpPr>
        <p:spPr>
          <a:xfrm>
            <a:off x="12877800" y="4457700"/>
            <a:ext cx="4152900" cy="1143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creator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 nhập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brand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deal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(#paid,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2026)</a:t>
            </a:r>
            <a:endParaRPr lang="en-US" sz="2250" dirty="0"/>
          </a:p>
        </p:txBody>
      </p:sp>
      <p:sp>
        <p:nvSpPr>
          <p:cNvPr id="24" name="Connector line-1792305677497-170994136"/>
          <p:cNvSpPr/>
          <p:nvPr/>
        </p:nvSpPr>
        <p:spPr>
          <a:xfrm>
            <a:off x="12877800" y="5772150"/>
            <a:ext cx="41529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25" name="Text richtext-1792305677497-393727939"/>
          <p:cNvSpPr/>
          <p:nvPr/>
        </p:nvSpPr>
        <p:spPr>
          <a:xfrm>
            <a:off x="12877800" y="6000750"/>
            <a:ext cx="4152900" cy="2381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Hoa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hồng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affiliate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5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20%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(blog)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Tiền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endParaRPr lang="en-US" sz="2550" dirty="0"/>
          </a:p>
        </p:txBody>
      </p:sp>
      <p:sp>
        <p:nvSpPr>
          <p:cNvPr id="26" name="Shape 24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08/12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e2d2850d-5aef-4eef-abd5-0f47246aed7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VIDEO</a:t>
            </a:r>
            <a:r>
              <a:rPr lang="en-US" sz="1800" b="1" spc="24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180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75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trừ</a:t>
            </a:r>
            <a:r>
              <a:rPr lang="en-US" sz="7500" dirty="0" spc="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điểm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38125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</a:t>
            </a: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</a:t>
            </a:r>
            <a:r>
              <a:rPr lang="en-US" sz="3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thức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r>
              <a:rPr lang="en-US" sz="3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trừ</a:t>
            </a:r>
            <a:r>
              <a:rPr lang="en-US" sz="3900" dirty="0" spc="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điểm</a:t>
            </a:r>
            <a:endParaRPr lang="en-US" sz="3900" dirty="0"/>
          </a:p>
        </p:txBody>
      </p:sp>
      <p:sp>
        <p:nvSpPr>
          <p:cNvPr id="5" name="Shape 3"/>
          <p:cNvSpPr/>
          <p:nvPr/>
        </p:nvSpPr>
        <p:spPr>
          <a:xfrm>
            <a:off x="914400" y="3810000"/>
            <a:ext cx="5219700" cy="4762500"/>
          </a:xfrm>
          <a:prstGeom prst="roundRect">
            <a:avLst>
              <a:gd name="adj" fmla="val 56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57300" y="41338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1950" dirty="0"/>
          </a:p>
        </p:txBody>
      </p:sp>
      <p:sp>
        <p:nvSpPr>
          <p:cNvPr id="7" name="Text richtext-1792305678213-373476176"/>
          <p:cNvSpPr/>
          <p:nvPr/>
        </p:nvSpPr>
        <p:spPr>
          <a:xfrm>
            <a:off x="1257300" y="4667250"/>
            <a:ext cx="4533900" cy="3714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giới hạn khán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chân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34150" y="3810000"/>
            <a:ext cx="5219700" cy="4762500"/>
          </a:xfrm>
          <a:prstGeom prst="roundRect">
            <a:avLst>
              <a:gd name="adj" fmla="val 56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77050" y="41338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1950" dirty="0"/>
          </a:p>
        </p:txBody>
      </p:sp>
      <p:sp>
        <p:nvSpPr>
          <p:cNvPr id="10" name="Text richtext-1792305678219-530878341"/>
          <p:cNvSpPr/>
          <p:nvPr/>
        </p:nvSpPr>
        <p:spPr>
          <a:xfrm>
            <a:off x="6877050" y="4667250"/>
            <a:ext cx="4533900" cy="3714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Bật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 dung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chân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C2PA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2153900" y="3810000"/>
            <a:ext cx="5219700" cy="4762500"/>
          </a:xfrm>
          <a:prstGeom prst="roundRect">
            <a:avLst>
              <a:gd name="adj" fmla="val 56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496800" y="41338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1950" dirty="0"/>
          </a:p>
        </p:txBody>
      </p:sp>
      <p:sp>
        <p:nvSpPr>
          <p:cNvPr id="13" name="Text richtext-1792305678226-668456839"/>
          <p:cNvSpPr/>
          <p:nvPr/>
        </p:nvSpPr>
        <p:spPr>
          <a:xfrm>
            <a:off x="12496800" y="4667250"/>
            <a:ext cx="4533900" cy="3714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info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cung cấp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 dung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 giảm</a:t>
            </a:r>
            <a:r>
              <a:rPr lang="en-US" sz="25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09/12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1587f633-bc3c-46a6-8fd0-8dc1c535b2e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1800" b="1" spc="25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 TRÊN</a:t>
            </a:r>
            <a:r>
              <a:rPr lang="en-US" sz="180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7500" dirty="0" spc="-9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kiếm</a:t>
            </a:r>
            <a:r>
              <a:rPr lang="en-US" sz="75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tiền?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8039100" cy="5334000"/>
          </a:xfrm>
          <a:prstGeom prst="roundRect">
            <a:avLst>
              <a:gd name="adj" fmla="val 5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7432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</a:t>
            </a: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endParaRPr lang="en-US" sz="1950" dirty="0"/>
          </a:p>
        </p:txBody>
      </p:sp>
      <p:sp>
        <p:nvSpPr>
          <p:cNvPr id="6" name="Text richtext-1792305702542-757369029"/>
          <p:cNvSpPr/>
          <p:nvPr/>
        </p:nvSpPr>
        <p:spPr>
          <a:xfrm>
            <a:off x="1295400" y="3295650"/>
            <a:ext cx="7277100" cy="4191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từ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chung,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giống nhau hàng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loạt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Ghép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clip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 không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quan,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mạch</a:t>
            </a:r>
            <a:r>
              <a:rPr lang="en-US" sz="2700" dirty="0" spc="-4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kể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đóng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chuyên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7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nhạy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34500" y="2381250"/>
            <a:ext cx="8039100" cy="5334000"/>
          </a:xfrm>
          <a:prstGeom prst="roundRect">
            <a:avLst>
              <a:gd name="adj" fmla="val 5000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9715500" y="27432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r>
              <a:rPr lang="en-US" sz="1950" b="1" spc="224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CHẤP NHẬN</a:t>
            </a:r>
            <a:endParaRPr lang="en-US" sz="1950" dirty="0"/>
          </a:p>
        </p:txBody>
      </p:sp>
      <p:sp>
        <p:nvSpPr>
          <p:cNvPr id="9" name="Text richtext-1792305702550-926960771"/>
          <p:cNvSpPr/>
          <p:nvPr/>
        </p:nvSpPr>
        <p:spPr>
          <a:xfrm>
            <a:off x="9715500" y="3295650"/>
            <a:ext cx="7277100" cy="4191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70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vật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chuyện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 hỗ</a:t>
            </a:r>
            <a:r>
              <a:rPr lang="en-US" sz="2700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kịch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Sản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tầm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nhìn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sáng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80010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2A2418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8210550"/>
            <a:ext cx="15716250" cy="7239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Chủ</a:t>
            </a:r>
            <a:r>
              <a:rPr lang="en-US" sz="2550" b="1" dirty="0" spc="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55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nhạy</a:t>
            </a:r>
            <a:r>
              <a:rPr lang="en-US" sz="25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cảm:</a:t>
            </a:r>
            <a:r>
              <a:rPr lang="en-US" sz="2550" b="1" dirty="0" spc="1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sức</a:t>
            </a:r>
            <a:r>
              <a:rPr lang="en-US" sz="255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khỏe,</a:t>
            </a:r>
            <a:r>
              <a:rPr lang="en-US" sz="25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</a:t>
            </a:r>
            <a:r>
              <a:rPr lang="en-US" sz="25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lý,</a:t>
            </a:r>
            <a:r>
              <a:rPr lang="en-US" sz="25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 chính,</a:t>
            </a:r>
            <a:r>
              <a:rPr lang="en-US" sz="25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550" b="1" dirty="0" spc="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trị.</a:t>
            </a:r>
            <a:r>
              <a:rPr lang="en-US" sz="25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r>
              <a:rPr lang="en-US" sz="255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phạm</a:t>
            </a:r>
            <a:r>
              <a:rPr lang="en-US" sz="25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</a:t>
            </a:r>
            <a:r>
              <a:rPr lang="en-US" sz="255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</a:t>
            </a:r>
            <a:r>
              <a:rPr lang="en-US" sz="25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55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b="1" dirty="0" spc="-1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10/12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84b92dd8-0b95-4671-9663-6dc1a8d7386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 THỨC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Đăng</a:t>
            </a:r>
            <a:r>
              <a:rPr lang="en-US" sz="72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API: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r>
              <a:rPr lang="en-US" sz="72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72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mức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5219700" cy="5334000"/>
          </a:xfrm>
          <a:prstGeom prst="roundRect">
            <a:avLst>
              <a:gd name="adj" fmla="val 510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27051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1950" dirty="0"/>
          </a:p>
        </p:txBody>
      </p:sp>
      <p:sp>
        <p:nvSpPr>
          <p:cNvPr id="6" name="Text richtext-1792305703330-286253789"/>
          <p:cNvSpPr/>
          <p:nvPr/>
        </p:nvSpPr>
        <p:spPr>
          <a:xfrm>
            <a:off x="1257300" y="3238500"/>
            <a:ext cx="4533900" cy="4286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upload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Khai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containsSyntheticMedia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verify: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mâu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thuẫn,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534150" y="2381250"/>
            <a:ext cx="5219700" cy="5334000"/>
          </a:xfrm>
          <a:prstGeom prst="roundRect">
            <a:avLst>
              <a:gd name="adj" fmla="val 510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77050" y="27051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1950" dirty="0"/>
          </a:p>
        </p:txBody>
      </p:sp>
      <p:sp>
        <p:nvSpPr>
          <p:cNvPr id="9" name="Text richtext-1792305703335-158563325"/>
          <p:cNvSpPr/>
          <p:nvPr/>
        </p:nvSpPr>
        <p:spPr>
          <a:xfrm>
            <a:off x="6877050" y="3238500"/>
            <a:ext cx="4533900" cy="4286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audit: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 của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 qua audit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Thay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thế: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Upload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hộp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thư,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hẹn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-4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153900" y="2381250"/>
            <a:ext cx="5219700" cy="5334000"/>
          </a:xfrm>
          <a:prstGeom prst="roundRect">
            <a:avLst>
              <a:gd name="adj" fmla="val 510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496800" y="27051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1950" dirty="0"/>
          </a:p>
        </p:txBody>
      </p:sp>
      <p:sp>
        <p:nvSpPr>
          <p:cNvPr id="12" name="Text richtext-1792305703341-473149127"/>
          <p:cNvSpPr/>
          <p:nvPr/>
        </p:nvSpPr>
        <p:spPr>
          <a:xfrm>
            <a:off x="12496800" y="3238500"/>
            <a:ext cx="4533900" cy="4286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Reels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Page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7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Tối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</a:t>
            </a:r>
            <a:r>
              <a:rPr lang="en-US" sz="25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Reels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Reel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90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914400" y="8001000"/>
            <a:ext cx="16459200" cy="952500"/>
          </a:xfrm>
          <a:prstGeom prst="roundRect">
            <a:avLst>
              <a:gd name="adj" fmla="val 24000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nền</a:t>
            </a:r>
            <a:r>
              <a:rPr lang="en-US" sz="3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tảng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r>
              <a:rPr lang="en-US" sz="30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đăng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 API</a:t>
            </a:r>
            <a:r>
              <a:rPr lang="en-US" sz="30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giảm</a:t>
            </a:r>
            <a:r>
              <a:rPr lang="en-US" sz="30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reach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11/12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c8a71ce9-4c09-455e-81ca-38798873550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800" b="1" spc="29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Việc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 làm</a:t>
            </a:r>
            <a:r>
              <a:rPr lang="en-US" sz="7500" dirty="0" spc="-8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mở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80391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051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9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1950" b="1" spc="203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4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endParaRPr lang="en-US" sz="1950" dirty="0"/>
          </a:p>
        </p:txBody>
      </p:sp>
      <p:sp>
        <p:nvSpPr>
          <p:cNvPr id="6" name="Text richtext-1792305704157-711412469"/>
          <p:cNvSpPr/>
          <p:nvPr/>
        </p:nvSpPr>
        <p:spPr>
          <a:xfrm>
            <a:off x="1295400" y="3238500"/>
            <a:ext cx="7277100" cy="31432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7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7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riêng,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Khai</a:t>
            </a:r>
            <a:r>
              <a:rPr lang="en-US" sz="27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 dung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chân</a:t>
            </a:r>
            <a:r>
              <a:rPr lang="en-US" sz="27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7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70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7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34500" y="2381250"/>
            <a:ext cx="80391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15500" y="27051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</a:t>
            </a:r>
            <a:r>
              <a:rPr lang="en-US" sz="195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endParaRPr lang="en-US" sz="1950" dirty="0"/>
          </a:p>
        </p:txBody>
      </p:sp>
      <p:sp>
        <p:nvSpPr>
          <p:cNvPr id="9" name="Text richtext-1792305704161-757323351"/>
          <p:cNvSpPr/>
          <p:nvPr/>
        </p:nvSpPr>
        <p:spPr>
          <a:xfrm>
            <a:off x="9715500" y="3238500"/>
            <a:ext cx="7277100" cy="31432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API</a:t>
            </a:r>
            <a:r>
              <a:rPr lang="en-US" sz="2700" dirty="0" spc="-6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</a:t>
            </a:r>
            <a:r>
              <a:rPr lang="en-US" sz="27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verify: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7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Meta</a:t>
            </a:r>
            <a:r>
              <a:rPr lang="en-US" sz="270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7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RPM: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7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14400" y="6896100"/>
            <a:ext cx="16459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80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650" b="1" spc="228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914400" y="7258050"/>
            <a:ext cx="16459200" cy="762000"/>
          </a:xfrm>
          <a:prstGeom prst="rect">
            <a:avLst/>
          </a:prstGeom>
          <a:noFill/>
          <a:ln/>
        </p:spPr>
        <p:txBody>
          <a:bodyPr wrap="square" lIns="0" tIns="3667" rIns="0" bIns="-3667" rtlCol="0" anchor="t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YPP:</a:t>
            </a:r>
            <a:r>
              <a:rPr lang="en-US" sz="1650" dirty="0" spc="-4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Partner</a:t>
            </a:r>
            <a:r>
              <a:rPr lang="en-US" sz="165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RPM: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165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creator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1.000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FYF:</a:t>
            </a:r>
            <a:r>
              <a:rPr lang="en-US" sz="1650" dirty="0" spc="-2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</a:t>
            </a:r>
            <a:r>
              <a:rPr lang="en-US" sz="1650" dirty="0" spc="-4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feed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C2PA: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metadata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(Content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Credentials)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API: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650" dirty="0" spc="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914400" y="8153400"/>
            <a:ext cx="16459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650" b="1" spc="224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1650" b="1" spc="225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650" b="1" spc="230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226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1650" b="1" spc="225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1650" b="1" spc="21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650" b="1" spc="219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research/xu-huong-kiem-tien-youtube-tiktok-facebook.md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914400" y="8515350"/>
            <a:ext cx="16459200" cy="762000"/>
          </a:xfrm>
          <a:prstGeom prst="rect">
            <a:avLst/>
          </a:prstGeom>
          <a:noFill/>
          <a:ln/>
        </p:spPr>
        <p:txBody>
          <a:bodyPr wrap="square" lIns="0" tIns="3667" rIns="0" bIns="-3667" rtlCol="0" anchor="t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support.google.com/youtube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developers.google.com/youtube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tiktok.com/creator-academy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developers.tiktok.com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creators.facebook.com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about.fb.com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developers.facebook.com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12/12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4826b097-7741-43d0-a579-80bd7e526b3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2026-10-18T09:30:01Z</dcterms:created>
  <dcterms:modified xsi:type="dcterms:W3CDTF">2026-10-18T09:30:01Z</dcterms:modified>
</cp:coreProperties>
</file>