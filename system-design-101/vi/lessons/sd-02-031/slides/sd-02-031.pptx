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280447-97526483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dịch vụ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ôm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1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31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31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c166039-599f-4201-b819-f6706fb275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a6655a8-7218-4c85-99a1-9642633351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2014: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2014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3619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829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42100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</a:t>
            </a:r>
            <a:endParaRPr lang="en-US" sz="3000" dirty="0"/>
          </a:p>
        </p:txBody>
      </p:sp>
      <p:sp>
        <p:nvSpPr>
          <p:cNvPr id="10" name="Connector line-1792383282374-364387143"/>
          <p:cNvSpPr/>
          <p:nvPr/>
        </p:nvSpPr>
        <p:spPr>
          <a:xfrm flipV="1">
            <a:off x="5867400" y="4286250"/>
            <a:ext cx="5029200" cy="7620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5524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5734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611505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chuyến</a:t>
            </a:r>
            <a:r>
              <a:rPr lang="en-US" sz="3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3000" dirty="0"/>
          </a:p>
        </p:txBody>
      </p:sp>
      <p:sp>
        <p:nvSpPr>
          <p:cNvPr id="14" name="Connector line-1792383282378-858820317"/>
          <p:cNvSpPr/>
          <p:nvPr/>
        </p:nvSpPr>
        <p:spPr>
          <a:xfrm>
            <a:off x="5867400" y="5238750"/>
            <a:ext cx="5029200" cy="9525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db66623-9046-4dca-a7cf-77900afe5e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39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3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2.200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18aafae-de6f-46fa-8d7c-c52162749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6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Freight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ATG,</a:t>
            </a: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Elevate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 hóa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456f69-4024-48a7-be52-9fd64ceb08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lệch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Connector line-1792383324457-295991181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2014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2018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2019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2.200+ microservice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hệ hai.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thế hệ hai,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06/09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85b4cf-b77d-447e-8da9-25b14fe9d3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mảng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3300" dirty="0" spc="-2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3300" dirty="0" spc="-1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7" name="Connector line-1792383325301-324187353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Phải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300" dirty="0"/>
          </a:p>
        </p:txBody>
      </p:sp>
      <p:sp>
        <p:nvSpPr>
          <p:cNvPr id="11" name="Connector line-1792383325305-269664111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2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fdd4f9-ea1c-4dc6-9fe6-798da8f2a1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cổng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1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mọi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b="1" spc="18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 phần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0c98491-7ab6-45a9-a3e1-df723a247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 vụ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phía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18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ATG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Advanced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Technologies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Group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mảng mới,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 chỉ nêu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924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343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8770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09/09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2a2ac0f-21d0-4d87-bf9a-c42c9712f5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2026-10-19T04:16:04Z</dcterms:created>
  <dcterms:modified xsi:type="dcterms:W3CDTF">2026-10-19T04:16:04Z</dcterms:modified>
</cp:coreProperties>
</file>