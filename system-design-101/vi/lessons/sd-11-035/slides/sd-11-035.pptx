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8953500" cy="31432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ẩn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953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b="1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b="1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b="1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b="1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628650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1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801350" y="4229100"/>
            <a:ext cx="1828800" cy="18288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01350" y="4762500"/>
            <a:ext cx="1828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hóa</a:t>
            </a:r>
            <a:r>
              <a:rPr lang="en-US" sz="255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3716000" y="1809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3716000" y="30480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b="1" dirty="0" spc="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3716000" y="42862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3716000" y="552450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Dở</a:t>
            </a:r>
            <a:r>
              <a:rPr lang="en-US" sz="22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dang,</a:t>
            </a:r>
            <a:r>
              <a:rPr lang="en-US" sz="2250" b="1" dirty="0" spc="2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2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716000" y="6762750"/>
            <a:ext cx="3657600" cy="8001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2250" dirty="0"/>
          </a:p>
        </p:txBody>
      </p:sp>
      <p:sp>
        <p:nvSpPr>
          <p:cNvPr id="14" name="Connector line-1792420738762-34401941"/>
          <p:cNvSpPr/>
          <p:nvPr/>
        </p:nvSpPr>
        <p:spPr>
          <a:xfrm flipV="1">
            <a:off x="12630150" y="2209800"/>
            <a:ext cx="1085850" cy="293370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Connector line-1792420738762-462382103"/>
          <p:cNvSpPr/>
          <p:nvPr/>
        </p:nvSpPr>
        <p:spPr>
          <a:xfrm flipV="1">
            <a:off x="12630150" y="3448050"/>
            <a:ext cx="1085850" cy="1695450"/>
          </a:xfrm>
          <a:prstGeom prst="curvedConnector3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6" name="Connector line-1792420738763-556502215"/>
          <p:cNvSpPr/>
          <p:nvPr/>
        </p:nvSpPr>
        <p:spPr>
          <a:xfrm flipV="1">
            <a:off x="12630150" y="4686300"/>
            <a:ext cx="1085850" cy="457200"/>
          </a:xfrm>
          <a:prstGeom prst="curvedConnector3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Connector line-1792420738763-481544078"/>
          <p:cNvSpPr/>
          <p:nvPr/>
        </p:nvSpPr>
        <p:spPr>
          <a:xfrm>
            <a:off x="12630150" y="5143500"/>
            <a:ext cx="1085850" cy="781050"/>
          </a:xfrm>
          <a:prstGeom prst="curvedConnector3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8" name="Connector line-1792420738763-206212253"/>
          <p:cNvSpPr/>
          <p:nvPr/>
        </p:nvSpPr>
        <p:spPr>
          <a:xfrm>
            <a:off x="12630150" y="5143500"/>
            <a:ext cx="1085850" cy="2019300"/>
          </a:xfrm>
          <a:prstGeom prst="curvedConnector3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fdc59fc2-fe0f-4edc-aef9-fc2cb485a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khoản,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906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1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42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42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ẩn,</a:t>
            </a:r>
            <a:r>
              <a:rPr lang="en-US" sz="42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42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42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4572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0039350" y="34671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039350" y="4095750"/>
            <a:ext cx="6858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42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42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42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42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chúng.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a0814fe-2269-4755-bb28-82a6d1009b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LƯỢNG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3810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809750"/>
            <a:ext cx="15906750" cy="4191000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10080"/>
              </a:lnSpc>
              <a:buNone/>
            </a:pPr>
            <a:r>
              <a:rPr lang="en-US" sz="9600" dirty="0" spc="-2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9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9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r>
              <a:rPr lang="en-US" sz="96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6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9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9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9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quay.</a:t>
            </a:r>
            <a:endParaRPr lang="en-US" sz="9600" dirty="0"/>
          </a:p>
        </p:txBody>
      </p:sp>
      <p:sp>
        <p:nvSpPr>
          <p:cNvPr id="5" name="Shape 3"/>
          <p:cNvSpPr/>
          <p:nvPr/>
        </p:nvSpPr>
        <p:spPr>
          <a:xfrm>
            <a:off x="9144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7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cộng,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72600" y="6667500"/>
            <a:ext cx="8001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53600" y="6877050"/>
            <a:ext cx="723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753600" y="73342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186599b-57e8-494d-adc9-c4b08b24df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-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476500" y="2857500"/>
            <a:ext cx="38100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715500" y="2857500"/>
            <a:ext cx="4381500" cy="857250"/>
          </a:xfrm>
          <a:prstGeom prst="roundRect">
            <a:avLst>
              <a:gd name="adj" fmla="val 26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6" name="Connector line-1792420769718-788618245"/>
          <p:cNvSpPr/>
          <p:nvPr/>
        </p:nvSpPr>
        <p:spPr>
          <a:xfrm>
            <a:off x="438150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7" name="Connector line-1792420769718-327836903"/>
          <p:cNvSpPr/>
          <p:nvPr/>
        </p:nvSpPr>
        <p:spPr>
          <a:xfrm>
            <a:off x="11906250" y="3714750"/>
            <a:ext cx="0" cy="4857750"/>
          </a:xfrm>
          <a:prstGeom prst="line">
            <a:avLst/>
          </a:prstGeom>
          <a:noFill/>
          <a:ln w="3810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4762500" y="41910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9" name="Connector line-1792420769720-811908343"/>
          <p:cNvSpPr/>
          <p:nvPr/>
        </p:nvSpPr>
        <p:spPr>
          <a:xfrm>
            <a:off x="4381500" y="476250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4516100" y="438150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762500" y="55245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2" name="Connector line-1792420769726-663111389"/>
          <p:cNvSpPr/>
          <p:nvPr/>
        </p:nvSpPr>
        <p:spPr>
          <a:xfrm flipH="1">
            <a:off x="4381500" y="6096000"/>
            <a:ext cx="75247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lg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4762500" y="676275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Liệt</a:t>
            </a:r>
            <a:r>
              <a:rPr lang="en-US" sz="2250" b="1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4" name="Connector line-1792420769728-310647244"/>
          <p:cNvSpPr/>
          <p:nvPr/>
        </p:nvSpPr>
        <p:spPr>
          <a:xfrm>
            <a:off x="4381500" y="7334250"/>
            <a:ext cx="752475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14516100" y="6953250"/>
            <a:ext cx="2857500" cy="6667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8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493140a-5618-4d10-ad85-acb0ed0315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1800" b="1" spc="28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DANG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dở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6900" dirty="0"/>
          </a:p>
        </p:txBody>
      </p:sp>
      <p:sp>
        <p:nvSpPr>
          <p:cNvPr id="4" name="Connector line-1792420742337-40197246"/>
          <p:cNvSpPr/>
          <p:nvPr/>
        </p:nvSpPr>
        <p:spPr>
          <a:xfrm>
            <a:off x="1524000" y="3810000"/>
            <a:ext cx="15240000" cy="0"/>
          </a:xfrm>
          <a:prstGeom prst="line">
            <a:avLst/>
          </a:prstGeom>
          <a:noFill/>
          <a:ln w="762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03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Shape 4"/>
          <p:cNvSpPr/>
          <p:nvPr/>
        </p:nvSpPr>
        <p:spPr>
          <a:xfrm>
            <a:off x="584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7" name="Shape 5"/>
          <p:cNvSpPr/>
          <p:nvPr/>
        </p:nvSpPr>
        <p:spPr>
          <a:xfrm>
            <a:off x="9658350" y="356235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Shape 6"/>
          <p:cNvSpPr/>
          <p:nvPr/>
        </p:nvSpPr>
        <p:spPr>
          <a:xfrm>
            <a:off x="13468350" y="35623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76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457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838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b="1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192000" y="428625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6096000" y="5524500"/>
            <a:ext cx="7620000" cy="723900"/>
          </a:xfrm>
          <a:prstGeom prst="roundRect">
            <a:avLst>
              <a:gd name="adj" fmla="val 50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143750"/>
            <a:ext cx="15697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33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rẻ,</a:t>
            </a:r>
            <a:r>
              <a:rPr lang="en-US" sz="330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330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30bf66b-ca7e-4c05-9f68-83c45786c54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DẸP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dọn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dẹp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480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2476500" y="30480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7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b="1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1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r>
              <a:rPr lang="en-US" sz="31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gỡ:</a:t>
            </a:r>
            <a:r>
              <a:rPr lang="en-US" sz="31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khoản.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85775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9" name="Text 7"/>
          <p:cNvSpPr/>
          <p:nvPr/>
        </p:nvSpPr>
        <p:spPr>
          <a:xfrm>
            <a:off x="2476500" y="485775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1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1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1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31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3150" dirty="0"/>
          </a:p>
        </p:txBody>
      </p:sp>
      <p:sp>
        <p:nvSpPr>
          <p:cNvPr id="10" name="Shape 8"/>
          <p:cNvSpPr/>
          <p:nvPr/>
        </p:nvSpPr>
        <p:spPr>
          <a:xfrm>
            <a:off x="914400" y="6667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667500"/>
            <a:ext cx="952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300" dirty="0"/>
          </a:p>
        </p:txBody>
      </p:sp>
      <p:sp>
        <p:nvSpPr>
          <p:cNvPr id="12" name="Text 10"/>
          <p:cNvSpPr/>
          <p:nvPr/>
        </p:nvSpPr>
        <p:spPr>
          <a:xfrm>
            <a:off x="2476500" y="6667500"/>
            <a:ext cx="14478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1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1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hủy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1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dở</a:t>
            </a:r>
            <a:r>
              <a:rPr lang="en-US" sz="31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31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31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31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965087-5ffb-4be7-8ff2-0cd2c240fd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3906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238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48850" y="371475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906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3906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3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372600" y="5905500"/>
            <a:ext cx="8001000" cy="2571750"/>
          </a:xfrm>
          <a:prstGeom prst="roundRect">
            <a:avLst>
              <a:gd name="adj" fmla="val 11852"/>
            </a:avLst>
          </a:prstGeom>
          <a:solidFill>
            <a:srgbClr val="1E212B"/>
          </a:solidFill>
          <a:ln w="28575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48850" y="619125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848850" y="6667500"/>
            <a:ext cx="70485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165c34d-cf91-4099-9e55-9157dd4136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-1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Xóa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ảo,</a:t>
            </a:r>
            <a:r>
              <a:rPr lang="en-US" sz="63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r>
              <a:rPr lang="en-US" sz="63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EBS</a:t>
            </a:r>
            <a:r>
              <a:rPr lang="en-US" sz="63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3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chụp?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30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76275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4375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4375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12611100" y="4000500"/>
            <a:ext cx="4762500" cy="2857500"/>
          </a:xfrm>
          <a:prstGeom prst="roundRect">
            <a:avLst>
              <a:gd name="adj" fmla="val 10667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92100" y="43434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92100" y="4857750"/>
            <a:ext cx="40005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0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3000" dirty="0"/>
          </a:p>
        </p:txBody>
      </p:sp>
      <p:sp>
        <p:nvSpPr>
          <p:cNvPr id="13" name="Connector line-1792420797817-654484414"/>
          <p:cNvSpPr/>
          <p:nvPr/>
        </p:nvSpPr>
        <p:spPr>
          <a:xfrm>
            <a:off x="567690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420797817-560574666"/>
          <p:cNvSpPr/>
          <p:nvPr/>
        </p:nvSpPr>
        <p:spPr>
          <a:xfrm>
            <a:off x="11525250" y="5429250"/>
            <a:ext cx="108585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dd000d9-712d-4a9d-9989-98da5d48f8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9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SÂU:</a:t>
            </a:r>
            <a:r>
              <a:rPr lang="en-US" sz="1800" b="1" spc="3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69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5275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hình.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485900" y="4476750"/>
            <a:ext cx="158877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66900" y="4476750"/>
            <a:ext cx="15125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30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đếm.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2057400" y="6000750"/>
            <a:ext cx="15316200" cy="1238250"/>
          </a:xfrm>
          <a:prstGeom prst="roundRect">
            <a:avLst>
              <a:gd name="adj" fmla="val 2153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38400" y="6000750"/>
            <a:ext cx="14554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628900" y="7524750"/>
            <a:ext cx="147447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3009900" y="7524750"/>
            <a:ext cx="139827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300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miễn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805fb7c5-0c70-4cf7-a059-b511ed5cb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IP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2857500" y="1695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2762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EBS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857500" y="28384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914400" y="39052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AWS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2857500" y="3981450"/>
            <a:ext cx="7429500" cy="1143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Amazon.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914400" y="56197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GB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2857500" y="5695950"/>
            <a:ext cx="7429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Gigabyte.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1049000" y="1619250"/>
            <a:ext cx="6324600" cy="6096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430000" y="1962150"/>
            <a:ext cx="5524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13" name="Text richtext-1792420815217-724133264"/>
          <p:cNvSpPr/>
          <p:nvPr/>
        </p:nvSpPr>
        <p:spPr>
          <a:xfrm>
            <a:off x="11430000" y="2533650"/>
            <a:ext cx="5524500" cy="476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S3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5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EC2 (kho</a:t>
            </a:r>
            <a:r>
              <a:rPr lang="en-US" sz="24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trữ)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cf5315e2-01fe-4a19-a49e-81c386e66d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2026-10-19T16:52:07Z</dcterms:created>
  <dcterms:modified xsi:type="dcterms:W3CDTF">2026-10-19T16:52:07Z</dcterms:modified>
</cp:coreProperties>
</file>