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20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906000" cy="23812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r>
              <a:rPr lang="en-US" sz="81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9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3952875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session,</a:t>
            </a:r>
            <a:r>
              <a:rPr lang="en-US" sz="2550" dirty="0" spc="-2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token,</a:t>
            </a:r>
            <a:r>
              <a:rPr lang="en-US" sz="2550" dirty="0" spc="-4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JWT,</a:t>
            </a:r>
            <a:r>
              <a:rPr lang="en-US" sz="255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SSO,</a:t>
            </a:r>
            <a:r>
              <a:rPr lang="en-US" sz="2550" dirty="0" spc="-2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OAuth2</a:t>
            </a:r>
            <a:r>
              <a:rPr lang="en-US" sz="2550" dirty="0" spc="-2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5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25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QR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14400" y="476250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 giữ</a:t>
            </a:r>
            <a:r>
              <a:rPr lang="en-US" sz="285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85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nhập?</a:t>
            </a:r>
            <a:r>
              <a:rPr lang="en-US" sz="285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8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8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ai,</a:t>
            </a:r>
            <a:r>
              <a:rPr lang="en-US" sz="28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2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8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850" dirty="0"/>
          </a:p>
        </p:txBody>
      </p:sp>
      <p:sp>
        <p:nvSpPr>
          <p:cNvPr id="6" name="Connector line-1792363425512-662129764"/>
          <p:cNvSpPr/>
          <p:nvPr/>
        </p:nvSpPr>
        <p:spPr>
          <a:xfrm>
            <a:off x="914400" y="742950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9144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r>
              <a:rPr lang="en-US" sz="4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4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9144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4815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42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24815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819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42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QR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75819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QR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đào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763250" y="3105150"/>
            <a:ext cx="3143250" cy="6096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spc="22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NHỚ</a:t>
            </a:r>
            <a:r>
              <a:rPr lang="en-US" sz="1650" b="1" spc="228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650" b="1" spc="20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b="1" spc="20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ĐĂNG</a:t>
            </a:r>
            <a:r>
              <a:rPr lang="en-US" sz="1650" b="1" spc="222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4287500" y="3105150"/>
            <a:ext cx="3143250" cy="6096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spc="22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NHỜ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650" b="1" spc="211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b="1" spc="223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650" b="1" spc="241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endParaRPr lang="en-US" sz="1650" dirty="0"/>
          </a:p>
        </p:txBody>
      </p:sp>
      <p:sp>
        <p:nvSpPr>
          <p:cNvPr id="16" name="Connector line-1792363425533-312469889"/>
          <p:cNvSpPr/>
          <p:nvPr/>
        </p:nvSpPr>
        <p:spPr>
          <a:xfrm>
            <a:off x="10763250" y="3924300"/>
            <a:ext cx="3048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17" name="Connector line-1792363425533-943792500"/>
          <p:cNvSpPr/>
          <p:nvPr/>
        </p:nvSpPr>
        <p:spPr>
          <a:xfrm>
            <a:off x="14287500" y="3924300"/>
            <a:ext cx="314325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18" name="Connector line-1792363425534-299770706"/>
          <p:cNvSpPr/>
          <p:nvPr/>
        </p:nvSpPr>
        <p:spPr>
          <a:xfrm>
            <a:off x="14097000" y="3105150"/>
            <a:ext cx="0" cy="394335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10791825" y="433387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0" name="Text 18"/>
          <p:cNvSpPr/>
          <p:nvPr/>
        </p:nvSpPr>
        <p:spPr>
          <a:xfrm>
            <a:off x="11239500" y="4267200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session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1239500" y="4648200"/>
            <a:ext cx="2762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0791825" y="538162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3" name="Text 21"/>
          <p:cNvSpPr/>
          <p:nvPr/>
        </p:nvSpPr>
        <p:spPr>
          <a:xfrm>
            <a:off x="11239500" y="5314950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1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1239500" y="5695950"/>
            <a:ext cx="2762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0791825" y="6429375"/>
            <a:ext cx="285750" cy="28575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6" name="Text 24"/>
          <p:cNvSpPr/>
          <p:nvPr/>
        </p:nvSpPr>
        <p:spPr>
          <a:xfrm>
            <a:off x="11239500" y="6362700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11239500" y="6743700"/>
            <a:ext cx="2762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4316075" y="433387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9" name="Text 27"/>
          <p:cNvSpPr/>
          <p:nvPr/>
        </p:nvSpPr>
        <p:spPr>
          <a:xfrm>
            <a:off x="14763750" y="4267200"/>
            <a:ext cx="266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1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SSO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14763750" y="4648200"/>
            <a:ext cx="2667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4316075" y="5381625"/>
            <a:ext cx="285750" cy="28575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32" name="Text 30"/>
          <p:cNvSpPr/>
          <p:nvPr/>
        </p:nvSpPr>
        <p:spPr>
          <a:xfrm>
            <a:off x="14763750" y="5314950"/>
            <a:ext cx="266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QR</a:t>
            </a:r>
            <a:endParaRPr lang="en-US" sz="2100" dirty="0"/>
          </a:p>
        </p:txBody>
      </p:sp>
      <p:sp>
        <p:nvSpPr>
          <p:cNvPr id="33" name="Text 31"/>
          <p:cNvSpPr/>
          <p:nvPr/>
        </p:nvSpPr>
        <p:spPr>
          <a:xfrm>
            <a:off x="14763750" y="5695950"/>
            <a:ext cx="2667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điện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4316075" y="6429375"/>
            <a:ext cx="285750" cy="28575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Text 33"/>
          <p:cNvSpPr/>
          <p:nvPr/>
        </p:nvSpPr>
        <p:spPr>
          <a:xfrm>
            <a:off x="14763750" y="6362700"/>
            <a:ext cx="266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OAuth2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14763750" y="6743700"/>
            <a:ext cx="2667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65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7f4e4744-be38-4db0-9096-8c89e6f69ea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9906000" cy="238125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t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r>
              <a:rPr lang="en-US" sz="78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tên,</a:t>
            </a:r>
            <a:endParaRPr lang="en-US" sz="7800" dirty="0"/>
          </a:p>
          <a:p>
            <a:pPr algn="l" indent="0" marL="0">
              <a:lnSpc>
                <a:spcPts val="8112"/>
              </a:lnSpc>
              <a:buNone/>
            </a:pPr>
            <a:r>
              <a:rPr lang="en-US" sz="78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7800" dirty="0" spc="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857625"/>
            <a:ext cx="9525000" cy="1143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nguồn: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session,</a:t>
            </a:r>
            <a:r>
              <a:rPr lang="en-US" sz="28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token,</a:t>
            </a:r>
            <a:r>
              <a:rPr lang="en-US" sz="285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JWT,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SSO,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OAuth2,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QR.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4286250" cy="800100"/>
          </a:xfrm>
          <a:prstGeom prst="roundRect">
            <a:avLst>
              <a:gd name="adj" fmla="val 28571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181100" y="5562600"/>
            <a:ext cx="342900" cy="3429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7" name="Text 5"/>
          <p:cNvSpPr/>
          <p:nvPr/>
        </p:nvSpPr>
        <p:spPr>
          <a:xfrm>
            <a:off x="1714500" y="5505450"/>
            <a:ext cx="3333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session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429250" y="5334000"/>
            <a:ext cx="4286250" cy="800100"/>
          </a:xfrm>
          <a:prstGeom prst="roundRect">
            <a:avLst>
              <a:gd name="adj" fmla="val 28571"/>
            </a:avLst>
          </a:prstGeom>
          <a:solidFill>
            <a:srgbClr val="E8E0CF"/>
          </a:solidFill>
          <a:ln/>
        </p:spPr>
      </p:sp>
      <p:sp>
        <p:nvSpPr>
          <p:cNvPr id="9" name="Shape 7"/>
          <p:cNvSpPr/>
          <p:nvPr/>
        </p:nvSpPr>
        <p:spPr>
          <a:xfrm>
            <a:off x="5695950" y="5562600"/>
            <a:ext cx="342900" cy="3429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6229350" y="550545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" y="6286500"/>
            <a:ext cx="4286250" cy="800100"/>
          </a:xfrm>
          <a:prstGeom prst="roundRect">
            <a:avLst>
              <a:gd name="adj" fmla="val 28571"/>
            </a:avLst>
          </a:prstGeom>
          <a:solidFill>
            <a:srgbClr val="E8E0CF"/>
          </a:solidFill>
          <a:ln/>
        </p:spPr>
      </p:sp>
      <p:sp>
        <p:nvSpPr>
          <p:cNvPr id="12" name="Shape 10"/>
          <p:cNvSpPr/>
          <p:nvPr/>
        </p:nvSpPr>
        <p:spPr>
          <a:xfrm>
            <a:off x="1181100" y="6515100"/>
            <a:ext cx="342900" cy="3429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1714500" y="6457950"/>
            <a:ext cx="3333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5429250" y="6286500"/>
            <a:ext cx="4286250" cy="800100"/>
          </a:xfrm>
          <a:prstGeom prst="roundRect">
            <a:avLst>
              <a:gd name="adj" fmla="val 28571"/>
            </a:avLst>
          </a:prstGeom>
          <a:solidFill>
            <a:srgbClr val="E8E0CF"/>
          </a:solidFill>
          <a:ln/>
        </p:spPr>
      </p:sp>
      <p:sp>
        <p:nvSpPr>
          <p:cNvPr id="15" name="Shape 13"/>
          <p:cNvSpPr/>
          <p:nvPr/>
        </p:nvSpPr>
        <p:spPr>
          <a:xfrm>
            <a:off x="5695950" y="6515100"/>
            <a:ext cx="342900" cy="3429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6" name="Text 14"/>
          <p:cNvSpPr/>
          <p:nvPr/>
        </p:nvSpPr>
        <p:spPr>
          <a:xfrm>
            <a:off x="6229350" y="645795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SSO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7239000"/>
            <a:ext cx="4286250" cy="800100"/>
          </a:xfrm>
          <a:prstGeom prst="roundRect">
            <a:avLst>
              <a:gd name="adj" fmla="val 28571"/>
            </a:avLst>
          </a:prstGeom>
          <a:solidFill>
            <a:srgbClr val="E8E0C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1100" y="7467600"/>
            <a:ext cx="342900" cy="3429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9" name="Text 17"/>
          <p:cNvSpPr/>
          <p:nvPr/>
        </p:nvSpPr>
        <p:spPr>
          <a:xfrm>
            <a:off x="1714500" y="7410450"/>
            <a:ext cx="3333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OAuth2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5429250" y="7239000"/>
            <a:ext cx="4286250" cy="800100"/>
          </a:xfrm>
          <a:prstGeom prst="roundRect">
            <a:avLst>
              <a:gd name="adj" fmla="val 28571"/>
            </a:avLst>
          </a:prstGeom>
          <a:solidFill>
            <a:srgbClr val="E8E0CF"/>
          </a:solidFill>
          <a:ln/>
        </p:spPr>
      </p:sp>
      <p:sp>
        <p:nvSpPr>
          <p:cNvPr id="21" name="Shape 19"/>
          <p:cNvSpPr/>
          <p:nvPr/>
        </p:nvSpPr>
        <p:spPr>
          <a:xfrm>
            <a:off x="5695950" y="7467600"/>
            <a:ext cx="342900" cy="3429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2" name="Text 20"/>
          <p:cNvSpPr/>
          <p:nvPr/>
        </p:nvSpPr>
        <p:spPr>
          <a:xfrm>
            <a:off x="6229350" y="741045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QR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10953750" y="914400"/>
            <a:ext cx="6419850" cy="8077200"/>
          </a:xfrm>
          <a:prstGeom prst="roundRect">
            <a:avLst>
              <a:gd name="adj" fmla="val 4154"/>
            </a:avLst>
          </a:prstGeom>
          <a:solidFill>
            <a:srgbClr val="1F3FD1"/>
          </a:solidFill>
          <a:ln/>
        </p:spPr>
      </p:sp>
      <p:sp>
        <p:nvSpPr>
          <p:cNvPr id="24" name="Shape 22"/>
          <p:cNvSpPr/>
          <p:nvPr/>
        </p:nvSpPr>
        <p:spPr>
          <a:xfrm>
            <a:off x="11391900" y="1409700"/>
            <a:ext cx="533400" cy="533400"/>
          </a:xfrm>
          <a:prstGeom prst="ellips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534775" y="1571625"/>
            <a:ext cx="257175" cy="209550"/>
          </a:xfrm>
          <a:custGeom>
            <a:avLst/>
            <a:gdLst/>
            <a:ahLst/>
            <a:cxnLst/>
            <a:rect l="l" t="t" r="r" b="b"/>
            <a:pathLst>
              <a:path w="257175" h="209550">
                <a:moveTo>
                  <a:pt x="0" y="114300"/>
                </a:moveTo>
                <a:lnTo>
                  <a:pt x="85725" y="209550"/>
                </a:lnTo>
                <a:lnTo>
                  <a:pt x="257175" y="0"/>
                </a:lnTo>
              </a:path>
            </a:pathLst>
          </a:custGeom>
          <a:ln w="381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410950" y="23241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650" b="1" spc="227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1410950" y="2762250"/>
            <a:ext cx="5524500" cy="17145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2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3000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30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lên</a:t>
            </a:r>
            <a:r>
              <a:rPr lang="en-US" sz="3000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dirty="0" spc="1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đồ,</a:t>
            </a:r>
            <a:r>
              <a:rPr lang="en-US" sz="3000" dirty="0" spc="-2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3000" dirty="0" spc="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đào</a:t>
            </a:r>
            <a:r>
              <a:rPr lang="en-US" sz="3000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30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00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QR.</a:t>
            </a:r>
            <a:endParaRPr lang="en-US" sz="3000" dirty="0"/>
          </a:p>
        </p:txBody>
      </p:sp>
      <p:sp>
        <p:nvSpPr>
          <p:cNvPr id="28" name="Connector line-1792363486728-109628176"/>
          <p:cNvSpPr/>
          <p:nvPr/>
        </p:nvSpPr>
        <p:spPr>
          <a:xfrm>
            <a:off x="11410950" y="4953000"/>
            <a:ext cx="5505450" cy="0"/>
          </a:xfrm>
          <a:prstGeom prst="line">
            <a:avLst/>
          </a:prstGeom>
          <a:noFill/>
          <a:ln w="19050">
            <a:solidFill>
              <a:srgbClr val="DDE3FA">
                <a:alpha val="4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9" name="Text 27"/>
          <p:cNvSpPr/>
          <p:nvPr/>
        </p:nvSpPr>
        <p:spPr>
          <a:xfrm>
            <a:off x="11410950" y="5257800"/>
            <a:ext cx="5524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650" b="1" spc="209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650" b="1" spc="227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650" b="1" spc="225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650" b="1" spc="229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650" b="1" spc="199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1410950" y="59055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250" dirty="0"/>
          </a:p>
        </p:txBody>
      </p:sp>
      <p:sp>
        <p:nvSpPr>
          <p:cNvPr id="31" name="Text 29"/>
          <p:cNvSpPr/>
          <p:nvPr/>
        </p:nvSpPr>
        <p:spPr>
          <a:xfrm>
            <a:off x="12192000" y="5867400"/>
            <a:ext cx="4762500" cy="1047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1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dirty="0" spc="1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nhập?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11410950" y="72390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250" dirty="0"/>
          </a:p>
        </p:txBody>
      </p:sp>
      <p:sp>
        <p:nvSpPr>
          <p:cNvPr id="33" name="Text 31"/>
          <p:cNvSpPr/>
          <p:nvPr/>
        </p:nvSpPr>
        <p:spPr>
          <a:xfrm>
            <a:off x="12192000" y="7200900"/>
            <a:ext cx="47625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2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ai,</a:t>
            </a:r>
            <a:r>
              <a:rPr lang="en-US" sz="2550" dirty="0" spc="-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2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dirty="0" spc="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gì?</a:t>
            </a:r>
            <a:endParaRPr lang="en-US" sz="2550" dirty="0"/>
          </a:p>
        </p:txBody>
      </p:sp>
      <p:sp>
        <p:nvSpPr>
          <p:cNvPr id="34" name="Text 32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5" name="Connector line-1792363486742-26503140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8" name="Shape 3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ec01bbdb-8618-4883-b700-6b93a28ccfb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1950" b="1" spc="27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54305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 cho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6191250"/>
          </a:xfrm>
          <a:prstGeom prst="roundRect">
            <a:avLst>
              <a:gd name="adj" fmla="val 430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067050"/>
            <a:ext cx="381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92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096000" y="3067050"/>
            <a:ext cx="533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650" b="1" spc="22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650" b="1" spc="22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 THÁI?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287250" y="30670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30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650" b="1" spc="22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650" b="1" spc="240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endParaRPr lang="en-US" sz="1650" dirty="0"/>
          </a:p>
        </p:txBody>
      </p:sp>
      <p:sp>
        <p:nvSpPr>
          <p:cNvPr id="8" name="Connector line-1792363552271-480656430"/>
          <p:cNvSpPr/>
          <p:nvPr/>
        </p:nvSpPr>
        <p:spPr>
          <a:xfrm>
            <a:off x="1238250" y="3543300"/>
            <a:ext cx="158115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390650" y="3848100"/>
            <a:ext cx="266700" cy="2667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0" name="Text 8"/>
          <p:cNvSpPr/>
          <p:nvPr/>
        </p:nvSpPr>
        <p:spPr>
          <a:xfrm>
            <a:off x="1828800" y="3762375"/>
            <a:ext cx="4000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session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6096000" y="377190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250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2287250" y="377190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endParaRPr lang="en-US" sz="2250" dirty="0"/>
          </a:p>
        </p:txBody>
      </p:sp>
      <p:sp>
        <p:nvSpPr>
          <p:cNvPr id="13" name="Connector line-1792363552277-376395235"/>
          <p:cNvSpPr/>
          <p:nvPr/>
        </p:nvSpPr>
        <p:spPr>
          <a:xfrm>
            <a:off x="1238250" y="4419600"/>
            <a:ext cx="158115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1390650" y="4724400"/>
            <a:ext cx="266700" cy="2667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5" name="Text 13"/>
          <p:cNvSpPr/>
          <p:nvPr/>
        </p:nvSpPr>
        <p:spPr>
          <a:xfrm>
            <a:off x="1828800" y="4638675"/>
            <a:ext cx="4000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5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5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6096000" y="464820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250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2287250" y="464820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endParaRPr lang="en-US" sz="2250" dirty="0"/>
          </a:p>
        </p:txBody>
      </p:sp>
      <p:sp>
        <p:nvSpPr>
          <p:cNvPr id="18" name="Connector line-1792363552283-373737109"/>
          <p:cNvSpPr/>
          <p:nvPr/>
        </p:nvSpPr>
        <p:spPr>
          <a:xfrm>
            <a:off x="1238250" y="5295900"/>
            <a:ext cx="158115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1390650" y="5600700"/>
            <a:ext cx="266700" cy="2667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0" name="Text 18"/>
          <p:cNvSpPr/>
          <p:nvPr/>
        </p:nvSpPr>
        <p:spPr>
          <a:xfrm>
            <a:off x="1828800" y="5514975"/>
            <a:ext cx="4000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6096000" y="552450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chính</a:t>
            </a:r>
            <a:r>
              <a:rPr lang="en-US" sz="2250" dirty="0" spc="-2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250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250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2287250" y="5524500"/>
            <a:ext cx="4953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 tính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lẫn</a:t>
            </a:r>
            <a:r>
              <a:rPr lang="en-US" sz="22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access</a:t>
            </a:r>
            <a:r>
              <a:rPr lang="en-US" sz="2250" dirty="0" spc="-2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2250" dirty="0"/>
          </a:p>
        </p:txBody>
      </p:sp>
      <p:sp>
        <p:nvSpPr>
          <p:cNvPr id="23" name="Connector line-1792363552290-545209475"/>
          <p:cNvSpPr/>
          <p:nvPr/>
        </p:nvSpPr>
        <p:spPr>
          <a:xfrm>
            <a:off x="1238250" y="6172200"/>
            <a:ext cx="158115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1390650" y="6477000"/>
            <a:ext cx="266700" cy="2667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5" name="Text 23"/>
          <p:cNvSpPr/>
          <p:nvPr/>
        </p:nvSpPr>
        <p:spPr>
          <a:xfrm>
            <a:off x="1828800" y="6391275"/>
            <a:ext cx="4000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SSO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6096000" y="640080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250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250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250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250" dirty="0" spc="-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12287250" y="640080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endParaRPr lang="en-US" sz="2250" dirty="0"/>
          </a:p>
        </p:txBody>
      </p:sp>
      <p:sp>
        <p:nvSpPr>
          <p:cNvPr id="28" name="Connector line-1792363552295-628509580"/>
          <p:cNvSpPr/>
          <p:nvPr/>
        </p:nvSpPr>
        <p:spPr>
          <a:xfrm>
            <a:off x="1238250" y="7048500"/>
            <a:ext cx="158115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1390650" y="7353300"/>
            <a:ext cx="266700" cy="2667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0" name="Text 28"/>
          <p:cNvSpPr/>
          <p:nvPr/>
        </p:nvSpPr>
        <p:spPr>
          <a:xfrm>
            <a:off x="1828800" y="7267575"/>
            <a:ext cx="4000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OAuth2</a:t>
            </a:r>
            <a:endParaRPr lang="en-US" sz="2550" dirty="0"/>
          </a:p>
        </p:txBody>
      </p:sp>
      <p:sp>
        <p:nvSpPr>
          <p:cNvPr id="31" name="Text 29"/>
          <p:cNvSpPr/>
          <p:nvPr/>
        </p:nvSpPr>
        <p:spPr>
          <a:xfrm>
            <a:off x="6096000" y="727710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ủy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access</a:t>
            </a:r>
            <a:r>
              <a:rPr lang="en-US" sz="22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2250" dirty="0"/>
          </a:p>
        </p:txBody>
      </p:sp>
      <p:sp>
        <p:nvSpPr>
          <p:cNvPr id="32" name="Text 30"/>
          <p:cNvSpPr/>
          <p:nvPr/>
        </p:nvSpPr>
        <p:spPr>
          <a:xfrm>
            <a:off x="12287250" y="727710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gì</a:t>
            </a:r>
            <a:endParaRPr lang="en-US" sz="2250" dirty="0"/>
          </a:p>
        </p:txBody>
      </p:sp>
      <p:sp>
        <p:nvSpPr>
          <p:cNvPr id="33" name="Connector line-1792363552301-658174634"/>
          <p:cNvSpPr/>
          <p:nvPr/>
        </p:nvSpPr>
        <p:spPr>
          <a:xfrm>
            <a:off x="1238250" y="7924800"/>
            <a:ext cx="158115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1390650" y="8229600"/>
            <a:ext cx="266700" cy="266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35" name="Text 33"/>
          <p:cNvSpPr/>
          <p:nvPr/>
        </p:nvSpPr>
        <p:spPr>
          <a:xfrm>
            <a:off x="1828800" y="8143875"/>
            <a:ext cx="4000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QR</a:t>
            </a:r>
            <a:endParaRPr lang="en-US" sz="2550" dirty="0"/>
          </a:p>
        </p:txBody>
      </p:sp>
      <p:sp>
        <p:nvSpPr>
          <p:cNvPr id="36" name="Text 34"/>
          <p:cNvSpPr/>
          <p:nvPr/>
        </p:nvSpPr>
        <p:spPr>
          <a:xfrm>
            <a:off x="6096000" y="815340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2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điện</a:t>
            </a:r>
            <a:r>
              <a:rPr lang="en-US" sz="2250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</a:t>
            </a:r>
            <a:r>
              <a:rPr lang="en-US" sz="2250" dirty="0" spc="1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250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250" dirty="0" spc="-1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250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250" dirty="0"/>
          </a:p>
        </p:txBody>
      </p:sp>
      <p:sp>
        <p:nvSpPr>
          <p:cNvPr id="37" name="Text 35"/>
          <p:cNvSpPr/>
          <p:nvPr/>
        </p:nvSpPr>
        <p:spPr>
          <a:xfrm>
            <a:off x="12287250" y="815340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endParaRPr lang="en-US" sz="2250" dirty="0"/>
          </a:p>
        </p:txBody>
      </p:sp>
      <p:sp>
        <p:nvSpPr>
          <p:cNvPr id="38" name="Text 36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39" name="Connector line-1792363552311-53422692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1" name="Shape 39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2" name="Shape 40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3" name="Shape 41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1" name="Moda image moda-export-watermark-69255f8c-72e6-4551-8948-9f58b552340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NHỚ NGƯỜI</a:t>
            </a:r>
            <a:r>
              <a:rPr lang="en-US" sz="1950" b="1" spc="27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b="1" spc="28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54305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75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75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75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75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nhập?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571750"/>
            <a:ext cx="5334000" cy="4286250"/>
          </a:xfrm>
          <a:prstGeom prst="roundRect">
            <a:avLst>
              <a:gd name="adj" fmla="val 622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19200" y="2781300"/>
            <a:ext cx="4762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Session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219200" y="3429000"/>
            <a:ext cx="2095500" cy="1714500"/>
          </a:xfrm>
          <a:prstGeom prst="roundRect">
            <a:avLst>
              <a:gd name="adj" fmla="val 12222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19200" y="3581400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spc="9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457325" y="4229100"/>
            <a:ext cx="1619250" cy="571500"/>
          </a:xfrm>
          <a:prstGeom prst="roundRect">
            <a:avLst>
              <a:gd name="adj" fmla="val 23333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 liệu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3848100" y="3429000"/>
            <a:ext cx="2095500" cy="1714500"/>
          </a:xfrm>
          <a:prstGeom prst="roundRect">
            <a:avLst>
              <a:gd name="adj" fmla="val 12222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8100" y="3581400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spc="1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650" b="1" spc="15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086225" y="4229100"/>
            <a:ext cx="1619250" cy="571500"/>
          </a:xfrm>
          <a:prstGeom prst="roundRect">
            <a:avLst>
              <a:gd name="adj" fmla="val 23333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endParaRPr lang="en-US" sz="1950" dirty="0"/>
          </a:p>
        </p:txBody>
      </p:sp>
      <p:sp>
        <p:nvSpPr>
          <p:cNvPr id="12" name="Connector line-1792363610471-146082236"/>
          <p:cNvSpPr/>
          <p:nvPr/>
        </p:nvSpPr>
        <p:spPr>
          <a:xfrm flipH="1">
            <a:off x="3352800" y="4286250"/>
            <a:ext cx="4953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3" name="Text 11"/>
          <p:cNvSpPr/>
          <p:nvPr/>
        </p:nvSpPr>
        <p:spPr>
          <a:xfrm>
            <a:off x="1219200" y="5353050"/>
            <a:ext cx="472440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6477000" y="2571750"/>
            <a:ext cx="5334000" cy="4286250"/>
          </a:xfrm>
          <a:prstGeom prst="roundRect">
            <a:avLst>
              <a:gd name="adj" fmla="val 622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81800" y="2781300"/>
            <a:ext cx="4762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7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Token</a:t>
            </a:r>
            <a:r>
              <a:rPr lang="en-US" sz="3600" dirty="0" spc="-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ngẫu</a:t>
            </a:r>
            <a:r>
              <a:rPr lang="en-US" sz="36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nhiên</a:t>
            </a:r>
            <a:endParaRPr lang="en-US" sz="3600" dirty="0"/>
          </a:p>
        </p:txBody>
      </p:sp>
      <p:sp>
        <p:nvSpPr>
          <p:cNvPr id="16" name="Shape 14"/>
          <p:cNvSpPr/>
          <p:nvPr/>
        </p:nvSpPr>
        <p:spPr>
          <a:xfrm>
            <a:off x="6781800" y="3429000"/>
            <a:ext cx="2095500" cy="1714500"/>
          </a:xfrm>
          <a:prstGeom prst="roundRect">
            <a:avLst>
              <a:gd name="adj" fmla="val 12222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81800" y="3581400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spc="9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019925" y="4229100"/>
            <a:ext cx="1619250" cy="571500"/>
          </a:xfrm>
          <a:prstGeom prst="roundRect">
            <a:avLst>
              <a:gd name="adj" fmla="val 23333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 liệu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9410700" y="3429000"/>
            <a:ext cx="2095500" cy="1714500"/>
          </a:xfrm>
          <a:prstGeom prst="roundRect">
            <a:avLst>
              <a:gd name="adj" fmla="val 12222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10700" y="3581400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16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16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648825" y="4229100"/>
            <a:ext cx="1619250" cy="571500"/>
          </a:xfrm>
          <a:prstGeom prst="roundRect">
            <a:avLst>
              <a:gd name="adj" fmla="val 23333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endParaRPr lang="en-US" sz="1950" dirty="0"/>
          </a:p>
        </p:txBody>
      </p:sp>
      <p:sp>
        <p:nvSpPr>
          <p:cNvPr id="22" name="Connector line-1792363610484-695336966"/>
          <p:cNvSpPr/>
          <p:nvPr/>
        </p:nvSpPr>
        <p:spPr>
          <a:xfrm flipH="1">
            <a:off x="8915400" y="4286250"/>
            <a:ext cx="4953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23" name="Text 21"/>
          <p:cNvSpPr/>
          <p:nvPr/>
        </p:nvSpPr>
        <p:spPr>
          <a:xfrm>
            <a:off x="6781800" y="5353050"/>
            <a:ext cx="472440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hình,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 mang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12039600" y="2571750"/>
            <a:ext cx="5334000" cy="4286250"/>
          </a:xfrm>
          <a:prstGeom prst="roundRect">
            <a:avLst>
              <a:gd name="adj" fmla="val 622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344400" y="2781300"/>
            <a:ext cx="4762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7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3600" dirty="0"/>
          </a:p>
        </p:txBody>
      </p:sp>
      <p:sp>
        <p:nvSpPr>
          <p:cNvPr id="26" name="Shape 24"/>
          <p:cNvSpPr/>
          <p:nvPr/>
        </p:nvSpPr>
        <p:spPr>
          <a:xfrm>
            <a:off x="12344400" y="3429000"/>
            <a:ext cx="2095500" cy="1714500"/>
          </a:xfrm>
          <a:prstGeom prst="roundRect">
            <a:avLst>
              <a:gd name="adj" fmla="val 12222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344400" y="3581400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spc="9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12582525" y="4229100"/>
            <a:ext cx="1619250" cy="571500"/>
          </a:xfrm>
          <a:prstGeom prst="roundRect">
            <a:avLst>
              <a:gd name="adj" fmla="val 2333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14973300" y="3429000"/>
            <a:ext cx="2095500" cy="1714500"/>
          </a:xfrm>
          <a:prstGeom prst="roundRect">
            <a:avLst>
              <a:gd name="adj" fmla="val 12222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4973300" y="3581400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spc="13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15211425" y="3981450"/>
            <a:ext cx="1619250" cy="476250"/>
          </a:xfrm>
          <a:prstGeom prst="roundRect">
            <a:avLst>
              <a:gd name="adj" fmla="val 28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 liệu</a:t>
            </a:r>
            <a:endParaRPr lang="en-US" sz="1950" dirty="0"/>
          </a:p>
        </p:txBody>
      </p:sp>
      <p:sp>
        <p:nvSpPr>
          <p:cNvPr id="32" name="Text 30"/>
          <p:cNvSpPr/>
          <p:nvPr/>
        </p:nvSpPr>
        <p:spPr>
          <a:xfrm>
            <a:off x="15211425" y="4552950"/>
            <a:ext cx="1619250" cy="476250"/>
          </a:xfrm>
          <a:prstGeom prst="roundRect">
            <a:avLst>
              <a:gd name="adj" fmla="val 28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195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950" dirty="0"/>
          </a:p>
        </p:txBody>
      </p:sp>
      <p:sp>
        <p:nvSpPr>
          <p:cNvPr id="33" name="Connector line-1792363610497-367366860"/>
          <p:cNvSpPr/>
          <p:nvPr/>
        </p:nvSpPr>
        <p:spPr>
          <a:xfrm flipH="1">
            <a:off x="14478000" y="4286250"/>
            <a:ext cx="495300" cy="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triangle" w="lg" len="lg"/>
          </a:ln>
        </p:spPr>
      </p:sp>
      <p:sp>
        <p:nvSpPr>
          <p:cNvPr id="34" name="Text 32"/>
          <p:cNvSpPr/>
          <p:nvPr/>
        </p:nvSpPr>
        <p:spPr>
          <a:xfrm>
            <a:off x="12344400" y="5353050"/>
            <a:ext cx="4724400" cy="1333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token.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kiểm.</a:t>
            </a:r>
            <a:endParaRPr lang="en-US" sz="2250" dirty="0"/>
          </a:p>
        </p:txBody>
      </p:sp>
      <p:sp>
        <p:nvSpPr>
          <p:cNvPr id="35" name="Shape 33"/>
          <p:cNvSpPr/>
          <p:nvPr/>
        </p:nvSpPr>
        <p:spPr>
          <a:xfrm>
            <a:off x="914400" y="7086600"/>
            <a:ext cx="53340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36" name="Text 34"/>
          <p:cNvSpPr/>
          <p:nvPr/>
        </p:nvSpPr>
        <p:spPr>
          <a:xfrm>
            <a:off x="1219200" y="72771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1650" b="1" spc="22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219200" y="7658100"/>
            <a:ext cx="4762500" cy="1238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b="1" dirty="0" spc="-5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“Token</a:t>
            </a:r>
            <a:r>
              <a:rPr lang="en-US" sz="21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100" b="1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chủ”</a:t>
            </a:r>
            <a:endParaRPr lang="en-US" sz="2100" dirty="0"/>
          </a:p>
          <a:p>
            <a:pPr algn="l" indent="0" marL="0">
              <a:lnSpc>
                <a:spcPts val="2835"/>
              </a:lnSpc>
              <a:buNone/>
            </a:pP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6477000" y="7086600"/>
            <a:ext cx="53340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39" name="Text 37"/>
          <p:cNvSpPr/>
          <p:nvPr/>
        </p:nvSpPr>
        <p:spPr>
          <a:xfrm>
            <a:off x="6781800" y="72771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1650" b="1" spc="22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6781800" y="7658100"/>
            <a:ext cx="4762500" cy="1238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b="1" dirty="0" spc="-5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“Token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mã”</a:t>
            </a:r>
            <a:endParaRPr lang="en-US" sz="2100" dirty="0"/>
          </a:p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1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1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cứu.</a:t>
            </a:r>
            <a:endParaRPr lang="en-US" sz="2100" dirty="0"/>
          </a:p>
        </p:txBody>
      </p:sp>
      <p:sp>
        <p:nvSpPr>
          <p:cNvPr id="41" name="Shape 39"/>
          <p:cNvSpPr/>
          <p:nvPr/>
        </p:nvSpPr>
        <p:spPr>
          <a:xfrm>
            <a:off x="12039600" y="7086600"/>
            <a:ext cx="53340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42" name="Text 40"/>
          <p:cNvSpPr/>
          <p:nvPr/>
        </p:nvSpPr>
        <p:spPr>
          <a:xfrm>
            <a:off x="12344400" y="72771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1650" b="1" spc="2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1650" b="1" spc="1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(OWASP)</a:t>
            </a:r>
            <a:endParaRPr lang="en-US" sz="1650" dirty="0"/>
          </a:p>
        </p:txBody>
      </p:sp>
      <p:sp>
        <p:nvSpPr>
          <p:cNvPr id="43" name="Text 41"/>
          <p:cNvSpPr/>
          <p:nvPr/>
        </p:nvSpPr>
        <p:spPr>
          <a:xfrm>
            <a:off x="12344400" y="7658100"/>
            <a:ext cx="4762500" cy="1238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b="1" dirty="0" spc="-6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Vô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1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pPr algn="l" indent="0" marL="0">
              <a:lnSpc>
                <a:spcPts val="2835"/>
              </a:lnSpc>
              <a:buNone/>
            </a:pP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hồi,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còn “không</a:t>
            </a:r>
            <a:r>
              <a:rPr lang="en-US" sz="21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thái”.</a:t>
            </a:r>
            <a:endParaRPr lang="en-US" sz="2100" dirty="0"/>
          </a:p>
        </p:txBody>
      </p:sp>
      <p:sp>
        <p:nvSpPr>
          <p:cNvPr id="44" name="Text 42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45" name="Connector line-1792363610525-66064054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6" name="Shape 4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7" name="Shape 4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8" name="Shape 4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9" name="Shape 47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0" name="Shape 4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7" name="Moda image moda-export-watermark-788e955b-6012-407f-9283-817dd8da3f9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NHỜ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950" b="1" spc="28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31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54305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Bạn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75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ai,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7500" dirty="0" spc="-9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75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571750"/>
            <a:ext cx="8001000" cy="5143500"/>
          </a:xfrm>
          <a:prstGeom prst="roundRect">
            <a:avLst>
              <a:gd name="adj" fmla="val 51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81300"/>
            <a:ext cx="7239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SSO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295400" y="354330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9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Chứng</a:t>
            </a:r>
            <a:r>
              <a:rPr lang="en-US" sz="2250" dirty="0" spc="2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minh</a:t>
            </a:r>
            <a:r>
              <a:rPr lang="en-US" sz="2250" dirty="0" spc="0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bạn</a:t>
            </a:r>
            <a:r>
              <a:rPr lang="en-US" sz="2250" dirty="0" spc="-2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250" dirty="0" spc="6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ai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1295400" y="4191000"/>
            <a:ext cx="2762250" cy="1619250"/>
          </a:xfrm>
          <a:prstGeom prst="roundRect">
            <a:avLst>
              <a:gd name="adj" fmla="val 12941"/>
            </a:avLst>
          </a:prstGeom>
          <a:solidFill>
            <a:srgbClr val="232846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90650" y="4343400"/>
            <a:ext cx="2571750" cy="7239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ctr" indent="0" marL="0">
              <a:lnSpc>
                <a:spcPts val="2535"/>
              </a:lnSpc>
              <a:buNone/>
            </a:pP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9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19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 tâm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2105025" y="5219700"/>
            <a:ext cx="1143000" cy="419100"/>
          </a:xfrm>
          <a:prstGeom prst="roundRect">
            <a:avLst>
              <a:gd name="adj" fmla="val 27273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153150" y="4191000"/>
            <a:ext cx="2381250" cy="685800"/>
          </a:xfrm>
          <a:prstGeom prst="roundRect">
            <a:avLst>
              <a:gd name="adj" fmla="val 25000"/>
            </a:avLst>
          </a:prstGeom>
          <a:solidFill>
            <a:srgbClr val="232846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Ứng dụng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6153150" y="5124450"/>
            <a:ext cx="2381250" cy="685800"/>
          </a:xfrm>
          <a:prstGeom prst="roundRect">
            <a:avLst>
              <a:gd name="adj" fmla="val 25000"/>
            </a:avLst>
          </a:prstGeom>
          <a:solidFill>
            <a:srgbClr val="232846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Ứng dụng</a:t>
            </a:r>
            <a:endParaRPr lang="en-US" sz="1950" dirty="0"/>
          </a:p>
        </p:txBody>
      </p:sp>
      <p:sp>
        <p:nvSpPr>
          <p:cNvPr id="12" name="Connector line-1792366417915-390465576"/>
          <p:cNvSpPr/>
          <p:nvPr/>
        </p:nvSpPr>
        <p:spPr>
          <a:xfrm>
            <a:off x="4057650" y="4533900"/>
            <a:ext cx="209550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3" name="Connector line-1792366417916-691500533"/>
          <p:cNvSpPr/>
          <p:nvPr/>
        </p:nvSpPr>
        <p:spPr>
          <a:xfrm>
            <a:off x="4057650" y="5467350"/>
            <a:ext cx="209550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4" name="Text 12"/>
          <p:cNvSpPr/>
          <p:nvPr/>
        </p:nvSpPr>
        <p:spPr>
          <a:xfrm>
            <a:off x="4057650" y="4867275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65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1650" dirty="0"/>
          </a:p>
        </p:txBody>
      </p:sp>
      <p:sp>
        <p:nvSpPr>
          <p:cNvPr id="15" name="Text richtext-1792366417919-111175528"/>
          <p:cNvSpPr/>
          <p:nvPr/>
        </p:nvSpPr>
        <p:spPr>
          <a:xfrm>
            <a:off x="1295400" y="6191250"/>
            <a:ext cx="7239000" cy="1238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Đăng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2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lần,</a:t>
            </a:r>
            <a:r>
              <a:rPr lang="en-US" sz="22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2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2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2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phiên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372600" y="2571750"/>
            <a:ext cx="8001000" cy="5143500"/>
          </a:xfrm>
          <a:prstGeom prst="roundRect">
            <a:avLst>
              <a:gd name="adj" fmla="val 5185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9753600" y="2781300"/>
            <a:ext cx="7239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OAuth2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9753600" y="354330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Chỉ</a:t>
            </a:r>
            <a:r>
              <a:rPr lang="en-US" sz="2250" dirty="0" spc="17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chứng</a:t>
            </a:r>
            <a:r>
              <a:rPr lang="en-US" sz="2250" dirty="0" spc="3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minh</a:t>
            </a:r>
            <a:r>
              <a:rPr lang="en-US" sz="2250" dirty="0" spc="24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ứng</a:t>
            </a:r>
            <a:r>
              <a:rPr lang="en-US" sz="2250" dirty="0" spc="-1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dụng</a:t>
            </a:r>
            <a:r>
              <a:rPr lang="en-US" sz="2250" dirty="0" spc="9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250" dirty="0" spc="-1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2250" dirty="0" spc="0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9753600" y="4476750"/>
            <a:ext cx="2762250" cy="1047750"/>
          </a:xfrm>
          <a:prstGeom prst="roundRect">
            <a:avLst>
              <a:gd name="adj" fmla="val 20000"/>
            </a:avLst>
          </a:prstGeom>
          <a:solidFill>
            <a:srgbClr val="2A2D38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ủy</a:t>
            </a:r>
            <a:r>
              <a:rPr lang="en-US" sz="21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4611350" y="4476750"/>
            <a:ext cx="2381250" cy="1047750"/>
          </a:xfrm>
          <a:prstGeom prst="roundRect">
            <a:avLst>
              <a:gd name="adj" fmla="val 20000"/>
            </a:avLst>
          </a:prstGeom>
          <a:solidFill>
            <a:srgbClr val="2A2D38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100" dirty="0"/>
          </a:p>
        </p:txBody>
      </p:sp>
      <p:sp>
        <p:nvSpPr>
          <p:cNvPr id="21" name="Connector line-1792366417952-931300786"/>
          <p:cNvSpPr/>
          <p:nvPr/>
        </p:nvSpPr>
        <p:spPr>
          <a:xfrm>
            <a:off x="12515850" y="5000625"/>
            <a:ext cx="2095500" cy="0"/>
          </a:xfrm>
          <a:prstGeom prst="line">
            <a:avLst/>
          </a:prstGeom>
          <a:noFill/>
          <a:ln w="38100">
            <a:solidFill>
              <a:srgbClr val="F3EEE3"/>
            </a:solidFill>
            <a:prstDash val="solid"/>
            <a:headEnd type="none"/>
            <a:tailEnd type="triangle" w="lg" len="lg"/>
          </a:ln>
        </p:spPr>
      </p:sp>
      <p:sp>
        <p:nvSpPr>
          <p:cNvPr id="22" name="Text 20"/>
          <p:cNvSpPr/>
          <p:nvPr/>
        </p:nvSpPr>
        <p:spPr>
          <a:xfrm>
            <a:off x="12515850" y="4610100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cấp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access</a:t>
            </a:r>
            <a:r>
              <a:rPr lang="en-US" sz="1650" dirty="0" spc="-1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1650" dirty="0"/>
          </a:p>
        </p:txBody>
      </p:sp>
      <p:sp>
        <p:nvSpPr>
          <p:cNvPr id="23" name="Text richtext-1792366417955-881841304"/>
          <p:cNvSpPr/>
          <p:nvPr/>
        </p:nvSpPr>
        <p:spPr>
          <a:xfrm>
            <a:off x="9753600" y="6191250"/>
            <a:ext cx="7239000" cy="1238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2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Cấp</a:t>
            </a:r>
            <a:r>
              <a:rPr lang="en-US" sz="22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access</a:t>
            </a:r>
            <a:r>
              <a:rPr lang="en-US" sz="2250" dirty="0" spc="-2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250" dirty="0" spc="-3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2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25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25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250" dirty="0"/>
          </a:p>
        </p:txBody>
      </p:sp>
      <p:sp>
        <p:nvSpPr>
          <p:cNvPr id="24" name="Connector line-1792366417961-802037972"/>
          <p:cNvSpPr/>
          <p:nvPr/>
        </p:nvSpPr>
        <p:spPr>
          <a:xfrm>
            <a:off x="914400" y="8020050"/>
            <a:ext cx="164592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914400" y="82486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OAuth2</a:t>
            </a: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ủy</a:t>
            </a:r>
            <a:r>
              <a:rPr lang="en-US" sz="28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quyền,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850" dirty="0"/>
          </a:p>
        </p:txBody>
      </p:sp>
      <p:sp>
        <p:nvSpPr>
          <p:cNvPr id="26" name="Text 2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7" name="Connector line-1792366417966-43180164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Shape 27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0" name="Shape 28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Shape 29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3" name="Shape 31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36314cd2-b4c5-4662-9cf7-340165fea56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096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QR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 TỰ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6667500" cy="2381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Đăng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nhập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bằng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QR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790950"/>
            <a:ext cx="6191250" cy="1047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2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Điện</a:t>
            </a:r>
            <a:r>
              <a:rPr lang="en-US" sz="2550" dirty="0" spc="-4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thoại</a:t>
            </a:r>
            <a:r>
              <a:rPr lang="en-US" sz="2550" dirty="0" spc="9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550" dirty="0" spc="6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đăng</a:t>
            </a:r>
            <a:r>
              <a:rPr lang="en-US" sz="2550" dirty="0" spc="0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nhập</a:t>
            </a:r>
            <a:r>
              <a:rPr lang="en-US" sz="2550" dirty="0" spc="-4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sẵn</a:t>
            </a:r>
            <a:r>
              <a:rPr lang="en-US" sz="2550" dirty="0" spc="-21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xác</a:t>
            </a:r>
            <a:r>
              <a:rPr lang="en-US" sz="2550" dirty="0" spc="0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r>
              <a:rPr lang="en-US" sz="2550" dirty="0" spc="-9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2550" dirty="0" spc="-1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 bạn.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6134100" cy="2476500"/>
          </a:xfrm>
          <a:prstGeom prst="roundRect">
            <a:avLst>
              <a:gd name="adj" fmla="val 9231"/>
            </a:avLst>
          </a:prstGeom>
          <a:solidFill>
            <a:srgbClr val="CFE8E2"/>
          </a:solidFill>
          <a:ln/>
        </p:spPr>
      </p:sp>
      <p:sp>
        <p:nvSpPr>
          <p:cNvPr id="6" name="Text 4"/>
          <p:cNvSpPr/>
          <p:nvPr/>
        </p:nvSpPr>
        <p:spPr>
          <a:xfrm>
            <a:off x="1219200" y="5562600"/>
            <a:ext cx="5524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BẰNG</a:t>
            </a:r>
            <a:r>
              <a:rPr lang="en-US" sz="1650" b="1" spc="24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650" b="1" spc="21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6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219200" y="6096000"/>
            <a:ext cx="1390650" cy="1390650"/>
          </a:xfrm>
          <a:prstGeom prst="roundRect">
            <a:avLst>
              <a:gd name="adj" fmla="val 8219"/>
            </a:avLst>
          </a:prstGeom>
          <a:solidFill>
            <a:srgbClr val="FBF8F2"/>
          </a:solidFill>
          <a:ln/>
        </p:spPr>
      </p:sp>
      <p:sp>
        <p:nvSpPr>
          <p:cNvPr id="8" name="Shape 6"/>
          <p:cNvSpPr/>
          <p:nvPr/>
        </p:nvSpPr>
        <p:spPr>
          <a:xfrm>
            <a:off x="1314450" y="619125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9" name="Shape 7"/>
          <p:cNvSpPr/>
          <p:nvPr/>
        </p:nvSpPr>
        <p:spPr>
          <a:xfrm>
            <a:off x="1447800" y="619125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0" name="Shape 8"/>
          <p:cNvSpPr/>
          <p:nvPr/>
        </p:nvSpPr>
        <p:spPr>
          <a:xfrm>
            <a:off x="1581150" y="619125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1" name="Shape 9"/>
          <p:cNvSpPr/>
          <p:nvPr/>
        </p:nvSpPr>
        <p:spPr>
          <a:xfrm>
            <a:off x="1847850" y="619125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2" name="Shape 10"/>
          <p:cNvSpPr/>
          <p:nvPr/>
        </p:nvSpPr>
        <p:spPr>
          <a:xfrm>
            <a:off x="2114550" y="619125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3" name="Shape 11"/>
          <p:cNvSpPr/>
          <p:nvPr/>
        </p:nvSpPr>
        <p:spPr>
          <a:xfrm>
            <a:off x="2247900" y="619125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4" name="Shape 12"/>
          <p:cNvSpPr/>
          <p:nvPr/>
        </p:nvSpPr>
        <p:spPr>
          <a:xfrm>
            <a:off x="2381250" y="619125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5" name="Shape 13"/>
          <p:cNvSpPr/>
          <p:nvPr/>
        </p:nvSpPr>
        <p:spPr>
          <a:xfrm>
            <a:off x="1314450" y="632460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6" name="Shape 14"/>
          <p:cNvSpPr/>
          <p:nvPr/>
        </p:nvSpPr>
        <p:spPr>
          <a:xfrm>
            <a:off x="1581150" y="632460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7" name="Shape 15"/>
          <p:cNvSpPr/>
          <p:nvPr/>
        </p:nvSpPr>
        <p:spPr>
          <a:xfrm>
            <a:off x="1981200" y="632460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8" name="Shape 16"/>
          <p:cNvSpPr/>
          <p:nvPr/>
        </p:nvSpPr>
        <p:spPr>
          <a:xfrm>
            <a:off x="2114550" y="632460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9" name="Shape 17"/>
          <p:cNvSpPr/>
          <p:nvPr/>
        </p:nvSpPr>
        <p:spPr>
          <a:xfrm>
            <a:off x="2381250" y="632460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0" name="Shape 18"/>
          <p:cNvSpPr/>
          <p:nvPr/>
        </p:nvSpPr>
        <p:spPr>
          <a:xfrm>
            <a:off x="1314450" y="645795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1" name="Shape 19"/>
          <p:cNvSpPr/>
          <p:nvPr/>
        </p:nvSpPr>
        <p:spPr>
          <a:xfrm>
            <a:off x="1447800" y="645795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2" name="Shape 20"/>
          <p:cNvSpPr/>
          <p:nvPr/>
        </p:nvSpPr>
        <p:spPr>
          <a:xfrm>
            <a:off x="1581150" y="645795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3" name="Shape 21"/>
          <p:cNvSpPr/>
          <p:nvPr/>
        </p:nvSpPr>
        <p:spPr>
          <a:xfrm>
            <a:off x="1847850" y="645795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4" name="Shape 22"/>
          <p:cNvSpPr/>
          <p:nvPr/>
        </p:nvSpPr>
        <p:spPr>
          <a:xfrm>
            <a:off x="2114550" y="645795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5" name="Shape 23"/>
          <p:cNvSpPr/>
          <p:nvPr/>
        </p:nvSpPr>
        <p:spPr>
          <a:xfrm>
            <a:off x="2247900" y="645795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6" name="Shape 24"/>
          <p:cNvSpPr/>
          <p:nvPr/>
        </p:nvSpPr>
        <p:spPr>
          <a:xfrm>
            <a:off x="2381250" y="645795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7" name="Shape 25"/>
          <p:cNvSpPr/>
          <p:nvPr/>
        </p:nvSpPr>
        <p:spPr>
          <a:xfrm>
            <a:off x="1847850" y="659130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8" name="Shape 26"/>
          <p:cNvSpPr/>
          <p:nvPr/>
        </p:nvSpPr>
        <p:spPr>
          <a:xfrm>
            <a:off x="1981200" y="659130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9" name="Shape 27"/>
          <p:cNvSpPr/>
          <p:nvPr/>
        </p:nvSpPr>
        <p:spPr>
          <a:xfrm>
            <a:off x="1314450" y="672465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0" name="Shape 28"/>
          <p:cNvSpPr/>
          <p:nvPr/>
        </p:nvSpPr>
        <p:spPr>
          <a:xfrm>
            <a:off x="1581150" y="672465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1" name="Shape 29"/>
          <p:cNvSpPr/>
          <p:nvPr/>
        </p:nvSpPr>
        <p:spPr>
          <a:xfrm>
            <a:off x="1714500" y="672465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2" name="Shape 30"/>
          <p:cNvSpPr/>
          <p:nvPr/>
        </p:nvSpPr>
        <p:spPr>
          <a:xfrm>
            <a:off x="1981200" y="672465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3" name="Shape 31"/>
          <p:cNvSpPr/>
          <p:nvPr/>
        </p:nvSpPr>
        <p:spPr>
          <a:xfrm>
            <a:off x="2114550" y="672465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4" name="Shape 32"/>
          <p:cNvSpPr/>
          <p:nvPr/>
        </p:nvSpPr>
        <p:spPr>
          <a:xfrm>
            <a:off x="2381250" y="672465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5" name="Shape 33"/>
          <p:cNvSpPr/>
          <p:nvPr/>
        </p:nvSpPr>
        <p:spPr>
          <a:xfrm>
            <a:off x="1447800" y="685800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6" name="Shape 34"/>
          <p:cNvSpPr/>
          <p:nvPr/>
        </p:nvSpPr>
        <p:spPr>
          <a:xfrm>
            <a:off x="1847850" y="685800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7" name="Shape 35"/>
          <p:cNvSpPr/>
          <p:nvPr/>
        </p:nvSpPr>
        <p:spPr>
          <a:xfrm>
            <a:off x="2247900" y="685800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8" name="Shape 36"/>
          <p:cNvSpPr/>
          <p:nvPr/>
        </p:nvSpPr>
        <p:spPr>
          <a:xfrm>
            <a:off x="1314450" y="699135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9" name="Shape 37"/>
          <p:cNvSpPr/>
          <p:nvPr/>
        </p:nvSpPr>
        <p:spPr>
          <a:xfrm>
            <a:off x="1447800" y="699135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0" name="Shape 38"/>
          <p:cNvSpPr/>
          <p:nvPr/>
        </p:nvSpPr>
        <p:spPr>
          <a:xfrm>
            <a:off x="1581150" y="699135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1" name="Shape 39"/>
          <p:cNvSpPr/>
          <p:nvPr/>
        </p:nvSpPr>
        <p:spPr>
          <a:xfrm>
            <a:off x="1981200" y="699135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2" name="Shape 40"/>
          <p:cNvSpPr/>
          <p:nvPr/>
        </p:nvSpPr>
        <p:spPr>
          <a:xfrm>
            <a:off x="2381250" y="699135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3" name="Shape 41"/>
          <p:cNvSpPr/>
          <p:nvPr/>
        </p:nvSpPr>
        <p:spPr>
          <a:xfrm>
            <a:off x="1314450" y="712470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4" name="Shape 42"/>
          <p:cNvSpPr/>
          <p:nvPr/>
        </p:nvSpPr>
        <p:spPr>
          <a:xfrm>
            <a:off x="1581150" y="712470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5" name="Shape 43"/>
          <p:cNvSpPr/>
          <p:nvPr/>
        </p:nvSpPr>
        <p:spPr>
          <a:xfrm>
            <a:off x="1847850" y="712470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6" name="Shape 44"/>
          <p:cNvSpPr/>
          <p:nvPr/>
        </p:nvSpPr>
        <p:spPr>
          <a:xfrm>
            <a:off x="1981200" y="712470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7" name="Shape 45"/>
          <p:cNvSpPr/>
          <p:nvPr/>
        </p:nvSpPr>
        <p:spPr>
          <a:xfrm>
            <a:off x="2114550" y="712470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8" name="Shape 46"/>
          <p:cNvSpPr/>
          <p:nvPr/>
        </p:nvSpPr>
        <p:spPr>
          <a:xfrm>
            <a:off x="2247900" y="712470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9" name="Shape 47"/>
          <p:cNvSpPr/>
          <p:nvPr/>
        </p:nvSpPr>
        <p:spPr>
          <a:xfrm>
            <a:off x="1314450" y="725805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0" name="Shape 48"/>
          <p:cNvSpPr/>
          <p:nvPr/>
        </p:nvSpPr>
        <p:spPr>
          <a:xfrm>
            <a:off x="1447800" y="725805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1" name="Shape 49"/>
          <p:cNvSpPr/>
          <p:nvPr/>
        </p:nvSpPr>
        <p:spPr>
          <a:xfrm>
            <a:off x="1581150" y="725805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2" name="Shape 50"/>
          <p:cNvSpPr/>
          <p:nvPr/>
        </p:nvSpPr>
        <p:spPr>
          <a:xfrm>
            <a:off x="1847850" y="725805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3" name="Shape 51"/>
          <p:cNvSpPr/>
          <p:nvPr/>
        </p:nvSpPr>
        <p:spPr>
          <a:xfrm>
            <a:off x="2247900" y="725805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4" name="Shape 52"/>
          <p:cNvSpPr/>
          <p:nvPr/>
        </p:nvSpPr>
        <p:spPr>
          <a:xfrm>
            <a:off x="2381250" y="7258050"/>
            <a:ext cx="133350" cy="1333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5" name="Text 53"/>
          <p:cNvSpPr/>
          <p:nvPr/>
        </p:nvSpPr>
        <p:spPr>
          <a:xfrm>
            <a:off x="2838450" y="6057900"/>
            <a:ext cx="3962400" cy="1619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Bằng</a:t>
            </a:r>
            <a:r>
              <a:rPr lang="en-US" sz="21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thoại.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QR chỉ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bị.</a:t>
            </a:r>
            <a:endParaRPr lang="en-US" sz="2100" dirty="0"/>
          </a:p>
        </p:txBody>
      </p:sp>
      <p:sp>
        <p:nvSpPr>
          <p:cNvPr id="56" name="Shape 54"/>
          <p:cNvSpPr/>
          <p:nvPr/>
        </p:nvSpPr>
        <p:spPr>
          <a:xfrm>
            <a:off x="7429500" y="914400"/>
            <a:ext cx="9944100" cy="8096250"/>
          </a:xfrm>
          <a:prstGeom prst="roundRect">
            <a:avLst>
              <a:gd name="adj" fmla="val 329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858125" y="1219200"/>
            <a:ext cx="18097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950" b="1" dirty="0" spc="-1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1950" dirty="0"/>
          </a:p>
        </p:txBody>
      </p:sp>
      <p:sp>
        <p:nvSpPr>
          <p:cNvPr id="58" name="Text 56"/>
          <p:cNvSpPr/>
          <p:nvPr/>
        </p:nvSpPr>
        <p:spPr>
          <a:xfrm>
            <a:off x="11591925" y="1219200"/>
            <a:ext cx="18097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59" name="Text 57"/>
          <p:cNvSpPr/>
          <p:nvPr/>
        </p:nvSpPr>
        <p:spPr>
          <a:xfrm>
            <a:off x="15325725" y="1219200"/>
            <a:ext cx="18097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Điện</a:t>
            </a:r>
            <a:r>
              <a:rPr lang="en-US" sz="19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</a:t>
            </a:r>
            <a:endParaRPr lang="en-US" sz="1950" dirty="0"/>
          </a:p>
        </p:txBody>
      </p:sp>
      <p:sp>
        <p:nvSpPr>
          <p:cNvPr id="60" name="Connector line-1792367676920-50229145"/>
          <p:cNvSpPr/>
          <p:nvPr/>
        </p:nvSpPr>
        <p:spPr>
          <a:xfrm>
            <a:off x="8763000" y="1809750"/>
            <a:ext cx="0" cy="6905625"/>
          </a:xfrm>
          <a:prstGeom prst="line">
            <a:avLst/>
          </a:prstGeom>
          <a:noFill/>
          <a:ln w="19050">
            <a:solidFill>
              <a:srgbClr val="B8B2A0"/>
            </a:solidFill>
            <a:prstDash val="lgDash"/>
            <a:headEnd type="none"/>
            <a:tailEnd type="none"/>
          </a:ln>
        </p:spPr>
      </p:sp>
      <p:sp>
        <p:nvSpPr>
          <p:cNvPr id="61" name="Connector line-1792367676921-254990142"/>
          <p:cNvSpPr/>
          <p:nvPr/>
        </p:nvSpPr>
        <p:spPr>
          <a:xfrm>
            <a:off x="12496800" y="1809750"/>
            <a:ext cx="0" cy="6905625"/>
          </a:xfrm>
          <a:prstGeom prst="line">
            <a:avLst/>
          </a:prstGeom>
          <a:noFill/>
          <a:ln w="19050">
            <a:solidFill>
              <a:srgbClr val="B8B2A0"/>
            </a:solidFill>
            <a:prstDash val="lgDash"/>
            <a:headEnd type="none"/>
            <a:tailEnd type="none"/>
          </a:ln>
        </p:spPr>
      </p:sp>
      <p:sp>
        <p:nvSpPr>
          <p:cNvPr id="62" name="Connector line-1792367676921-326043500"/>
          <p:cNvSpPr/>
          <p:nvPr/>
        </p:nvSpPr>
        <p:spPr>
          <a:xfrm>
            <a:off x="16230600" y="1809750"/>
            <a:ext cx="0" cy="6905625"/>
          </a:xfrm>
          <a:prstGeom prst="line">
            <a:avLst/>
          </a:prstGeom>
          <a:noFill/>
          <a:ln w="19050">
            <a:solidFill>
              <a:srgbClr val="B8B2A0"/>
            </a:solidFill>
            <a:prstDash val="lgDash"/>
            <a:headEnd type="none"/>
            <a:tailEnd type="none"/>
          </a:ln>
        </p:spPr>
      </p:sp>
      <p:sp>
        <p:nvSpPr>
          <p:cNvPr id="63" name="Text 61"/>
          <p:cNvSpPr/>
          <p:nvPr/>
        </p:nvSpPr>
        <p:spPr>
          <a:xfrm>
            <a:off x="7639050" y="226695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800" dirty="0"/>
          </a:p>
        </p:txBody>
      </p:sp>
      <p:sp>
        <p:nvSpPr>
          <p:cNvPr id="64" name="Text 62"/>
          <p:cNvSpPr/>
          <p:nvPr/>
        </p:nvSpPr>
        <p:spPr>
          <a:xfrm>
            <a:off x="8763000" y="2114550"/>
            <a:ext cx="3733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xin</a:t>
            </a:r>
            <a:r>
              <a:rPr lang="en-US" sz="18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800" dirty="0"/>
          </a:p>
        </p:txBody>
      </p:sp>
      <p:sp>
        <p:nvSpPr>
          <p:cNvPr id="65" name="Connector line-1792367676932-237395291"/>
          <p:cNvSpPr/>
          <p:nvPr/>
        </p:nvSpPr>
        <p:spPr>
          <a:xfrm>
            <a:off x="8763000" y="2495550"/>
            <a:ext cx="3733800" cy="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triangle" w="lg" len="lg"/>
          </a:ln>
        </p:spPr>
      </p:sp>
      <p:sp>
        <p:nvSpPr>
          <p:cNvPr id="66" name="Text 64"/>
          <p:cNvSpPr/>
          <p:nvPr/>
        </p:nvSpPr>
        <p:spPr>
          <a:xfrm>
            <a:off x="10877550" y="2781300"/>
            <a:ext cx="3238500" cy="723900"/>
          </a:xfrm>
          <a:prstGeom prst="roundRect">
            <a:avLst>
              <a:gd name="adj" fmla="val 21053"/>
            </a:avLst>
          </a:prstGeom>
          <a:solidFill>
            <a:srgbClr val="CFE8E2"/>
          </a:solidFill>
          <a:ln w="19050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mã</a:t>
            </a:r>
            <a:r>
              <a:rPr lang="en-US" sz="16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ngẫu</a:t>
            </a:r>
            <a:r>
              <a:rPr lang="en-US" sz="16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nhiên,</a:t>
            </a:r>
            <a:r>
              <a:rPr lang="en-US" sz="16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đang</a:t>
            </a:r>
            <a:r>
              <a:rPr lang="en-US" sz="16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chờ,</a:t>
            </a:r>
            <a:endParaRPr lang="en-US" sz="1650" dirty="0"/>
          </a:p>
          <a:p>
            <a:pPr algn="ctr" indent="0" marL="0">
              <a:buNone/>
            </a:pPr>
            <a:r>
              <a:rPr lang="en-US" sz="16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hết</a:t>
            </a:r>
            <a:r>
              <a:rPr lang="en-US" sz="16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 nhanh</a:t>
            </a:r>
            <a:endParaRPr lang="en-US" sz="1650" dirty="0"/>
          </a:p>
        </p:txBody>
      </p:sp>
      <p:sp>
        <p:nvSpPr>
          <p:cNvPr id="67" name="Text 65"/>
          <p:cNvSpPr/>
          <p:nvPr/>
        </p:nvSpPr>
        <p:spPr>
          <a:xfrm>
            <a:off x="8763000" y="3581400"/>
            <a:ext cx="3733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endParaRPr lang="en-US" sz="1800" dirty="0"/>
          </a:p>
        </p:txBody>
      </p:sp>
      <p:sp>
        <p:nvSpPr>
          <p:cNvPr id="68" name="Connector line-1792367676937-476057757"/>
          <p:cNvSpPr/>
          <p:nvPr/>
        </p:nvSpPr>
        <p:spPr>
          <a:xfrm flipH="1">
            <a:off x="8763000" y="3962400"/>
            <a:ext cx="3733800" cy="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triangle" w="lg" len="lg"/>
          </a:ln>
        </p:spPr>
      </p:sp>
      <p:sp>
        <p:nvSpPr>
          <p:cNvPr id="69" name="Text 67"/>
          <p:cNvSpPr/>
          <p:nvPr/>
        </p:nvSpPr>
        <p:spPr>
          <a:xfrm>
            <a:off x="7639050" y="44100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800" dirty="0"/>
          </a:p>
        </p:txBody>
      </p:sp>
      <p:sp>
        <p:nvSpPr>
          <p:cNvPr id="70" name="Shape 68"/>
          <p:cNvSpPr/>
          <p:nvPr/>
        </p:nvSpPr>
        <p:spPr>
          <a:xfrm>
            <a:off x="7620000" y="4305300"/>
            <a:ext cx="2286000" cy="666750"/>
          </a:xfrm>
          <a:prstGeom prst="roundRect">
            <a:avLst>
              <a:gd name="adj" fmla="val 22857"/>
            </a:avLst>
          </a:prstGeom>
          <a:solidFill>
            <a:srgbClr val="CFE8E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677150" y="4305300"/>
            <a:ext cx="21717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vẽ</a:t>
            </a:r>
            <a:r>
              <a:rPr lang="en-US" sz="16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16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16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 QR</a:t>
            </a:r>
            <a:endParaRPr lang="en-US" sz="1650" dirty="0"/>
          </a:p>
        </p:txBody>
      </p:sp>
      <p:sp>
        <p:nvSpPr>
          <p:cNvPr id="72" name="Text 70"/>
          <p:cNvSpPr/>
          <p:nvPr/>
        </p:nvSpPr>
        <p:spPr>
          <a:xfrm>
            <a:off x="8763000" y="5257800"/>
            <a:ext cx="3733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180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</a:t>
            </a:r>
            <a:endParaRPr lang="en-US" sz="1800" dirty="0"/>
          </a:p>
        </p:txBody>
      </p:sp>
      <p:sp>
        <p:nvSpPr>
          <p:cNvPr id="73" name="Connector line-1792367676945-824750574"/>
          <p:cNvSpPr/>
          <p:nvPr/>
        </p:nvSpPr>
        <p:spPr>
          <a:xfrm>
            <a:off x="8763000" y="5638800"/>
            <a:ext cx="3733800" cy="0"/>
          </a:xfrm>
          <a:prstGeom prst="line">
            <a:avLst/>
          </a:prstGeom>
          <a:noFill/>
          <a:ln w="28575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74" name="Text 72"/>
          <p:cNvSpPr/>
          <p:nvPr/>
        </p:nvSpPr>
        <p:spPr>
          <a:xfrm>
            <a:off x="7639050" y="61341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800" dirty="0"/>
          </a:p>
        </p:txBody>
      </p:sp>
      <p:sp>
        <p:nvSpPr>
          <p:cNvPr id="75" name="Text 73"/>
          <p:cNvSpPr/>
          <p:nvPr/>
        </p:nvSpPr>
        <p:spPr>
          <a:xfrm>
            <a:off x="12496800" y="5981700"/>
            <a:ext cx="3733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8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8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8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endParaRPr lang="en-US" sz="1800" dirty="0"/>
          </a:p>
        </p:txBody>
      </p:sp>
      <p:sp>
        <p:nvSpPr>
          <p:cNvPr id="76" name="Connector line-1792367676951-679308062"/>
          <p:cNvSpPr/>
          <p:nvPr/>
        </p:nvSpPr>
        <p:spPr>
          <a:xfrm flipH="1">
            <a:off x="12496800" y="6362700"/>
            <a:ext cx="3733800" cy="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triangle" w="lg" len="lg"/>
          </a:ln>
        </p:spPr>
      </p:sp>
      <p:sp>
        <p:nvSpPr>
          <p:cNvPr id="77" name="Text 75"/>
          <p:cNvSpPr/>
          <p:nvPr/>
        </p:nvSpPr>
        <p:spPr>
          <a:xfrm>
            <a:off x="7639050" y="72771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800" dirty="0"/>
          </a:p>
        </p:txBody>
      </p:sp>
      <p:sp>
        <p:nvSpPr>
          <p:cNvPr id="78" name="Text 76"/>
          <p:cNvSpPr/>
          <p:nvPr/>
        </p:nvSpPr>
        <p:spPr>
          <a:xfrm>
            <a:off x="8763000" y="6743700"/>
            <a:ext cx="3733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800" dirty="0"/>
          </a:p>
        </p:txBody>
      </p:sp>
      <p:sp>
        <p:nvSpPr>
          <p:cNvPr id="79" name="Connector line-1792367676956-527550908"/>
          <p:cNvSpPr/>
          <p:nvPr/>
        </p:nvSpPr>
        <p:spPr>
          <a:xfrm>
            <a:off x="8763000" y="7124700"/>
            <a:ext cx="3733800" cy="0"/>
          </a:xfrm>
          <a:prstGeom prst="line">
            <a:avLst/>
          </a:prstGeom>
          <a:noFill/>
          <a:ln w="28575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80" name="Text 78"/>
          <p:cNvSpPr/>
          <p:nvPr/>
        </p:nvSpPr>
        <p:spPr>
          <a:xfrm>
            <a:off x="8763000" y="7467600"/>
            <a:ext cx="3733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18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mới,</a:t>
            </a:r>
            <a:r>
              <a:rPr lang="en-US" sz="18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b="1" dirty="0" spc="-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18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18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800" dirty="0"/>
          </a:p>
        </p:txBody>
      </p:sp>
      <p:sp>
        <p:nvSpPr>
          <p:cNvPr id="81" name="Connector line-1792367676957-288686855"/>
          <p:cNvSpPr/>
          <p:nvPr/>
        </p:nvSpPr>
        <p:spPr>
          <a:xfrm flipH="1">
            <a:off x="8763000" y="7886700"/>
            <a:ext cx="373380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82" name="Text 80"/>
          <p:cNvSpPr/>
          <p:nvPr/>
        </p:nvSpPr>
        <p:spPr>
          <a:xfrm>
            <a:off x="7429500" y="8382000"/>
            <a:ext cx="9944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 gian</a:t>
            </a:r>
            <a:r>
              <a:rPr lang="en-US" sz="1650" dirty="0" spc="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</a:t>
            </a:r>
            <a:endParaRPr lang="en-US" sz="1650" dirty="0"/>
          </a:p>
        </p:txBody>
      </p:sp>
      <p:sp>
        <p:nvSpPr>
          <p:cNvPr id="83" name="Text 8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84" name="Connector line-1792367676962-417187402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85" name="Shape 8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6" name="Shape 8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7" name="Shape 8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8" name="Shape 8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9" name="Shape 8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90" name="Shape 88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91" name="Shape 8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96" name="Moda image moda-export-watermark-dee2c495-ca72-4380-af68-a672050ea26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QR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Chạy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 chủ</a:t>
            </a:r>
            <a:r>
              <a:rPr lang="en-US" sz="75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75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chơi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438400"/>
            <a:ext cx="1645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1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-1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1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giả, không</a:t>
            </a:r>
            <a:r>
              <a:rPr lang="en-US" sz="21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r>
              <a:rPr lang="en-US" sz="210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914400" y="306705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3276600"/>
            <a:ext cx="2381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401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4000500" y="3181350"/>
            <a:ext cx="13049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4000500" y="3638550"/>
            <a:ext cx="13049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cookie,</a:t>
            </a:r>
            <a:r>
              <a:rPr lang="en-US" sz="21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0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</a:t>
            </a:r>
            <a:r>
              <a:rPr lang="en-US" sz="21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10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nhập: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401.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14400" y="424815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38250" y="4457700"/>
            <a:ext cx="2381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6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410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4000500" y="4362450"/>
            <a:ext cx="13049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4000500" y="4819650"/>
            <a:ext cx="13049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410,</a:t>
            </a:r>
            <a:r>
              <a:rPr lang="en-US" sz="210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lại 409.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914400" y="542925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238250" y="5638800"/>
            <a:ext cx="2476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</a:t>
            </a:r>
            <a:r>
              <a:rPr lang="en-US" sz="42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4000500" y="5543550"/>
            <a:ext cx="13049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4000500" y="6000750"/>
            <a:ext cx="13049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thắng,</a:t>
            </a:r>
            <a:r>
              <a:rPr lang="en-US" sz="21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1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14400" y="661035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1238250" y="6819900"/>
            <a:ext cx="2476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 giây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4000500" y="6724650"/>
            <a:ext cx="13049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Hết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410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4000500" y="7181850"/>
            <a:ext cx="13049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1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lần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thử.</a:t>
            </a:r>
            <a:r>
              <a:rPr lang="en-US" sz="2100" dirty="0" spc="-3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muộn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410.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14400" y="779145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1E212B"/>
          </a:solidFill>
          <a:ln/>
        </p:spPr>
      </p:sp>
      <p:sp>
        <p:nvSpPr>
          <p:cNvPr id="22" name="Text 20"/>
          <p:cNvSpPr/>
          <p:nvPr/>
        </p:nvSpPr>
        <p:spPr>
          <a:xfrm>
            <a:off x="1238250" y="8001000"/>
            <a:ext cx="2381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khác</a:t>
            </a:r>
            <a:endParaRPr lang="en-US" sz="4200" dirty="0"/>
          </a:p>
        </p:txBody>
      </p:sp>
      <p:sp>
        <p:nvSpPr>
          <p:cNvPr id="23" name="Text 21"/>
          <p:cNvSpPr/>
          <p:nvPr/>
        </p:nvSpPr>
        <p:spPr>
          <a:xfrm>
            <a:off x="4000500" y="7905750"/>
            <a:ext cx="13049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QR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4000500" y="8362950"/>
            <a:ext cx="13049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 khi</a:t>
            </a:r>
            <a:r>
              <a:rPr lang="en-US" sz="210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nhập,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100" dirty="0" spc="-4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r>
              <a:rPr lang="en-US" sz="210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đòi.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6" name="Connector line-1792369060760-478971793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8" name="Shape 26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Shape 27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0" name="Shape 28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Shape 29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4" name="Shape 32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284be65a-d5da-4513-99e9-d1339833eb7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 chủ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7500" dirty="0" spc="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4955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biết:</a:t>
            </a:r>
            <a:r>
              <a:rPr lang="en-US" sz="27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</a:t>
            </a:r>
            <a:r>
              <a:rPr lang="en-US" sz="270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7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đăng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nhập</a:t>
            </a:r>
            <a:r>
              <a:rPr lang="en-US" sz="270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vừa</a:t>
            </a:r>
            <a:r>
              <a:rPr lang="en-US" sz="270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xác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27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này.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257550"/>
            <a:ext cx="8001000" cy="4572000"/>
          </a:xfrm>
          <a:prstGeom prst="roundRect">
            <a:avLst>
              <a:gd name="adj" fmla="val 5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3486150"/>
            <a:ext cx="7429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CHIỀU</a:t>
            </a:r>
            <a:r>
              <a:rPr lang="en-US" sz="16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·</a:t>
            </a:r>
            <a:r>
              <a:rPr lang="en-US" sz="16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650" b="1" spc="19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6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295400" y="4038600"/>
            <a:ext cx="2857500" cy="1238250"/>
          </a:xfrm>
          <a:prstGeom prst="roundRect">
            <a:avLst>
              <a:gd name="adj" fmla="val 16923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3053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Điện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295400" y="4724400"/>
            <a:ext cx="285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của</a:t>
            </a:r>
            <a:r>
              <a:rPr lang="en-US" sz="16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kẻ</a:t>
            </a: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676900" y="4038600"/>
            <a:ext cx="2857500" cy="1238250"/>
          </a:xfrm>
          <a:prstGeom prst="roundRect">
            <a:avLst>
              <a:gd name="adj" fmla="val 16923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76900" y="43053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1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5676900" y="4724400"/>
            <a:ext cx="285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của nạn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4152900" y="4248150"/>
            <a:ext cx="152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xác</a:t>
            </a:r>
            <a:r>
              <a:rPr lang="en-US" sz="16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r>
              <a:rPr lang="en-US" sz="16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endParaRPr lang="en-US" sz="1650" dirty="0"/>
          </a:p>
        </p:txBody>
      </p:sp>
      <p:sp>
        <p:nvSpPr>
          <p:cNvPr id="14" name="Connector line-1792369267425-310408543"/>
          <p:cNvSpPr/>
          <p:nvPr/>
        </p:nvSpPr>
        <p:spPr>
          <a:xfrm>
            <a:off x="4152900" y="4657725"/>
            <a:ext cx="15240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5" name="Connector line-1792369267425-152395144"/>
          <p:cNvSpPr/>
          <p:nvPr/>
        </p:nvSpPr>
        <p:spPr>
          <a:xfrm>
            <a:off x="7105650" y="5276850"/>
            <a:ext cx="0" cy="5905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295400" y="5924550"/>
            <a:ext cx="7239000" cy="914400"/>
          </a:xfrm>
          <a:prstGeom prst="roundRect">
            <a:avLst>
              <a:gd name="adj" fmla="val 20833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 duyệt</a:t>
            </a:r>
            <a:r>
              <a:rPr lang="en-US" sz="22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250" b="1" dirty="0" spc="-2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kẻ</a:t>
            </a:r>
            <a:r>
              <a:rPr lang="en-US" sz="22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tấn</a:t>
            </a:r>
            <a:r>
              <a:rPr lang="en-US" sz="2250" b="1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295400" y="7048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</a:t>
            </a:r>
            <a:r>
              <a:rPr lang="en-US" sz="180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80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kẻ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ấy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 không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372600" y="3257550"/>
            <a:ext cx="8001000" cy="4572000"/>
          </a:xfrm>
          <a:prstGeom prst="roundRect">
            <a:avLst>
              <a:gd name="adj" fmla="val 5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53600" y="3486150"/>
            <a:ext cx="7429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CHIỀU</a:t>
            </a:r>
            <a:r>
              <a:rPr lang="en-US" sz="16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</a:t>
            </a:r>
            <a:r>
              <a:rPr lang="en-US" sz="16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650" b="1" spc="2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1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QRLJACKING</a:t>
            </a:r>
            <a:r>
              <a:rPr lang="en-US" sz="1650" b="1" spc="1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(OWASP)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9753600" y="4038600"/>
            <a:ext cx="2857500" cy="1238250"/>
          </a:xfrm>
          <a:prstGeom prst="roundRect">
            <a:avLst>
              <a:gd name="adj" fmla="val 16923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53600" y="43053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Điện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753600" y="4724400"/>
            <a:ext cx="285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của nạn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4135100" y="4038600"/>
            <a:ext cx="2857500" cy="1238250"/>
          </a:xfrm>
          <a:prstGeom prst="roundRect">
            <a:avLst>
              <a:gd name="adj" fmla="val 16923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4135100" y="43053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1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4135100" y="4724400"/>
            <a:ext cx="285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của</a:t>
            </a:r>
            <a:r>
              <a:rPr lang="en-US" sz="16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kẻ</a:t>
            </a: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2611100" y="4248150"/>
            <a:ext cx="152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quét</a:t>
            </a:r>
            <a:r>
              <a:rPr lang="en-US" sz="16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endParaRPr lang="en-US" sz="1650" dirty="0"/>
          </a:p>
        </p:txBody>
      </p:sp>
      <p:sp>
        <p:nvSpPr>
          <p:cNvPr id="27" name="Connector line-1792369267443-274922811"/>
          <p:cNvSpPr/>
          <p:nvPr/>
        </p:nvSpPr>
        <p:spPr>
          <a:xfrm>
            <a:off x="12611100" y="4657725"/>
            <a:ext cx="15240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28" name="Connector line-1792369267443-66960236"/>
          <p:cNvSpPr/>
          <p:nvPr/>
        </p:nvSpPr>
        <p:spPr>
          <a:xfrm>
            <a:off x="15563850" y="5276850"/>
            <a:ext cx="0" cy="5905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9753600" y="5924550"/>
            <a:ext cx="7239000" cy="914400"/>
          </a:xfrm>
          <a:prstGeom prst="roundRect">
            <a:avLst>
              <a:gd name="adj" fmla="val 20833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 duyệt</a:t>
            </a:r>
            <a:r>
              <a:rPr lang="en-US" sz="2250" b="1" dirty="0" spc="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r>
              <a:rPr lang="en-US" sz="22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nạn</a:t>
            </a:r>
            <a:r>
              <a:rPr lang="en-US" sz="225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9753600" y="7048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khuyên</a:t>
            </a:r>
            <a:r>
              <a:rPr lang="en-US" sz="180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đừng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8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QR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cần.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914400" y="8153400"/>
            <a:ext cx="76200" cy="4953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32" name="Text 30"/>
          <p:cNvSpPr/>
          <p:nvPr/>
        </p:nvSpPr>
        <p:spPr>
          <a:xfrm>
            <a:off x="1219200" y="8153400"/>
            <a:ext cx="161544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 chơi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biện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rủi</a:t>
            </a: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550" dirty="0"/>
          </a:p>
        </p:txBody>
      </p:sp>
      <p:sp>
        <p:nvSpPr>
          <p:cNvPr id="33" name="Text 3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4" name="Connector line-1792369267453-49220659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0" name="Shape 3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1" name="Shape 3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2" name="Shape 40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3" name="Shape 4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6" name="Moda image moda-export-watermark-a9ba0bc6-a68a-4a6b-8fa8-b12a189e7cb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91440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75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75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495550"/>
            <a:ext cx="91440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Alice,</a:t>
            </a:r>
            <a:r>
              <a:rPr lang="en-US" sz="25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5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đăng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nhập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sẵn</a:t>
            </a:r>
            <a:r>
              <a:rPr lang="en-US" sz="255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255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điện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thoại,</a:t>
            </a: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quét</a:t>
            </a:r>
            <a:r>
              <a:rPr lang="en-US" sz="25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5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QR</a:t>
            </a:r>
            <a:r>
              <a:rPr lang="en-US" sz="255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25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trang</a:t>
            </a: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lạ.</a:t>
            </a:r>
            <a:r>
              <a:rPr lang="en-US" sz="25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25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thấy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gì,</a:t>
            </a:r>
            <a:r>
              <a:rPr lang="en-US" sz="25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thiếu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</a:t>
            </a:r>
            <a:r>
              <a:rPr lang="en-US" sz="255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biết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</a:t>
            </a:r>
            <a:r>
              <a:rPr lang="en-US" sz="25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cô?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4152900"/>
            <a:ext cx="8953500" cy="4724400"/>
          </a:xfrm>
          <a:prstGeom prst="roundRect">
            <a:avLst>
              <a:gd name="adj" fmla="val 564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33500" y="4495800"/>
            <a:ext cx="3143250" cy="1619250"/>
          </a:xfrm>
          <a:prstGeom prst="roundRect">
            <a:avLst>
              <a:gd name="adj" fmla="val 12941"/>
            </a:avLst>
          </a:prstGeom>
          <a:solidFill>
            <a:srgbClr val="E8E0CF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85900" y="4667250"/>
            <a:ext cx="1809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9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485900" y="5029200"/>
            <a:ext cx="1809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3295650" y="4705350"/>
            <a:ext cx="1028700" cy="1028700"/>
          </a:xfrm>
          <a:prstGeom prst="roundRect">
            <a:avLst>
              <a:gd name="adj" fmla="val 9259"/>
            </a:avLst>
          </a:prstGeom>
          <a:solidFill>
            <a:srgbClr val="FBF8F2"/>
          </a:solidFill>
          <a:ln/>
        </p:spPr>
      </p:sp>
      <p:sp>
        <p:nvSpPr>
          <p:cNvPr id="10" name="Shape 8"/>
          <p:cNvSpPr/>
          <p:nvPr/>
        </p:nvSpPr>
        <p:spPr>
          <a:xfrm>
            <a:off x="3343275" y="4752975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1" name="Shape 9"/>
          <p:cNvSpPr/>
          <p:nvPr/>
        </p:nvSpPr>
        <p:spPr>
          <a:xfrm>
            <a:off x="3448050" y="4752975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2" name="Shape 10"/>
          <p:cNvSpPr/>
          <p:nvPr/>
        </p:nvSpPr>
        <p:spPr>
          <a:xfrm>
            <a:off x="3552825" y="4752975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3" name="Shape 11"/>
          <p:cNvSpPr/>
          <p:nvPr/>
        </p:nvSpPr>
        <p:spPr>
          <a:xfrm>
            <a:off x="3762375" y="4752975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4" name="Shape 12"/>
          <p:cNvSpPr/>
          <p:nvPr/>
        </p:nvSpPr>
        <p:spPr>
          <a:xfrm>
            <a:off x="3971925" y="4752975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5" name="Shape 13"/>
          <p:cNvSpPr/>
          <p:nvPr/>
        </p:nvSpPr>
        <p:spPr>
          <a:xfrm>
            <a:off x="4076700" y="4752975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6" name="Shape 14"/>
          <p:cNvSpPr/>
          <p:nvPr/>
        </p:nvSpPr>
        <p:spPr>
          <a:xfrm>
            <a:off x="4181475" y="4752975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7" name="Shape 15"/>
          <p:cNvSpPr/>
          <p:nvPr/>
        </p:nvSpPr>
        <p:spPr>
          <a:xfrm>
            <a:off x="3343275" y="4857750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8" name="Shape 16"/>
          <p:cNvSpPr/>
          <p:nvPr/>
        </p:nvSpPr>
        <p:spPr>
          <a:xfrm>
            <a:off x="3552825" y="4857750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9" name="Shape 17"/>
          <p:cNvSpPr/>
          <p:nvPr/>
        </p:nvSpPr>
        <p:spPr>
          <a:xfrm>
            <a:off x="3867150" y="4857750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0" name="Shape 18"/>
          <p:cNvSpPr/>
          <p:nvPr/>
        </p:nvSpPr>
        <p:spPr>
          <a:xfrm>
            <a:off x="3971925" y="4857750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1" name="Shape 19"/>
          <p:cNvSpPr/>
          <p:nvPr/>
        </p:nvSpPr>
        <p:spPr>
          <a:xfrm>
            <a:off x="4181475" y="4857750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2" name="Shape 20"/>
          <p:cNvSpPr/>
          <p:nvPr/>
        </p:nvSpPr>
        <p:spPr>
          <a:xfrm>
            <a:off x="3343275" y="4962525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3" name="Shape 21"/>
          <p:cNvSpPr/>
          <p:nvPr/>
        </p:nvSpPr>
        <p:spPr>
          <a:xfrm>
            <a:off x="3448050" y="4962525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4" name="Shape 22"/>
          <p:cNvSpPr/>
          <p:nvPr/>
        </p:nvSpPr>
        <p:spPr>
          <a:xfrm>
            <a:off x="3552825" y="4962525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5" name="Shape 23"/>
          <p:cNvSpPr/>
          <p:nvPr/>
        </p:nvSpPr>
        <p:spPr>
          <a:xfrm>
            <a:off x="3762375" y="4962525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6" name="Shape 24"/>
          <p:cNvSpPr/>
          <p:nvPr/>
        </p:nvSpPr>
        <p:spPr>
          <a:xfrm>
            <a:off x="3971925" y="4962525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7" name="Shape 25"/>
          <p:cNvSpPr/>
          <p:nvPr/>
        </p:nvSpPr>
        <p:spPr>
          <a:xfrm>
            <a:off x="4076700" y="4962525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8" name="Shape 26"/>
          <p:cNvSpPr/>
          <p:nvPr/>
        </p:nvSpPr>
        <p:spPr>
          <a:xfrm>
            <a:off x="4181475" y="4962525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9" name="Shape 27"/>
          <p:cNvSpPr/>
          <p:nvPr/>
        </p:nvSpPr>
        <p:spPr>
          <a:xfrm>
            <a:off x="3762375" y="5067300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0" name="Shape 28"/>
          <p:cNvSpPr/>
          <p:nvPr/>
        </p:nvSpPr>
        <p:spPr>
          <a:xfrm>
            <a:off x="3867150" y="5067300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1" name="Shape 29"/>
          <p:cNvSpPr/>
          <p:nvPr/>
        </p:nvSpPr>
        <p:spPr>
          <a:xfrm>
            <a:off x="3343275" y="5172075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2" name="Shape 30"/>
          <p:cNvSpPr/>
          <p:nvPr/>
        </p:nvSpPr>
        <p:spPr>
          <a:xfrm>
            <a:off x="3552825" y="5172075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3" name="Shape 31"/>
          <p:cNvSpPr/>
          <p:nvPr/>
        </p:nvSpPr>
        <p:spPr>
          <a:xfrm>
            <a:off x="3657600" y="5172075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4" name="Shape 32"/>
          <p:cNvSpPr/>
          <p:nvPr/>
        </p:nvSpPr>
        <p:spPr>
          <a:xfrm>
            <a:off x="3867150" y="5172075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5" name="Shape 33"/>
          <p:cNvSpPr/>
          <p:nvPr/>
        </p:nvSpPr>
        <p:spPr>
          <a:xfrm>
            <a:off x="3971925" y="5172075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6" name="Shape 34"/>
          <p:cNvSpPr/>
          <p:nvPr/>
        </p:nvSpPr>
        <p:spPr>
          <a:xfrm>
            <a:off x="4181475" y="5172075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7" name="Shape 35"/>
          <p:cNvSpPr/>
          <p:nvPr/>
        </p:nvSpPr>
        <p:spPr>
          <a:xfrm>
            <a:off x="3448050" y="5276850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8" name="Shape 36"/>
          <p:cNvSpPr/>
          <p:nvPr/>
        </p:nvSpPr>
        <p:spPr>
          <a:xfrm>
            <a:off x="3762375" y="5276850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9" name="Shape 37"/>
          <p:cNvSpPr/>
          <p:nvPr/>
        </p:nvSpPr>
        <p:spPr>
          <a:xfrm>
            <a:off x="4076700" y="5276850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0" name="Shape 38"/>
          <p:cNvSpPr/>
          <p:nvPr/>
        </p:nvSpPr>
        <p:spPr>
          <a:xfrm>
            <a:off x="3343275" y="5381625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1" name="Shape 39"/>
          <p:cNvSpPr/>
          <p:nvPr/>
        </p:nvSpPr>
        <p:spPr>
          <a:xfrm>
            <a:off x="3448050" y="5381625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2" name="Shape 40"/>
          <p:cNvSpPr/>
          <p:nvPr/>
        </p:nvSpPr>
        <p:spPr>
          <a:xfrm>
            <a:off x="3552825" y="5381625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3" name="Shape 41"/>
          <p:cNvSpPr/>
          <p:nvPr/>
        </p:nvSpPr>
        <p:spPr>
          <a:xfrm>
            <a:off x="3867150" y="5381625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4" name="Shape 42"/>
          <p:cNvSpPr/>
          <p:nvPr/>
        </p:nvSpPr>
        <p:spPr>
          <a:xfrm>
            <a:off x="4181475" y="5381625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5" name="Shape 43"/>
          <p:cNvSpPr/>
          <p:nvPr/>
        </p:nvSpPr>
        <p:spPr>
          <a:xfrm>
            <a:off x="3343275" y="5486400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6" name="Shape 44"/>
          <p:cNvSpPr/>
          <p:nvPr/>
        </p:nvSpPr>
        <p:spPr>
          <a:xfrm>
            <a:off x="3552825" y="5486400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7" name="Shape 45"/>
          <p:cNvSpPr/>
          <p:nvPr/>
        </p:nvSpPr>
        <p:spPr>
          <a:xfrm>
            <a:off x="3762375" y="5486400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7150" y="5486400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9" name="Shape 47"/>
          <p:cNvSpPr/>
          <p:nvPr/>
        </p:nvSpPr>
        <p:spPr>
          <a:xfrm>
            <a:off x="3971925" y="5486400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0" name="Shape 48"/>
          <p:cNvSpPr/>
          <p:nvPr/>
        </p:nvSpPr>
        <p:spPr>
          <a:xfrm>
            <a:off x="4076700" y="5486400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1" name="Shape 49"/>
          <p:cNvSpPr/>
          <p:nvPr/>
        </p:nvSpPr>
        <p:spPr>
          <a:xfrm>
            <a:off x="3343275" y="5591175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2" name="Shape 50"/>
          <p:cNvSpPr/>
          <p:nvPr/>
        </p:nvSpPr>
        <p:spPr>
          <a:xfrm>
            <a:off x="3448050" y="5591175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3" name="Shape 51"/>
          <p:cNvSpPr/>
          <p:nvPr/>
        </p:nvSpPr>
        <p:spPr>
          <a:xfrm>
            <a:off x="3552825" y="5591175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4" name="Shape 52"/>
          <p:cNvSpPr/>
          <p:nvPr/>
        </p:nvSpPr>
        <p:spPr>
          <a:xfrm>
            <a:off x="3762375" y="5591175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5" name="Shape 53"/>
          <p:cNvSpPr/>
          <p:nvPr/>
        </p:nvSpPr>
        <p:spPr>
          <a:xfrm>
            <a:off x="4076700" y="5591175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6" name="Shape 54"/>
          <p:cNvSpPr/>
          <p:nvPr/>
        </p:nvSpPr>
        <p:spPr>
          <a:xfrm>
            <a:off x="4181475" y="5591175"/>
            <a:ext cx="104775" cy="104775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7" name="Shape 55"/>
          <p:cNvSpPr/>
          <p:nvPr/>
        </p:nvSpPr>
        <p:spPr>
          <a:xfrm>
            <a:off x="1333500" y="7029450"/>
            <a:ext cx="3143250" cy="1619250"/>
          </a:xfrm>
          <a:prstGeom prst="roundRect">
            <a:avLst>
              <a:gd name="adj" fmla="val 12941"/>
            </a:avLst>
          </a:prstGeom>
          <a:solidFill>
            <a:srgbClr val="E8E0CF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485900" y="7162800"/>
            <a:ext cx="28384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Điện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</a:t>
            </a:r>
            <a:endParaRPr lang="en-US" sz="1950" dirty="0"/>
          </a:p>
        </p:txBody>
      </p:sp>
      <p:sp>
        <p:nvSpPr>
          <p:cNvPr id="59" name="Text 57"/>
          <p:cNvSpPr/>
          <p:nvPr/>
        </p:nvSpPr>
        <p:spPr>
          <a:xfrm>
            <a:off x="1485900" y="7505700"/>
            <a:ext cx="28384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của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Alice</a:t>
            </a:r>
            <a:endParaRPr lang="en-US" sz="1650" dirty="0"/>
          </a:p>
        </p:txBody>
      </p:sp>
      <p:sp>
        <p:nvSpPr>
          <p:cNvPr id="60" name="Text 58"/>
          <p:cNvSpPr/>
          <p:nvPr/>
        </p:nvSpPr>
        <p:spPr>
          <a:xfrm>
            <a:off x="1485900" y="7943850"/>
            <a:ext cx="2838450" cy="533400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1800" b="1" dirty="0" spc="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b="1" dirty="0" spc="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80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6724650" y="7029450"/>
            <a:ext cx="2857500" cy="1619250"/>
          </a:xfrm>
          <a:prstGeom prst="roundRect">
            <a:avLst>
              <a:gd name="adj" fmla="val 12941"/>
            </a:avLst>
          </a:prstGeom>
          <a:solidFill>
            <a:srgbClr val="E8E0CF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24650" y="742950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250" dirty="0"/>
          </a:p>
        </p:txBody>
      </p:sp>
      <p:sp>
        <p:nvSpPr>
          <p:cNvPr id="63" name="Text 61"/>
          <p:cNvSpPr/>
          <p:nvPr/>
        </p:nvSpPr>
        <p:spPr>
          <a:xfrm>
            <a:off x="6724650" y="7867650"/>
            <a:ext cx="285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1800" dirty="0"/>
          </a:p>
        </p:txBody>
      </p:sp>
      <p:sp>
        <p:nvSpPr>
          <p:cNvPr id="64" name="Text 62"/>
          <p:cNvSpPr/>
          <p:nvPr/>
        </p:nvSpPr>
        <p:spPr>
          <a:xfrm>
            <a:off x="4476750" y="7410450"/>
            <a:ext cx="2247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mã</a:t>
            </a:r>
            <a:r>
              <a:rPr lang="en-US" sz="1650" dirty="0" spc="3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+</a:t>
            </a:r>
            <a:r>
              <a:rPr lang="en-US" sz="1650" dirty="0" spc="-1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</a:t>
            </a:r>
            <a:endParaRPr lang="en-US" sz="1650" dirty="0"/>
          </a:p>
        </p:txBody>
      </p:sp>
      <p:sp>
        <p:nvSpPr>
          <p:cNvPr id="65" name="Connector line-1792369418649-64348699"/>
          <p:cNvSpPr/>
          <p:nvPr/>
        </p:nvSpPr>
        <p:spPr>
          <a:xfrm>
            <a:off x="4476750" y="7839075"/>
            <a:ext cx="22479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66" name="Connector line-1792369418650-809407927"/>
          <p:cNvSpPr/>
          <p:nvPr/>
        </p:nvSpPr>
        <p:spPr>
          <a:xfrm flipV="1">
            <a:off x="2905125" y="6172200"/>
            <a:ext cx="0" cy="857250"/>
          </a:xfrm>
          <a:prstGeom prst="line">
            <a:avLst/>
          </a:prstGeom>
          <a:noFill/>
          <a:ln w="38100">
            <a:solidFill>
              <a:srgbClr val="14161C"/>
            </a:solidFill>
            <a:prstDash val="lgDash"/>
            <a:headEnd type="none"/>
            <a:tailEnd type="triangle" w="lg" len="lg"/>
          </a:ln>
        </p:spPr>
      </p:sp>
      <p:sp>
        <p:nvSpPr>
          <p:cNvPr id="67" name="Text 65"/>
          <p:cNvSpPr/>
          <p:nvPr/>
        </p:nvSpPr>
        <p:spPr>
          <a:xfrm>
            <a:off x="3086100" y="6438900"/>
            <a:ext cx="1238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quét</a:t>
            </a:r>
            <a:r>
              <a:rPr lang="en-US" sz="16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QR</a:t>
            </a:r>
            <a:endParaRPr lang="en-US" sz="1650" dirty="0"/>
          </a:p>
        </p:txBody>
      </p:sp>
      <p:sp>
        <p:nvSpPr>
          <p:cNvPr id="68" name="Shape 66"/>
          <p:cNvSpPr/>
          <p:nvPr/>
        </p:nvSpPr>
        <p:spPr>
          <a:xfrm>
            <a:off x="7505700" y="4495800"/>
            <a:ext cx="1295400" cy="1295400"/>
          </a:xfrm>
          <a:prstGeom prst="ellipse">
            <a:avLst/>
          </a:prstGeom>
          <a:noFill/>
          <a:ln w="28575">
            <a:solidFill>
              <a:srgbClr val="6B6A66"/>
            </a:solidFill>
            <a:prstDash val="lgDash"/>
          </a:ln>
        </p:spPr>
      </p:sp>
      <p:sp>
        <p:nvSpPr>
          <p:cNvPr id="69" name="Text 67"/>
          <p:cNvSpPr/>
          <p:nvPr/>
        </p:nvSpPr>
        <p:spPr>
          <a:xfrm>
            <a:off x="7581900" y="4629150"/>
            <a:ext cx="1143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0" dirty="0" spc="-5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?</a:t>
            </a:r>
            <a:endParaRPr lang="en-US" sz="6300" dirty="0"/>
          </a:p>
        </p:txBody>
      </p:sp>
      <p:sp>
        <p:nvSpPr>
          <p:cNvPr id="70" name="Text 68"/>
          <p:cNvSpPr/>
          <p:nvPr/>
        </p:nvSpPr>
        <p:spPr>
          <a:xfrm>
            <a:off x="6724650" y="5924550"/>
            <a:ext cx="2857500" cy="666750"/>
          </a:xfrm>
          <a:prstGeom prst="rect">
            <a:avLst/>
          </a:prstGeom>
          <a:noFill/>
          <a:ln/>
        </p:spPr>
        <p:txBody>
          <a:bodyPr wrap="square" lIns="0" tIns="6271" rIns="0" bIns="-6271" rtlCol="0" anchor="t"/>
          <a:lstStyle/>
          <a:p>
            <a:pPr algn="ctr" indent="0" marL="0">
              <a:lnSpc>
                <a:spcPts val="2228"/>
              </a:lnSpc>
              <a:buNone/>
            </a:pPr>
            <a:r>
              <a:rPr lang="en-US" sz="16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6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nào,</a:t>
            </a:r>
            <a:endParaRPr lang="en-US" sz="1650" dirty="0"/>
          </a:p>
          <a:p>
            <a:pPr algn="ctr" indent="0" marL="0">
              <a:lnSpc>
                <a:spcPts val="2228"/>
              </a:lnSpc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6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ngồi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6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đó?</a:t>
            </a:r>
            <a:endParaRPr lang="en-US" sz="1650" dirty="0"/>
          </a:p>
        </p:txBody>
      </p:sp>
      <p:sp>
        <p:nvSpPr>
          <p:cNvPr id="71" name="Connector line-1792369418660-762726436"/>
          <p:cNvSpPr/>
          <p:nvPr/>
        </p:nvSpPr>
        <p:spPr>
          <a:xfrm flipV="1">
            <a:off x="8153400" y="6629400"/>
            <a:ext cx="0" cy="400050"/>
          </a:xfrm>
          <a:prstGeom prst="line">
            <a:avLst/>
          </a:prstGeom>
          <a:noFill/>
          <a:ln w="28575">
            <a:solidFill>
              <a:srgbClr val="6B6A66"/>
            </a:solidFill>
            <a:prstDash val="dash"/>
            <a:headEnd type="none"/>
            <a:tailEnd type="none"/>
          </a:ln>
        </p:spPr>
      </p:sp>
      <p:sp>
        <p:nvSpPr>
          <p:cNvPr id="72" name="Shape 70"/>
          <p:cNvSpPr/>
          <p:nvPr/>
        </p:nvSpPr>
        <p:spPr>
          <a:xfrm>
            <a:off x="10382250" y="914400"/>
            <a:ext cx="6991350" cy="8077200"/>
          </a:xfrm>
          <a:prstGeom prst="roundRect">
            <a:avLst>
              <a:gd name="adj" fmla="val 3815"/>
            </a:avLst>
          </a:prstGeom>
          <a:solidFill>
            <a:srgbClr val="1F3FD1"/>
          </a:solidFill>
          <a:ln/>
        </p:spPr>
      </p:sp>
      <p:sp>
        <p:nvSpPr>
          <p:cNvPr id="73" name="Shape 71"/>
          <p:cNvSpPr/>
          <p:nvPr/>
        </p:nvSpPr>
        <p:spPr>
          <a:xfrm>
            <a:off x="10858500" y="1409700"/>
            <a:ext cx="533400" cy="533400"/>
          </a:xfrm>
          <a:prstGeom prst="ellips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1001375" y="1571625"/>
            <a:ext cx="257175" cy="209550"/>
          </a:xfrm>
          <a:custGeom>
            <a:avLst/>
            <a:gdLst/>
            <a:ahLst/>
            <a:cxnLst/>
            <a:rect l="l" t="t" r="r" b="b"/>
            <a:pathLst>
              <a:path w="257175" h="209550">
                <a:moveTo>
                  <a:pt x="0" y="114300"/>
                </a:moveTo>
                <a:lnTo>
                  <a:pt x="85725" y="209550"/>
                </a:lnTo>
                <a:lnTo>
                  <a:pt x="257175" y="0"/>
                </a:lnTo>
              </a:path>
            </a:pathLst>
          </a:custGeom>
          <a:ln w="381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0877550" y="2286000"/>
            <a:ext cx="6096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1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650" b="1" spc="224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650" dirty="0"/>
          </a:p>
        </p:txBody>
      </p:sp>
      <p:sp>
        <p:nvSpPr>
          <p:cNvPr id="76" name="Text 74"/>
          <p:cNvSpPr/>
          <p:nvPr/>
        </p:nvSpPr>
        <p:spPr>
          <a:xfrm>
            <a:off x="10877550" y="2705100"/>
            <a:ext cx="6191250" cy="1619250"/>
          </a:xfrm>
          <a:prstGeom prst="rect">
            <a:avLst/>
          </a:prstGeom>
          <a:noFill/>
          <a:ln/>
        </p:spPr>
        <p:txBody>
          <a:bodyPr wrap="square" lIns="0" tIns="36576" rIns="0" bIns="-36576" rtlCol="0" anchor="t"/>
          <a:lstStyle/>
          <a:p>
            <a:pPr algn="l" indent="0" marL="0">
              <a:lnSpc>
                <a:spcPts val="5184"/>
              </a:lnSpc>
              <a:buNone/>
            </a:pPr>
            <a:r>
              <a:rPr lang="en-US" sz="4800" dirty="0" spc="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Phiên</a:t>
            </a:r>
            <a:r>
              <a:rPr lang="en-US" sz="4800" dirty="0" spc="-3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r>
              <a:rPr lang="en-US" sz="4800" dirty="0" spc="-6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lệ,</a:t>
            </a:r>
            <a:endParaRPr lang="en-US" sz="4800" dirty="0"/>
          </a:p>
          <a:p>
            <a:pPr algn="l" indent="0" marL="0">
              <a:lnSpc>
                <a:spcPts val="5184"/>
              </a:lnSpc>
              <a:buNone/>
            </a:pPr>
            <a:r>
              <a:rPr lang="en-US" sz="4800" dirty="0" spc="-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480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4800" dirty="0" spc="-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4800" dirty="0"/>
          </a:p>
        </p:txBody>
      </p:sp>
      <p:sp>
        <p:nvSpPr>
          <p:cNvPr id="77" name="Text richtext-1792369418674-135304195"/>
          <p:cNvSpPr/>
          <p:nvPr/>
        </p:nvSpPr>
        <p:spPr>
          <a:xfrm>
            <a:off x="10877550" y="4495800"/>
            <a:ext cx="6096000" cy="3048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marL="304800" indent="-217761">
              <a:lnSpc>
                <a:spcPts val="324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4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40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Alice,</a:t>
            </a:r>
            <a:r>
              <a:rPr lang="en-US" sz="2400" dirty="0" spc="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1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4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chờ:</a:t>
            </a:r>
            <a:r>
              <a:rPr lang="en-US" sz="2400" dirty="0" spc="-1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4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nhận.</a:t>
            </a:r>
            <a:endParaRPr lang="en-US" sz="2400" dirty="0"/>
          </a:p>
          <a:p>
            <a:pPr algn="l" marL="304800" indent="-217761">
              <a:lnSpc>
                <a:spcPts val="324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400" dirty="0" spc="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400" dirty="0" spc="-1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400" dirty="0" spc="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4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400" dirty="0" spc="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4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400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ngồi</a:t>
            </a:r>
            <a:r>
              <a:rPr lang="en-US" sz="2400" dirty="0" spc="1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400" dirty="0"/>
          </a:p>
          <a:p>
            <a:pPr algn="l" marL="304800" indent="-217761">
              <a:lnSpc>
                <a:spcPts val="3240"/>
              </a:lnSpc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3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kẻ</a:t>
            </a:r>
            <a:r>
              <a:rPr lang="en-US" sz="2400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tấn</a:t>
            </a:r>
            <a:r>
              <a:rPr lang="en-US" sz="24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công: nó nhận</a:t>
            </a:r>
            <a:r>
              <a:rPr lang="en-US" sz="24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40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Alice.</a:t>
            </a:r>
            <a:endParaRPr lang="en-US" sz="2400" dirty="0"/>
          </a:p>
        </p:txBody>
      </p:sp>
      <p:sp>
        <p:nvSpPr>
          <p:cNvPr id="78" name="Text 76"/>
          <p:cNvSpPr/>
          <p:nvPr/>
        </p:nvSpPr>
        <p:spPr>
          <a:xfrm>
            <a:off x="10877550" y="7734300"/>
            <a:ext cx="6096000" cy="952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Giảm</a:t>
            </a:r>
            <a:r>
              <a:rPr lang="en-US" sz="210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rủi</a:t>
            </a:r>
            <a:r>
              <a:rPr lang="en-US" sz="2100" dirty="0" spc="-3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2100" dirty="0" spc="-33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(OWASP):</a:t>
            </a:r>
            <a:r>
              <a:rPr lang="en-US" sz="2100" dirty="0" spc="-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</a:t>
            </a:r>
            <a:r>
              <a:rPr lang="en-US" sz="2100" dirty="0" spc="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100" dirty="0" spc="-19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10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100" dirty="0" spc="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100" dirty="0" spc="-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10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 phiên.</a:t>
            </a:r>
            <a:endParaRPr lang="en-US" sz="2100" dirty="0"/>
          </a:p>
        </p:txBody>
      </p:sp>
      <p:sp>
        <p:nvSpPr>
          <p:cNvPr id="79" name="Text 77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80" name="Connector line-1792369418699-544386806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81" name="Shape 7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2" name="Shape 8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3" name="Shape 81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4" name="Shape 8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5" name="Shape 8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6" name="Shape 8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7" name="Shape 8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8" name="Shape 8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9" name="Shape 87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90" name="Shape 8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92" name="Moda image moda-export-watermark-f14d10ad-4b7b-4741-b4f7-b1013da334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14450"/>
            <a:ext cx="15430500" cy="800100"/>
          </a:xfrm>
          <a:prstGeom prst="rect">
            <a:avLst/>
          </a:prstGeom>
          <a:noFill/>
          <a:ln/>
        </p:spPr>
        <p:txBody>
          <a:bodyPr wrap="square" lIns="0" tIns="42672" rIns="0" bIns="-42672" rtlCol="0" anchor="t"/>
          <a:lstStyle/>
          <a:p>
            <a:pPr algn="l" indent="0" marL="0">
              <a:lnSpc>
                <a:spcPts val="4992"/>
              </a:lnSpc>
              <a:buNone/>
            </a:pPr>
            <a:r>
              <a:rPr lang="en-US" sz="48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48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 nhớ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914400" y="2438400"/>
            <a:ext cx="4000500" cy="2286000"/>
          </a:xfrm>
          <a:prstGeom prst="roundRect">
            <a:avLst>
              <a:gd name="adj" fmla="val 9167"/>
            </a:avLst>
          </a:prstGeom>
          <a:solidFill>
            <a:srgbClr val="1E212B"/>
          </a:solidFill>
          <a:ln/>
        </p:spPr>
      </p:sp>
      <p:sp>
        <p:nvSpPr>
          <p:cNvPr id="5" name="Connector line-1792390670781-73893505"/>
          <p:cNvSpPr/>
          <p:nvPr/>
        </p:nvSpPr>
        <p:spPr>
          <a:xfrm>
            <a:off x="1162050" y="2686050"/>
            <a:ext cx="3505200" cy="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085850" y="260985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1100" y="2914650"/>
            <a:ext cx="3467100" cy="17145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2805"/>
              </a:lnSpc>
              <a:spcAft>
                <a:spcPts val="600"/>
              </a:spcAft>
              <a:buNone/>
            </a:pPr>
            <a:r>
              <a:rPr lang="en-US" sz="2550" dirty="0" spc="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2550" dirty="0"/>
          </a:p>
          <a:p>
            <a:pPr algn="l" indent="0" marL="0">
              <a:lnSpc>
                <a:spcPts val="2145"/>
              </a:lnSpc>
              <a:spcAft>
                <a:spcPts val="600"/>
              </a:spcAft>
              <a:buNone/>
            </a:pPr>
            <a:r>
              <a:rPr lang="en-US" sz="165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JSON</a:t>
            </a:r>
            <a:r>
              <a:rPr lang="en-US" sz="1650" dirty="0" spc="-1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650" dirty="0" spc="-3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25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4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16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 ký.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067300" y="2438400"/>
            <a:ext cx="4000500" cy="2286000"/>
          </a:xfrm>
          <a:prstGeom prst="roundRect">
            <a:avLst>
              <a:gd name="adj" fmla="val 9167"/>
            </a:avLst>
          </a:prstGeom>
          <a:solidFill>
            <a:srgbClr val="1E212B"/>
          </a:solidFill>
          <a:ln/>
        </p:spPr>
      </p:sp>
      <p:sp>
        <p:nvSpPr>
          <p:cNvPr id="9" name="Connector line-1792390670793-62651083"/>
          <p:cNvSpPr/>
          <p:nvPr/>
        </p:nvSpPr>
        <p:spPr>
          <a:xfrm>
            <a:off x="5314950" y="2686050"/>
            <a:ext cx="3505200" cy="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5238750" y="260985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34000" y="2914650"/>
            <a:ext cx="3467100" cy="17145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2805"/>
              </a:lnSpc>
              <a:spcAft>
                <a:spcPts val="600"/>
              </a:spcAft>
              <a:buNone/>
            </a:pPr>
            <a:r>
              <a:rPr lang="en-US" sz="255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JSON</a:t>
            </a:r>
            <a:endParaRPr lang="en-US" sz="2550" dirty="0"/>
          </a:p>
          <a:p>
            <a:pPr algn="l" indent="0" marL="0">
              <a:lnSpc>
                <a:spcPts val="2145"/>
              </a:lnSpc>
              <a:spcAft>
                <a:spcPts val="600"/>
              </a:spcAft>
              <a:buNone/>
            </a:pP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r>
              <a:rPr lang="en-US" sz="165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Notation</a:t>
            </a:r>
            <a:endParaRPr lang="en-US" sz="25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2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Văn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6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16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6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16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220200" y="2438400"/>
            <a:ext cx="4000500" cy="2286000"/>
          </a:xfrm>
          <a:prstGeom prst="roundRect">
            <a:avLst>
              <a:gd name="adj" fmla="val 9167"/>
            </a:avLst>
          </a:prstGeom>
          <a:solidFill>
            <a:srgbClr val="1E212B"/>
          </a:solidFill>
          <a:ln/>
        </p:spPr>
      </p:sp>
      <p:sp>
        <p:nvSpPr>
          <p:cNvPr id="13" name="Connector line-1792390670799-440082187"/>
          <p:cNvSpPr/>
          <p:nvPr/>
        </p:nvSpPr>
        <p:spPr>
          <a:xfrm>
            <a:off x="9467850" y="2686050"/>
            <a:ext cx="3505200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9391650" y="260985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486900" y="2914650"/>
            <a:ext cx="3467100" cy="17145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2805"/>
              </a:lnSpc>
              <a:spcAft>
                <a:spcPts val="600"/>
              </a:spcAft>
              <a:buNone/>
            </a:pPr>
            <a:r>
              <a:rPr lang="en-US" sz="2550" dirty="0" spc="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SSO</a:t>
            </a:r>
            <a:endParaRPr lang="en-US" sz="2550" dirty="0"/>
          </a:p>
          <a:p>
            <a:pPr algn="l" indent="0" marL="0">
              <a:lnSpc>
                <a:spcPts val="2145"/>
              </a:lnSpc>
              <a:spcAft>
                <a:spcPts val="600"/>
              </a:spcAft>
              <a:buNone/>
            </a:pP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Single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Sign-On</a:t>
            </a:r>
            <a:endParaRPr lang="en-US" sz="25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Đăng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lần,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65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3373100" y="2438400"/>
            <a:ext cx="4000500" cy="2286000"/>
          </a:xfrm>
          <a:prstGeom prst="roundRect">
            <a:avLst>
              <a:gd name="adj" fmla="val 9167"/>
            </a:avLst>
          </a:prstGeom>
          <a:solidFill>
            <a:srgbClr val="1E212B"/>
          </a:solidFill>
          <a:ln/>
        </p:spPr>
      </p:sp>
      <p:sp>
        <p:nvSpPr>
          <p:cNvPr id="17" name="Connector line-1792390670803-412735607"/>
          <p:cNvSpPr/>
          <p:nvPr/>
        </p:nvSpPr>
        <p:spPr>
          <a:xfrm>
            <a:off x="13620750" y="2686050"/>
            <a:ext cx="3505200" cy="0"/>
          </a:xfrm>
          <a:prstGeom prst="line">
            <a:avLst/>
          </a:prstGeom>
          <a:noFill/>
          <a:ln w="2857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13544550" y="260985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639800" y="2914650"/>
            <a:ext cx="3467100" cy="17145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2805"/>
              </a:lnSpc>
              <a:spcAft>
                <a:spcPts val="600"/>
              </a:spcAft>
              <a:buNone/>
            </a:pPr>
            <a:r>
              <a:rPr lang="en-US" sz="255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OAuth</a:t>
            </a:r>
            <a:endParaRPr lang="en-US" sz="2550" dirty="0"/>
          </a:p>
          <a:p>
            <a:pPr algn="l" indent="0" marL="0">
              <a:lnSpc>
                <a:spcPts val="2145"/>
              </a:lnSpc>
              <a:spcAft>
                <a:spcPts val="600"/>
              </a:spcAft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AUTHorization</a:t>
            </a:r>
            <a:endParaRPr lang="en-US" sz="25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Ủy</a:t>
            </a:r>
            <a:r>
              <a:rPr lang="en-US" sz="16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quyền:</a:t>
            </a:r>
            <a:r>
              <a:rPr lang="en-US" sz="165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làm việc</a:t>
            </a:r>
            <a:r>
              <a:rPr lang="en-US" sz="16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 bạn.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4876800"/>
            <a:ext cx="5381625" cy="2286000"/>
          </a:xfrm>
          <a:prstGeom prst="roundRect">
            <a:avLst>
              <a:gd name="adj" fmla="val 9167"/>
            </a:avLst>
          </a:prstGeom>
          <a:solidFill>
            <a:srgbClr val="1E212B"/>
          </a:solidFill>
          <a:ln/>
        </p:spPr>
      </p:sp>
      <p:sp>
        <p:nvSpPr>
          <p:cNvPr id="21" name="Connector line-1792390670808-29120248"/>
          <p:cNvSpPr/>
          <p:nvPr/>
        </p:nvSpPr>
        <p:spPr>
          <a:xfrm>
            <a:off x="1162050" y="5124450"/>
            <a:ext cx="4886325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1085850" y="504825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81100" y="5353050"/>
            <a:ext cx="4848225" cy="17145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2805"/>
              </a:lnSpc>
              <a:spcAft>
                <a:spcPts val="600"/>
              </a:spcAft>
              <a:buNone/>
            </a:pPr>
            <a:r>
              <a:rPr lang="en-US" sz="2550" dirty="0" spc="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QR</a:t>
            </a:r>
            <a:endParaRPr lang="en-US" sz="2550" dirty="0"/>
          </a:p>
          <a:p>
            <a:pPr algn="l" indent="0" marL="0">
              <a:lnSpc>
                <a:spcPts val="2145"/>
              </a:lnSpc>
              <a:spcAft>
                <a:spcPts val="600"/>
              </a:spcAft>
              <a:buNone/>
            </a:pP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Quick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Response</a:t>
            </a:r>
            <a:endParaRPr lang="en-US" sz="25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165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đen</a:t>
            </a:r>
            <a:r>
              <a:rPr lang="en-US" sz="16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trắng,</a:t>
            </a:r>
            <a:r>
              <a:rPr lang="en-US" sz="16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camera</a:t>
            </a:r>
            <a:r>
              <a:rPr lang="en-US" sz="165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6448425" y="4876800"/>
            <a:ext cx="5391150" cy="2286000"/>
          </a:xfrm>
          <a:prstGeom prst="roundRect">
            <a:avLst>
              <a:gd name="adj" fmla="val 9167"/>
            </a:avLst>
          </a:prstGeom>
          <a:solidFill>
            <a:srgbClr val="1E212B"/>
          </a:solidFill>
          <a:ln/>
        </p:spPr>
      </p:sp>
      <p:sp>
        <p:nvSpPr>
          <p:cNvPr id="25" name="Connector line-1792390670811-112875577"/>
          <p:cNvSpPr/>
          <p:nvPr/>
        </p:nvSpPr>
        <p:spPr>
          <a:xfrm>
            <a:off x="6696075" y="5124450"/>
            <a:ext cx="4895850" cy="0"/>
          </a:xfrm>
          <a:prstGeom prst="line">
            <a:avLst/>
          </a:prstGeom>
          <a:noFill/>
          <a:ln w="28575">
            <a:solidFill>
              <a:srgbClr val="D8D3C4"/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6619875" y="504825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D8D3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15125" y="5353050"/>
            <a:ext cx="4857750" cy="17145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2805"/>
              </a:lnSpc>
              <a:spcAft>
                <a:spcPts val="600"/>
              </a:spcAft>
              <a:buNone/>
            </a:pPr>
            <a:r>
              <a:rPr lang="en-US" sz="2550" dirty="0" spc="-62" kern="0">
                <a:solidFill>
                  <a:srgbClr val="D8D3C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OWASP</a:t>
            </a:r>
            <a:endParaRPr lang="en-US" sz="2550" dirty="0"/>
          </a:p>
          <a:p>
            <a:pPr algn="l" indent="0" marL="0">
              <a:lnSpc>
                <a:spcPts val="2145"/>
              </a:lnSpc>
              <a:spcAft>
                <a:spcPts val="600"/>
              </a:spcAft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Worldwide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Application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6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Project</a:t>
            </a:r>
            <a:endParaRPr lang="en-US" sz="25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Cộng</a:t>
            </a:r>
            <a:r>
              <a:rPr lang="en-US" sz="165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6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 về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65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550" dirty="0"/>
          </a:p>
        </p:txBody>
      </p:sp>
      <p:sp>
        <p:nvSpPr>
          <p:cNvPr id="28" name="Shape 26"/>
          <p:cNvSpPr/>
          <p:nvPr/>
        </p:nvSpPr>
        <p:spPr>
          <a:xfrm>
            <a:off x="11991975" y="4876800"/>
            <a:ext cx="5381625" cy="2286000"/>
          </a:xfrm>
          <a:prstGeom prst="roundRect">
            <a:avLst>
              <a:gd name="adj" fmla="val 9167"/>
            </a:avLst>
          </a:prstGeom>
          <a:solidFill>
            <a:srgbClr val="1E212B"/>
          </a:solidFill>
          <a:ln/>
        </p:spPr>
      </p:sp>
      <p:sp>
        <p:nvSpPr>
          <p:cNvPr id="29" name="Connector line-1792390670815-29232641"/>
          <p:cNvSpPr/>
          <p:nvPr/>
        </p:nvSpPr>
        <p:spPr>
          <a:xfrm>
            <a:off x="12239625" y="5124450"/>
            <a:ext cx="4886325" cy="0"/>
          </a:xfrm>
          <a:prstGeom prst="line">
            <a:avLst/>
          </a:prstGeom>
          <a:noFill/>
          <a:ln w="285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12163425" y="504825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2258675" y="5353050"/>
            <a:ext cx="4848225" cy="17145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2805"/>
              </a:lnSpc>
              <a:spcAft>
                <a:spcPts val="600"/>
              </a:spcAft>
              <a:buNone/>
            </a:pPr>
            <a:r>
              <a:rPr lang="en-US" sz="2550" dirty="0" spc="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CSRF</a:t>
            </a:r>
            <a:endParaRPr lang="en-US" sz="2550" dirty="0"/>
          </a:p>
          <a:p>
            <a:pPr algn="l" indent="0" marL="0">
              <a:lnSpc>
                <a:spcPts val="2145"/>
              </a:lnSpc>
              <a:spcAft>
                <a:spcPts val="600"/>
              </a:spcAft>
              <a:buNone/>
            </a:pPr>
            <a:r>
              <a:rPr lang="en-US" sz="165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Cross-Site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r>
              <a:rPr lang="en-US" sz="1650" dirty="0" spc="-2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Forgery</a:t>
            </a:r>
            <a:endParaRPr lang="en-US" sz="25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6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1650" dirty="0" spc="2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65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6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muốn.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914400" y="7772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14400" y="8172450"/>
            <a:ext cx="164592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4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(QRLJacking,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Cheat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Sheet</a:t>
            </a:r>
            <a:r>
              <a:rPr lang="en-US" sz="19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Series)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segno ·</a:t>
            </a:r>
            <a:r>
              <a:rPr lang="en-US" sz="19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PyJWT</a:t>
            </a:r>
            <a:endParaRPr lang="en-US" sz="1950" dirty="0"/>
          </a:p>
        </p:txBody>
      </p:sp>
      <p:sp>
        <p:nvSpPr>
          <p:cNvPr id="34" name="Text 32"/>
          <p:cNvSpPr/>
          <p:nvPr/>
        </p:nvSpPr>
        <p:spPr>
          <a:xfrm>
            <a:off x="914400" y="8629650"/>
            <a:ext cx="16459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65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 Hình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 họa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65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6" name="Connector line-1792390670827-406777542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7" name="Shape 3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8" name="Shape 36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9" name="Shape 37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0" name="Shape 38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1" name="Shape 39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2" name="Shape 4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3" name="Shape 41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4" name="Shape 42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5" name="Shape 43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6" name="Shape 44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7" name="Shape 4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8" name="Moda image moda-export-watermark-48ba96b2-bd05-4bba-b783-1f706a4248a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2026-10-19T06:18:48Z</dcterms:created>
  <dcterms:modified xsi:type="dcterms:W3CDTF">2026-10-19T06:18:48Z</dcterms:modified>
</cp:coreProperties>
</file>