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667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Avro:</a:t>
            </a:r>
            <a:r>
              <a:rPr lang="en-US" sz="81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8100" dirty="0" spc="-1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lược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81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8100" dirty="0" spc="-10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8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đó,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7239000" cy="1428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429500"/>
            <a:ext cx="7239000" cy="1428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5715000"/>
            <a:ext cx="6572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40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5400" y="7429500"/>
            <a:ext cx="6572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40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24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4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0" y="5715000"/>
            <a:ext cx="6667500" cy="1809750"/>
          </a:xfrm>
          <a:prstGeom prst="roundRect">
            <a:avLst>
              <a:gd name="adj" fmla="val 1578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Lược</a:t>
            </a:r>
            <a:r>
              <a:rPr lang="en-US" sz="25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b="1" dirty="0" spc="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706100" y="6858000"/>
            <a:ext cx="6667500" cy="1809750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Lược</a:t>
            </a:r>
            <a:r>
              <a:rPr lang="en-US" sz="25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b="1" dirty="0" spc="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d988cec2-46a6-46b2-9520-3ab8ede4b5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0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lược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 luật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953000" cy="2476500"/>
          </a:xfrm>
          <a:prstGeom prst="roundRect">
            <a:avLst>
              <a:gd name="adj" fmla="val 1230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524250"/>
            <a:ext cx="430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38250" y="4286250"/>
            <a:ext cx="43053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Lược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0" y="3429000"/>
            <a:ext cx="4572000" cy="2095500"/>
          </a:xfrm>
          <a:prstGeom prst="roundRect">
            <a:avLst>
              <a:gd name="adj" fmla="val 14545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 luật</a:t>
            </a: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r>
              <a:rPr lang="en-US" sz="30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2420600" y="3238500"/>
            <a:ext cx="4953000" cy="2476500"/>
          </a:xfrm>
          <a:prstGeom prst="roundRect">
            <a:avLst>
              <a:gd name="adj" fmla="val 1230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44450" y="3524250"/>
            <a:ext cx="430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3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2744450" y="4286250"/>
            <a:ext cx="43053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Lược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400" dirty="0"/>
          </a:p>
        </p:txBody>
      </p:sp>
      <p:sp>
        <p:nvSpPr>
          <p:cNvPr id="11" name="Connector line-1792442207829-674185960"/>
          <p:cNvSpPr/>
          <p:nvPr/>
        </p:nvSpPr>
        <p:spPr>
          <a:xfrm>
            <a:off x="5905500" y="4476750"/>
            <a:ext cx="9144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442207829-647847966"/>
          <p:cNvSpPr/>
          <p:nvPr/>
        </p:nvSpPr>
        <p:spPr>
          <a:xfrm flipH="1">
            <a:off x="11468100" y="4476750"/>
            <a:ext cx="9144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685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6858000"/>
            <a:ext cx="15430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31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31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1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d55d81c-938f-4a36-8ceb-f98391d71c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LƯỢC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Lược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20002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762250"/>
            <a:ext cx="8001000" cy="20002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048250"/>
            <a:ext cx="8001000" cy="20002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0" y="5048250"/>
            <a:ext cx="8001000" cy="200025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29718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250" b="1" spc="1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95400" y="35433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Lược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avro.schema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53600" y="29718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b="1" spc="14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spc="1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53600" y="35433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 đó.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95400" y="52578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5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spc="1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95400" y="58293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753600" y="52578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AVRO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53600" y="58293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 khác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 theo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Resolution.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nhị</a:t>
            </a:r>
            <a:r>
              <a:rPr lang="en-US" sz="27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7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c31d58d-63e4-476c-9317-722561356d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10204704"/>
                <a:gridCol w="6254496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Tình</a:t>
                      </a:r>
                      <a:r>
                        <a:rPr lang="en-US" sz="240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huống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40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Trường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có,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40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Bị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bỏ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Người</a:t>
                      </a:r>
                      <a:r>
                        <a:rPr lang="en-US" sz="240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có,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 không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có, có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mặc</a:t>
                      </a:r>
                      <a:r>
                        <a:rPr lang="en-US" sz="2400" dirty="0" spc="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Lấy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</a:t>
                      </a:r>
                      <a:r>
                        <a:rPr lang="en-US" sz="240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trị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mặc</a:t>
                      </a:r>
                      <a:r>
                        <a:rPr lang="en-US" sz="2400" dirty="0" spc="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Người</a:t>
                      </a:r>
                      <a:r>
                        <a:rPr lang="en-US" sz="240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có,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 không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có,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mặc</a:t>
                      </a:r>
                      <a:r>
                        <a:rPr lang="en-US" sz="2400" dirty="0" spc="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Báo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lỗi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Đổi</a:t>
                      </a:r>
                      <a:r>
                        <a:rPr lang="en-US" sz="240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lên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long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Đổi</a:t>
                      </a:r>
                      <a:r>
                        <a:rPr lang="en-US" sz="240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</a:t>
                      </a:r>
                      <a:r>
                        <a:rPr lang="en-US" sz="24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sang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string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Báo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lỗi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Đổi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trường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7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b778c5e7-273e-4455-9d9f-019dcfc0d3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400050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904"/>
              </a:lnSpc>
              <a:buNone/>
            </a:pPr>
            <a:r>
              <a:rPr lang="en-US" sz="84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Luật</a:t>
            </a:r>
            <a:r>
              <a:rPr lang="en-US" sz="8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8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84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r>
              <a:rPr lang="en-US" sz="84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84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8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bảo</a:t>
            </a:r>
            <a:r>
              <a:rPr lang="en-US" sz="84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r>
              <a:rPr lang="en-US" sz="84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904"/>
              </a:lnSpc>
              <a:buNone/>
            </a:pPr>
            <a:r>
              <a:rPr lang="en-US" sz="8400" dirty="0" spc="1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84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nghĩa.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914400" y="6096000"/>
            <a:ext cx="5334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77000" y="6096000"/>
            <a:ext cx="5334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39600" y="6096000"/>
            <a:ext cx="5334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6096000"/>
            <a:ext cx="457200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alias: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858000" y="6096000"/>
            <a:ext cx="457200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420600" y="6096000"/>
            <a:ext cx="457200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dbba8294-f309-4a74-aa51-a1d0c5cfc0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country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095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524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953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290512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38250" y="433387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38250" y="576262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38250" y="719137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266700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 country</a:t>
            </a:r>
            <a:r>
              <a:rPr lang="en-US" sz="285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286000" y="409575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286000" y="552450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286000" y="695325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“không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biết”: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union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string,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aa2a349-5b0f-4188-86a5-7a1db9e718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đặc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57175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71750"/>
            <a:ext cx="8001000" cy="952500"/>
          </a:xfrm>
          <a:prstGeom prst="roundRect">
            <a:avLst>
              <a:gd name="adj" fmla="val 32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0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0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372600" y="2571750"/>
            <a:ext cx="8001000" cy="952500"/>
          </a:xfrm>
          <a:prstGeom prst="roundRect">
            <a:avLst>
              <a:gd name="adj" fmla="val 32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30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000" b="1" dirty="0" spc="-5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Avro</a:t>
            </a:r>
            <a:r>
              <a:rPr lang="en-US" sz="30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3000" dirty="0"/>
          </a:p>
        </p:txBody>
      </p:sp>
      <p:sp>
        <p:nvSpPr>
          <p:cNvPr id="8" name="Text richtext-1792442267396-216674405"/>
          <p:cNvSpPr/>
          <p:nvPr/>
        </p:nvSpPr>
        <p:spPr>
          <a:xfrm>
            <a:off x="1333500" y="3905250"/>
            <a:ext cx="7143750" cy="3429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550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Avro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Avro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Thrift.</a:t>
            </a:r>
            <a:endParaRPr lang="en-US" sz="2550" dirty="0"/>
          </a:p>
        </p:txBody>
      </p:sp>
      <p:sp>
        <p:nvSpPr>
          <p:cNvPr id="9" name="Text richtext-1792442267415-711122823"/>
          <p:cNvSpPr/>
          <p:nvPr/>
        </p:nvSpPr>
        <p:spPr>
          <a:xfrm>
            <a:off x="9791700" y="3905250"/>
            <a:ext cx="7143750" cy="3429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Lược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vắng:</a:t>
            </a:r>
            <a:r>
              <a:rPr lang="en-US" sz="25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union,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</a:t>
            </a:r>
            <a:r>
              <a:rPr lang="en-US" sz="2550" b="1" dirty="0" spc="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4245e36-70db-45da-b3ee-bd2526fbc2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77000" y="2857500"/>
            <a:ext cx="53340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39600" y="2857500"/>
            <a:ext cx="53340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048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295400" y="390525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858000" y="3048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858000" y="390525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420600" y="3048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ASCII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2420600" y="390525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6096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Text richtext-1792442279889-580901281"/>
          <p:cNvSpPr/>
          <p:nvPr/>
        </p:nvSpPr>
        <p:spPr>
          <a:xfrm>
            <a:off x="914400" y="6667500"/>
            <a:ext cx="16459200" cy="2095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700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Avro: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Specification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c307f47-5e60-419f-b685-d197e59179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2026-10-19T20:38:16Z</dcterms:created>
  <dcterms:modified xsi:type="dcterms:W3CDTF">2026-10-19T20:38:16Z</dcterms:modified>
</cp:coreProperties>
</file>