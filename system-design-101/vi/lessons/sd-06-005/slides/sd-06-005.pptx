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3638" rIns="0" bIns="-63638" rtlCol="0" anchor="ctr"/>
          <a:lstStyle/>
          <a:p>
            <a:pPr algn="l" indent="0" marL="0">
              <a:lnSpc>
                <a:spcPts val="7794"/>
              </a:lnSpc>
              <a:buNone/>
            </a:pPr>
            <a:r>
              <a:rPr lang="en-US" sz="7423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Redis</a:t>
            </a:r>
            <a:r>
              <a:rPr lang="en-US" sz="7423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101:</a:t>
            </a:r>
            <a:r>
              <a:rPr lang="en-US" sz="7423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423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423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423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endParaRPr lang="en-US" sz="7423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86250"/>
            <a:ext cx="4000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6" name="Connector line-1792370998380-155875119"/>
          <p:cNvSpPr/>
          <p:nvPr/>
        </p:nvSpPr>
        <p:spPr>
          <a:xfrm>
            <a:off x="5010150" y="4857750"/>
            <a:ext cx="1809750" cy="8572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7" name="Text 5"/>
          <p:cNvSpPr/>
          <p:nvPr/>
        </p:nvSpPr>
        <p:spPr>
          <a:xfrm>
            <a:off x="914400" y="5715000"/>
            <a:ext cx="4000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550" dirty="0"/>
          </a:p>
        </p:txBody>
      </p:sp>
      <p:sp>
        <p:nvSpPr>
          <p:cNvPr id="8" name="Connector line-1792370998384-32624413"/>
          <p:cNvSpPr/>
          <p:nvPr/>
        </p:nvSpPr>
        <p:spPr>
          <a:xfrm flipV="1">
            <a:off x="5010150" y="5715000"/>
            <a:ext cx="1809750" cy="57150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914400" y="7143750"/>
            <a:ext cx="4000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550" dirty="0"/>
          </a:p>
        </p:txBody>
      </p:sp>
      <p:sp>
        <p:nvSpPr>
          <p:cNvPr id="10" name="Connector line-1792370998387-703155831"/>
          <p:cNvSpPr/>
          <p:nvPr/>
        </p:nvSpPr>
        <p:spPr>
          <a:xfrm flipV="1">
            <a:off x="5010150" y="5715000"/>
            <a:ext cx="1809750" cy="20002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1" name="Shape 9"/>
          <p:cNvSpPr/>
          <p:nvPr/>
        </p:nvSpPr>
        <p:spPr>
          <a:xfrm>
            <a:off x="6953250" y="4476750"/>
            <a:ext cx="5334000" cy="2476500"/>
          </a:xfrm>
          <a:prstGeom prst="roundRect">
            <a:avLst>
              <a:gd name="adj" fmla="val 10769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7334250" y="4714875"/>
            <a:ext cx="457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1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 chủ</a:t>
            </a:r>
            <a:r>
              <a:rPr lang="en-US" sz="461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endParaRPr lang="en-US" sz="4610" dirty="0"/>
          </a:p>
        </p:txBody>
      </p:sp>
      <p:sp>
        <p:nvSpPr>
          <p:cNvPr id="13" name="Text 11"/>
          <p:cNvSpPr/>
          <p:nvPr/>
        </p:nvSpPr>
        <p:spPr>
          <a:xfrm>
            <a:off x="7334250" y="57150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400" dirty="0"/>
          </a:p>
        </p:txBody>
      </p:sp>
      <p:sp>
        <p:nvSpPr>
          <p:cNvPr id="14" name="Connector line-1792370998393-595092906"/>
          <p:cNvSpPr/>
          <p:nvPr/>
        </p:nvSpPr>
        <p:spPr>
          <a:xfrm>
            <a:off x="12382500" y="5715000"/>
            <a:ext cx="14287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lgDash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3944600" y="4667250"/>
            <a:ext cx="34290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287500" y="4857750"/>
            <a:ext cx="274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Đĩa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4287500" y="5715000"/>
            <a:ext cx="27432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chép xuống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5b5d734e-a7e6-4880-ba94-c0c1f1d278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6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3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800" b="1" spc="29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72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liệt</a:t>
            </a:r>
            <a:r>
              <a:rPr lang="en-US" sz="72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52400" cy="38100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048000"/>
            <a:ext cx="15811500" cy="40005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r>
              <a:rPr lang="en-US" sz="6900" dirty="0" spc="-1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7.0.15,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nhầm.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1524000" y="7524750"/>
            <a:ext cx="15811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nằm</a:t>
            </a: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nhanh;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550" dirty="0" spc="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550" dirty="0"/>
          </a:p>
        </p:txBody>
      </p:sp>
      <p:sp>
        <p:nvSpPr>
          <p:cNvPr id="7" name="Connector line-1792371018061-82479770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02dd221e-c43e-4785-a163-e1ca5fc7f2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5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chương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334000" cy="5143500"/>
          </a:xfrm>
          <a:prstGeom prst="roundRect">
            <a:avLst>
              <a:gd name="adj" fmla="val 51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3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Chương</a:t>
            </a:r>
            <a:r>
              <a:rPr lang="en-US" sz="3900" dirty="0" spc="-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49530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667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53200" y="3048000"/>
            <a:ext cx="5334000" cy="5143500"/>
          </a:xfrm>
          <a:prstGeom prst="roundRect">
            <a:avLst>
              <a:gd name="adj" fmla="val 5185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4200" y="34290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9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934200" y="49530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nhớ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934200" y="6667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92000" y="3048000"/>
            <a:ext cx="5334000" cy="5143500"/>
          </a:xfrm>
          <a:prstGeom prst="roundRect">
            <a:avLst>
              <a:gd name="adj" fmla="val 51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73000" y="34290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3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9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3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2573000" y="49530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otp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1234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 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573000" y="6667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1,2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otp</a:t>
            </a:r>
            <a:r>
              <a:rPr lang="en-US" sz="22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endParaRPr lang="en-US" sz="2250" dirty="0"/>
          </a:p>
        </p:txBody>
      </p:sp>
      <p:sp>
        <p:nvSpPr>
          <p:cNvPr id="16" name="Connector line-1792371018882-30144436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ba554c88-6750-4def-9ef4-fa9bfe9610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ĐĨA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1800" b="1" spc="28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chụp</a:t>
            </a:r>
            <a:r>
              <a:rPr lang="en-US" sz="69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kỳ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spc="21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1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62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4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chụp RDB</a:t>
            </a:r>
            <a:endParaRPr lang="en-US" sz="4500" dirty="0"/>
          </a:p>
        </p:txBody>
      </p:sp>
      <p:sp>
        <p:nvSpPr>
          <p:cNvPr id="7" name="Text richtext-1792371053973-586386435"/>
          <p:cNvSpPr/>
          <p:nvPr/>
        </p:nvSpPr>
        <p:spPr>
          <a:xfrm>
            <a:off x="1333500" y="4714875"/>
            <a:ext cx="7239000" cy="3619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save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3600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300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60 10000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đổi;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100;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10.000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Sập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1950" b="1" spc="16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19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3762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Nhật</a:t>
            </a:r>
            <a:r>
              <a:rPr lang="en-US" sz="4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45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AOF</a:t>
            </a:r>
            <a:endParaRPr lang="en-US" sz="4500" dirty="0"/>
          </a:p>
        </p:txBody>
      </p:sp>
      <p:sp>
        <p:nvSpPr>
          <p:cNvPr id="11" name="Text richtext-1792371054003-589188475"/>
          <p:cNvSpPr/>
          <p:nvPr/>
        </p:nvSpPr>
        <p:spPr>
          <a:xfrm>
            <a:off x="9791700" y="4714875"/>
            <a:ext cx="7239000" cy="3619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appendonly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yes;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fsync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giây: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Đĩa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chậm:</a:t>
            </a:r>
            <a:r>
              <a:rPr lang="en-US" sz="24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hoãn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12" name="Connector line-1792371054011-10578736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38359e05-12b7-48c1-8d30-2b373d69d8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7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trỏ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endParaRPr lang="en-US" sz="6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242048"/>
                <a:gridCol w="5925312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1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Kiểu (TYPE)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9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Lệnh</a:t>
                      </a:r>
                      <a:r>
                        <a:rPr lang="en-US" sz="2250" b="1" dirty="0" spc="10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250" b="1" dirty="0" spc="-4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41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250" b="1" dirty="0" spc="3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string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INCR</a:t>
                      </a:r>
                      <a:r>
                        <a:rPr lang="en-US" sz="22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page:views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hai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1,</a:t>
                      </a:r>
                      <a:r>
                        <a:rPr lang="en-US" sz="2250" dirty="0" spc="-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2: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25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đếm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4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hash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HSET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user:1 name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An</a:t>
                      </a: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city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Hue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trường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list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LPUSH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queue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 b,</a:t>
                      </a:r>
                      <a:r>
                        <a:rPr lang="en-US" sz="2250" dirty="0" spc="-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RPOP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queue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Lấy</a:t>
                      </a:r>
                      <a:r>
                        <a:rPr lang="en-US" sz="2250" dirty="0" spc="-3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a:</a:t>
                      </a:r>
                      <a:r>
                        <a:rPr lang="en-US" sz="22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22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trước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2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set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SADD</a:t>
                      </a:r>
                      <a:r>
                        <a:rPr lang="en-US" sz="22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tags</a:t>
                      </a: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redis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cache</a:t>
                      </a: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redis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SCARD</a:t>
                      </a:r>
                      <a:r>
                        <a:rPr lang="en-US" sz="2250" dirty="0" spc="-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2: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trùng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9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zset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ZADD</a:t>
                      </a:r>
                      <a:r>
                        <a:rPr lang="en-US" sz="22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board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10 an</a:t>
                      </a:r>
                      <a:r>
                        <a:rPr lang="en-US" sz="22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30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binh 20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binh</a:t>
                      </a:r>
                      <a:r>
                        <a:rPr lang="en-US" sz="22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30,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20:</a:t>
                      </a: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xếp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hạng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371054824-78948998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a911827-585f-412a-81ba-aa01f6555a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57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286000" y="2857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30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715500" y="2857500"/>
            <a:ext cx="7334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DELETE: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ERR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unknown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command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191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4191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286000" y="4191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715500" y="4191000"/>
            <a:ext cx="7334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module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524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524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286000" y="5524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30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chụp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715500" y="5524500"/>
            <a:ext cx="7334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Sập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858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6858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2286000" y="6858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Pub/sub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15500" y="6858000"/>
            <a:ext cx="7334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5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không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400" dirty="0"/>
          </a:p>
        </p:txBody>
      </p:sp>
      <p:sp>
        <p:nvSpPr>
          <p:cNvPr id="20" name="Connector line-1792371055693-25177922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c2293fc4-87ae-4420-bc34-e4bbee54f8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 đầy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đủ?</a:t>
            </a:r>
            <a:r>
              <a:rPr lang="en-US" sz="69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Tùy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213360" rIns="0" bIns="-213360" rtlCol="0" anchor="ctr"/>
          <a:lstStyle/>
          <a:p>
            <a:pPr algn="l" indent="0" marL="0">
              <a:lnSpc>
                <a:spcPts val="21000"/>
              </a:lnSpc>
              <a:buNone/>
            </a:pPr>
            <a:r>
              <a:rPr lang="en-US" sz="21000" dirty="0" spc="-4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~1</a:t>
            </a:r>
            <a:r>
              <a:rPr lang="en-US" sz="210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endParaRPr lang="en-US" sz="21000" dirty="0"/>
          </a:p>
        </p:txBody>
      </p:sp>
      <p:sp>
        <p:nvSpPr>
          <p:cNvPr id="5" name="Text 3"/>
          <p:cNvSpPr/>
          <p:nvPr/>
        </p:nvSpPr>
        <p:spPr>
          <a:xfrm>
            <a:off x="914400" y="5905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có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sập,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 ghi,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763000" y="2952750"/>
            <a:ext cx="86106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2952750"/>
            <a:ext cx="7905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Pub/sub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763000" y="4191000"/>
            <a:ext cx="86106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4191000"/>
            <a:ext cx="7905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763000" y="5619750"/>
            <a:ext cx="8610600" cy="2857500"/>
          </a:xfrm>
          <a:prstGeom prst="roundRect">
            <a:avLst>
              <a:gd name="adj" fmla="val 9333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9239250" y="5810250"/>
            <a:ext cx="76581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 nhớ</a:t>
            </a:r>
            <a:r>
              <a:rPr lang="en-US" sz="345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đệm: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345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nạp</a:t>
            </a:r>
            <a:r>
              <a:rPr lang="en-US" sz="34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chính: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45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mất.</a:t>
            </a:r>
            <a:endParaRPr lang="en-US" sz="3450" dirty="0"/>
          </a:p>
        </p:txBody>
      </p:sp>
      <p:sp>
        <p:nvSpPr>
          <p:cNvPr id="12" name="Connector line-1792371103595-74151357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1179e55-111c-495d-bcf9-17c159a3f1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Giỏ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850" dirty="0"/>
          </a:p>
        </p:txBody>
      </p:sp>
      <p:sp>
        <p:nvSpPr>
          <p:cNvPr id="4" name="Connector line-1792371104461-835898920"/>
          <p:cNvSpPr/>
          <p:nvPr/>
        </p:nvSpPr>
        <p:spPr>
          <a:xfrm>
            <a:off x="1524000" y="4000500"/>
            <a:ext cx="15240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52550" y="3829050"/>
            <a:ext cx="342900" cy="342900"/>
          </a:xfrm>
          <a:prstGeom prst="ellipse">
            <a:avLst/>
          </a:prstGeom>
          <a:solidFill>
            <a:srgbClr val="FBF8F2"/>
          </a:solidFill>
          <a:ln w="47625">
            <a:solidFill>
              <a:srgbClr val="1416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815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00550" y="3829050"/>
            <a:ext cx="342900" cy="342900"/>
          </a:xfrm>
          <a:prstGeom prst="ellipse">
            <a:avLst/>
          </a:prstGeom>
          <a:solidFill>
            <a:srgbClr val="E8472B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3250" y="30480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250" b="1" dirty="0" spc="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143250" y="26670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phút,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24550" y="3829050"/>
            <a:ext cx="342900" cy="342900"/>
          </a:xfrm>
          <a:prstGeom prst="ellipse">
            <a:avLst/>
          </a:prstGeom>
          <a:solidFill>
            <a:srgbClr val="FBF8F2"/>
          </a:solidFill>
          <a:ln w="47625">
            <a:solidFill>
              <a:srgbClr val="8A8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7250" y="43815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667250" y="48006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10.000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53550" y="3829050"/>
            <a:ext cx="342900" cy="342900"/>
          </a:xfrm>
          <a:prstGeom prst="ellipse">
            <a:avLst/>
          </a:prstGeom>
          <a:solidFill>
            <a:srgbClr val="FBF8F2"/>
          </a:solidFill>
          <a:ln w="47625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6250" y="30480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096250" y="26670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6592550" y="3829050"/>
            <a:ext cx="342900" cy="342900"/>
          </a:xfrm>
          <a:prstGeom prst="ellipse">
            <a:avLst/>
          </a:prstGeom>
          <a:solidFill>
            <a:srgbClr val="FBF8F2"/>
          </a:solidFill>
          <a:ln w="47625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16100" y="43815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4516100" y="48006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58102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33500" y="604837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còn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333500" y="6810375"/>
            <a:ext cx="72390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đủ,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372600" y="58102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91700" y="604837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Muốn</a:t>
            </a:r>
            <a:r>
              <a:rPr lang="en-US" sz="3900" dirty="0" spc="-1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giữ:</a:t>
            </a:r>
            <a:r>
              <a:rPr lang="en-US" sz="39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bật</a:t>
            </a:r>
            <a:r>
              <a:rPr lang="en-US" sz="3900" dirty="0" spc="-3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AOF</a:t>
            </a:r>
            <a:endParaRPr lang="en-US" sz="3900" dirty="0"/>
          </a:p>
        </p:txBody>
      </p:sp>
      <p:sp>
        <p:nvSpPr>
          <p:cNvPr id="25" name="Text 23"/>
          <p:cNvSpPr/>
          <p:nvPr/>
        </p:nvSpPr>
        <p:spPr>
          <a:xfrm>
            <a:off x="9791700" y="6810375"/>
            <a:ext cx="72390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appendonly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yes, everysec: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cuối.</a:t>
            </a:r>
            <a:endParaRPr lang="en-US" sz="2400" dirty="0"/>
          </a:p>
        </p:txBody>
      </p:sp>
      <p:sp>
        <p:nvSpPr>
          <p:cNvPr id="26" name="Connector line-1792371104493-76911276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94ab3844-f31b-4fb1-9bd0-536113dbc4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·</a:t>
            </a:r>
            <a:r>
              <a:rPr lang="en-US" sz="1800" b="1" spc="27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1800" b="1" spc="2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7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b="1" spc="2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 liệt</a:t>
            </a: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kê,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nguồn:</a:t>
            </a:r>
            <a:r>
              <a:rPr lang="en-US" sz="39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3900" dirty="0" spc="-5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3900" dirty="0"/>
          </a:p>
        </p:txBody>
      </p:sp>
      <p:sp>
        <p:nvSpPr>
          <p:cNvPr id="6" name="Text richtext-1792371105429-947870107"/>
          <p:cNvSpPr/>
          <p:nvPr/>
        </p:nvSpPr>
        <p:spPr>
          <a:xfrm>
            <a:off x="13335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gì,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module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Pub/sub,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3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3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endParaRPr lang="en-US" sz="3900" dirty="0"/>
          </a:p>
        </p:txBody>
      </p:sp>
      <p:sp>
        <p:nvSpPr>
          <p:cNvPr id="9" name="Text richtext-1792371105439-581454634"/>
          <p:cNvSpPr/>
          <p:nvPr/>
        </p:nvSpPr>
        <p:spPr>
          <a:xfrm>
            <a:off x="97917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DELETE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module, 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 cho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module: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10" name="Connector line-1792371105445-45948421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838cebe-ece0-4a0d-a89f-4ca4c9e473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429000" y="291465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DELete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29000" y="329565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2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428625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429000" y="434340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47244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RDB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429000" y="577215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DataBase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615315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714375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7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AOF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429000" y="720090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75819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thêm</a:t>
            </a:r>
            <a:r>
              <a:rPr lang="en-US" sz="22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096500" y="2857500"/>
            <a:ext cx="72771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2750" y="32385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71106416-632241785"/>
          <p:cNvSpPr/>
          <p:nvPr/>
        </p:nvSpPr>
        <p:spPr>
          <a:xfrm>
            <a:off x="10572750" y="3810000"/>
            <a:ext cx="6324600" cy="3429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7.0.15: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README,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7.0.15: mã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pub/sub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72750" y="7429500"/>
            <a:ext cx="6324600" cy="762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20" name="Connector line-1792371106425-83842822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d8375fa8-b398-4872-8e41-c60b9c8052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2026-10-19T00:52:11Z</dcterms:created>
  <dcterms:modified xsi:type="dcterms:W3CDTF">2026-10-19T00:52:11Z</dcterms:modified>
</cp:coreProperties>
</file>