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9525000" cy="4000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Cây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 cơ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liệu:</a:t>
            </a: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3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cây của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bạn,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ràng</a:t>
            </a: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r>
              <a:rPr lang="en-US" sz="63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cứng</a:t>
            </a:r>
            <a:r>
              <a:rPr lang="en-US" sz="63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9239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11000" y="2095500"/>
            <a:ext cx="55245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250" b="1" dirty="0" spc="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96750" y="3524250"/>
            <a:ext cx="523875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dịch</a:t>
            </a:r>
            <a:r>
              <a:rPr lang="en-US" sz="210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382500" y="4953000"/>
            <a:ext cx="495300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Vừa</a:t>
            </a:r>
            <a:r>
              <a:rPr lang="en-US" sz="22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</a:t>
            </a:r>
            <a:r>
              <a:rPr lang="en-US" sz="22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668250" y="6381750"/>
            <a:ext cx="466725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dịch: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76a75be4-5265-43bb-a460-d4d0b8cee2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7239000" cy="4953000"/>
          </a:xfrm>
          <a:prstGeom prst="rect">
            <a:avLst/>
          </a:prstGeom>
          <a:noFill/>
          <a:ln/>
        </p:spPr>
        <p:txBody>
          <a:bodyPr wrap="square" lIns="0" tIns="320040" rIns="0" bIns="-32004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 spc="-4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~10</a:t>
            </a:r>
            <a:endParaRPr lang="en-US" sz="31500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iQIYI dùng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lúc, chọn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30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0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0" y="1619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Cây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iQIYI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0" y="3905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27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cây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riêng,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lá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README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0" y="6191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Thử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Redis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5d758b5-1cb4-45f9-8a4f-3da06a3fa5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6600" dirty="0" spc="-8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6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952500" y="1666875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7.0.15,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ngột</a:t>
            </a:r>
            <a:endParaRPr lang="en-US" sz="2550" dirty="0"/>
          </a:p>
        </p:txBody>
      </p:sp>
      <p:sp>
        <p:nvSpPr>
          <p:cNvPr id="4" name="Connector line-1792371137293-77218101"/>
          <p:cNvSpPr/>
          <p:nvPr/>
        </p:nvSpPr>
        <p:spPr>
          <a:xfrm>
            <a:off x="1524000" y="3810000"/>
            <a:ext cx="15240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209800" y="3543300"/>
            <a:ext cx="533400" cy="5334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6019800" y="3543300"/>
            <a:ext cx="533400" cy="5334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9829800" y="3543300"/>
            <a:ext cx="533400" cy="5334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3639800" y="3543300"/>
            <a:ext cx="533400" cy="5334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257175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4857750" y="257175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8667750" y="257175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kill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-9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477750" y="257175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52500" y="4953000"/>
            <a:ext cx="790575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5238750"/>
            <a:ext cx="714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4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33500" y="5810250"/>
            <a:ext cx="714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 0</a:t>
            </a:r>
            <a:r>
              <a:rPr lang="en-US" sz="6600" dirty="0" spc="-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1333500" y="7048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Chụp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1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3.600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429750" y="4953000"/>
            <a:ext cx="7905750" cy="2857500"/>
          </a:xfrm>
          <a:prstGeom prst="roundRect">
            <a:avLst>
              <a:gd name="adj" fmla="val 933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10750" y="5238750"/>
            <a:ext cx="714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appendonly</a:t>
            </a: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yes,</a:t>
            </a:r>
            <a:r>
              <a:rPr lang="en-US" sz="24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everysec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10750" y="5810250"/>
            <a:ext cx="714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2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đủ</a:t>
            </a:r>
            <a:r>
              <a:rPr lang="en-US" sz="66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50</a:t>
            </a:r>
            <a:r>
              <a:rPr lang="en-US" sz="6600" dirty="0" spc="-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600" dirty="0"/>
          </a:p>
        </p:txBody>
      </p:sp>
      <p:sp>
        <p:nvSpPr>
          <p:cNvPr id="20" name="Text 18"/>
          <p:cNvSpPr/>
          <p:nvPr/>
        </p:nvSpPr>
        <p:spPr>
          <a:xfrm>
            <a:off x="9810750" y="7048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1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31" name="Text 2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93b3b959-71d1-49ef-8300-9ad92712f8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6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000" dirty="0" spc="-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0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0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dòng?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52500" y="1762125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dịch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ACID: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52500" y="2667000"/>
            <a:ext cx="5143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Chuyển</a:t>
            </a:r>
            <a:r>
              <a:rPr lang="en-US" sz="360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tiền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72250" y="2667000"/>
            <a:ext cx="5143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Giữ</a:t>
            </a:r>
            <a:r>
              <a:rPr lang="en-US" sz="3600" dirty="0" spc="-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192000" y="2667000"/>
            <a:ext cx="5143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5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Trừ</a:t>
            </a:r>
            <a:r>
              <a:rPr lang="en-US" sz="3600" dirty="0" spc="-9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810000" y="6096000"/>
            <a:ext cx="10668000" cy="1905000"/>
          </a:xfrm>
          <a:prstGeom prst="roundRect">
            <a:avLst>
              <a:gd name="adj" fmla="val 14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Cơ</a:t>
            </a:r>
            <a:r>
              <a:rPr lang="en-US" sz="42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sở</a:t>
            </a:r>
            <a:r>
              <a:rPr lang="en-US" sz="42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42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r>
              <a:rPr lang="en-US" sz="42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r>
              <a:rPr lang="en-US" sz="42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endParaRPr lang="en-US" sz="4200" dirty="0"/>
          </a:p>
        </p:txBody>
      </p:sp>
      <p:sp>
        <p:nvSpPr>
          <p:cNvPr id="8" name="Connector line-1792371138155-12103897"/>
          <p:cNvSpPr/>
          <p:nvPr/>
        </p:nvSpPr>
        <p:spPr>
          <a:xfrm flipV="1" rot="5400000">
            <a:off x="5667375" y="2619375"/>
            <a:ext cx="1333500" cy="56197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71138156-993902015"/>
          <p:cNvSpPr/>
          <p:nvPr/>
        </p:nvSpPr>
        <p:spPr>
          <a:xfrm>
            <a:off x="9144000" y="4762500"/>
            <a:ext cx="95" cy="1333500"/>
          </a:xfrm>
          <a:custGeom>
            <a:avLst/>
            <a:gdLst/>
            <a:ahLst/>
            <a:cxnLst/>
            <a:rect l="l" t="t" r="r" b="b"/>
            <a:pathLst>
              <a:path w="95" h="1333500">
                <a:moveTo>
                  <a:pt x="0" y="0"/>
                </a:moveTo>
                <a:lnTo>
                  <a:pt x="0" y="666750"/>
                </a:lnTo>
                <a:lnTo>
                  <a:pt x="0" y="666750"/>
                </a:lnTo>
                <a:lnTo>
                  <a:pt x="0" y="1333500"/>
                </a:lnTo>
              </a:path>
            </a:pathLst>
          </a:custGeom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71138156-742183909"/>
          <p:cNvSpPr/>
          <p:nvPr/>
        </p:nvSpPr>
        <p:spPr>
          <a:xfrm rot="5400000">
            <a:off x="11287125" y="2619375"/>
            <a:ext cx="1333500" cy="56197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Text 1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aafb19e-3fde-4eb3-b4a2-79c4351c10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3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Vừa</a:t>
            </a:r>
            <a:r>
              <a:rPr lang="en-US" sz="66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6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286000"/>
            <a:ext cx="609600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667000"/>
            <a:ext cx="533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Vừa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333500" y="38100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MySQL</a:t>
            </a:r>
            <a:endParaRPr lang="en-US" sz="8250" dirty="0"/>
          </a:p>
        </p:txBody>
      </p:sp>
      <p:sp>
        <p:nvSpPr>
          <p:cNvPr id="6" name="Shape 4"/>
          <p:cNvSpPr/>
          <p:nvPr/>
        </p:nvSpPr>
        <p:spPr>
          <a:xfrm>
            <a:off x="7620000" y="2286000"/>
            <a:ext cx="9715500" cy="6096000"/>
          </a:xfrm>
          <a:prstGeom prst="roundRect">
            <a:avLst>
              <a:gd name="adj" fmla="val 4375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0" y="26670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3300" dirty="0" spc="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vừa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8001000" y="361950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r>
              <a:rPr lang="en-US" sz="5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54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tán:</a:t>
            </a:r>
            <a:r>
              <a:rPr lang="en-US" sz="54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TiDB</a:t>
            </a:r>
            <a:endParaRPr lang="en-US" sz="5400" dirty="0"/>
          </a:p>
        </p:txBody>
      </p:sp>
      <p:sp>
        <p:nvSpPr>
          <p:cNvPr id="9" name="Text richtext-1792371138957-891826309"/>
          <p:cNvSpPr/>
          <p:nvPr/>
        </p:nvSpPr>
        <p:spPr>
          <a:xfrm>
            <a:off x="8001000" y="4953000"/>
            <a:ext cx="89535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ACID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8.0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TiKV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 TiFlash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cột:</a:t>
            </a:r>
            <a:r>
              <a:rPr lang="en-US" sz="270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HTAP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c5fbacb8-b600-4ab9-a99e-f81ce3036a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54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4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54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dịch:</a:t>
            </a:r>
            <a:r>
              <a:rPr lang="en-US" sz="54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4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54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54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16383000" cy="1714500"/>
          </a:xfrm>
          <a:prstGeom prst="roundRect">
            <a:avLst>
              <a:gd name="adj" fmla="val 1111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19075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572500" y="2190750"/>
            <a:ext cx="838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Hive</a:t>
            </a:r>
            <a:r>
              <a:rPr lang="en-US" sz="33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hoặc Impala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4286250"/>
            <a:ext cx="16383000" cy="1714500"/>
          </a:xfrm>
          <a:prstGeom prst="roundRect">
            <a:avLst>
              <a:gd name="adj" fmla="val 1111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428625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 tài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8572500" y="4286250"/>
            <a:ext cx="838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Couchbase</a:t>
            </a:r>
            <a:r>
              <a:rPr lang="en-US" sz="33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hoặc</a:t>
            </a:r>
            <a:r>
              <a:rPr lang="en-US" sz="3300" dirty="0" spc="-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MongoDB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52500" y="6381750"/>
            <a:ext cx="16383000" cy="1714500"/>
          </a:xfrm>
          <a:prstGeom prst="roundRect">
            <a:avLst>
              <a:gd name="adj" fmla="val 1111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638175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8572500" y="6381750"/>
            <a:ext cx="838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Cơ</a:t>
            </a:r>
            <a:r>
              <a:rPr lang="en-US" sz="33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sở</a:t>
            </a:r>
            <a:r>
              <a:rPr lang="en-US" sz="33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33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r>
              <a:rPr lang="en-US" sz="33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đồ</a:t>
            </a:r>
            <a:r>
              <a:rPr lang="en-US" sz="33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thị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52500" y="8429625"/>
            <a:ext cx="1638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2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NoSQL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Text 21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063df292-1b41-4405-967d-663ada5400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095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8750" y="2714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71750" y="2333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Cây</a:t>
            </a:r>
            <a:r>
              <a:rPr lang="en-US" sz="315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này</a:t>
            </a:r>
            <a:r>
              <a:rPr lang="en-US" sz="31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3150" dirty="0" spc="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r>
              <a:rPr lang="en-US" sz="31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biên</a:t>
            </a:r>
            <a:r>
              <a:rPr lang="en-US" sz="31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soạn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571750" y="3095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iQIYI;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đúng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4381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8750" y="5000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571750" y="4619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Chưa</a:t>
            </a:r>
            <a:r>
              <a:rPr lang="en-US" sz="31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ai</a:t>
            </a:r>
            <a:r>
              <a:rPr lang="en-US" sz="3150" dirty="0" spc="-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vận</a:t>
            </a:r>
            <a:r>
              <a:rPr lang="en-US" sz="31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hành</a:t>
            </a:r>
            <a:r>
              <a:rPr lang="en-US" sz="3150" dirty="0" spc="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TiDB?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571750" y="5381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4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MySQL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6667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8750" y="7286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571750" y="6905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Phép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thử</a:t>
            </a:r>
            <a:r>
              <a:rPr lang="en-US" sz="3150" dirty="0" spc="-2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Redis:</a:t>
            </a:r>
            <a:r>
              <a:rPr lang="en-US" sz="31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1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máy,</a:t>
            </a:r>
            <a:r>
              <a:rPr lang="en-US" sz="31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kiểu</a:t>
            </a:r>
            <a:r>
              <a:rPr lang="en-US" sz="31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tắt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2571750" y="7667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TokuDB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HiGraph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nêu theo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4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9d09e16-aa14-46fa-a871-98169b147a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95375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Giỏ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hàng:</a:t>
            </a:r>
            <a:r>
              <a:rPr lang="en-US" sz="48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 cây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48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3429000"/>
            <a:ext cx="4572000" cy="2476500"/>
          </a:xfrm>
          <a:prstGeom prst="roundRect">
            <a:avLst>
              <a:gd name="adj" fmla="val 10769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có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7620000" y="2476500"/>
            <a:ext cx="971550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5750" y="2619375"/>
            <a:ext cx="91440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làm khách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phiền,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7620000" y="4953000"/>
            <a:ext cx="971550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5750" y="5095875"/>
            <a:ext cx="91440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hứa: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sai,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quan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550" dirty="0"/>
          </a:p>
        </p:txBody>
      </p:sp>
      <p:sp>
        <p:nvSpPr>
          <p:cNvPr id="9" name="Connector line-1792371141425-786570840"/>
          <p:cNvSpPr/>
          <p:nvPr/>
        </p:nvSpPr>
        <p:spPr>
          <a:xfrm flipV="1">
            <a:off x="5524500" y="3429000"/>
            <a:ext cx="2095500" cy="1238250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71141426-277923532"/>
          <p:cNvSpPr/>
          <p:nvPr/>
        </p:nvSpPr>
        <p:spPr>
          <a:xfrm>
            <a:off x="5524500" y="4667250"/>
            <a:ext cx="2095500" cy="1238250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52500" y="7620000"/>
            <a:ext cx="163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Text 20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e797112-120e-4f41-b890-c4727e0f23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2476500"/>
            <a:ext cx="15716250" cy="4762500"/>
          </a:xfrm>
          <a:prstGeom prst="rect">
            <a:avLst/>
          </a:prstGeom>
          <a:noFill/>
          <a:ln/>
        </p:spPr>
        <p:txBody>
          <a:bodyPr wrap="square" lIns="0" tIns="68580" rIns="0" bIns="-68580" rtlCol="0" anchor="t"/>
          <a:lstStyle/>
          <a:p>
            <a:pPr algn="l" indent="0" marL="0">
              <a:lnSpc>
                <a:spcPts val="9720"/>
              </a:lnSpc>
              <a:buNone/>
            </a:pPr>
            <a:r>
              <a:rPr lang="en-US" sz="90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9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90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90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r>
              <a:rPr lang="en-US" sz="90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90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chứa</a:t>
            </a:r>
            <a:r>
              <a:rPr lang="en-US" sz="9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90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90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thật.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5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6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7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8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9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0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1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fe73de11-b5f9-41db-be3e-e130fad17d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335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3048000" y="133350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cấu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22860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ACID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3048000" y="228600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32385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7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HTAP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3048000" y="323850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41910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NoSQL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3048000" y="419100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" y="53340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KV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3048000" y="533400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52500" y="62865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DB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3048000" y="628650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477500" y="952500"/>
            <a:ext cx="6858000" cy="68580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58500" y="1238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7" name="Text richtext-1792371143152-289757218"/>
          <p:cNvSpPr/>
          <p:nvPr/>
        </p:nvSpPr>
        <p:spPr>
          <a:xfrm>
            <a:off x="10858500" y="1809750"/>
            <a:ext cx="6096000" cy="571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Redis,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redis.conf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TiDB,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TiKV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Hive,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Apache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Impala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6" name="Shape 24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7" name="Shape 25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9fbd273-7a4c-4fc1-8f84-082701a855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2026-10-19T00:52:49Z</dcterms:created>
  <dcterms:modified xsi:type="dcterms:W3CDTF">2026-10-19T00:52:49Z</dcterms:modified>
</cp:coreProperties>
</file>