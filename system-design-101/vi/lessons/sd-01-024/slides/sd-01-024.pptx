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144000" cy="26670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-1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SemVer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69898918-498597583"/>
          <p:cNvSpPr/>
          <p:nvPr/>
        </p:nvSpPr>
        <p:spPr>
          <a:xfrm>
            <a:off x="914400" y="6096000"/>
            <a:ext cx="84201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4008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API công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77500" y="2381250"/>
            <a:ext cx="2095500" cy="2857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12573000" y="2857500"/>
            <a:ext cx="57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7408" dirty="0"/>
          </a:p>
        </p:txBody>
      </p:sp>
      <p:sp>
        <p:nvSpPr>
          <p:cNvPr id="10" name="Text 8"/>
          <p:cNvSpPr/>
          <p:nvPr/>
        </p:nvSpPr>
        <p:spPr>
          <a:xfrm>
            <a:off x="13144500" y="2381250"/>
            <a:ext cx="2095500" cy="2857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15240000" y="2857500"/>
            <a:ext cx="57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7408" dirty="0"/>
          </a:p>
        </p:txBody>
      </p:sp>
      <p:sp>
        <p:nvSpPr>
          <p:cNvPr id="12" name="Text 10"/>
          <p:cNvSpPr/>
          <p:nvPr/>
        </p:nvSpPr>
        <p:spPr>
          <a:xfrm>
            <a:off x="15811500" y="2381250"/>
            <a:ext cx="2095500" cy="2857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10477500" y="5619750"/>
            <a:ext cx="2095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MAJOR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144500" y="5619750"/>
            <a:ext cx="2095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MINOR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811500" y="5619750"/>
            <a:ext cx="2095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5735a07-008d-4d03-8d4c-29e6df53dc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2.4.7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phân.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164592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5000" y="5334000"/>
            <a:ext cx="4000500" cy="1905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2.4.7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0477500" y="4000500"/>
            <a:ext cx="6096000" cy="123825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419100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2.4.8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525500" y="44005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0" y="5667375"/>
            <a:ext cx="6096000" cy="123825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0" y="5857875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2.5.0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3525500" y="6067425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0" y="7334250"/>
            <a:ext cx="6096000" cy="12382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75247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3.0.0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525500" y="7743825"/>
            <a:ext cx="2952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thích</a:t>
            </a:r>
            <a:endParaRPr lang="en-US" sz="2250" dirty="0"/>
          </a:p>
        </p:txBody>
      </p:sp>
      <p:sp>
        <p:nvSpPr>
          <p:cNvPr id="16" name="Connector line-1792369919153-885393679"/>
          <p:cNvSpPr/>
          <p:nvPr/>
        </p:nvSpPr>
        <p:spPr>
          <a:xfrm flipV="1">
            <a:off x="5905500" y="4619625"/>
            <a:ext cx="4572000" cy="1666875"/>
          </a:xfrm>
          <a:prstGeom prst="curvedConnector3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69919153-204343833"/>
          <p:cNvSpPr/>
          <p:nvPr/>
        </p:nvSpPr>
        <p:spPr>
          <a:xfrm>
            <a:off x="5905500" y="6286500"/>
            <a:ext cx="4572000" cy="95"/>
          </a:xfrm>
          <a:custGeom>
            <a:avLst/>
            <a:gdLst/>
            <a:ahLst/>
            <a:cxnLst/>
            <a:rect l="l" t="t" r="r" b="b"/>
            <a:pathLst>
              <a:path w="4572000" h="95">
                <a:moveTo>
                  <a:pt x="0" y="0"/>
                </a:moveTo>
                <a:lnTo>
                  <a:pt x="2286000" y="0"/>
                </a:lnTo>
                <a:lnTo>
                  <a:pt x="2286000" y="0"/>
                </a:lnTo>
                <a:lnTo>
                  <a:pt x="4572000" y="0"/>
                </a:lnTo>
              </a:path>
            </a:pathLst>
          </a:custGeom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69919154-864405160"/>
          <p:cNvSpPr/>
          <p:nvPr/>
        </p:nvSpPr>
        <p:spPr>
          <a:xfrm>
            <a:off x="5905500" y="6286500"/>
            <a:ext cx="4572000" cy="1666875"/>
          </a:xfrm>
          <a:prstGeom prst="curvedConnector3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ab8b3c4-72d4-444b-91b2-8661d9c1b2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 · 2.4.7 → 2.4.8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tương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69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190750" y="2952750"/>
            <a:ext cx="3238500" cy="857250"/>
          </a:xfrm>
          <a:prstGeom prst="roundRect">
            <a:avLst>
              <a:gd name="adj" fmla="val 2444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524750" y="2952750"/>
            <a:ext cx="3238500" cy="857250"/>
          </a:xfrm>
          <a:prstGeom prst="roundRect">
            <a:avLst>
              <a:gd name="adj" fmla="val 2444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858750" y="2952750"/>
            <a:ext cx="3238500" cy="857250"/>
          </a:xfrm>
          <a:prstGeom prst="roundRect">
            <a:avLst>
              <a:gd name="adj" fmla="val 2444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250" dirty="0"/>
          </a:p>
        </p:txBody>
      </p:sp>
      <p:sp>
        <p:nvSpPr>
          <p:cNvPr id="7" name="Connector line-1792369941805-186589736"/>
          <p:cNvSpPr/>
          <p:nvPr/>
        </p:nvSpPr>
        <p:spPr>
          <a:xfrm>
            <a:off x="3810000" y="3810000"/>
            <a:ext cx="0" cy="419100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8" name="Connector line-1792369941805-52286552"/>
          <p:cNvSpPr/>
          <p:nvPr/>
        </p:nvSpPr>
        <p:spPr>
          <a:xfrm>
            <a:off x="9144000" y="3810000"/>
            <a:ext cx="0" cy="419100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9" name="Connector line-1792369941805-660992448"/>
          <p:cNvSpPr/>
          <p:nvPr/>
        </p:nvSpPr>
        <p:spPr>
          <a:xfrm>
            <a:off x="14478000" y="3810000"/>
            <a:ext cx="0" cy="419100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10" name="Connector line-1792369941805-921336091"/>
          <p:cNvSpPr/>
          <p:nvPr/>
        </p:nvSpPr>
        <p:spPr>
          <a:xfrm>
            <a:off x="3810000" y="49530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095750" y="4381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250" dirty="0"/>
          </a:p>
        </p:txBody>
      </p:sp>
      <p:sp>
        <p:nvSpPr>
          <p:cNvPr id="12" name="Connector line-1792369941808-841475818"/>
          <p:cNvSpPr/>
          <p:nvPr/>
        </p:nvSpPr>
        <p:spPr>
          <a:xfrm>
            <a:off x="9144000" y="6286500"/>
            <a:ext cx="5238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57150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2.4.8</a:t>
            </a:r>
            <a:endParaRPr lang="en-US" sz="2250" dirty="0"/>
          </a:p>
        </p:txBody>
      </p:sp>
      <p:sp>
        <p:nvSpPr>
          <p:cNvPr id="14" name="Connector line-1792369941810-919220290"/>
          <p:cNvSpPr/>
          <p:nvPr/>
        </p:nvSpPr>
        <p:spPr>
          <a:xfrm flipH="1">
            <a:off x="9239250" y="7620000"/>
            <a:ext cx="5238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70485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90750" y="8191500"/>
            <a:ext cx="13906500" cy="7620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2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r>
              <a:rPr lang="en-US" sz="2250" dirty="0" spc="-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tăng;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MAJOR</a:t>
            </a:r>
            <a:r>
              <a:rPr lang="en-US" sz="2250" dirty="0" spc="-1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MINOR</a:t>
            </a:r>
            <a:r>
              <a:rPr lang="en-US" sz="22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250" dirty="0" spc="-1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d4e3f9a-9cfc-4769-8da9-27a9f1b504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MINOR · 2.4.7 → 2.5.0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năng,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tương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194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6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096000" y="32194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194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954000" y="32194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9" name="Connector line-1792369965937-902321681"/>
          <p:cNvSpPr/>
          <p:nvPr/>
        </p:nvSpPr>
        <p:spPr>
          <a:xfrm>
            <a:off x="914400" y="533400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0" name="Connector line-1792369965937-996681912"/>
          <p:cNvSpPr/>
          <p:nvPr/>
        </p:nvSpPr>
        <p:spPr>
          <a:xfrm>
            <a:off x="914400" y="67627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333500" y="42862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MAJOR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0" y="40957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9525000" y="40957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954000" y="433387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334000"/>
            <a:ext cx="16459200" cy="1428750"/>
          </a:xfrm>
          <a:prstGeom prst="rect">
            <a:avLst/>
          </a:prstGeom>
          <a:solidFill>
            <a:srgbClr val="2A2418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571500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MINOR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96000" y="55245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525000" y="55245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2954000" y="576262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33500" y="71437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96000" y="6953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9525000" y="695325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12954000" y="7191375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b1d8be5-c51c-4a9e-9e7a-8b3b208d79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MAJOR · 2.4.7 → 3.0.0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9525000" cy="7239000"/>
          </a:xfrm>
          <a:prstGeom prst="roundRect">
            <a:avLst>
              <a:gd name="adj" fmla="val 5263"/>
            </a:avLst>
          </a:prstGeom>
          <a:solidFill>
            <a:srgbClr val="CFE8E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857500"/>
            <a:ext cx="95250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dirty="0" spc="-27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3.0.0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1390650" y="6858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049000" y="1905000"/>
            <a:ext cx="6286500" cy="314325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 công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5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4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tương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4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1049000" y="5715000"/>
            <a:ext cx="628650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000750"/>
            <a:ext cx="561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14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0" y="6572250"/>
            <a:ext cx="5619750" cy="1905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nào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2cd260d-359c-4570-919f-4aef3ededc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 số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tự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hứa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19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743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267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791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3333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476500" y="4857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476500" y="6381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476500" y="7905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quy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96e465c-1509-4f89-90e3-8c84832509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36195" rIns="0" bIns="-36195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2.4.7,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dùng. Chọn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16459200" cy="361950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44767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24000" y="5048250"/>
            <a:ext cx="7620000" cy="2286000"/>
          </a:xfrm>
          <a:prstGeom prst="rect">
            <a:avLst/>
          </a:prstGeom>
          <a:noFill/>
          <a:ln/>
        </p:spPr>
        <p:txBody>
          <a:bodyPr wrap="square" lIns="0" tIns="152400" rIns="0" bIns="-15240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 spc="-1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3.0.0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525000" y="5334000"/>
            <a:ext cx="7429500" cy="1905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MAJOR, nếu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d625bde5-336f-440b-9367-5c87b3c742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962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33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0.y.z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33500" y="4286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77350" y="2952750"/>
            <a:ext cx="80962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238500"/>
            <a:ext cx="733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3.0.0-rc.1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696450" y="42862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3.0.0.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80962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381750"/>
            <a:ext cx="733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+build.9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333500" y="742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Hậu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ảnh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77350" y="6096000"/>
            <a:ext cx="809625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6381750"/>
            <a:ext cx="733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2.10.0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&gt;</a:t>
            </a:r>
            <a:r>
              <a:rPr lang="en-US" sz="54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2.9.0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696450" y="742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chữ.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6ef1fb2-cb69-473a-a50d-359e424fbb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715000" y="3286125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6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ĐẦY</a:t>
            </a:r>
            <a:r>
              <a:rPr lang="en-US" sz="1950" b="1" spc="15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b="1" spc="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191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715000" y="41910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715000" y="4667250"/>
            <a:ext cx="1143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dụng: hợp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700" dirty="0"/>
          </a:p>
        </p:txBody>
      </p:sp>
      <p:sp>
        <p:nvSpPr>
          <p:cNvPr id="10" name="Connector line-1792370037910-460093291"/>
          <p:cNvSpPr/>
          <p:nvPr/>
        </p:nvSpPr>
        <p:spPr>
          <a:xfrm>
            <a:off x="914400" y="571500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333500" y="60960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70037912-82242909"/>
          <p:cNvSpPr/>
          <p:nvPr/>
        </p:nvSpPr>
        <p:spPr>
          <a:xfrm>
            <a:off x="5715000" y="6096000"/>
            <a:ext cx="114300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SemVer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2.0.0, quy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1–11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0dac645-c6ba-4a81-a62f-5ee133cc0b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2026-10-19T00:34:13Z</dcterms:created>
  <dcterms:modified xsi:type="dcterms:W3CDTF">2026-10-19T00:34:13Z</dcterms:modified>
</cp:coreProperties>
</file>