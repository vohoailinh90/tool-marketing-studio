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620250" cy="2505075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SSH</a:t>
            </a: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hoạt</a:t>
            </a:r>
            <a:r>
              <a:rPr lang="en-US" sz="81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thế</a:t>
            </a:r>
            <a:r>
              <a:rPr lang="en-US" sz="81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3752850"/>
            <a:ext cx="9525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2" kern="0">
                <a:solidFill>
                  <a:srgbClr val="D8D3C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4500" dirty="0" spc="-28" kern="0">
                <a:solidFill>
                  <a:srgbClr val="D8D3C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4500" dirty="0" spc="0" kern="0">
                <a:solidFill>
                  <a:srgbClr val="D8D3C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4500" dirty="0" spc="2" kern="0">
                <a:solidFill>
                  <a:srgbClr val="D8D3C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4500" dirty="0" spc="-34" kern="0">
                <a:solidFill>
                  <a:srgbClr val="D8D3C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914400" y="4857750"/>
            <a:ext cx="8953500" cy="1047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8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85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8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chồng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8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850" dirty="0" spc="-2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4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850" dirty="0" spc="-3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TCP.</a:t>
            </a:r>
            <a:endParaRPr lang="en-US" sz="2850" dirty="0"/>
          </a:p>
        </p:txBody>
      </p:sp>
      <p:sp>
        <p:nvSpPr>
          <p:cNvPr id="6" name="Connector line-1792338497293-995093126"/>
          <p:cNvSpPr/>
          <p:nvPr/>
        </p:nvSpPr>
        <p:spPr>
          <a:xfrm>
            <a:off x="914400" y="7429500"/>
            <a:ext cx="91440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914400" y="7620000"/>
            <a:ext cx="3238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6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79248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Truyền</a:t>
            </a:r>
            <a:r>
              <a:rPr lang="en-US" sz="42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14400" y="86296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 hóa, nhận</a:t>
            </a:r>
            <a:r>
              <a:rPr lang="en-US" sz="1800" dirty="0" spc="-2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80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48150" y="7620000"/>
            <a:ext cx="3238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6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248150" y="79248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Xác</a:t>
            </a:r>
            <a:r>
              <a:rPr lang="en-US" sz="4200" dirty="0" spc="-3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248150" y="86296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80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1800" dirty="0" spc="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81900" y="7620000"/>
            <a:ext cx="3238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6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581900" y="79248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4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Kết</a:t>
            </a:r>
            <a:r>
              <a:rPr lang="en-US" sz="42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7581900" y="86296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180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kênh,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0763250" y="2381250"/>
            <a:ext cx="6667500" cy="952500"/>
          </a:xfrm>
          <a:prstGeom prst="roundRect">
            <a:avLst>
              <a:gd name="adj" fmla="val 22000"/>
            </a:avLst>
          </a:prstGeom>
          <a:solidFill>
            <a:srgbClr val="1E212B"/>
          </a:solidFill>
          <a:ln w="28575">
            <a:solidFill>
              <a:srgbClr val="2A2D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06150" y="2533650"/>
            <a:ext cx="590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10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1106150" y="2933700"/>
            <a:ext cx="590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650" dirty="0" spc="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65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650" dirty="0"/>
          </a:p>
        </p:txBody>
      </p:sp>
      <p:sp>
        <p:nvSpPr>
          <p:cNvPr id="20" name="Connector line-1792338497322-467186904"/>
          <p:cNvSpPr/>
          <p:nvPr/>
        </p:nvSpPr>
        <p:spPr>
          <a:xfrm>
            <a:off x="14097000" y="3352800"/>
            <a:ext cx="0" cy="228600"/>
          </a:xfrm>
          <a:prstGeom prst="line">
            <a:avLst/>
          </a:prstGeom>
          <a:noFill/>
          <a:ln w="28575">
            <a:solidFill>
              <a:srgbClr val="9A98A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763250" y="3600450"/>
            <a:ext cx="6667500" cy="952500"/>
          </a:xfrm>
          <a:prstGeom prst="roundRect">
            <a:avLst>
              <a:gd name="adj" fmla="val 22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06150" y="3752850"/>
            <a:ext cx="590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2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1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1106150" y="4152900"/>
            <a:ext cx="590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trao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khóa,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65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650" dirty="0"/>
          </a:p>
        </p:txBody>
      </p:sp>
      <p:sp>
        <p:nvSpPr>
          <p:cNvPr id="24" name="Connector line-1792338497326-922743505"/>
          <p:cNvSpPr/>
          <p:nvPr/>
        </p:nvSpPr>
        <p:spPr>
          <a:xfrm>
            <a:off x="14097000" y="4572000"/>
            <a:ext cx="0" cy="228600"/>
          </a:xfrm>
          <a:prstGeom prst="line">
            <a:avLst/>
          </a:prstGeom>
          <a:noFill/>
          <a:ln w="28575">
            <a:solidFill>
              <a:srgbClr val="9A98A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763250" y="4819650"/>
            <a:ext cx="6667500" cy="952500"/>
          </a:xfrm>
          <a:prstGeom prst="roundRect">
            <a:avLst>
              <a:gd name="adj" fmla="val 22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06150" y="4972050"/>
            <a:ext cx="590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1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100" b="1" dirty="0" spc="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1106150" y="537210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dùng,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650" dirty="0" spc="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650" dirty="0" spc="1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650" dirty="0"/>
          </a:p>
        </p:txBody>
      </p:sp>
      <p:sp>
        <p:nvSpPr>
          <p:cNvPr id="28" name="Connector line-1792338497329-572228852"/>
          <p:cNvSpPr/>
          <p:nvPr/>
        </p:nvSpPr>
        <p:spPr>
          <a:xfrm>
            <a:off x="14097000" y="5791200"/>
            <a:ext cx="0" cy="228600"/>
          </a:xfrm>
          <a:prstGeom prst="line">
            <a:avLst/>
          </a:prstGeom>
          <a:noFill/>
          <a:ln w="28575">
            <a:solidFill>
              <a:srgbClr val="9A98A0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763250" y="6038850"/>
            <a:ext cx="6667500" cy="952500"/>
          </a:xfrm>
          <a:prstGeom prst="roundRect">
            <a:avLst>
              <a:gd name="adj" fmla="val 22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06150" y="6191250"/>
            <a:ext cx="5905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3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1106150" y="659130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kênh: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lệnh,</a:t>
            </a:r>
            <a:r>
              <a:rPr lang="en-US" sz="165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7a3a474c-2092-4dcb-90e5-cbee90b32d4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429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620000" cy="2762250"/>
          </a:xfrm>
          <a:prstGeom prst="rect">
            <a:avLst/>
          </a:prstGeom>
          <a:noFill/>
          <a:ln/>
        </p:spPr>
        <p:txBody>
          <a:bodyPr wrap="square" lIns="0" tIns="69342" rIns="0" bIns="-69342" rtlCol="0" anchor="t"/>
          <a:lstStyle/>
          <a:p>
            <a:pPr algn="l" indent="0" marL="0">
              <a:lnSpc>
                <a:spcPts val="8112"/>
              </a:lnSpc>
              <a:buNone/>
            </a:pP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7800" dirty="0" spc="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endParaRPr lang="en-US" sz="7800" dirty="0"/>
          </a:p>
          <a:p>
            <a:pPr algn="l" indent="0" marL="0">
              <a:lnSpc>
                <a:spcPts val="8112"/>
              </a:lnSpc>
              <a:buNone/>
            </a:pPr>
            <a:r>
              <a:rPr lang="en-US" sz="78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từng</a:t>
            </a:r>
            <a:r>
              <a:rPr lang="en-US" sz="78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4286250"/>
            <a:ext cx="7429500" cy="11430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SSH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asyncssh,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127.0.0.1.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5810250"/>
            <a:ext cx="7429500" cy="1905000"/>
          </a:xfrm>
          <a:prstGeom prst="roundRect">
            <a:avLst>
              <a:gd name="adj" fmla="val 13000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0960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6515100"/>
            <a:ext cx="6953250" cy="1047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7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ra,</a:t>
            </a: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 liệu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OpenSSH.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14400" y="8096250"/>
            <a:ext cx="7429500" cy="66675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18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953500" y="952500"/>
            <a:ext cx="8420100" cy="7429500"/>
          </a:xfrm>
          <a:prstGeom prst="roundRect">
            <a:avLst>
              <a:gd name="adj" fmla="val 359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925300" y="1428750"/>
            <a:ext cx="247650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630400" y="1600200"/>
            <a:ext cx="2571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asyncssh</a:t>
            </a:r>
            <a:r>
              <a:rPr lang="en-US" sz="16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2.24.1</a:t>
            </a:r>
            <a:endParaRPr lang="en-US" sz="1650" dirty="0"/>
          </a:p>
        </p:txBody>
      </p:sp>
      <p:sp>
        <p:nvSpPr>
          <p:cNvPr id="12" name="Connector line-1792338792334-541315951"/>
          <p:cNvSpPr/>
          <p:nvPr/>
        </p:nvSpPr>
        <p:spPr>
          <a:xfrm>
            <a:off x="13163550" y="2133600"/>
            <a:ext cx="0" cy="100965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triangl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3411200" y="2495550"/>
            <a:ext cx="3619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800" dirty="0" spc="-3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163300" y="3238500"/>
            <a:ext cx="4000500" cy="104775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63300" y="3409950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163300" y="3829050"/>
            <a:ext cx="400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đếm</a:t>
            </a:r>
            <a:r>
              <a:rPr lang="en-US" sz="16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nối, ghi</a:t>
            </a: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1650" dirty="0"/>
          </a:p>
        </p:txBody>
      </p:sp>
      <p:sp>
        <p:nvSpPr>
          <p:cNvPr id="17" name="Connector line-1792338792345-764355870"/>
          <p:cNvSpPr/>
          <p:nvPr/>
        </p:nvSpPr>
        <p:spPr>
          <a:xfrm>
            <a:off x="13163550" y="4381500"/>
            <a:ext cx="0" cy="100965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triangl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3411200" y="4743450"/>
            <a:ext cx="3619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800" dirty="0" spc="-3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925300" y="5486400"/>
            <a:ext cx="247650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4630400" y="5657850"/>
            <a:ext cx="2571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asyncssh</a:t>
            </a:r>
            <a:r>
              <a:rPr lang="en-US" sz="16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2.24.1</a:t>
            </a:r>
            <a:endParaRPr lang="en-US" sz="1650" dirty="0"/>
          </a:p>
        </p:txBody>
      </p:sp>
      <p:sp>
        <p:nvSpPr>
          <p:cNvPr id="21" name="Connector line-1792338792350-844383682"/>
          <p:cNvSpPr/>
          <p:nvPr/>
        </p:nvSpPr>
        <p:spPr>
          <a:xfrm>
            <a:off x="9334500" y="6572250"/>
            <a:ext cx="76581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9334500" y="6724650"/>
            <a:ext cx="7658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1650" b="1" spc="21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1650" b="1" spc="21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1650" b="1" spc="20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0591800" y="7124700"/>
            <a:ext cx="5143500" cy="666750"/>
          </a:xfrm>
          <a:prstGeom prst="roundRect">
            <a:avLst>
              <a:gd name="adj" fmla="val 25714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SSH-2.0-AsyncSSH_2.24.1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334500" y="7924800"/>
            <a:ext cx="7658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trơn,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cả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chiều</a:t>
            </a:r>
            <a:endParaRPr lang="en-US" sz="1650" dirty="0"/>
          </a:p>
        </p:txBody>
      </p:sp>
      <p:sp>
        <p:nvSpPr>
          <p:cNvPr id="25" name="Connector line-1792338792358-325134438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6f79c797-bc83-4db3-ad46-646ce126d95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TRUYỀN</a:t>
            </a:r>
            <a:r>
              <a:rPr lang="en-US" sz="1950" b="1" spc="25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620000" cy="1428750"/>
          </a:xfrm>
          <a:prstGeom prst="rect">
            <a:avLst/>
          </a:prstGeom>
          <a:noFill/>
          <a:ln/>
        </p:spPr>
        <p:txBody>
          <a:bodyPr wrap="square" lIns="0" tIns="74676" rIns="0" bIns="-74676" rtlCol="0" anchor="t"/>
          <a:lstStyle/>
          <a:p>
            <a:pPr algn="l" indent="0" marL="0">
              <a:lnSpc>
                <a:spcPts val="8736"/>
              </a:lnSpc>
              <a:buNone/>
            </a:pPr>
            <a:r>
              <a:rPr lang="en-US" sz="84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Truyền</a:t>
            </a:r>
            <a:r>
              <a:rPr lang="en-US" sz="84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14400" y="281940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Thương</a:t>
            </a:r>
            <a:r>
              <a:rPr lang="en-US" sz="30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lượng,</a:t>
            </a:r>
            <a:r>
              <a:rPr lang="en-US" sz="30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714750"/>
            <a:ext cx="7467600" cy="2952750"/>
          </a:xfrm>
          <a:prstGeom prst="roundRect">
            <a:avLst>
              <a:gd name="adj" fmla="val 8387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9814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THƯƠNG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1800" dirty="0"/>
          </a:p>
        </p:txBody>
      </p:sp>
      <p:sp>
        <p:nvSpPr>
          <p:cNvPr id="7" name="Text richtext-1792338952913-142120559"/>
          <p:cNvSpPr/>
          <p:nvPr/>
        </p:nvSpPr>
        <p:spPr>
          <a:xfrm>
            <a:off x="1295400" y="4400550"/>
            <a:ext cx="6705600" cy="1809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bên</a:t>
            </a:r>
            <a:r>
              <a:rPr lang="en-US" sz="22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sách,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250" dirty="0" spc="-6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Trao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khóa:</a:t>
            </a: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mlkem768x25519-sha256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hóa: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chacha20-poly1305@openssh.com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95400" y="62674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</a:t>
            </a:r>
            <a:r>
              <a:rPr lang="en-US" sz="1650" dirty="0" spc="1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asyncssh.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14400" y="6896100"/>
            <a:ext cx="7467600" cy="1905000"/>
          </a:xfrm>
          <a:prstGeom prst="roundRect">
            <a:avLst>
              <a:gd name="adj" fmla="val 13000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5400" y="71247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650" b="1" spc="18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650" b="1" spc="1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95400" y="7524750"/>
            <a:ext cx="67056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aes256-ctr</a:t>
            </a:r>
            <a:endParaRPr lang="en-US" sz="2100" dirty="0"/>
          </a:p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chỉ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aes128-gcm@openssh.com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95400" y="8305800"/>
            <a:ext cx="6705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KeyExchangeFailed</a:t>
            </a:r>
            <a:r>
              <a:rPr lang="en-US" sz="21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1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100" b="1" dirty="0" spc="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100" b="1" dirty="0" spc="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10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100" b="1" dirty="0" spc="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144000" y="9525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25000" y="1257300"/>
            <a:ext cx="7429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</a:t>
            </a:r>
            <a:r>
              <a:rPr lang="en-US" sz="1650" b="1" spc="17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650" b="1" spc="22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650" b="1" spc="21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650" b="1" spc="21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650" b="1" spc="228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650" b="1" spc="22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525000" y="1752600"/>
            <a:ext cx="7524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5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1650" b="1" spc="11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1650" b="1" spc="14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650" b="1" spc="13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1650" b="1" spc="1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650" b="1" spc="15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650" b="1" spc="15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14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650" b="1" spc="14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650" b="1" spc="15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b="1" spc="13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525000" y="2171700"/>
            <a:ext cx="4191000" cy="609600"/>
          </a:xfrm>
          <a:prstGeom prst="roundRect">
            <a:avLst>
              <a:gd name="adj" fmla="val 25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SSH-2.0-AsyncSSH_2.24.1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906500" y="2171700"/>
            <a:ext cx="3086100" cy="609600"/>
          </a:xfrm>
          <a:prstGeom prst="roundRect">
            <a:avLst>
              <a:gd name="adj" fmla="val 25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tên</a:t>
            </a:r>
            <a:r>
              <a:rPr lang="en-US" sz="21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thuật</a:t>
            </a:r>
            <a:r>
              <a:rPr lang="en-US" sz="21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toán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525000" y="2952750"/>
            <a:ext cx="742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thương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1800" dirty="0" spc="-1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1800" dirty="0" spc="-2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800" dirty="0" spc="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hóa</a:t>
            </a:r>
            <a:endParaRPr lang="en-US" sz="1800" dirty="0"/>
          </a:p>
        </p:txBody>
      </p:sp>
      <p:sp>
        <p:nvSpPr>
          <p:cNvPr id="19" name="Connector line-1792338952975-20010383"/>
          <p:cNvSpPr/>
          <p:nvPr/>
        </p:nvSpPr>
        <p:spPr>
          <a:xfrm>
            <a:off x="13258800" y="3543300"/>
            <a:ext cx="0" cy="72390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3487400" y="3733800"/>
            <a:ext cx="3619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trao</a:t>
            </a:r>
            <a:r>
              <a:rPr lang="en-US" sz="180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1800" dirty="0" spc="-15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xong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25000" y="4362450"/>
            <a:ext cx="7524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7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b="1" spc="7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1650" b="1" spc="4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1650" b="1" spc="6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650" b="1" spc="5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1650" b="1" spc="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650" b="1" spc="7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650" b="1" spc="7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6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650" b="1" spc="7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650" b="1" spc="7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b="1" spc="5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525000" y="4762500"/>
            <a:ext cx="2857500" cy="609600"/>
          </a:xfrm>
          <a:prstGeom prst="roundRect">
            <a:avLst>
              <a:gd name="adj" fmla="val 25000"/>
            </a:avLst>
          </a:prstGeom>
          <a:noFill/>
          <a:ln w="28575">
            <a:solidFill>
              <a:srgbClr val="7C93FF"/>
            </a:solidFill>
            <a:prstDash val="lg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5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alice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2573000" y="4762500"/>
            <a:ext cx="4419600" cy="609600"/>
          </a:xfrm>
          <a:prstGeom prst="roundRect">
            <a:avLst>
              <a:gd name="adj" fmla="val 25000"/>
            </a:avLst>
          </a:prstGeom>
          <a:noFill/>
          <a:ln w="28575">
            <a:solidFill>
              <a:srgbClr val="7C93FF"/>
            </a:solidFill>
            <a:prstDash val="lg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secret-line-93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525000" y="550545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573000" y="5505450"/>
            <a:ext cx="4419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18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80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525000" y="5981700"/>
            <a:ext cx="7429500" cy="762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5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1800" dirty="0" spc="-3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r>
              <a:rPr lang="en-US" sz="18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trơn,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1800" dirty="0" spc="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18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18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ngay.</a:t>
            </a:r>
            <a:endParaRPr lang="en-US" sz="1800" dirty="0"/>
          </a:p>
          <a:p>
            <a:pPr algn="l" indent="0" marL="0">
              <a:lnSpc>
                <a:spcPts val="2340"/>
              </a:lnSpc>
              <a:buNone/>
            </a:pPr>
            <a:r>
              <a:rPr lang="en-US" sz="1800" dirty="0" spc="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Kích</a:t>
            </a:r>
            <a:r>
              <a:rPr lang="en-US" sz="1800" dirty="0" spc="7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thước</a:t>
            </a:r>
            <a:r>
              <a:rPr lang="en-US" sz="1800" dirty="0" spc="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1800" dirty="0" spc="-1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chiều</a:t>
            </a:r>
            <a:r>
              <a:rPr lang="en-US" sz="1800" dirty="0" spc="-1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1800" dirty="0" spc="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đếm</a:t>
            </a:r>
            <a:r>
              <a:rPr lang="en-US" sz="1800" dirty="0" spc="7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525000" y="6743700"/>
            <a:ext cx="7467600" cy="1733550"/>
          </a:xfrm>
          <a:prstGeom prst="roundRect">
            <a:avLst>
              <a:gd name="adj" fmla="val 12088"/>
            </a:avLst>
          </a:prstGeom>
          <a:solidFill>
            <a:srgbClr val="14161C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67900" y="6953250"/>
            <a:ext cx="685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LẬT</a:t>
            </a:r>
            <a:r>
              <a:rPr lang="en-US" sz="165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6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650" b="1" spc="1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b="1" spc="25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867900" y="7372350"/>
            <a:ext cx="685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MACError:</a:t>
            </a:r>
            <a:r>
              <a:rPr lang="en-US" sz="2400" b="1" dirty="0" spc="-2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MAC</a:t>
            </a:r>
            <a:r>
              <a:rPr lang="en-US" sz="240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verification</a:t>
            </a:r>
            <a:r>
              <a:rPr lang="en-US" sz="240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failed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867900" y="790575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 lỗi</a:t>
            </a:r>
            <a:r>
              <a:rPr lang="en-US" sz="180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18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1800" dirty="0" spc="-2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nối.</a:t>
            </a:r>
            <a:endParaRPr lang="en-US" sz="1800" dirty="0"/>
          </a:p>
        </p:txBody>
      </p:sp>
      <p:sp>
        <p:nvSpPr>
          <p:cNvPr id="31" name="Connector line-1792338953004-138266499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3" name="Shape 31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4" name="Shape 32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5" name="Shape 33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65237511-5d38-4499-8e61-42d018e6e10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8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620000" cy="2762250"/>
          </a:xfrm>
          <a:prstGeom prst="rect">
            <a:avLst/>
          </a:prstGeom>
          <a:noFill/>
          <a:ln/>
        </p:spPr>
        <p:txBody>
          <a:bodyPr wrap="square" lIns="0" tIns="69342" rIns="0" bIns="-69342" rtlCol="0" anchor="t"/>
          <a:lstStyle/>
          <a:p>
            <a:pPr algn="l" indent="0" marL="0">
              <a:lnSpc>
                <a:spcPts val="8112"/>
              </a:lnSpc>
              <a:buNone/>
            </a:pP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78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7800" dirty="0"/>
          </a:p>
          <a:p>
            <a:pPr algn="l" indent="0" marL="0">
              <a:lnSpc>
                <a:spcPts val="8112"/>
              </a:lnSpc>
              <a:buNone/>
            </a:pP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4286250"/>
            <a:ext cx="7429500" cy="11430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 thì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7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dừng,</a:t>
            </a:r>
            <a:endParaRPr lang="en-US" sz="2700" dirty="0"/>
          </a:p>
          <a:p>
            <a:pPr algn="l" indent="0" marL="0">
              <a:lnSpc>
                <a:spcPts val="3645"/>
              </a:lnSpc>
              <a:buNone/>
            </a:pP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5715000"/>
            <a:ext cx="7429500" cy="2571750"/>
          </a:xfrm>
          <a:prstGeom prst="roundRect">
            <a:avLst>
              <a:gd name="adj" fmla="val 9630"/>
            </a:avLst>
          </a:prstGeom>
          <a:solidFill>
            <a:srgbClr val="DDE3FA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0007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DẤU</a:t>
            </a:r>
            <a:r>
              <a:rPr lang="en-US" sz="1800" b="1" spc="26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VÂN</a:t>
            </a:r>
            <a:r>
              <a:rPr lang="en-US" sz="1800" b="1" spc="21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1800" b="1" spc="28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800" dirty="0"/>
          </a:p>
        </p:txBody>
      </p:sp>
      <p:sp>
        <p:nvSpPr>
          <p:cNvPr id="7" name="Text richtext-1792339380705-914322028"/>
          <p:cNvSpPr/>
          <p:nvPr/>
        </p:nvSpPr>
        <p:spPr>
          <a:xfrm>
            <a:off x="1295400" y="6438900"/>
            <a:ext cx="6762750" cy="1619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Dạng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SHA256: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43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bằng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SHA-256,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base64: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8953500" y="952500"/>
            <a:ext cx="8420100" cy="7620000"/>
          </a:xfrm>
          <a:prstGeom prst="roundRect">
            <a:avLst>
              <a:gd name="adj" fmla="val 35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10750" y="1333500"/>
            <a:ext cx="209550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382750" y="1333500"/>
            <a:ext cx="209550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11" name="Connector line-1792339380720-987080089"/>
          <p:cNvSpPr/>
          <p:nvPr/>
        </p:nvSpPr>
        <p:spPr>
          <a:xfrm>
            <a:off x="10858500" y="2038350"/>
            <a:ext cx="0" cy="4438650"/>
          </a:xfrm>
          <a:prstGeom prst="line">
            <a:avLst/>
          </a:prstGeom>
          <a:noFill/>
          <a:ln w="28575">
            <a:solidFill>
              <a:srgbClr val="CFC6B0"/>
            </a:solidFill>
            <a:prstDash val="lgDash"/>
            <a:headEnd type="none"/>
            <a:tailEnd type="none"/>
          </a:ln>
        </p:spPr>
      </p:sp>
      <p:sp>
        <p:nvSpPr>
          <p:cNvPr id="12" name="Connector line-1792339380720-414025137"/>
          <p:cNvSpPr/>
          <p:nvPr/>
        </p:nvSpPr>
        <p:spPr>
          <a:xfrm>
            <a:off x="15430500" y="2038350"/>
            <a:ext cx="0" cy="4438650"/>
          </a:xfrm>
          <a:prstGeom prst="line">
            <a:avLst/>
          </a:prstGeom>
          <a:noFill/>
          <a:ln w="28575">
            <a:solidFill>
              <a:srgbClr val="CFC6B0"/>
            </a:solidFill>
            <a:prstDash val="lgDash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11049000" y="2209800"/>
            <a:ext cx="419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5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</a:t>
            </a:r>
            <a:r>
              <a:rPr lang="en-US" sz="1950" dirty="0" spc="-9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1950" dirty="0" spc="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1950" dirty="0" spc="-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ssh-ed25519</a:t>
            </a:r>
            <a:endParaRPr lang="en-US" sz="1950" dirty="0"/>
          </a:p>
        </p:txBody>
      </p:sp>
      <p:sp>
        <p:nvSpPr>
          <p:cNvPr id="14" name="Connector line-1792339380724-486120884"/>
          <p:cNvSpPr/>
          <p:nvPr/>
        </p:nvSpPr>
        <p:spPr>
          <a:xfrm flipH="1">
            <a:off x="10953750" y="2686050"/>
            <a:ext cx="447675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286875" y="3143250"/>
            <a:ext cx="3143250" cy="666750"/>
          </a:xfrm>
          <a:prstGeom prst="roundRect">
            <a:avLst>
              <a:gd name="adj" fmla="val 25714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195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dirty="0" spc="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1950" dirty="0"/>
          </a:p>
        </p:txBody>
      </p:sp>
      <p:sp>
        <p:nvSpPr>
          <p:cNvPr id="16" name="Connector line-1792339380729-350104246"/>
          <p:cNvSpPr/>
          <p:nvPr/>
        </p:nvSpPr>
        <p:spPr>
          <a:xfrm>
            <a:off x="10858500" y="3886200"/>
            <a:ext cx="0" cy="49530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048750" y="4476750"/>
            <a:ext cx="3619500" cy="723900"/>
          </a:xfrm>
          <a:prstGeom prst="roundRect">
            <a:avLst>
              <a:gd name="adj" fmla="val 23684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HostKeyNotVerifiable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048750" y="5391150"/>
            <a:ext cx="3619500" cy="7239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ngắt</a:t>
            </a:r>
            <a:r>
              <a:rPr lang="en-US" sz="1950" b="1" dirty="0" spc="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9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endParaRPr lang="en-US" sz="1950" dirty="0"/>
          </a:p>
          <a:p>
            <a:pPr algn="ctr" indent="0" marL="0">
              <a:lnSpc>
                <a:spcPts val="2535"/>
              </a:lnSpc>
              <a:buNone/>
            </a:pPr>
            <a:r>
              <a:rPr lang="en-US" sz="1950" b="1" dirty="0" spc="-1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1950" b="1" dirty="0" spc="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3639800" y="3810000"/>
            <a:ext cx="3581400" cy="1809750"/>
          </a:xfrm>
          <a:prstGeom prst="roundRect">
            <a:avLst>
              <a:gd name="adj" fmla="val 10526"/>
            </a:avLst>
          </a:prstGeom>
          <a:solidFill>
            <a:srgbClr val="E8E0CF"/>
          </a:solidFill>
          <a:ln/>
        </p:spPr>
      </p:sp>
      <p:sp>
        <p:nvSpPr>
          <p:cNvPr id="20" name="Text 18"/>
          <p:cNvSpPr/>
          <p:nvPr/>
        </p:nvSpPr>
        <p:spPr>
          <a:xfrm>
            <a:off x="13830300" y="4000500"/>
            <a:ext cx="3200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b="1" spc="19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3830300" y="4381500"/>
            <a:ext cx="323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</a:t>
            </a:r>
            <a:r>
              <a:rPr lang="en-US" sz="195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195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TCP</a:t>
            </a:r>
            <a:r>
              <a:rPr lang="en-US" sz="19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3830300" y="4800600"/>
            <a:ext cx="323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r>
              <a:rPr lang="en-US" sz="19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9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950" b="1" dirty="0" spc="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950" b="1" dirty="0" spc="-1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950" b="1" dirty="0" spc="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3830300" y="5219700"/>
            <a:ext cx="3200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65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650" dirty="0"/>
          </a:p>
        </p:txBody>
      </p:sp>
      <p:sp>
        <p:nvSpPr>
          <p:cNvPr id="24" name="Connector line-1792339380748-668766825"/>
          <p:cNvSpPr/>
          <p:nvPr/>
        </p:nvSpPr>
        <p:spPr>
          <a:xfrm>
            <a:off x="9334500" y="6591300"/>
            <a:ext cx="76581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334500" y="6743700"/>
            <a:ext cx="7658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spc="16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21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1650" b="1" spc="24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650" b="1" spc="20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334500" y="7162800"/>
            <a:ext cx="2095500" cy="666750"/>
          </a:xfrm>
          <a:prstGeom prst="roundRect">
            <a:avLst>
              <a:gd name="adj" fmla="val 25714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Truyền</a:t>
            </a:r>
            <a:r>
              <a:rPr lang="en-US" sz="19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1950" dirty="0"/>
          </a:p>
        </p:txBody>
      </p:sp>
      <p:sp>
        <p:nvSpPr>
          <p:cNvPr id="27" name="Connector line-1792339380752-307804820"/>
          <p:cNvSpPr/>
          <p:nvPr/>
        </p:nvSpPr>
        <p:spPr>
          <a:xfrm>
            <a:off x="11658600" y="7381875"/>
            <a:ext cx="228600" cy="22860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28" name="Connector line-1792339380752-269689232"/>
          <p:cNvSpPr/>
          <p:nvPr/>
        </p:nvSpPr>
        <p:spPr>
          <a:xfrm flipH="1">
            <a:off x="11658600" y="7381875"/>
            <a:ext cx="228600" cy="22860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12115800" y="7162800"/>
            <a:ext cx="2095500" cy="666750"/>
          </a:xfrm>
          <a:prstGeom prst="roundRect">
            <a:avLst>
              <a:gd name="adj" fmla="val 25714"/>
            </a:avLst>
          </a:prstGeom>
          <a:noFill/>
          <a:ln w="28575">
            <a:solidFill>
              <a:srgbClr val="B45309"/>
            </a:solidFill>
            <a:prstDash val="lg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1950" b="1" dirty="0" spc="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1950" dirty="0"/>
          </a:p>
        </p:txBody>
      </p:sp>
      <p:sp>
        <p:nvSpPr>
          <p:cNvPr id="30" name="Connector line-1792339380755-466583061"/>
          <p:cNvSpPr/>
          <p:nvPr/>
        </p:nvSpPr>
        <p:spPr>
          <a:xfrm>
            <a:off x="14287500" y="7496175"/>
            <a:ext cx="533400" cy="0"/>
          </a:xfrm>
          <a:prstGeom prst="line">
            <a:avLst/>
          </a:prstGeom>
          <a:noFill/>
          <a:ln w="38100">
            <a:solidFill>
              <a:srgbClr val="CFC6B0"/>
            </a:solidFill>
            <a:prstDash val="dash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14897100" y="7162800"/>
            <a:ext cx="2095500" cy="666750"/>
          </a:xfrm>
          <a:prstGeom prst="roundRect">
            <a:avLst>
              <a:gd name="adj" fmla="val 25714"/>
            </a:avLst>
          </a:prstGeom>
          <a:noFill/>
          <a:ln w="28575">
            <a:solidFill>
              <a:srgbClr val="0F766E"/>
            </a:solidFill>
            <a:prstDash val="lg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9334500" y="8020050"/>
            <a:ext cx="7658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8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1800" dirty="0"/>
          </a:p>
        </p:txBody>
      </p:sp>
      <p:sp>
        <p:nvSpPr>
          <p:cNvPr id="33" name="Connector line-1792339380759-734139001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a37e3ff8-410f-4bd9-a8cd-d89c299133f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b="1" spc="29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8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620000" cy="1428750"/>
          </a:xfrm>
          <a:prstGeom prst="rect">
            <a:avLst/>
          </a:prstGeom>
          <a:noFill/>
          <a:ln/>
        </p:spPr>
        <p:txBody>
          <a:bodyPr wrap="square" lIns="0" tIns="74676" rIns="0" bIns="-74676" rtlCol="0" anchor="t"/>
          <a:lstStyle/>
          <a:p>
            <a:pPr algn="l" indent="0" marL="0">
              <a:lnSpc>
                <a:spcPts val="8736"/>
              </a:lnSpc>
              <a:buNone/>
            </a:pPr>
            <a:r>
              <a:rPr lang="en-US" sz="840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Xác</a:t>
            </a:r>
            <a:r>
              <a:rPr lang="en-US" sz="84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14400" y="2819400"/>
            <a:ext cx="781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 đang đăng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676650"/>
            <a:ext cx="7429500" cy="1619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hóa:</a:t>
            </a:r>
            <a:r>
              <a:rPr lang="en-US" sz="25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có</a:t>
            </a:r>
            <a:r>
              <a:rPr lang="en-US" sz="255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55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55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5334000"/>
            <a:ext cx="7467600" cy="1714500"/>
          </a:xfrm>
          <a:prstGeom prst="roundRect">
            <a:avLst>
              <a:gd name="adj" fmla="val 14444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5600700"/>
            <a:ext cx="685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650" b="1" spc="20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16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95400" y="59817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publickey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914400" y="7277100"/>
            <a:ext cx="7467600" cy="1524000"/>
          </a:xfrm>
          <a:prstGeom prst="roundRect">
            <a:avLst>
              <a:gd name="adj" fmla="val 1625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74866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650" b="1" spc="241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95400" y="7867650"/>
            <a:ext cx="6762750" cy="7620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thứ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19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khẩu: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9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19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khẩu,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19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19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0" y="952500"/>
            <a:ext cx="8229600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25000" y="144780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4" name="Connector line-1792363415803-595822912"/>
          <p:cNvSpPr/>
          <p:nvPr/>
        </p:nvSpPr>
        <p:spPr>
          <a:xfrm>
            <a:off x="9734550" y="1781175"/>
            <a:ext cx="85725" cy="85725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5" name="Connector line-1792363415803-354499282"/>
          <p:cNvSpPr/>
          <p:nvPr/>
        </p:nvSpPr>
        <p:spPr>
          <a:xfrm flipV="1">
            <a:off x="9820275" y="1685925"/>
            <a:ext cx="152400" cy="180975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10439400" y="12001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0439400" y="1771650"/>
            <a:ext cx="2190750" cy="552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r>
              <a:rPr lang="en-US" sz="21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439400" y="2571750"/>
            <a:ext cx="6572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8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khóa: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439400" y="2990850"/>
            <a:ext cx="3143250" cy="533400"/>
          </a:xfrm>
          <a:prstGeom prst="roundRect">
            <a:avLst>
              <a:gd name="adj" fmla="val 25000"/>
            </a:avLst>
          </a:prstGeom>
          <a:noFill/>
          <a:ln w="1905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7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Trying</a:t>
            </a:r>
            <a:r>
              <a:rPr lang="en-US" sz="180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public</a:t>
            </a:r>
            <a:r>
              <a:rPr lang="en-US" sz="1800" dirty="0" spc="-3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key</a:t>
            </a:r>
            <a:r>
              <a:rPr lang="en-US" sz="1800" dirty="0" spc="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auth</a:t>
            </a:r>
            <a:endParaRPr lang="en-US" sz="1800" dirty="0"/>
          </a:p>
        </p:txBody>
      </p:sp>
      <p:sp>
        <p:nvSpPr>
          <p:cNvPr id="20" name="Connector line-1792363415815-901795364"/>
          <p:cNvSpPr/>
          <p:nvPr/>
        </p:nvSpPr>
        <p:spPr>
          <a:xfrm>
            <a:off x="13677900" y="3257550"/>
            <a:ext cx="342900" cy="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4116050" y="2990850"/>
            <a:ext cx="2762250" cy="533400"/>
          </a:xfrm>
          <a:prstGeom prst="roundRect">
            <a:avLst>
              <a:gd name="adj" fmla="val 25000"/>
            </a:avLst>
          </a:prstGeom>
          <a:noFill/>
          <a:ln w="1905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8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Verifying</a:t>
            </a:r>
            <a:r>
              <a:rPr lang="en-US" sz="1800" dirty="0" spc="-9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request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0" y="4229100"/>
            <a:ext cx="8229600" cy="2171700"/>
          </a:xfrm>
          <a:prstGeom prst="roundRect">
            <a:avLst>
              <a:gd name="adj" fmla="val 12281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25000" y="472440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4" name="Connector line-1792363415822-285338530"/>
          <p:cNvSpPr/>
          <p:nvPr/>
        </p:nvSpPr>
        <p:spPr>
          <a:xfrm>
            <a:off x="9734550" y="4933950"/>
            <a:ext cx="228600" cy="22860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5" name="Connector line-1792363415822-930562451"/>
          <p:cNvSpPr/>
          <p:nvPr/>
        </p:nvSpPr>
        <p:spPr>
          <a:xfrm flipH="1">
            <a:off x="9734550" y="4933950"/>
            <a:ext cx="228600" cy="22860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10439400" y="449580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 lệ</a:t>
            </a:r>
            <a:r>
              <a:rPr lang="en-US" sz="210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439400" y="5048250"/>
            <a:ext cx="2857500" cy="552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PermissionDenied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0439400" y="5791200"/>
            <a:ext cx="6572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ngay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dirty="0" spc="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144000" y="6629400"/>
            <a:ext cx="8229600" cy="2171700"/>
          </a:xfrm>
          <a:prstGeom prst="roundRect">
            <a:avLst>
              <a:gd name="adj" fmla="val 12281"/>
            </a:avLst>
          </a:prstGeom>
          <a:solidFill>
            <a:srgbClr val="1E212B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25000" y="712470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1" name="Connector line-1792363415830-52146293"/>
          <p:cNvSpPr/>
          <p:nvPr/>
        </p:nvSpPr>
        <p:spPr>
          <a:xfrm>
            <a:off x="9734550" y="7334250"/>
            <a:ext cx="228600" cy="22860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2" name="Connector line-1792363415830-64640978"/>
          <p:cNvSpPr/>
          <p:nvPr/>
        </p:nvSpPr>
        <p:spPr>
          <a:xfrm flipH="1">
            <a:off x="9734550" y="7334250"/>
            <a:ext cx="228600" cy="22860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10439400" y="689610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khẩu,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0439400" y="7448550"/>
            <a:ext cx="2857500" cy="552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PermissionDenied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0439400" y="8172450"/>
            <a:ext cx="6572250" cy="381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 không</a:t>
            </a:r>
            <a:r>
              <a:rPr lang="en-US" sz="195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950" dirty="0"/>
          </a:p>
        </p:txBody>
      </p:sp>
      <p:sp>
        <p:nvSpPr>
          <p:cNvPr id="36" name="Connector line-1792363415852-525845067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8" name="Shape 36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9" name="Shape 37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0" name="Shape 38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1" name="Shape 39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2" name="Shape 40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9" name="Moda image moda-export-watermark-cb54ef77-0f7a-4384-85ab-b009675e588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620000" cy="1428750"/>
          </a:xfrm>
          <a:prstGeom prst="rect">
            <a:avLst/>
          </a:prstGeom>
          <a:noFill/>
          <a:ln/>
        </p:spPr>
        <p:txBody>
          <a:bodyPr wrap="square" lIns="0" tIns="74676" rIns="0" bIns="-74676" rtlCol="0" anchor="t"/>
          <a:lstStyle/>
          <a:p>
            <a:pPr algn="l" indent="0" marL="0">
              <a:lnSpc>
                <a:spcPts val="8736"/>
              </a:lnSpc>
              <a:buNone/>
            </a:pPr>
            <a:r>
              <a:rPr lang="en-US" sz="8400" dirty="0" spc="-8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Kết</a:t>
            </a:r>
            <a:r>
              <a:rPr lang="en-US" sz="8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14400" y="281940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30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00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7467600" cy="3200400"/>
          </a:xfrm>
          <a:prstGeom prst="roundRect">
            <a:avLst>
              <a:gd name="adj" fmla="val 7738"/>
            </a:avLst>
          </a:prstGeom>
          <a:solidFill>
            <a:srgbClr val="CFE8E2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9052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ĐẾM ĐƯỢC</a:t>
            </a:r>
            <a:r>
              <a:rPr lang="en-US" sz="16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650" b="1" spc="22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650" b="1" spc="21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6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95400" y="42672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5400" dirty="0" spc="-3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54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5400" dirty="0" spc="-3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TCP</a:t>
            </a:r>
            <a:endParaRPr lang="en-US" sz="5400" dirty="0"/>
          </a:p>
        </p:txBody>
      </p:sp>
      <p:sp>
        <p:nvSpPr>
          <p:cNvPr id="8" name="Text richtext-1792363507623-444075355"/>
          <p:cNvSpPr/>
          <p:nvPr/>
        </p:nvSpPr>
        <p:spPr>
          <a:xfrm>
            <a:off x="1295400" y="5334000"/>
            <a:ext cx="6858000" cy="1238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1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đếm: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nhận:</a:t>
            </a:r>
            <a:r>
              <a:rPr lang="en-US" sz="21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1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1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hành: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95400" y="65151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65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4400" y="7086600"/>
            <a:ext cx="7467600" cy="1714500"/>
          </a:xfrm>
          <a:prstGeom prst="roundRect">
            <a:avLst>
              <a:gd name="adj" fmla="val 14444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3152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650" b="1" spc="24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95400" y="7696200"/>
            <a:ext cx="676275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connect()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 cho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 việc:</a:t>
            </a:r>
            <a:endParaRPr lang="en-US" sz="2250" dirty="0"/>
          </a:p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5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2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8953500" y="952500"/>
            <a:ext cx="84201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34500" y="1333500"/>
            <a:ext cx="7658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spc="21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b="1" spc="20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650" b="1" spc="20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650" b="1" spc="20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0534650" y="2133600"/>
            <a:ext cx="5029200" cy="3390900"/>
          </a:xfrm>
          <a:prstGeom prst="roundRect">
            <a:avLst>
              <a:gd name="adj" fmla="val 5618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25150" y="2286000"/>
            <a:ext cx="4648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spc="2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6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65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650" b="1" spc="20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0725150" y="2705100"/>
            <a:ext cx="4648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lệnh,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9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1950" dirty="0"/>
          </a:p>
        </p:txBody>
      </p:sp>
      <p:sp>
        <p:nvSpPr>
          <p:cNvPr id="18" name="Connector line-1792363507655-697280626"/>
          <p:cNvSpPr/>
          <p:nvPr/>
        </p:nvSpPr>
        <p:spPr>
          <a:xfrm>
            <a:off x="10820400" y="3219450"/>
            <a:ext cx="44577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triangl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725150" y="3657600"/>
            <a:ext cx="4648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endParaRPr lang="en-US" sz="1950" dirty="0"/>
          </a:p>
        </p:txBody>
      </p:sp>
      <p:sp>
        <p:nvSpPr>
          <p:cNvPr id="20" name="Connector line-1792363507657-782980758"/>
          <p:cNvSpPr/>
          <p:nvPr/>
        </p:nvSpPr>
        <p:spPr>
          <a:xfrm>
            <a:off x="10820400" y="4171950"/>
            <a:ext cx="44577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triangl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0725150" y="4610100"/>
            <a:ext cx="4648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19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195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endParaRPr lang="en-US" sz="1950" dirty="0"/>
          </a:p>
        </p:txBody>
      </p:sp>
      <p:sp>
        <p:nvSpPr>
          <p:cNvPr id="22" name="Connector line-1792363507659-149598117"/>
          <p:cNvSpPr/>
          <p:nvPr/>
        </p:nvSpPr>
        <p:spPr>
          <a:xfrm>
            <a:off x="10820400" y="5124450"/>
            <a:ext cx="44577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triangl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296400" y="2133600"/>
            <a:ext cx="1238250" cy="339090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24" name="Text 22"/>
          <p:cNvSpPr/>
          <p:nvPr/>
        </p:nvSpPr>
        <p:spPr>
          <a:xfrm>
            <a:off x="9296400" y="3505200"/>
            <a:ext cx="1238250" cy="6858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ctr" indent="0" marL="0">
              <a:lnSpc>
                <a:spcPts val="2438"/>
              </a:lnSpc>
              <a:buNone/>
            </a:pP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endParaRPr lang="en-US" sz="1950" dirty="0"/>
          </a:p>
          <a:p>
            <a:pPr algn="ctr" indent="0" marL="0">
              <a:lnSpc>
                <a:spcPts val="2438"/>
              </a:lnSpc>
              <a:buNone/>
            </a:pPr>
            <a:r>
              <a:rPr lang="en-US" sz="19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5563850" y="2133600"/>
            <a:ext cx="1428750" cy="3390900"/>
          </a:xfrm>
          <a:prstGeom prst="roundRect">
            <a:avLst>
              <a:gd name="adj" fmla="val 18667"/>
            </a:avLst>
          </a:prstGeom>
          <a:solidFill>
            <a:srgbClr val="14161C"/>
          </a:solidFill>
          <a:ln/>
        </p:spPr>
      </p:sp>
      <p:sp>
        <p:nvSpPr>
          <p:cNvPr id="26" name="Text 24"/>
          <p:cNvSpPr/>
          <p:nvPr/>
        </p:nvSpPr>
        <p:spPr>
          <a:xfrm>
            <a:off x="15563850" y="3505200"/>
            <a:ext cx="1428750" cy="6858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ctr" indent="0" marL="0">
              <a:lnSpc>
                <a:spcPts val="2438"/>
              </a:lnSpc>
              <a:buNone/>
            </a:pP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endParaRPr lang="en-US" sz="1950" dirty="0"/>
          </a:p>
          <a:p>
            <a:pPr algn="ctr" indent="0" marL="0">
              <a:lnSpc>
                <a:spcPts val="2438"/>
              </a:lnSpc>
              <a:buNone/>
            </a:pP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334500" y="5924550"/>
            <a:ext cx="5334000" cy="1047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viện:</a:t>
            </a:r>
            <a:endParaRPr lang="en-US" sz="18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8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khóa,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8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18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kênh,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18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1, 2</a:t>
            </a:r>
            <a:endParaRPr lang="en-US" sz="1800" dirty="0"/>
          </a:p>
        </p:txBody>
      </p:sp>
      <p:sp>
        <p:nvSpPr>
          <p:cNvPr id="28" name="Connector line-1792363507680-220910689"/>
          <p:cNvSpPr/>
          <p:nvPr/>
        </p:nvSpPr>
        <p:spPr>
          <a:xfrm>
            <a:off x="16040100" y="5562600"/>
            <a:ext cx="0" cy="876300"/>
          </a:xfrm>
          <a:prstGeom prst="line">
            <a:avLst/>
          </a:prstGeom>
          <a:noFill/>
          <a:ln w="38100">
            <a:solidFill>
              <a:srgbClr val="6B6A66"/>
            </a:solidFill>
            <a:prstDash val="dash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5087600" y="6515100"/>
            <a:ext cx="1905000" cy="800100"/>
          </a:xfrm>
          <a:prstGeom prst="roundRect">
            <a:avLst>
              <a:gd name="adj" fmla="val 23810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12573" rIns="0" bIns="-12573" rtlCol="0" anchor="ctr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8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echo</a:t>
            </a:r>
            <a:endParaRPr lang="en-US" sz="1800" dirty="0"/>
          </a:p>
          <a:p>
            <a:pPr algn="ctr" indent="0" marL="0">
              <a:lnSpc>
                <a:spcPts val="2250"/>
              </a:lnSpc>
              <a:buNone/>
            </a:pPr>
            <a:r>
              <a:rPr lang="en-US" sz="18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cục</a:t>
            </a:r>
            <a:r>
              <a:rPr lang="en-US" sz="18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334500" y="7677150"/>
            <a:ext cx="7658100" cy="72390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 spc="-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Kênh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SSH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2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800" dirty="0" spc="-3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80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đích.</a:t>
            </a:r>
            <a:endParaRPr lang="en-US" sz="1800" dirty="0"/>
          </a:p>
          <a:p>
            <a:pPr algn="ctr" indent="0" marL="0">
              <a:lnSpc>
                <a:spcPts val="2520"/>
              </a:lnSpc>
              <a:buNone/>
            </a:pP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800" dirty="0" spc="-2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8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SSH.</a:t>
            </a:r>
            <a:endParaRPr lang="en-US" sz="1800" dirty="0"/>
          </a:p>
        </p:txBody>
      </p:sp>
      <p:sp>
        <p:nvSpPr>
          <p:cNvPr id="31" name="Connector line-1792363507688-640707919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e4a6a347-293c-4108-9799-fd1ae144f24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4287500" cy="1428750"/>
          </a:xfrm>
          <a:prstGeom prst="rect">
            <a:avLst/>
          </a:prstGeom>
          <a:noFill/>
          <a:ln/>
        </p:spPr>
        <p:txBody>
          <a:bodyPr wrap="square" lIns="0" tIns="69342" rIns="0" bIns="-69342" rtlCol="0" anchor="t"/>
          <a:lstStyle/>
          <a:p>
            <a:pPr algn="l" indent="0" marL="0">
              <a:lnSpc>
                <a:spcPts val="8112"/>
              </a:lnSpc>
              <a:buNone/>
            </a:pPr>
            <a:r>
              <a:rPr lang="en-US" sz="7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 lần thử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7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7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700" dirty="0" spc="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700" dirty="0" spc="-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70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695700"/>
            <a:ext cx="5257800" cy="5048250"/>
          </a:xfrm>
          <a:prstGeom prst="roundRect">
            <a:avLst>
              <a:gd name="adj" fmla="val 4906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76350" y="4038600"/>
            <a:ext cx="190500" cy="1905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Connector line-1792363622884-442128662"/>
          <p:cNvSpPr/>
          <p:nvPr/>
        </p:nvSpPr>
        <p:spPr>
          <a:xfrm>
            <a:off x="1504950" y="4133850"/>
            <a:ext cx="4324350" cy="0"/>
          </a:xfrm>
          <a:prstGeom prst="line">
            <a:avLst/>
          </a:prstGeom>
          <a:noFill/>
          <a:ln w="2857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257300" y="4457700"/>
            <a:ext cx="4667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asyncssh</a:t>
            </a:r>
            <a:r>
              <a:rPr lang="en-US" sz="39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2.24.1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257300" y="5143500"/>
            <a:ext cx="466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180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180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1800" dirty="0"/>
          </a:p>
        </p:txBody>
      </p:sp>
      <p:sp>
        <p:nvSpPr>
          <p:cNvPr id="10" name="Text richtext-1792363622889-309151195"/>
          <p:cNvSpPr/>
          <p:nvPr/>
        </p:nvSpPr>
        <p:spPr>
          <a:xfrm>
            <a:off x="1257300" y="5715000"/>
            <a:ext cx="4667250" cy="2952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5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550" dirty="0" spc="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thư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5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nói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OpenSSH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3.13, khóa</a:t>
            </a:r>
            <a:r>
              <a:rPr lang="en-US" sz="25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tạm,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5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6515100" y="3695700"/>
            <a:ext cx="5257800" cy="5048250"/>
          </a:xfrm>
          <a:prstGeom prst="roundRect">
            <a:avLst>
              <a:gd name="adj" fmla="val 4906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6877050" y="4038600"/>
            <a:ext cx="190500" cy="1905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3" name="Connector line-1792363622895-310300388"/>
          <p:cNvSpPr/>
          <p:nvPr/>
        </p:nvSpPr>
        <p:spPr>
          <a:xfrm>
            <a:off x="7105650" y="4133850"/>
            <a:ext cx="4324350" cy="0"/>
          </a:xfrm>
          <a:prstGeom prst="line">
            <a:avLst/>
          </a:prstGeom>
          <a:noFill/>
          <a:ln w="2857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6858000" y="4457700"/>
            <a:ext cx="4667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OpenSSH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6858000" y="5143500"/>
            <a:ext cx="466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180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80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1800" dirty="0"/>
          </a:p>
        </p:txBody>
      </p:sp>
      <p:sp>
        <p:nvSpPr>
          <p:cNvPr id="16" name="Text richtext-1792363622899-138823479"/>
          <p:cNvSpPr/>
          <p:nvPr/>
        </p:nvSpPr>
        <p:spPr>
          <a:xfrm>
            <a:off x="6858000" y="5715000"/>
            <a:ext cx="4667250" cy="2952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ssh,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sshd,</a:t>
            </a:r>
            <a:r>
              <a:rPr lang="en-US" sz="2550" dirty="0" spc="-2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ssh-keygen: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which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 đều</a:t>
            </a:r>
            <a:r>
              <a:rPr lang="en-US" sz="25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 asyncssh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2115800" y="3695700"/>
            <a:ext cx="5257800" cy="5048250"/>
          </a:xfrm>
          <a:prstGeom prst="roundRect">
            <a:avLst>
              <a:gd name="adj" fmla="val 4906"/>
            </a:avLst>
          </a:prstGeom>
          <a:solidFill>
            <a:srgbClr val="1E212B"/>
          </a:solidFill>
          <a:ln/>
        </p:spPr>
      </p:sp>
      <p:sp>
        <p:nvSpPr>
          <p:cNvPr id="18" name="Shape 16"/>
          <p:cNvSpPr/>
          <p:nvPr/>
        </p:nvSpPr>
        <p:spPr>
          <a:xfrm>
            <a:off x="12477750" y="4038600"/>
            <a:ext cx="190500" cy="1905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9" name="Connector line-1792363622904-399935830"/>
          <p:cNvSpPr/>
          <p:nvPr/>
        </p:nvSpPr>
        <p:spPr>
          <a:xfrm>
            <a:off x="12706350" y="4133850"/>
            <a:ext cx="4324350" cy="0"/>
          </a:xfrm>
          <a:prstGeom prst="line">
            <a:avLst/>
          </a:prstGeom>
          <a:noFill/>
          <a:ln w="2857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12458700" y="4457700"/>
            <a:ext cx="4667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39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endParaRPr lang="en-US" sz="3900" dirty="0"/>
          </a:p>
        </p:txBody>
      </p:sp>
      <p:sp>
        <p:nvSpPr>
          <p:cNvPr id="21" name="Text 19"/>
          <p:cNvSpPr/>
          <p:nvPr/>
        </p:nvSpPr>
        <p:spPr>
          <a:xfrm>
            <a:off x="12458700" y="5143500"/>
            <a:ext cx="466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những</a:t>
            </a:r>
            <a:r>
              <a:rPr lang="en-US" sz="1800" dirty="0" spc="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r>
              <a:rPr lang="en-US" sz="180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800" dirty="0"/>
          </a:p>
        </p:txBody>
      </p:sp>
      <p:sp>
        <p:nvSpPr>
          <p:cNvPr id="22" name="Text richtext-1792363622908-345288695"/>
          <p:cNvSpPr/>
          <p:nvPr/>
        </p:nvSpPr>
        <p:spPr>
          <a:xfrm>
            <a:off x="12458700" y="5715000"/>
            <a:ext cx="4667250" cy="2952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 dung</a:t>
            </a:r>
            <a:r>
              <a:rPr lang="en-US" sz="25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 4251 đến 4254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3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Forward secrecy,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 dữ liệu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3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255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khai,</a:t>
            </a:r>
            <a:r>
              <a:rPr lang="en-US" sz="25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2550" dirty="0"/>
          </a:p>
        </p:txBody>
      </p:sp>
      <p:sp>
        <p:nvSpPr>
          <p:cNvPr id="23" name="Connector line-1792363622912-474427399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5" name="Shape 2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6" name="Shape 24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7" name="Shape 25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8" name="Shape 26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9" name="Shape 27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0" name="Shape 28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1" name="Shape 29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62b642e4-be8d-4304-a716-599c6adc33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247650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75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r>
              <a:rPr lang="en-US" sz="75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800"/>
              </a:lnSpc>
              <a:buNone/>
            </a:pPr>
            <a:r>
              <a:rPr lang="en-US" sz="75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pPr algn="l" indent="0" marL="0">
              <a:lnSpc>
                <a:spcPts val="7800"/>
              </a:lnSpc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bạn</a:t>
            </a:r>
            <a:r>
              <a:rPr lang="en-US" sz="75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đang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chuyện</a:t>
            </a:r>
            <a:r>
              <a:rPr lang="en-US" sz="7500" dirty="0" spc="-9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4076700"/>
            <a:ext cx="8572500" cy="4686300"/>
          </a:xfrm>
          <a:prstGeom prst="roundRect">
            <a:avLst>
              <a:gd name="adj" fmla="val 569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4343400"/>
            <a:ext cx="8001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0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TẮT</a:t>
            </a:r>
            <a:r>
              <a:rPr lang="en-US" sz="16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650" b="1" spc="21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KHÓA:</a:t>
            </a:r>
            <a:r>
              <a:rPr lang="en-US" sz="1650" b="1" spc="21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known_hosts=None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943225" y="4838700"/>
            <a:ext cx="400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chacha20-poly1305@openssh.com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95400" y="5029200"/>
            <a:ext cx="171450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1800" dirty="0"/>
          </a:p>
        </p:txBody>
      </p:sp>
      <p:sp>
        <p:nvSpPr>
          <p:cNvPr id="8" name="Connector line-1792366408094-967728658"/>
          <p:cNvSpPr/>
          <p:nvPr/>
        </p:nvSpPr>
        <p:spPr>
          <a:xfrm>
            <a:off x="3028950" y="5334000"/>
            <a:ext cx="38290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6896100" y="5029200"/>
            <a:ext cx="2247900" cy="6096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lg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80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180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581025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3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Vẫn</a:t>
            </a:r>
            <a:r>
              <a:rPr lang="en-US" sz="210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nối,</a:t>
            </a:r>
            <a:r>
              <a:rPr lang="en-US" sz="21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1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hóa</a:t>
            </a:r>
            <a:endParaRPr lang="en-US" sz="2100" dirty="0"/>
          </a:p>
        </p:txBody>
      </p:sp>
      <p:sp>
        <p:nvSpPr>
          <p:cNvPr id="11" name="Connector line-1792366408101-611407563"/>
          <p:cNvSpPr/>
          <p:nvPr/>
        </p:nvSpPr>
        <p:spPr>
          <a:xfrm>
            <a:off x="1295400" y="6400800"/>
            <a:ext cx="78105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1295400" y="6610350"/>
            <a:ext cx="8001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6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1650" b="1" spc="21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650" b="1" spc="20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6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16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NGUỒN</a:t>
            </a:r>
            <a:r>
              <a:rPr lang="en-US" sz="1650" b="1" spc="21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16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238500" y="710565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650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95400" y="7296150"/>
            <a:ext cx="171450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1800" dirty="0"/>
          </a:p>
        </p:txBody>
      </p:sp>
      <p:sp>
        <p:nvSpPr>
          <p:cNvPr id="15" name="Connector line-1792366408108-64098970"/>
          <p:cNvSpPr/>
          <p:nvPr/>
        </p:nvSpPr>
        <p:spPr>
          <a:xfrm>
            <a:off x="3028950" y="7600950"/>
            <a:ext cx="38290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6896100" y="7296150"/>
            <a:ext cx="2247900" cy="6096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18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8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95400" y="8096250"/>
            <a:ext cx="781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Chỉ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1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</a:t>
            </a:r>
            <a:r>
              <a:rPr lang="en-US" sz="21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danh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906000" y="4076700"/>
            <a:ext cx="7467600" cy="1809750"/>
          </a:xfrm>
          <a:prstGeom prst="roundRect">
            <a:avLst>
              <a:gd name="adj" fmla="val 14737"/>
            </a:avLst>
          </a:prstGeom>
          <a:solidFill>
            <a:srgbClr val="F8D9D0"/>
          </a:solidFill>
          <a:ln/>
        </p:spPr>
      </p:sp>
      <p:sp>
        <p:nvSpPr>
          <p:cNvPr id="19" name="Text 17"/>
          <p:cNvSpPr/>
          <p:nvPr/>
        </p:nvSpPr>
        <p:spPr>
          <a:xfrm>
            <a:off x="10248900" y="4305300"/>
            <a:ext cx="685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6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650" b="1" spc="21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ASYNCSSH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248900" y="4705350"/>
            <a:ext cx="685800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nên</a:t>
            </a:r>
            <a:r>
              <a:rPr lang="en-US" sz="27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tắt: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dễ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tấn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70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xen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giữa.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9906000" y="6115050"/>
            <a:ext cx="7467600" cy="2647950"/>
          </a:xfrm>
          <a:prstGeom prst="roundRect">
            <a:avLst>
              <a:gd name="adj" fmla="val 10072"/>
            </a:avLst>
          </a:prstGeom>
          <a:solidFill>
            <a:srgbClr val="E8E0CF"/>
          </a:solidFill>
          <a:ln/>
        </p:spPr>
      </p:sp>
      <p:sp>
        <p:nvSpPr>
          <p:cNvPr id="22" name="Text 20"/>
          <p:cNvSpPr/>
          <p:nvPr/>
        </p:nvSpPr>
        <p:spPr>
          <a:xfrm>
            <a:off x="10248900" y="6362700"/>
            <a:ext cx="685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165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ssh.1</a:t>
            </a:r>
            <a:r>
              <a:rPr lang="en-US" sz="1650" b="1" spc="21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OPENSSH</a:t>
            </a:r>
            <a:endParaRPr lang="en-US" sz="1650" dirty="0"/>
          </a:p>
        </p:txBody>
      </p:sp>
      <p:sp>
        <p:nvSpPr>
          <p:cNvPr id="23" name="Text richtext-1792366408120-383169425"/>
          <p:cNvSpPr/>
          <p:nvPr/>
        </p:nvSpPr>
        <p:spPr>
          <a:xfrm>
            <a:off x="10248900" y="6781800"/>
            <a:ext cx="6953250" cy="1809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đầu: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ssh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vân</a:t>
            </a:r>
            <a:r>
              <a:rPr lang="en-US" sz="24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4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đi: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ssh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8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Tắt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2400" dirty="0"/>
          </a:p>
        </p:txBody>
      </p:sp>
      <p:sp>
        <p:nvSpPr>
          <p:cNvPr id="24" name="Connector line-1792366408129-63098855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6" name="Shape 24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8" name="Shape 26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1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1a2387e3-f6d5-4fb4-a85e-224f6a73d0e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382000" cy="142875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5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5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382000" cy="1524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biết.</a:t>
            </a:r>
            <a:r>
              <a:rPr lang="en-US" sz="2550" dirty="0" spc="3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Vì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nên</a:t>
            </a:r>
            <a:r>
              <a:rPr lang="en-US" sz="2550" dirty="0" spc="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dừng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ngay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lớp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truyền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tải,</a:t>
            </a:r>
            <a:r>
              <a:rPr lang="en-US" sz="25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vì</a:t>
            </a:r>
            <a:r>
              <a:rPr lang="en-US" sz="2550" dirty="0" spc="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tiếp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25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thực</a:t>
            </a:r>
            <a:r>
              <a:rPr lang="en-US" sz="25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4572000"/>
            <a:ext cx="82296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8250" y="4991100"/>
            <a:ext cx="2952750" cy="1238250"/>
          </a:xfrm>
          <a:prstGeom prst="roundRect">
            <a:avLst>
              <a:gd name="adj" fmla="val 15385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5181600"/>
            <a:ext cx="295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3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Truyền</a:t>
            </a:r>
            <a:r>
              <a:rPr lang="en-US" sz="22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38250" y="5600700"/>
            <a:ext cx="2952750" cy="49530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ctr" indent="0" marL="0">
              <a:lnSpc>
                <a:spcPts val="2063"/>
              </a:lnSpc>
              <a:buNone/>
            </a:pPr>
            <a:r>
              <a:rPr lang="en-US" sz="1650" dirty="0" spc="-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650" dirty="0" spc="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650" dirty="0" spc="-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650" dirty="0" spc="15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65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1650" dirty="0"/>
          </a:p>
        </p:txBody>
      </p:sp>
      <p:sp>
        <p:nvSpPr>
          <p:cNvPr id="9" name="Connector line-1792368444789-490515313"/>
          <p:cNvSpPr/>
          <p:nvPr/>
        </p:nvSpPr>
        <p:spPr>
          <a:xfrm>
            <a:off x="4629150" y="5457825"/>
            <a:ext cx="266700" cy="26670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0" name="Connector line-1792368444790-536818668"/>
          <p:cNvSpPr/>
          <p:nvPr/>
        </p:nvSpPr>
        <p:spPr>
          <a:xfrm flipH="1">
            <a:off x="4629150" y="5457825"/>
            <a:ext cx="266700" cy="26670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4191000" y="5886450"/>
            <a:ext cx="1143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2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dừng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334000" y="4991100"/>
            <a:ext cx="2952750" cy="1238250"/>
          </a:xfrm>
          <a:prstGeom prst="roundRect">
            <a:avLst>
              <a:gd name="adj" fmla="val 15385"/>
            </a:avLst>
          </a:prstGeom>
          <a:noFill/>
          <a:ln w="28575">
            <a:solidFill>
              <a:srgbClr val="B45309"/>
            </a:solidFill>
            <a:prstDash val="lgDash"/>
          </a:ln>
        </p:spPr>
      </p:sp>
      <p:sp>
        <p:nvSpPr>
          <p:cNvPr id="13" name="Text 11"/>
          <p:cNvSpPr/>
          <p:nvPr/>
        </p:nvSpPr>
        <p:spPr>
          <a:xfrm>
            <a:off x="5334000" y="5181600"/>
            <a:ext cx="295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2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2250" b="1" dirty="0" spc="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5467350" y="5600700"/>
            <a:ext cx="2686050" cy="53340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ctr" indent="0" marL="0">
              <a:lnSpc>
                <a:spcPts val="2063"/>
              </a:lnSpc>
              <a:buNone/>
            </a:pPr>
            <a:r>
              <a:rPr lang="en-US" sz="1650" dirty="0" spc="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1650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 tin</a:t>
            </a:r>
            <a:r>
              <a:rPr lang="en-US" sz="1650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endParaRPr lang="en-US" sz="1650" dirty="0"/>
          </a:p>
          <a:p>
            <a:pPr algn="ctr" indent="0" marL="0">
              <a:lnSpc>
                <a:spcPts val="2063"/>
              </a:lnSpc>
              <a:buNone/>
            </a:pPr>
            <a:r>
              <a:rPr lang="en-US" sz="1650" dirty="0" spc="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1650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 kia</a:t>
            </a:r>
            <a:endParaRPr lang="en-US" sz="1650" dirty="0"/>
          </a:p>
        </p:txBody>
      </p:sp>
      <p:sp>
        <p:nvSpPr>
          <p:cNvPr id="15" name="Connector line-1792368444803-252035682"/>
          <p:cNvSpPr/>
          <p:nvPr/>
        </p:nvSpPr>
        <p:spPr>
          <a:xfrm>
            <a:off x="6810375" y="6324600"/>
            <a:ext cx="0" cy="571500"/>
          </a:xfrm>
          <a:prstGeom prst="line">
            <a:avLst/>
          </a:prstGeom>
          <a:noFill/>
          <a:ln w="38100">
            <a:solidFill>
              <a:srgbClr val="6B6A66"/>
            </a:solidFill>
            <a:prstDash val="dash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000625" y="6991350"/>
            <a:ext cx="3619500" cy="666750"/>
          </a:xfrm>
          <a:prstGeom prst="roundRect">
            <a:avLst>
              <a:gd name="adj" fmla="val 25714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18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 tới</a:t>
            </a:r>
            <a:r>
              <a:rPr lang="en-US" sz="1800" b="1" dirty="0" spc="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80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8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8250" y="6572250"/>
            <a:ext cx="3048000" cy="123825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-4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thử:</a:t>
            </a:r>
            <a:endParaRPr lang="en-US" sz="18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8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18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18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18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(một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715500" y="952500"/>
            <a:ext cx="7658100" cy="7810500"/>
          </a:xfrm>
          <a:prstGeom prst="roundRect">
            <a:avLst>
              <a:gd name="adj" fmla="val 3483"/>
            </a:avLst>
          </a:prstGeom>
          <a:solidFill>
            <a:srgbClr val="1F3FD1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77450" y="1314450"/>
            <a:ext cx="609600" cy="609600"/>
          </a:xfrm>
          <a:prstGeom prst="ellips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20" name="Connector line-1792368444813-445444270"/>
          <p:cNvSpPr/>
          <p:nvPr/>
        </p:nvSpPr>
        <p:spPr>
          <a:xfrm>
            <a:off x="10248900" y="1628775"/>
            <a:ext cx="85725" cy="9525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1" name="Connector line-1792368444814-715187304"/>
          <p:cNvSpPr/>
          <p:nvPr/>
        </p:nvSpPr>
        <p:spPr>
          <a:xfrm flipV="1">
            <a:off x="10334625" y="1514475"/>
            <a:ext cx="180975" cy="209550"/>
          </a:xfrm>
          <a:prstGeom prst="line">
            <a:avLst/>
          </a:prstGeom>
          <a:noFill/>
          <a:ln w="476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10096500" y="2152650"/>
            <a:ext cx="685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0096500" y="2533650"/>
            <a:ext cx="6953250" cy="2857500"/>
          </a:xfrm>
          <a:prstGeom prst="rect">
            <a:avLst/>
          </a:prstGeom>
          <a:noFill/>
          <a:ln/>
        </p:spPr>
        <p:txBody>
          <a:bodyPr wrap="square" lIns="0" tIns="46291" rIns="0" bIns="-46291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5400" dirty="0" spc="-4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Xác</a:t>
            </a:r>
            <a:r>
              <a:rPr lang="en-US" sz="5400" dirty="0" spc="-46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r>
              <a:rPr lang="en-US" sz="5400" dirty="0" spc="-3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400" dirty="0" spc="-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</a:t>
            </a:r>
            <a:r>
              <a:rPr lang="en-US" sz="5400" dirty="0" spc="-36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đưa</a:t>
            </a:r>
            <a:endParaRPr lang="en-US" sz="5400" dirty="0"/>
          </a:p>
          <a:p>
            <a:pPr algn="l" indent="0" marL="0">
              <a:lnSpc>
                <a:spcPts val="5670"/>
              </a:lnSpc>
              <a:buNone/>
            </a:pPr>
            <a:r>
              <a:rPr lang="en-US" sz="5400" dirty="0" spc="-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thông tin</a:t>
            </a:r>
            <a:r>
              <a:rPr lang="en-US" sz="5400" dirty="0" spc="-3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5400" dirty="0" spc="6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endParaRPr lang="en-US" sz="5400" dirty="0"/>
          </a:p>
          <a:p>
            <a:pPr algn="l" indent="0" marL="0">
              <a:lnSpc>
                <a:spcPts val="5670"/>
              </a:lnSpc>
              <a:buNone/>
            </a:pPr>
            <a:r>
              <a:rPr lang="en-US" sz="5400" dirty="0" spc="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bên</a:t>
            </a:r>
            <a:r>
              <a:rPr lang="en-US" sz="5400" dirty="0" spc="-3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kia</a:t>
            </a:r>
            <a:endParaRPr lang="en-US" sz="5400" dirty="0"/>
          </a:p>
        </p:txBody>
      </p:sp>
      <p:sp>
        <p:nvSpPr>
          <p:cNvPr id="24" name="Text richtext-1792368444819-653984032"/>
          <p:cNvSpPr/>
          <p:nvPr/>
        </p:nvSpPr>
        <p:spPr>
          <a:xfrm>
            <a:off x="10096500" y="5391150"/>
            <a:ext cx="6953250" cy="3048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55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</a:t>
            </a:r>
            <a:r>
              <a:rPr lang="en-US" sz="2550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550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550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 đường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lạ,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chấp nhận trước</a:t>
            </a:r>
            <a:endParaRPr lang="en-US" sz="2550" dirty="0"/>
          </a:p>
        </p:txBody>
      </p:sp>
      <p:sp>
        <p:nvSpPr>
          <p:cNvPr id="25" name="Connector line-1792368444823-648969642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8" name="Shape 2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3514725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fa22e4a2-9be2-4967-9274-2a48303db35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1430000" cy="13335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819400"/>
            <a:ext cx="5257800" cy="2019300"/>
          </a:xfrm>
          <a:prstGeom prst="roundRect">
            <a:avLst>
              <a:gd name="adj" fmla="val 11321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09675" y="30765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9A98A0"/>
            </a:solidFill>
            <a:prstDash val="solid"/>
          </a:ln>
        </p:spPr>
      </p:sp>
      <p:sp>
        <p:nvSpPr>
          <p:cNvPr id="6" name="Connector line-1792368518331-956843466"/>
          <p:cNvSpPr/>
          <p:nvPr/>
        </p:nvSpPr>
        <p:spPr>
          <a:xfrm>
            <a:off x="1419225" y="3162300"/>
            <a:ext cx="4410075" cy="0"/>
          </a:xfrm>
          <a:prstGeom prst="line">
            <a:avLst/>
          </a:prstGeom>
          <a:noFill/>
          <a:ln w="28575">
            <a:solidFill>
              <a:srgbClr val="9A98A0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219200" y="333375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SSH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219200" y="4000500"/>
            <a:ext cx="4667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</a:t>
            </a: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SHell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165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19200" y="4343400"/>
            <a:ext cx="466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nhập,</a:t>
            </a:r>
            <a:r>
              <a:rPr lang="en-US" sz="18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180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15100" y="2819400"/>
            <a:ext cx="5257800" cy="2019300"/>
          </a:xfrm>
          <a:prstGeom prst="roundRect">
            <a:avLst>
              <a:gd name="adj" fmla="val 11321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6810375" y="30765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9A98A0"/>
            </a:solidFill>
            <a:prstDash val="solid"/>
          </a:ln>
        </p:spPr>
      </p:sp>
      <p:sp>
        <p:nvSpPr>
          <p:cNvPr id="12" name="Connector line-1792368518340-748353800"/>
          <p:cNvSpPr/>
          <p:nvPr/>
        </p:nvSpPr>
        <p:spPr>
          <a:xfrm>
            <a:off x="7019925" y="3162300"/>
            <a:ext cx="4410075" cy="0"/>
          </a:xfrm>
          <a:prstGeom prst="line">
            <a:avLst/>
          </a:prstGeom>
          <a:noFill/>
          <a:ln w="28575">
            <a:solidFill>
              <a:srgbClr val="9A98A0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6819900" y="333375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6819900" y="4000500"/>
            <a:ext cx="4667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Transmission</a:t>
            </a:r>
            <a:r>
              <a:rPr lang="en-US" sz="1650" dirty="0" spc="-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1650" dirty="0" spc="-1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819900" y="4343400"/>
            <a:ext cx="466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5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1800" dirty="0" spc="-2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r>
              <a:rPr lang="en-US" sz="18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8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115800" y="2819400"/>
            <a:ext cx="5257800" cy="2019300"/>
          </a:xfrm>
          <a:prstGeom prst="roundRect">
            <a:avLst>
              <a:gd name="adj" fmla="val 11321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2411075" y="30765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8" name="Connector line-1792368518347-765771209"/>
          <p:cNvSpPr/>
          <p:nvPr/>
        </p:nvSpPr>
        <p:spPr>
          <a:xfrm>
            <a:off x="12620625" y="3162300"/>
            <a:ext cx="4410075" cy="0"/>
          </a:xfrm>
          <a:prstGeom prst="line">
            <a:avLst/>
          </a:prstGeom>
          <a:noFill/>
          <a:ln w="2857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12420600" y="333375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5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MAC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12420600" y="4000500"/>
            <a:ext cx="4667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Message</a:t>
            </a:r>
            <a:r>
              <a:rPr lang="en-US" sz="165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Authentication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2420600" y="4343400"/>
            <a:ext cx="466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Giúp</a:t>
            </a:r>
            <a:r>
              <a:rPr lang="en-US" sz="18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8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18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80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" y="4991100"/>
            <a:ext cx="5257800" cy="2019300"/>
          </a:xfrm>
          <a:prstGeom prst="roundRect">
            <a:avLst>
              <a:gd name="adj" fmla="val 11321"/>
            </a:avLst>
          </a:prstGeom>
          <a:solidFill>
            <a:srgbClr val="1E21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9675" y="52482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24" name="Connector line-1792368518354-765432444"/>
          <p:cNvSpPr/>
          <p:nvPr/>
        </p:nvSpPr>
        <p:spPr>
          <a:xfrm>
            <a:off x="1419225" y="5334000"/>
            <a:ext cx="4410075" cy="0"/>
          </a:xfrm>
          <a:prstGeom prst="line">
            <a:avLst/>
          </a:prstGeom>
          <a:noFill/>
          <a:ln w="2857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1219200" y="550545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SHA</a:t>
            </a:r>
            <a:endParaRPr lang="en-US" sz="3900" dirty="0"/>
          </a:p>
        </p:txBody>
      </p:sp>
      <p:sp>
        <p:nvSpPr>
          <p:cNvPr id="26" name="Text 24"/>
          <p:cNvSpPr/>
          <p:nvPr/>
        </p:nvSpPr>
        <p:spPr>
          <a:xfrm>
            <a:off x="1219200" y="6172200"/>
            <a:ext cx="4667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Algorithm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219200" y="6515100"/>
            <a:ext cx="466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SHA-256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18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vân</a:t>
            </a:r>
            <a:r>
              <a:rPr lang="en-US" sz="180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515100" y="4991100"/>
            <a:ext cx="5257800" cy="2019300"/>
          </a:xfrm>
          <a:prstGeom prst="roundRect">
            <a:avLst>
              <a:gd name="adj" fmla="val 11321"/>
            </a:avLst>
          </a:prstGeom>
          <a:solidFill>
            <a:srgbClr val="1E212B"/>
          </a:solidFill>
          <a:ln/>
        </p:spPr>
      </p:sp>
      <p:sp>
        <p:nvSpPr>
          <p:cNvPr id="29" name="Shape 27"/>
          <p:cNvSpPr/>
          <p:nvPr/>
        </p:nvSpPr>
        <p:spPr>
          <a:xfrm>
            <a:off x="6810375" y="52482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9A98A0"/>
            </a:solidFill>
            <a:prstDash val="solid"/>
          </a:ln>
        </p:spPr>
      </p:sp>
      <p:sp>
        <p:nvSpPr>
          <p:cNvPr id="30" name="Connector line-1792368518361-664329907"/>
          <p:cNvSpPr/>
          <p:nvPr/>
        </p:nvSpPr>
        <p:spPr>
          <a:xfrm>
            <a:off x="7019925" y="5334000"/>
            <a:ext cx="4410075" cy="0"/>
          </a:xfrm>
          <a:prstGeom prst="line">
            <a:avLst/>
          </a:prstGeom>
          <a:noFill/>
          <a:ln w="28575">
            <a:solidFill>
              <a:srgbClr val="9A98A0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6819900" y="550545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RFC</a:t>
            </a:r>
            <a:endParaRPr lang="en-US" sz="3900" dirty="0"/>
          </a:p>
        </p:txBody>
      </p:sp>
      <p:sp>
        <p:nvSpPr>
          <p:cNvPr id="32" name="Text 30"/>
          <p:cNvSpPr/>
          <p:nvPr/>
        </p:nvSpPr>
        <p:spPr>
          <a:xfrm>
            <a:off x="6819900" y="6172200"/>
            <a:ext cx="4667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</a:t>
            </a:r>
            <a:r>
              <a:rPr lang="en-US" sz="1650" dirty="0" spc="-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Comments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6819900" y="6515100"/>
            <a:ext cx="466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Loạt</a:t>
            </a:r>
            <a:r>
              <a:rPr lang="en-US" sz="18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8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8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8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số.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2115800" y="4991100"/>
            <a:ext cx="5257800" cy="2019300"/>
          </a:xfrm>
          <a:prstGeom prst="roundRect">
            <a:avLst>
              <a:gd name="adj" fmla="val 11321"/>
            </a:avLst>
          </a:prstGeom>
          <a:solidFill>
            <a:srgbClr val="1E212B"/>
          </a:solidFill>
          <a:ln/>
        </p:spPr>
      </p:sp>
      <p:sp>
        <p:nvSpPr>
          <p:cNvPr id="35" name="Shape 33"/>
          <p:cNvSpPr/>
          <p:nvPr/>
        </p:nvSpPr>
        <p:spPr>
          <a:xfrm>
            <a:off x="12411075" y="52482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9A98A0"/>
            </a:solidFill>
            <a:prstDash val="solid"/>
          </a:ln>
        </p:spPr>
      </p:sp>
      <p:sp>
        <p:nvSpPr>
          <p:cNvPr id="36" name="Connector line-1792368518366-576510608"/>
          <p:cNvSpPr/>
          <p:nvPr/>
        </p:nvSpPr>
        <p:spPr>
          <a:xfrm>
            <a:off x="12620625" y="5334000"/>
            <a:ext cx="4410075" cy="0"/>
          </a:xfrm>
          <a:prstGeom prst="line">
            <a:avLst/>
          </a:prstGeom>
          <a:noFill/>
          <a:ln w="28575">
            <a:solidFill>
              <a:srgbClr val="9A98A0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12420600" y="5505450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IETF</a:t>
            </a:r>
            <a:endParaRPr lang="en-US" sz="3900" dirty="0"/>
          </a:p>
        </p:txBody>
      </p:sp>
      <p:sp>
        <p:nvSpPr>
          <p:cNvPr id="38" name="Text 36"/>
          <p:cNvSpPr/>
          <p:nvPr/>
        </p:nvSpPr>
        <p:spPr>
          <a:xfrm>
            <a:off x="12420600" y="6172200"/>
            <a:ext cx="4667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Engineering</a:t>
            </a:r>
            <a:r>
              <a:rPr lang="en-US" sz="1650" dirty="0" spc="-2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Task</a:t>
            </a:r>
            <a:r>
              <a:rPr lang="en-US" sz="1650" dirty="0" spc="-2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Force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2420600" y="6515100"/>
            <a:ext cx="466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Cộng</a:t>
            </a:r>
            <a:r>
              <a:rPr lang="en-US" sz="18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8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80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Internet.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14400" y="73152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914400" y="7677150"/>
            <a:ext cx="164592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nguồn)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OpenSSH: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ssh.1,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sshd.8,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sshd_config.5, ssh_config.5,</a:t>
            </a:r>
            <a:r>
              <a:rPr lang="en-US" sz="2100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AsyncSSH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2.24.1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914400" y="855345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43" name="Connector line-1792368518380-86618301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5" name="Shape 4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6" name="Shape 44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7" name="Shape 45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8" name="Shape 46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9" name="Shape 47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0" name="Shape 48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1" name="Shape 49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2" name="Shape 50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3" name="Shape 51"/>
          <p:cNvSpPr/>
          <p:nvPr/>
        </p:nvSpPr>
        <p:spPr>
          <a:xfrm>
            <a:off x="3843338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4" name="Text 52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6" name="Moda image moda-export-watermark-df535e8d-02ba-423f-ab57-aa96600d96f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2026-10-19T12:15:44Z</dcterms:created>
  <dcterms:modified xsi:type="dcterms:W3CDTF">2026-10-19T12:15:44Z</dcterms:modified>
</cp:coreProperties>
</file>