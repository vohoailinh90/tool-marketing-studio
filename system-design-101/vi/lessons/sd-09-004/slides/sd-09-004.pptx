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7630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GitHub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 việc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96500" y="1619250"/>
            <a:ext cx="3429000" cy="5334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96500" y="1905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16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96500" y="2381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477500" y="342900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195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3906500" y="1619250"/>
            <a:ext cx="3429000" cy="5334000"/>
          </a:xfrm>
          <a:prstGeom prst="roundRect">
            <a:avLst>
              <a:gd name="adj" fmla="val 777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06500" y="1905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906500" y="238125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GitHub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4287500" y="342900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287500" y="4476750"/>
            <a:ext cx="2667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làm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525250" y="5715000"/>
            <a:ext cx="43815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remote: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16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nhóm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399a52d4-c767-43dd-ba97-cb20be808e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6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1800" b="1" spc="2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 dữ</a:t>
            </a:r>
            <a:r>
              <a:rPr lang="en-US" sz="84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8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84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 thao</a:t>
            </a:r>
            <a:r>
              <a:rPr lang="en-US" sz="8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tác.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1524000" y="5619750"/>
            <a:ext cx="74295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5857875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905000" y="63817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lịch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429750" y="5619750"/>
            <a:ext cx="7429500" cy="1905000"/>
          </a:xfrm>
          <a:prstGeom prst="roundRect">
            <a:avLst>
              <a:gd name="adj" fmla="val 14000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9810750" y="5857875"/>
            <a:ext cx="666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810750" y="63817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11" name="Connector line-1792370155625-5550820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e011760-7749-4704-a26b-65ffc5165c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 TRÊN</a:t>
            </a:r>
            <a:r>
              <a:rPr lang="en-US" sz="1800" b="1" spc="26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cục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Trong</a:t>
                      </a:r>
                      <a:r>
                        <a:rPr lang="en-US" sz="270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endParaRPr lang="en-US" sz="1200" dirty="0"/>
                    </a:p>
                  </a:txBody>
                  <a:tcPr marL="304800" marR="304800" marT="251460" marB="25146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Dùng</a:t>
                      </a:r>
                      <a:r>
                        <a:rPr lang="en-US" sz="2700" b="1" dirty="0" spc="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endParaRPr lang="en-US" sz="1200" dirty="0"/>
                    </a:p>
                  </a:txBody>
                  <a:tcPr marL="304800" marR="304800" marT="251460" marB="25146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1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Lịch</a:t>
                      </a:r>
                      <a:r>
                        <a:rPr lang="en-US" sz="2700" b="1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So</a:t>
                      </a:r>
                      <a:r>
                        <a:rPr lang="en-US" sz="27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sánh</a:t>
                      </a:r>
                      <a:r>
                        <a:rPr lang="en-US" sz="27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Nhánh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8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Tạo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nhánh</a:t>
                      </a:r>
                      <a:r>
                        <a:rPr lang="en-US" sz="27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ngay</a:t>
                      </a:r>
                      <a:r>
                        <a:rPr lang="en-US" sz="27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cục</a:t>
                      </a:r>
                      <a:r>
                        <a:rPr lang="en-US" sz="27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Commit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Mốc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mới,</a:t>
                      </a:r>
                      <a:r>
                        <a:rPr lang="en-US" sz="27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tiên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70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7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bạn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phiên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tán.</a:t>
            </a:r>
            <a:endParaRPr lang="en-US" sz="2400" dirty="0"/>
          </a:p>
        </p:txBody>
      </p:sp>
      <p:sp>
        <p:nvSpPr>
          <p:cNvPr id="6" name="Connector line-1792370156526-82428384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c13c3a8-5ba0-4d07-b9f7-30fbee4163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KẾT NỐI</a:t>
            </a: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REMOTE: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80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7200" dirty="0" spc="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2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remote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295275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15250" y="295275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525500" y="295275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endParaRPr lang="en-US" sz="2400" dirty="0"/>
          </a:p>
        </p:txBody>
      </p:sp>
      <p:sp>
        <p:nvSpPr>
          <p:cNvPr id="7" name="Connector line-1792370182860-321209963"/>
          <p:cNvSpPr/>
          <p:nvPr/>
        </p:nvSpPr>
        <p:spPr>
          <a:xfrm>
            <a:off x="3333750" y="3714750"/>
            <a:ext cx="0" cy="3905250"/>
          </a:xfrm>
          <a:prstGeom prst="line">
            <a:avLst/>
          </a:prstGeom>
          <a:noFill/>
          <a:ln w="28575">
            <a:solidFill>
              <a:srgbClr val="3A3F4E"/>
            </a:solidFill>
            <a:prstDash val="lgDash"/>
            <a:headEnd type="none"/>
            <a:tailEnd type="none"/>
          </a:ln>
        </p:spPr>
      </p:sp>
      <p:sp>
        <p:nvSpPr>
          <p:cNvPr id="8" name="Connector line-1792370182861-231536937"/>
          <p:cNvSpPr/>
          <p:nvPr/>
        </p:nvSpPr>
        <p:spPr>
          <a:xfrm>
            <a:off x="9144000" y="3714750"/>
            <a:ext cx="0" cy="3905250"/>
          </a:xfrm>
          <a:prstGeom prst="line">
            <a:avLst/>
          </a:prstGeom>
          <a:noFill/>
          <a:ln w="28575">
            <a:solidFill>
              <a:srgbClr val="3A3F4E"/>
            </a:solidFill>
            <a:prstDash val="lgDash"/>
            <a:headEnd type="none"/>
            <a:tailEnd type="none"/>
          </a:ln>
        </p:spPr>
      </p:sp>
      <p:sp>
        <p:nvSpPr>
          <p:cNvPr id="9" name="Connector line-1792370182861-930290404"/>
          <p:cNvSpPr/>
          <p:nvPr/>
        </p:nvSpPr>
        <p:spPr>
          <a:xfrm>
            <a:off x="14954250" y="3714750"/>
            <a:ext cx="0" cy="3905250"/>
          </a:xfrm>
          <a:prstGeom prst="line">
            <a:avLst/>
          </a:prstGeom>
          <a:noFill/>
          <a:ln w="28575">
            <a:solidFill>
              <a:srgbClr val="3A3F4E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3619500" y="409575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commit: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mốc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250" dirty="0"/>
          </a:p>
        </p:txBody>
      </p:sp>
      <p:sp>
        <p:nvSpPr>
          <p:cNvPr id="11" name="Connector line-1792370182864-621520236"/>
          <p:cNvSpPr/>
          <p:nvPr/>
        </p:nvSpPr>
        <p:spPr>
          <a:xfrm>
            <a:off x="3333750" y="5524500"/>
            <a:ext cx="5715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619500" y="4905375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29750" y="57150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thiết, cập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</p:txBody>
      </p:sp>
      <p:sp>
        <p:nvSpPr>
          <p:cNvPr id="14" name="Connector line-1792370182871-248262391"/>
          <p:cNvSpPr/>
          <p:nvPr/>
        </p:nvSpPr>
        <p:spPr>
          <a:xfrm flipH="1">
            <a:off x="9239250" y="7048500"/>
            <a:ext cx="56197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9750" y="64770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50" b="1" dirty="0" spc="-1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fetch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GitHub,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250" dirty="0"/>
          </a:p>
        </p:txBody>
      </p:sp>
      <p:sp>
        <p:nvSpPr>
          <p:cNvPr id="17" name="Connector line-1792370182877-81120513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351ae6f-6243-4973-b4af-69c7735607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GITHUB: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TỪ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GitHub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048000" cy="4000500"/>
          </a:xfrm>
          <a:prstGeom prst="roundRect">
            <a:avLst>
              <a:gd name="adj" fmla="val 875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524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Lưu</a:t>
            </a:r>
            <a:r>
              <a:rPr lang="en-US" sz="300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00150" y="5334000"/>
            <a:ext cx="24765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4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225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4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267200" y="3143250"/>
            <a:ext cx="3048000" cy="40005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2950" y="3524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Pull</a:t>
            </a:r>
            <a:r>
              <a:rPr lang="en-US" sz="300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request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52950" y="5334000"/>
            <a:ext cx="24765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7620000" y="3143250"/>
            <a:ext cx="3048000" cy="40005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5750" y="3524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Issue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05750" y="5334000"/>
            <a:ext cx="24765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972800" y="3143250"/>
            <a:ext cx="3048000" cy="40005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58550" y="3524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Quyền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</a:t>
            </a:r>
            <a:r>
              <a:rPr lang="en-US" sz="30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cập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258550" y="5334000"/>
            <a:ext cx="24765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4325600" y="3143250"/>
            <a:ext cx="3048000" cy="4000500"/>
          </a:xfrm>
          <a:prstGeom prst="roundRect">
            <a:avLst>
              <a:gd name="adj" fmla="val 8750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4611350" y="3524250"/>
            <a:ext cx="2476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30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hóa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611350" y="5334000"/>
            <a:ext cx="2476500" cy="1524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endParaRPr lang="en-US" sz="2250" dirty="0"/>
          </a:p>
        </p:txBody>
      </p:sp>
      <p:sp>
        <p:nvSpPr>
          <p:cNvPr id="19" name="Connector line-1792370183756-62835892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392fccc-3f18-48e1-bc74-a57ecb608d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LÀM: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ISSUES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2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chung,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810500" y="4286250"/>
            <a:ext cx="2667000" cy="266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7810500" y="53340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GitHub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314325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22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763500" y="314325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Issues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3500" y="704850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Checks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763500" y="7048500"/>
            <a:ext cx="4191000" cy="10477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endParaRPr lang="en-US" sz="2250" dirty="0"/>
          </a:p>
        </p:txBody>
      </p:sp>
      <p:sp>
        <p:nvSpPr>
          <p:cNvPr id="10" name="Connector line-1792370207458-72133215"/>
          <p:cNvSpPr/>
          <p:nvPr/>
        </p:nvSpPr>
        <p:spPr>
          <a:xfrm>
            <a:off x="5524500" y="3810000"/>
            <a:ext cx="2457450" cy="1143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1" name="Connector line-1792370207458-889320515"/>
          <p:cNvSpPr/>
          <p:nvPr/>
        </p:nvSpPr>
        <p:spPr>
          <a:xfrm flipH="1">
            <a:off x="10306050" y="3810000"/>
            <a:ext cx="2457450" cy="1143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2" name="Connector line-1792370207458-249155855"/>
          <p:cNvSpPr/>
          <p:nvPr/>
        </p:nvSpPr>
        <p:spPr>
          <a:xfrm flipV="1">
            <a:off x="5524500" y="6286500"/>
            <a:ext cx="2457450" cy="1143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370207459-569540536"/>
          <p:cNvSpPr/>
          <p:nvPr/>
        </p:nvSpPr>
        <p:spPr>
          <a:xfrm flipH="1" flipV="1">
            <a:off x="10306050" y="6286500"/>
            <a:ext cx="2457450" cy="11430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4" name="Connector line-1792370207459-45538113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2de871a-3642-464e-a2da-787bdf69e7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72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b="1" spc="2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09575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cần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GitHub</a:t>
            </a: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48850" y="4095750"/>
            <a:ext cx="7048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miễn phí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3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400" dirty="0"/>
          </a:p>
        </p:txBody>
      </p:sp>
      <p:sp>
        <p:nvSpPr>
          <p:cNvPr id="11" name="Connector line-1792370208289-75719240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2d8fdd2-0714-464d-9962-5e320af77a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63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push:</a:t>
            </a:r>
            <a:r>
              <a:rPr lang="en-US" sz="63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thấy?</a:t>
            </a:r>
            <a:endParaRPr lang="en-US" sz="6300" dirty="0"/>
          </a:p>
        </p:txBody>
      </p:sp>
      <p:sp>
        <p:nvSpPr>
          <p:cNvPr id="4" name="Connector line-1792370234987-116546083"/>
          <p:cNvSpPr/>
          <p:nvPr/>
        </p:nvSpPr>
        <p:spPr>
          <a:xfrm>
            <a:off x="1905000" y="4476750"/>
            <a:ext cx="14478000" cy="0"/>
          </a:xfrm>
          <a:prstGeom prst="line">
            <a:avLst/>
          </a:prstGeom>
          <a:noFill/>
          <a:ln w="571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590800" y="4210050"/>
            <a:ext cx="533400" cy="533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8877300" y="4210050"/>
            <a:ext cx="533400" cy="533400"/>
          </a:xfrm>
          <a:prstGeom prst="ellipse">
            <a:avLst/>
          </a:prstGeom>
          <a:solidFill>
            <a:srgbClr val="F3EEE3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63800" y="4210050"/>
            <a:ext cx="533400" cy="533400"/>
          </a:xfrm>
          <a:prstGeom prst="ellipse">
            <a:avLst/>
          </a:prstGeom>
          <a:solidFill>
            <a:srgbClr val="F3EEE3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5048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70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5619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239000" y="5048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7239000" y="5619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gì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525500" y="504825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3525500" y="5619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7048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Không.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remote.</a:t>
            </a:r>
            <a:endParaRPr lang="en-US" sz="2850" dirty="0"/>
          </a:p>
        </p:txBody>
      </p:sp>
      <p:sp>
        <p:nvSpPr>
          <p:cNvPr id="15" name="Connector line-1792370235000-81160380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6effc80-57c6-4c79-a0d4-16d3adaa8e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Commit</a:t>
            </a:r>
            <a:r>
              <a:rPr lang="en-US" sz="39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390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90650" y="4476750"/>
            <a:ext cx="7048500" cy="2667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848850" y="3429000"/>
            <a:ext cx="704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Repo</a:t>
            </a:r>
            <a:r>
              <a:rPr lang="en-US" sz="39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39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848850" y="4476750"/>
            <a:ext cx="7048500" cy="26670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nghĩa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850" dirty="0"/>
          </a:p>
        </p:txBody>
      </p:sp>
      <p:sp>
        <p:nvSpPr>
          <p:cNvPr id="10" name="Connector line-1792370235814-30269812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f0145d9-b85b-4aba-9ece-a78d98c586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phiên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46196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2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GitHub,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hoặc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5953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 pull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request,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issue,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370236714-777860639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gì?</a:t>
            </a:r>
            <a:endParaRPr lang="en-US" sz="2250" dirty="0"/>
          </a:p>
        </p:txBody>
      </p:sp>
      <p:sp>
        <p:nvSpPr>
          <p:cNvPr id="10" name="Connector line-1792370236732-20778387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47a24f2-3929-4d1f-b5f5-86a8da3588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2026-10-19T01:25:27Z</dcterms:created>
  <dcterms:modified xsi:type="dcterms:W3CDTF">2026-10-19T01:25:27Z</dcterms:modified>
</cp:coreProperties>
</file>