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906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Cookie,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session,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PASETO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9144000" cy="12382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8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r>
              <a:rPr lang="en-US" sz="28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8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cần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5" name="Connector line-1792338762608-417650811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Connector line-1792338762609-788808499"/>
          <p:cNvSpPr/>
          <p:nvPr/>
        </p:nvSpPr>
        <p:spPr>
          <a:xfrm>
            <a:off x="914400" y="7429500"/>
            <a:ext cx="24765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Connector line-1792338762614-251883255"/>
          <p:cNvSpPr/>
          <p:nvPr/>
        </p:nvSpPr>
        <p:spPr>
          <a:xfrm>
            <a:off x="4248150" y="7429500"/>
            <a:ext cx="24765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8" name="Connector line-1792338762615-428825842"/>
          <p:cNvSpPr/>
          <p:nvPr/>
        </p:nvSpPr>
        <p:spPr>
          <a:xfrm>
            <a:off x="7581900" y="7429500"/>
            <a:ext cx="2476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0763250" y="23812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r>
              <a:rPr lang="en-US" sz="16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0763250" y="2762250"/>
            <a:ext cx="2381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cookie:</a:t>
            </a:r>
            <a:r>
              <a:rPr lang="en-US" sz="18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800" dirty="0"/>
          </a:p>
        </p:txBody>
      </p:sp>
      <p:sp>
        <p:nvSpPr>
          <p:cNvPr id="18" name="Connector line-1792338762636-972465531"/>
          <p:cNvSpPr/>
          <p:nvPr/>
        </p:nvSpPr>
        <p:spPr>
          <a:xfrm>
            <a:off x="13182600" y="3067050"/>
            <a:ext cx="7810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14001750" y="2762250"/>
            <a:ext cx="3429000" cy="6096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kho</a:t>
            </a: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session</a:t>
            </a:r>
            <a:r>
              <a:rPr lang="en-US" sz="18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8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8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63250" y="34671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thu hồi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763250" y="40767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0763250" y="4457700"/>
            <a:ext cx="3429000" cy="6096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header: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287500" y="4457700"/>
            <a:ext cx="3143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payload:</a:t>
            </a:r>
            <a:r>
              <a:rPr lang="en-US" sz="18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63250" y="5162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cũng</a:t>
            </a:r>
            <a:r>
              <a:rPr lang="en-US" sz="1650" dirty="0" spc="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 khóa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0763250" y="57721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63250" y="6153150"/>
            <a:ext cx="1047750" cy="609600"/>
          </a:xfrm>
          <a:prstGeom prst="roundRect">
            <a:avLst>
              <a:gd name="adj" fmla="val 25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906250" y="6153150"/>
            <a:ext cx="2762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local</a:t>
            </a:r>
            <a:r>
              <a:rPr lang="en-US" sz="18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 public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763750" y="6153150"/>
            <a:ext cx="26670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763250" y="685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73745a2-ac50-498a-a8ae-bc5c6cee6d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cách,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086100"/>
            <a:ext cx="685800" cy="6858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1920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Cookie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1920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508635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5391150" y="3086100"/>
            <a:ext cx="685800" cy="6858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9115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539115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5830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563100" y="3086100"/>
            <a:ext cx="685800" cy="6858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56310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56310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trường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43025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13735050" y="3086100"/>
            <a:ext cx="685800" cy="6858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73505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73505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trường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8770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295400" y="7258050"/>
            <a:ext cx="15716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PASETO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 so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5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JWT,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14400" y="8382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pyseto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1.10.0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2.14.0,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tạm.</a:t>
            </a:r>
            <a:endParaRPr lang="en-US" sz="1950" dirty="0"/>
          </a:p>
        </p:txBody>
      </p:sp>
      <p:sp>
        <p:nvSpPr>
          <p:cNvPr id="24" name="Connector line-1792338941241-64714796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e9396093-c3d6-4146-9f4e-ed8d1e2b0b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95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3825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3825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1950" dirty="0"/>
          </a:p>
        </p:txBody>
      </p:sp>
      <p:sp>
        <p:nvSpPr>
          <p:cNvPr id="8" name="Connector line-1792339386208-164228327"/>
          <p:cNvSpPr/>
          <p:nvPr/>
        </p:nvSpPr>
        <p:spPr>
          <a:xfrm>
            <a:off x="4762500" y="4191000"/>
            <a:ext cx="25717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4762500" y="3733800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cookie:</a:t>
            </a:r>
            <a:r>
              <a:rPr lang="en-US" sz="1950" dirty="0" spc="-8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19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42950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2950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42950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13" name="Connector line-1792339386221-596037704"/>
          <p:cNvSpPr/>
          <p:nvPr/>
        </p:nvSpPr>
        <p:spPr>
          <a:xfrm>
            <a:off x="10953750" y="4191000"/>
            <a:ext cx="25717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0953750" y="3733800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</a:t>
            </a:r>
            <a:r>
              <a:rPr lang="en-US" sz="19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1950" dirty="0" spc="-1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195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362075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7C93FF"/>
          </a:solidFill>
          <a:ln/>
        </p:spPr>
      </p:sp>
      <p:sp>
        <p:nvSpPr>
          <p:cNvPr id="16" name="Text 14"/>
          <p:cNvSpPr/>
          <p:nvPr/>
        </p:nvSpPr>
        <p:spPr>
          <a:xfrm>
            <a:off x="1362075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62075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8250" y="5238750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 chỉ</a:t>
            </a: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9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mã;</a:t>
            </a:r>
            <a:r>
              <a:rPr lang="en-US" sz="19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9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14400" y="6286500"/>
            <a:ext cx="805815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6610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6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295400" y="70485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315450" y="6286500"/>
            <a:ext cx="805815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9696450" y="6610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650" dirty="0"/>
          </a:p>
        </p:txBody>
      </p:sp>
      <p:sp>
        <p:nvSpPr>
          <p:cNvPr id="24" name="Text richtext-1792339386242-947863990"/>
          <p:cNvSpPr/>
          <p:nvPr/>
        </p:nvSpPr>
        <p:spPr>
          <a:xfrm>
            <a:off x="9696450" y="7048500"/>
            <a:ext cx="7334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phải dùng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kho*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14400" y="862965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*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không</a:t>
            </a: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1800" dirty="0"/>
          </a:p>
        </p:txBody>
      </p:sp>
      <p:sp>
        <p:nvSpPr>
          <p:cNvPr id="26" name="Connector line-1792339386269-92833726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27602c20-d779-4d10-9b7f-20dc9d5d15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alg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2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16459200" cy="3000375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297180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620000" y="297180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333500" y="3276600"/>
            <a:ext cx="6096000" cy="800100"/>
          </a:xfrm>
          <a:prstGeom prst="roundRect">
            <a:avLst>
              <a:gd name="adj" fmla="val 2142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32766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{"alg":"HS256","typ":"JWT"}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7620000" y="3276600"/>
            <a:ext cx="3619500" cy="8001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20000" y="3276600"/>
            <a:ext cx="3619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1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525250" y="3276600"/>
            <a:ext cx="5524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base64url,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2" name="Connector line-1792363423415-663678606"/>
          <p:cNvSpPr/>
          <p:nvPr/>
        </p:nvSpPr>
        <p:spPr>
          <a:xfrm>
            <a:off x="2857500" y="4133850"/>
            <a:ext cx="0" cy="30480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1333500" y="4476750"/>
            <a:ext cx="6191250" cy="914400"/>
          </a:xfrm>
          <a:prstGeom prst="roundRect">
            <a:avLst>
              <a:gd name="adj" fmla="val 1875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4476750"/>
            <a:ext cx="6191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alg: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400" dirty="0" spc="4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endParaRPr lang="en-US" sz="2400" dirty="0"/>
          </a:p>
        </p:txBody>
      </p:sp>
      <p:sp>
        <p:nvSpPr>
          <p:cNvPr id="15" name="Connector line-1792363423419-927020818"/>
          <p:cNvSpPr/>
          <p:nvPr/>
        </p:nvSpPr>
        <p:spPr>
          <a:xfrm>
            <a:off x="7620000" y="4933950"/>
            <a:ext cx="762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6" name="Shape 14"/>
          <p:cNvSpPr/>
          <p:nvPr/>
        </p:nvSpPr>
        <p:spPr>
          <a:xfrm>
            <a:off x="8477250" y="4476750"/>
            <a:ext cx="8572500" cy="914400"/>
          </a:xfrm>
          <a:prstGeom prst="roundRect">
            <a:avLst>
              <a:gd name="adj" fmla="val 1875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7250" y="4476750"/>
            <a:ext cx="857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chấp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6000750"/>
            <a:ext cx="8058150" cy="2286000"/>
          </a:xfrm>
          <a:prstGeom prst="roundRect">
            <a:avLst>
              <a:gd name="adj" fmla="val 11667"/>
            </a:avLst>
          </a:prstGeom>
          <a:solidFill>
            <a:srgbClr val="F8D9D0"/>
          </a:solidFill>
          <a:ln/>
        </p:spPr>
      </p:sp>
      <p:sp>
        <p:nvSpPr>
          <p:cNvPr id="19" name="Text 17"/>
          <p:cNvSpPr/>
          <p:nvPr/>
        </p:nvSpPr>
        <p:spPr>
          <a:xfrm>
            <a:off x="1295400" y="6305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6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1650" dirty="0"/>
          </a:p>
        </p:txBody>
      </p:sp>
      <p:sp>
        <p:nvSpPr>
          <p:cNvPr id="20" name="Text richtext-1792363423426-381133899"/>
          <p:cNvSpPr/>
          <p:nvPr/>
        </p:nvSpPr>
        <p:spPr>
          <a:xfrm>
            <a:off x="1295400" y="674370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15450" y="6000750"/>
            <a:ext cx="805815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9696450" y="6305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65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1650" dirty="0"/>
          </a:p>
        </p:txBody>
      </p:sp>
      <p:sp>
        <p:nvSpPr>
          <p:cNvPr id="23" name="Text richtext-1792363423452-67480174"/>
          <p:cNvSpPr/>
          <p:nvPr/>
        </p:nvSpPr>
        <p:spPr>
          <a:xfrm>
            <a:off x="9696450" y="674370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algorithms.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14400" y="8534400"/>
            <a:ext cx="16459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An</a:t>
            </a: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viện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hình,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dạng.</a:t>
            </a:r>
            <a:endParaRPr lang="en-US" sz="2250" dirty="0"/>
          </a:p>
        </p:txBody>
      </p:sp>
      <p:sp>
        <p:nvSpPr>
          <p:cNvPr id="25" name="Connector line-1792363423465-99536106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2d3152d9-90fe-4e0d-b41e-96a4251487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Tiền</a:t>
            </a:r>
            <a:r>
              <a:rPr lang="en-US" sz="75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7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905000" cy="952500"/>
          </a:xfrm>
          <a:prstGeom prst="roundRect">
            <a:avLst>
              <a:gd name="adj" fmla="val 22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857500"/>
            <a:ext cx="190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v4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2971800" y="325755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Shape 5"/>
          <p:cNvSpPr/>
          <p:nvPr/>
        </p:nvSpPr>
        <p:spPr>
          <a:xfrm>
            <a:off x="3276600" y="2857500"/>
            <a:ext cx="51435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76600" y="2857500"/>
            <a:ext cx="514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8572500" y="325755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300" y="2857500"/>
            <a:ext cx="47625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77300" y="2857500"/>
            <a:ext cx="476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13792200" y="3257550"/>
            <a:ext cx="152400" cy="152400"/>
          </a:xfrm>
          <a:prstGeom prst="ellipse">
            <a:avLst/>
          </a:prstGeom>
          <a:solidFill>
            <a:srgbClr val="9A98A0"/>
          </a:solidFill>
          <a:ln/>
        </p:spPr>
      </p:sp>
      <p:sp>
        <p:nvSpPr>
          <p:cNvPr id="13" name="Shape 11"/>
          <p:cNvSpPr/>
          <p:nvPr/>
        </p:nvSpPr>
        <p:spPr>
          <a:xfrm>
            <a:off x="14097000" y="2857500"/>
            <a:ext cx="32766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19050">
            <a:solidFill>
              <a:srgbClr val="9A98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097000" y="2857500"/>
            <a:ext cx="3276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7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footer,</a:t>
            </a:r>
            <a:r>
              <a:rPr lang="en-US" sz="2100" dirty="0" spc="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2100" dirty="0" spc="-4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39433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195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3276600" y="3943350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mục</a:t>
            </a:r>
            <a:r>
              <a:rPr lang="en-US" sz="1950" dirty="0" spc="1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46291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cặp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285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8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định.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914400" y="5391150"/>
            <a:ext cx="805815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95400" y="56197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v4.local</a:t>
            </a:r>
            <a:endParaRPr lang="en-US" sz="4200" dirty="0"/>
          </a:p>
        </p:txBody>
      </p:sp>
      <p:sp>
        <p:nvSpPr>
          <p:cNvPr id="20" name="Text richtext-1792363492551-115133631"/>
          <p:cNvSpPr/>
          <p:nvPr/>
        </p:nvSpPr>
        <p:spPr>
          <a:xfrm>
            <a:off x="1295400" y="6515100"/>
            <a:ext cx="73342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Che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15450" y="5391150"/>
            <a:ext cx="805815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6450" y="56197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v4.public</a:t>
            </a:r>
            <a:endParaRPr lang="en-US" sz="4200" dirty="0"/>
          </a:p>
        </p:txBody>
      </p:sp>
      <p:sp>
        <p:nvSpPr>
          <p:cNvPr id="23" name="Text richtext-1792363492570-925952513"/>
          <p:cNvSpPr/>
          <p:nvPr/>
        </p:nvSpPr>
        <p:spPr>
          <a:xfrm>
            <a:off x="9696450" y="6515100"/>
            <a:ext cx="73342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Ed25519.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14400" y="82677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alg:</a:t>
            </a:r>
            <a:r>
              <a:rPr lang="en-US" sz="2700" b="1" dirty="0" spc="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700" dirty="0"/>
          </a:p>
        </p:txBody>
      </p:sp>
      <p:sp>
        <p:nvSpPr>
          <p:cNvPr id="25" name="Connector line-1792363492581-34100031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b41719-0013-472e-89ab-d1eb81a928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8058150" cy="4476750"/>
          </a:xfrm>
          <a:prstGeom prst="roundRect">
            <a:avLst>
              <a:gd name="adj" fmla="val 5957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76550"/>
            <a:ext cx="1714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857500" y="3048000"/>
            <a:ext cx="5715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PyJWT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2.14.0</a:t>
            </a:r>
            <a:endParaRPr lang="en-US" sz="2100" dirty="0"/>
          </a:p>
          <a:p>
            <a:pPr algn="l" indent="0" marL="0">
              <a:buNone/>
            </a:pP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295400" y="39052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9052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1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3105150" y="38290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95400" y="49720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9720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3105150" y="48958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95400" y="60388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0388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105150" y="59626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HS256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15450" y="2714625"/>
            <a:ext cx="805815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696450" y="2876550"/>
            <a:ext cx="2476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2287250" y="30480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pyseto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1.10.0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696450" y="39052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6450" y="39052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1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506200" y="38290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v4.public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v4.local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696450" y="49720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9696450" y="49720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1506200" y="48958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admin,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footer.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9696450" y="60388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6" name="Text 24"/>
          <p:cNvSpPr/>
          <p:nvPr/>
        </p:nvSpPr>
        <p:spPr>
          <a:xfrm>
            <a:off x="9696450" y="60388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506200" y="59626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found.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914400" y="7381875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29" name="Text 27"/>
          <p:cNvSpPr/>
          <p:nvPr/>
        </p:nvSpPr>
        <p:spPr>
          <a:xfrm>
            <a:off x="1295400" y="7496175"/>
            <a:ext cx="15716250" cy="9144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PyJWT: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algorithms=[...]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PASETO: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550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914400" y="86868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đo:</a:t>
            </a:r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1950" dirty="0"/>
          </a:p>
        </p:txBody>
      </p:sp>
      <p:sp>
        <p:nvSpPr>
          <p:cNvPr id="31" name="Connector line-1792363572634-95828736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ddd8d304-8e74-4f05-9d1a-47d1a24fb9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5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500" dirty="0"/>
          </a:p>
        </p:txBody>
      </p:sp>
      <p:sp>
        <p:nvSpPr>
          <p:cNvPr id="4" name="Connector line-1792365271068-724183659"/>
          <p:cNvSpPr/>
          <p:nvPr/>
        </p:nvSpPr>
        <p:spPr>
          <a:xfrm>
            <a:off x="914400" y="4152900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5" name="Connector line-1792365271069-600708099"/>
          <p:cNvSpPr/>
          <p:nvPr/>
        </p:nvSpPr>
        <p:spPr>
          <a:xfrm>
            <a:off x="914400" y="5629275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Connector line-1792365271069-712298225"/>
          <p:cNvSpPr/>
          <p:nvPr/>
        </p:nvSpPr>
        <p:spPr>
          <a:xfrm>
            <a:off x="914400" y="7105650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52500" y="2895600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962150" y="2838450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3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962150" y="3409950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không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2500" y="4371975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962150" y="4314825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962150" y="4886325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52500" y="5848350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962150" y="5791200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962150" y="6362700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local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 đọc</a:t>
            </a:r>
            <a:r>
              <a:rPr lang="en-US" sz="21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Footer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52500" y="7324725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962150" y="7267575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 cất</a:t>
            </a:r>
            <a:r>
              <a:rPr lang="en-US" sz="33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962150" y="7839075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10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dặn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session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localStorage.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2714625"/>
            <a:ext cx="72771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77500" y="2981325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DỤ:</a:t>
            </a:r>
            <a:r>
              <a:rPr lang="en-US" sz="16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6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477500" y="3390900"/>
            <a:ext cx="657225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pyseto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1.10.0,</a:t>
            </a:r>
            <a:r>
              <a:rPr lang="en-US" sz="210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1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1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exp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giờ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477500" y="4333875"/>
            <a:ext cx="6515100" cy="1333500"/>
          </a:xfrm>
          <a:prstGeom prst="roundRect">
            <a:avLst>
              <a:gd name="adj" fmla="val 14286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763250" y="44958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decode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deserializer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763250" y="491490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30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10477500" y="5857875"/>
            <a:ext cx="6515100" cy="1333500"/>
          </a:xfrm>
          <a:prstGeom prst="roundRect">
            <a:avLst>
              <a:gd name="adj" fmla="val 14286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63250" y="60198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decode</a:t>
            </a:r>
            <a:r>
              <a:rPr lang="en-US" sz="19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deserializer=json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0763250" y="643890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30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chối:</a:t>
            </a:r>
            <a:r>
              <a:rPr lang="en-US" sz="3000" b="1" dirty="0" spc="-7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30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expired.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477500" y="7410450"/>
            <a:ext cx="6515100" cy="1104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mặc</a:t>
            </a:r>
            <a:r>
              <a:rPr lang="en-US" sz="19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 là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viện,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dạng.</a:t>
            </a:r>
            <a:endParaRPr lang="en-US" sz="1950" dirty="0"/>
          </a:p>
        </p:txBody>
      </p:sp>
      <p:sp>
        <p:nvSpPr>
          <p:cNvPr id="29" name="Connector line-1792365271148-43862965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cf3b1fa6-7fcd-413a-be39-39222002c1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8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75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3362325"/>
            <a:ext cx="15716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Tôi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cần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3600" dirty="0"/>
          </a:p>
        </p:txBody>
      </p:sp>
      <p:sp>
        <p:nvSpPr>
          <p:cNvPr id="9" name="Text richtext-1792366419824-786424051"/>
          <p:cNvSpPr/>
          <p:nvPr/>
        </p:nvSpPr>
        <p:spPr>
          <a:xfrm>
            <a:off x="12192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 giá: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4770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67818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pPr algn="l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3600" dirty="0" spc="-7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3600" dirty="0"/>
          </a:p>
        </p:txBody>
      </p:sp>
      <p:sp>
        <p:nvSpPr>
          <p:cNvPr id="12" name="Text richtext-1792366419847-676865068"/>
          <p:cNvSpPr/>
          <p:nvPr/>
        </p:nvSpPr>
        <p:spPr>
          <a:xfrm>
            <a:off x="67818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sớm: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0396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36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endParaRPr lang="en-US" sz="3600" dirty="0"/>
          </a:p>
        </p:txBody>
      </p:sp>
      <p:sp>
        <p:nvSpPr>
          <p:cNvPr id="15" name="Text richtext-1792366419859-69191918"/>
          <p:cNvSpPr/>
          <p:nvPr/>
        </p:nvSpPr>
        <p:spPr>
          <a:xfrm>
            <a:off x="123444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thư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048625"/>
            <a:ext cx="164592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b="1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 nhắc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làm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 “không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thái”.</a:t>
            </a:r>
            <a:endParaRPr lang="en-US" sz="1950" dirty="0"/>
          </a:p>
        </p:txBody>
      </p:sp>
      <p:sp>
        <p:nvSpPr>
          <p:cNvPr id="17" name="Connector line-1792366419868-24683933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9" name="Shape 1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Shape 1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Shape 1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b2ef417-93da-418f-80f5-b157c16367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19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1238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r>
              <a:rPr lang="en-US" sz="69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8286750" cy="2095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v4.public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“loại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hổng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toán”.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nghỉ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gì?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857750"/>
            <a:ext cx="8191500" cy="333375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1054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650" dirty="0"/>
          </a:p>
        </p:txBody>
      </p:sp>
      <p:sp>
        <p:nvSpPr>
          <p:cNvPr id="7" name="Connector line-1792368442187-473104557"/>
          <p:cNvSpPr/>
          <p:nvPr/>
        </p:nvSpPr>
        <p:spPr>
          <a:xfrm>
            <a:off x="1619250" y="6667500"/>
            <a:ext cx="24765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8" name="Connector line-1792368442188-826362162"/>
          <p:cNvSpPr/>
          <p:nvPr/>
        </p:nvSpPr>
        <p:spPr>
          <a:xfrm>
            <a:off x="4095750" y="6667500"/>
            <a:ext cx="4095750" cy="0"/>
          </a:xfrm>
          <a:prstGeom prst="line">
            <a:avLst/>
          </a:prstGeom>
          <a:noFill/>
          <a:ln w="1333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495425" y="6543675"/>
            <a:ext cx="247650" cy="2476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Shape 8"/>
          <p:cNvSpPr/>
          <p:nvPr/>
        </p:nvSpPr>
        <p:spPr>
          <a:xfrm>
            <a:off x="3924300" y="649605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8067675" y="6543675"/>
            <a:ext cx="247650" cy="2476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057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v4.public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286250" y="60579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143250" y="7029450"/>
            <a:ext cx="190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nghỉ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3143250" y="74104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429500" y="7029450"/>
            <a:ext cx="1428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420100"/>
            <a:ext cx="8191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 thời gian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 còn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25000" y="952500"/>
            <a:ext cx="7848600" cy="7810500"/>
          </a:xfrm>
          <a:prstGeom prst="roundRect">
            <a:avLst>
              <a:gd name="adj" fmla="val 3415"/>
            </a:avLst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4100" y="1352550"/>
            <a:ext cx="647700" cy="6477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15550" y="1543050"/>
            <a:ext cx="323850" cy="266700"/>
          </a:xfrm>
          <a:custGeom>
            <a:avLst/>
            <a:gdLst/>
            <a:ahLst/>
            <a:cxnLst/>
            <a:rect l="l" t="t" r="r" b="b"/>
            <a:pathLst>
              <a:path w="323850" h="266700">
                <a:moveTo>
                  <a:pt x="0" y="142875"/>
                </a:moveTo>
                <a:lnTo>
                  <a:pt x="114300" y="266700"/>
                </a:lnTo>
                <a:lnTo>
                  <a:pt x="323850" y="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20400" y="15240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9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906000" y="2686050"/>
            <a:ext cx="7086600" cy="762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2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r>
              <a:rPr lang="en-US" sz="4200" dirty="0" spc="-1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42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2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này.</a:t>
            </a:r>
            <a:endParaRPr lang="en-US" sz="4200" dirty="0"/>
          </a:p>
        </p:txBody>
      </p:sp>
      <p:sp>
        <p:nvSpPr>
          <p:cNvPr id="23" name="Text richtext-1792368442223-978302195"/>
          <p:cNvSpPr/>
          <p:nvPr/>
        </p:nvSpPr>
        <p:spPr>
          <a:xfrm>
            <a:off x="9906000" y="3733800"/>
            <a:ext cx="70866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</p:txBody>
      </p:sp>
      <p:sp>
        <p:nvSpPr>
          <p:cNvPr id="24" name="Connector line-1792368442243-135858627"/>
          <p:cNvSpPr/>
          <p:nvPr/>
        </p:nvSpPr>
        <p:spPr>
          <a:xfrm>
            <a:off x="9906000" y="5715000"/>
            <a:ext cx="7086600" cy="0"/>
          </a:xfrm>
          <a:prstGeom prst="line">
            <a:avLst/>
          </a:prstGeom>
          <a:noFill/>
          <a:ln w="19050">
            <a:solidFill>
              <a:srgbClr val="FFFFFF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906000" y="5905500"/>
            <a:ext cx="7086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Muốn</a:t>
            </a:r>
            <a:r>
              <a:rPr lang="en-US" sz="22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r>
              <a:rPr lang="en-US" sz="2250" dirty="0" spc="-1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ngay,</a:t>
            </a:r>
            <a:r>
              <a:rPr lang="en-US" sz="22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2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2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-1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2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ba: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906000" y="65151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27" name="Text 25"/>
          <p:cNvSpPr/>
          <p:nvPr/>
        </p:nvSpPr>
        <p:spPr>
          <a:xfrm>
            <a:off x="10153650" y="6515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10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hồi,</a:t>
            </a:r>
            <a:r>
              <a:rPr lang="en-US" sz="21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906000" y="72390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29" name="Text 27"/>
          <p:cNvSpPr/>
          <p:nvPr/>
        </p:nvSpPr>
        <p:spPr>
          <a:xfrm>
            <a:off x="10153650" y="72390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1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10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906000" y="79629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31" name="Text 29"/>
          <p:cNvSpPr/>
          <p:nvPr/>
        </p:nvSpPr>
        <p:spPr>
          <a:xfrm>
            <a:off x="10153650" y="79629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Quay</a:t>
            </a:r>
            <a:r>
              <a:rPr lang="en-US" sz="210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100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32" name="Connector line-1792368442254-61068582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bc8c65a0-48d7-4de9-b10a-cbf139295f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Connector line-1792368507745-460421029"/>
          <p:cNvSpPr/>
          <p:nvPr/>
        </p:nvSpPr>
        <p:spPr>
          <a:xfrm>
            <a:off x="1295400" y="3048000"/>
            <a:ext cx="32385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2096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1920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Platform-Agnostic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80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1920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1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thuật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08635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1" name="Connector line-1792368507754-59150397"/>
          <p:cNvSpPr/>
          <p:nvPr/>
        </p:nvSpPr>
        <p:spPr>
          <a:xfrm>
            <a:off x="5467350" y="3048000"/>
            <a:ext cx="32385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38162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115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39115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4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9115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mang dữ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liệu;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25830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7" name="Connector line-1792368507761-802584146"/>
          <p:cNvSpPr/>
          <p:nvPr/>
        </p:nvSpPr>
        <p:spPr>
          <a:xfrm>
            <a:off x="9639300" y="3048000"/>
            <a:ext cx="32385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5535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6310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956310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56310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cặp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343025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23" name="Connector line-1792368507768-64536618"/>
          <p:cNvSpPr/>
          <p:nvPr/>
        </p:nvSpPr>
        <p:spPr>
          <a:xfrm>
            <a:off x="13811250" y="3048000"/>
            <a:ext cx="32385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372552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3505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373505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3505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9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6667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71247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README, các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Processing,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Lucidity</a:t>
            </a:r>
            <a:endParaRPr lang="en-US" sz="195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19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Management,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HTML5 Security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PyJWT: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sử dụng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pyseto: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14400" y="81915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31" name="Connector line-1792368507793-21128140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786c4d7f-624b-4ee3-b810-5d746df6d1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2026-10-19T12:14:01Z</dcterms:created>
  <dcterms:modified xsi:type="dcterms:W3CDTF">2026-10-19T12:14:01Z</dcterms:modified>
</cp:coreProperties>
</file>