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Thông</a:t>
            </a: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3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đẩy</a:t>
            </a:r>
            <a:r>
              <a:rPr lang="en-US" sz="63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3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thoại: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63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63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3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700" dirty="0"/>
          </a:p>
        </p:txBody>
      </p:sp>
      <p:sp>
        <p:nvSpPr>
          <p:cNvPr id="5" name="Connector line-1792423869890-507572633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phỏng: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chết,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0" y="4476750"/>
            <a:ext cx="2857500" cy="2857500"/>
          </a:xfrm>
          <a:prstGeom prst="ellipse">
            <a:avLst/>
          </a:prstGeom>
          <a:noFill/>
          <a:ln w="28575">
            <a:solidFill>
              <a:srgbClr val="FF6A4D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3625" y="4905375"/>
            <a:ext cx="2000250" cy="2000250"/>
          </a:xfrm>
          <a:prstGeom prst="ellipse">
            <a:avLst/>
          </a:prstGeom>
          <a:noFill/>
          <a:ln w="28575">
            <a:solidFill>
              <a:srgbClr val="FF6A4D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3200" y="5314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0" y="5695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FCM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544300" y="419100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1619250"/>
                </a:moveTo>
                <a:cubicBezTo>
                  <a:pt x="838200" y="161925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44300" y="600075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0"/>
                </a:moveTo>
                <a:cubicBezTo>
                  <a:pt x="838200" y="0"/>
                  <a:pt x="838200" y="1619250"/>
                  <a:pt x="1600200" y="16192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44500" y="3829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950" b="1" dirty="0" spc="-1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950" b="1" dirty="0" spc="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144500" y="7258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19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7215373f-881f-488a-b070-2987a84536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nhờ</a:t>
            </a:r>
            <a:r>
              <a:rPr lang="en-US" sz="78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FCM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78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78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78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cài</a:t>
            </a:r>
            <a:r>
              <a:rPr lang="en-US" sz="30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3000" b="1" dirty="0" spc="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0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0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7e8e0705-f8fa-4d95-827c-3cf2e2116e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 THẺ</a:t>
            </a:r>
            <a:r>
              <a:rPr lang="en-US" sz="180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Thẻ sau</a:t>
            </a:r>
            <a:r>
              <a:rPr lang="en-US" sz="6900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mười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 tháng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762500" y="276225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80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49000" y="276225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238500"/>
            <a:ext cx="3619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762500" y="3238500"/>
            <a:ext cx="59055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2A2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3500" y="342900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78.547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143500" y="4667250"/>
            <a:ext cx="514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049000" y="3238500"/>
            <a:ext cx="59055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2A2E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0" y="342900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53.455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11430000" y="4667250"/>
            <a:ext cx="514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5810250"/>
            <a:ext cx="3619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6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4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</a:t>
            </a:r>
            <a:r>
              <a:rPr lang="en-US" sz="2400" b="1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762500" y="5810250"/>
            <a:ext cx="59055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2A2E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3500" y="600075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78.300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5143500" y="7239000"/>
            <a:ext cx="514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1049000" y="5810250"/>
            <a:ext cx="59055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0" y="600075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4.014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11430000" y="7239000"/>
            <a:ext cx="514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847725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Tham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mô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phỏng, không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FCM.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a0fa905d-cab2-4851-89cd-37a82a6743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 ĐI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2981325" cy="3143250"/>
          </a:xfrm>
          <a:prstGeom prst="roundRect">
            <a:avLst>
              <a:gd name="adj" fmla="val 10224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3448050"/>
            <a:ext cx="2409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00150" y="3943350"/>
            <a:ext cx="2409825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2550" dirty="0"/>
          </a:p>
        </p:txBody>
      </p:sp>
      <p:sp>
        <p:nvSpPr>
          <p:cNvPr id="7" name="Connector line-1792423875156-612181673"/>
          <p:cNvSpPr/>
          <p:nvPr/>
        </p:nvSpPr>
        <p:spPr>
          <a:xfrm>
            <a:off x="3933825" y="4714875"/>
            <a:ext cx="3048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76725" y="3143250"/>
            <a:ext cx="2981325" cy="3143250"/>
          </a:xfrm>
          <a:prstGeom prst="roundRect">
            <a:avLst>
              <a:gd name="adj" fmla="val 10224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475" y="3448050"/>
            <a:ext cx="2409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562475" y="3943350"/>
            <a:ext cx="2409825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2550" dirty="0"/>
          </a:p>
        </p:txBody>
      </p:sp>
      <p:sp>
        <p:nvSpPr>
          <p:cNvPr id="11" name="Connector line-1792423875160-773373114"/>
          <p:cNvSpPr/>
          <p:nvPr/>
        </p:nvSpPr>
        <p:spPr>
          <a:xfrm>
            <a:off x="7296150" y="4714875"/>
            <a:ext cx="3048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39050" y="3143250"/>
            <a:ext cx="2981325" cy="3143250"/>
          </a:xfrm>
          <a:prstGeom prst="roundRect">
            <a:avLst>
              <a:gd name="adj" fmla="val 10224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4800" y="3448050"/>
            <a:ext cx="2409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24800" y="3943350"/>
            <a:ext cx="2409825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Firebase</a:t>
            </a:r>
            <a:endParaRPr lang="en-US" sz="2550" dirty="0"/>
          </a:p>
        </p:txBody>
      </p:sp>
      <p:sp>
        <p:nvSpPr>
          <p:cNvPr id="15" name="Connector line-1792423875163-629810074"/>
          <p:cNvSpPr/>
          <p:nvPr/>
        </p:nvSpPr>
        <p:spPr>
          <a:xfrm>
            <a:off x="10658475" y="4714875"/>
            <a:ext cx="3048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1001375" y="3143250"/>
            <a:ext cx="2981325" cy="3143250"/>
          </a:xfrm>
          <a:prstGeom prst="roundRect">
            <a:avLst>
              <a:gd name="adj" fmla="val 10224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87125" y="3448050"/>
            <a:ext cx="2409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287125" y="3943350"/>
            <a:ext cx="2409825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 ngoại</a:t>
            </a:r>
            <a:r>
              <a:rPr lang="en-US" sz="25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550" dirty="0"/>
          </a:p>
        </p:txBody>
      </p:sp>
      <p:sp>
        <p:nvSpPr>
          <p:cNvPr id="19" name="Connector line-1792423875169-808722337"/>
          <p:cNvSpPr/>
          <p:nvPr/>
        </p:nvSpPr>
        <p:spPr>
          <a:xfrm>
            <a:off x="14020800" y="4714875"/>
            <a:ext cx="3048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4363700" y="3143250"/>
            <a:ext cx="2981325" cy="3143250"/>
          </a:xfrm>
          <a:prstGeom prst="roundRect">
            <a:avLst>
              <a:gd name="adj" fmla="val 10224"/>
            </a:avLst>
          </a:prstGeom>
          <a:solidFill>
            <a:srgbClr val="E8472B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49450" y="3448050"/>
            <a:ext cx="2409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3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4649450" y="3943350"/>
            <a:ext cx="2409825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</a:t>
            </a:r>
            <a:r>
              <a:rPr lang="en-US" sz="255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7048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30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0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30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30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04/09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24eaee89-e780-4a28-8796-2c6e43f5a0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b="1" spc="28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1800" b="1" spc="30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69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lực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trở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38250" y="276225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1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524750" y="27622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GIỜ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68250" y="2762250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 28</a:t>
            </a:r>
            <a:r>
              <a:rPr lang="en-US" sz="1800" b="1" spc="18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33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3333750"/>
            <a:ext cx="590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524750" y="33337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92,1%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668250" y="3333750"/>
            <a:ext cx="447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100%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4857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" y="4857750"/>
            <a:ext cx="590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24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524750" y="48577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15,8%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668250" y="4857750"/>
            <a:ext cx="447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100%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6381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" y="6381750"/>
            <a:ext cx="590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72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524750" y="63817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668250" y="6381750"/>
            <a:ext cx="447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8001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tham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chọn.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f7f30e98-308d-437e-b9a9-4092ccbb52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 TỤ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dọn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dồn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0" dirty="0" spc="-5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40%</a:t>
            </a:r>
            <a:endParaRPr lang="en-US" sz="285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4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24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dọn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0" y="304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304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dọn: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53.455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0" y="4953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4953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Dọn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ngày: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4,9%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0" y="685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0" y="685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 như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06/09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98c47098-26be-4337-bc4e-5397d1ebb4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HẠN</a:t>
            </a:r>
            <a:r>
              <a:rPr lang="en-US" sz="1800" b="1" spc="30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1800" b="1" spc="25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 sống theo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1125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29540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ngắn: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24625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82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28</a:t>
            </a:r>
            <a:r>
              <a:rPr lang="en-US" sz="9882" dirty="0" spc="-1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</a:t>
            </a:r>
            <a:endParaRPr lang="en-US" sz="9882" dirty="0"/>
          </a:p>
        </p:txBody>
      </p:sp>
      <p:sp>
        <p:nvSpPr>
          <p:cNvPr id="9" name="Text 7"/>
          <p:cNvSpPr/>
          <p:nvPr/>
        </p:nvSpPr>
        <p:spPr>
          <a:xfrm>
            <a:off x="6905625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dài: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3485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1250" dirty="0"/>
          </a:p>
        </p:txBody>
      </p:sp>
      <p:sp>
        <p:nvSpPr>
          <p:cNvPr id="12" name="Text 10"/>
          <p:cNvSpPr/>
          <p:nvPr/>
        </p:nvSpPr>
        <p:spPr>
          <a:xfrm>
            <a:off x="1251585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55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83820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phỏng, không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25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FCM.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c68c48cb-15ed-4aa8-b5b6-43733bde40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thẻ, ba</a:t>
            </a:r>
            <a:r>
              <a:rPr lang="en-US" sz="69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mươi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trăm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7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08/09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0de7808-2cb6-493c-8d3d-19d6e504f23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4290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FCM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29000" y="30480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nhắn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Firebase.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85775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429000" y="447675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62865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TTL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429000" y="59055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2100" dirty="0"/>
          </a:p>
        </p:txBody>
      </p:sp>
      <p:sp>
        <p:nvSpPr>
          <p:cNvPr id="13" name="Connector line-1792423911360-811591923"/>
          <p:cNvSpPr/>
          <p:nvPr/>
        </p:nvSpPr>
        <p:spPr>
          <a:xfrm>
            <a:off x="12382500" y="3048000"/>
            <a:ext cx="0" cy="53340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85875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5" name="Text richtext-1792423911362-210267362"/>
          <p:cNvSpPr/>
          <p:nvPr/>
        </p:nvSpPr>
        <p:spPr>
          <a:xfrm>
            <a:off x="12858750" y="361950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858750" y="6667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09/09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a213ccd-36be-4143-855d-5e0163834e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2026-10-19T15:32:13Z</dcterms:created>
  <dcterms:modified xsi:type="dcterms:W3CDTF">2026-10-19T15:32:13Z</dcterms:modified>
</cp:coreProperties>
</file>