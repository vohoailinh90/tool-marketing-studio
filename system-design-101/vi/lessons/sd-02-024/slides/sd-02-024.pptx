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Shopify:</a:t>
            </a:r>
            <a:r>
              <a:rPr lang="en-US" sz="7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1475027-92997703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15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 khác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Chuẩn</a:t>
            </a:r>
            <a:r>
              <a:rPr lang="en-US" sz="315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15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1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0333de4-1137-474a-b802-6bb93851e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4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tắc,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nghiệm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Shopify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59d36d2-3ec6-4014-baf9-a4250d3333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 GỌI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Gọi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thanh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81476943-425017371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endParaRPr lang="en-US" sz="2700" dirty="0"/>
          </a:p>
        </p:txBody>
      </p:sp>
      <p:sp>
        <p:nvSpPr>
          <p:cNvPr id="7" name="Connector line-1792381476946-260251927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Connector line-1792381476948-17041799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4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2250" b="1" dirty="0" spc="-2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1" name="Connector line-1792381476950-388427358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Cầu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dao</a:t>
            </a: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đóng: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2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250" dirty="0"/>
          </a:p>
        </p:txBody>
      </p:sp>
      <p:sp>
        <p:nvSpPr>
          <p:cNvPr id="13" name="Connector line-1792381476952-527184406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29750" y="6858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 như lỗi</a:t>
            </a:r>
            <a:endParaRPr lang="en-US" sz="2250" dirty="0"/>
          </a:p>
        </p:txBody>
      </p:sp>
      <p:sp>
        <p:nvSpPr>
          <p:cNvPr id="15" name="Connector line-1792381476955-628671972"/>
          <p:cNvSpPr/>
          <p:nvPr/>
        </p:nvSpPr>
        <p:spPr>
          <a:xfrm flipH="1">
            <a:off x="9239250" y="7429500"/>
            <a:ext cx="5238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2250" b="1" dirty="0" spc="4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trùng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e735b47-dafb-46ac-8db7-b100661882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66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trễ,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lượng,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bão</a:t>
            </a:r>
            <a:r>
              <a:rPr lang="en-US" sz="4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hòa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CÓ</a:t>
            </a:r>
            <a:r>
              <a:rPr lang="en-US" sz="1950" b="1" spc="20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21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chỗ,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vàng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SRE của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Google.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7c62a284-f904-4645-a6d8-c6cf8055ec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500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giây,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nguồn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 Shopify còn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phỏng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chớp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nhoáng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713ae046-8ced-4425-bf3b-73bed50b36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soát,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nhìn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cố: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IMOC, SRM,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dịch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sao?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3b51ee7-e510-4ebb-9fc8-96b859e811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rất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345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345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53adfc5-184c-4b94-b711-40e9a1f3d9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4937760"/>
                <a:gridCol w="5925312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Nguyên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Giúp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thế</a:t>
                      </a:r>
                      <a:r>
                        <a:rPr lang="en-US" sz="2400" b="1" dirty="0" spc="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trừ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tiền</a:t>
                      </a:r>
                      <a:r>
                        <a:rPr lang="en-US" sz="2400" b="1" dirty="0" spc="-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chống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dirty="0" spc="4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cùng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40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sớm</a:t>
                      </a:r>
                      <a:r>
                        <a:rPr lang="en-US" sz="2400" b="1" dirty="0" spc="-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400" b="1" dirty="0" spc="-1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400" b="1" dirty="0" spc="7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đề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Thời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thấp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Đọc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5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96def85-163d-4228-8136-189275840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Cầu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dao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6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7" name="Connector line-1792381525013-381807535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3300" dirty="0"/>
          </a:p>
        </p:txBody>
      </p:sp>
      <p:sp>
        <p:nvSpPr>
          <p:cNvPr id="11" name="Connector line-1792381525016-169702352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1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-2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3300" dirty="0" spc="15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db8dbb-a960-4d17-b292-716f2937e6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Site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Reliability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Engineering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kỹ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thuật</a:t>
                      </a:r>
                      <a:r>
                        <a:rPr lang="en-US" sz="225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cậy,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Google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UUID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Universally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Unique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mã</a:t>
                      </a:r>
                      <a:r>
                        <a:rPr lang="en-US" sz="2250" dirty="0" spc="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IMOC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Incident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Manager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Call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 lý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sự cố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đang</a:t>
                      </a:r>
                      <a:r>
                        <a:rPr lang="en-US" sz="225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SRM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Support</a:t>
                      </a: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Response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Manager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người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lo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phản hồi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191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Shopify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4dfbd9b-4243-4d8e-b88a-8c56640e04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2026-10-19T05:00:17Z</dcterms:created>
  <dcterms:modified xsi:type="dcterms:W3CDTF">2026-10-19T05:00:17Z</dcterms:modified>
</cp:coreProperties>
</file>