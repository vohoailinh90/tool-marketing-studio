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505075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 nhóm</a:t>
            </a:r>
            <a:r>
              <a:rPr lang="en-US" sz="31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NoSQL</a:t>
            </a:r>
            <a:r>
              <a:rPr lang="en-US" sz="31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chữ</a:t>
            </a:r>
            <a:r>
              <a:rPr lang="en-US" sz="31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"cột"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sd-04-040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0" y="914400"/>
            <a:ext cx="33337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20400" y="1295400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820400" y="1809750"/>
            <a:ext cx="276225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039850" y="914400"/>
            <a:ext cx="33337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82750" y="1295400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382750" y="1809750"/>
            <a:ext cx="276225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tích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(OLAP)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477500" y="3648075"/>
            <a:ext cx="33337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20400" y="4029075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NOSQL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820400" y="4543425"/>
            <a:ext cx="276225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4039850" y="3648075"/>
            <a:ext cx="33337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82750" y="4029075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NOSQL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382750" y="4543425"/>
            <a:ext cx="276225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Khóa–giá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0477500" y="6381750"/>
            <a:ext cx="33337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20400" y="6762750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NOSQL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820400" y="7277100"/>
            <a:ext cx="276225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4039850" y="6381750"/>
            <a:ext cx="3333750" cy="2381250"/>
          </a:xfrm>
          <a:prstGeom prst="roundRect">
            <a:avLst>
              <a:gd name="adj" fmla="val 11200"/>
            </a:avLst>
          </a:prstGeom>
          <a:solidFill>
            <a:srgbClr val="2A1E1A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82750" y="6762750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NOSQL ·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382750" y="7277100"/>
            <a:ext cx="276225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9d58439-f26f-4ddb-a80c-2ece8a0195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14300" cy="2857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8575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7800" dirty="0" spc="-1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"cột",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8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65913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NGHĨA</a:t>
            </a:r>
            <a:r>
              <a:rPr lang="en-US" sz="180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0675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372600" y="6286500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3600" y="65913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NGHĨA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53600" y="70675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8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Cassandra: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NoSQL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khóa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86da593-3ff9-4563-b14c-862929910f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b="1" spc="1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6230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905500" y="3162300"/>
            <a:ext cx="533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950" b="1" spc="13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11000" y="3162300"/>
            <a:ext cx="533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905250"/>
            <a:ext cx="164592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191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4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05500" y="4191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1811000" y="4191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6191250"/>
            <a:ext cx="164592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477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4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4200" dirty="0" spc="-5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(OLAP)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905500" y="6477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7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cột,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1811000" y="6477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dòng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260e16a-4466-447c-9d87-d40f401361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9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NOSQL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nhóm</a:t>
            </a: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 THỊ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33800"/>
            <a:ext cx="7353300" cy="1619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258300" y="2857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39300" y="318135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KHÓA–GIÁ</a:t>
            </a: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0" y="3733800"/>
            <a:ext cx="7353300" cy="1619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9436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26745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6819900"/>
            <a:ext cx="7353300" cy="1619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JSON,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258300" y="59436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9639300" y="626745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39300" y="6819900"/>
            <a:ext cx="7353300" cy="16192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hai</a:t>
            </a:r>
            <a:endParaRPr lang="en-US" sz="39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58a9ce6-590e-408a-a06d-c35507554a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NGHĨA</a:t>
            </a:r>
            <a:r>
              <a:rPr lang="en-US" sz="1950" b="1" spc="21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b="1" spc="20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"CỘT"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hẳn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0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DUCKDB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719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3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 cột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liền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5334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cột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chỉ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477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7620000"/>
            <a:ext cx="7239000" cy="857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72600" y="285750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32004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1800" b="1" spc="21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800" b="1" spc="21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53600" y="37719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3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gom</a:t>
            </a: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9753600" y="5334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753600" y="6477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753600" y="7620000"/>
            <a:ext cx="7239000" cy="857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khóa,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7b37da2-343d-4138-bd14-6aa4558921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 1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950" b="1" spc="21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hẳn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DUCKDB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0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38500"/>
            <a:ext cx="9525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dirty="0" spc="-17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2,1</a:t>
            </a:r>
            <a:r>
              <a:rPr lang="en-US" sz="180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MB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914400" y="6286500"/>
            <a:ext cx="914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SQLite,</a:t>
            </a:r>
            <a:r>
              <a:rPr lang="en-US" sz="3000" b="1" dirty="0" spc="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25,4 MB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7048500"/>
            <a:ext cx="914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cả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53750" y="2857500"/>
            <a:ext cx="641985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334750" y="32004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1800" b="1" spc="2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00" b="1" spc="20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334750" y="38100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334750" y="41910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điển: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334750" y="55245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1800" b="1" spc="23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334750" y="59055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Dồn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334750" y="68580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334750" y="72390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069105b-93ec-4593-949e-25311c22ea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667000" y="31623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lặp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nhiều: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053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5148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667000" y="46482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9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DuckDB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 sẵn: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7912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667000" y="61341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Thêm,</a:t>
            </a: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 hơn: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2771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4866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667000" y="76200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đọc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9da7667-201e-4c2d-919a-567fbdceba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 CHỖ</a:t>
            </a:r>
            <a:r>
              <a:rPr lang="en-US" sz="1950" b="1" spc="21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chậm: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Cassandra?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81350"/>
            <a:ext cx="419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1800" b="1" spc="1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338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00750" y="3810000"/>
            <a:ext cx="762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6858000" y="2857500"/>
            <a:ext cx="4953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0" y="3181350"/>
            <a:ext cx="419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39000" y="37338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cột: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cột,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1944350" y="3810000"/>
            <a:ext cx="762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≠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12801600" y="2857500"/>
            <a:ext cx="4572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82600" y="318135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CASSANDRA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182600" y="3733800"/>
            <a:ext cx="3810000" cy="1714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rộng: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ghi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096000"/>
            <a:ext cx="16459200" cy="2667000"/>
          </a:xfrm>
          <a:prstGeom prst="roundRect">
            <a:avLst>
              <a:gd name="adj" fmla="val 10000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43890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95400" y="6915150"/>
            <a:ext cx="1571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Lẫn hai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42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"cột"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95400" y="786765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bảng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 08/10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19279bd-61b4-4383-b331-e5beb1eb33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PRAGMA_STORAGE_INFO</a:t>
            </a:r>
            <a:r>
              <a:rPr lang="en-US" sz="195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DUCKDB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nén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578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495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Dictionary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295400" y="48577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15100" y="2857500"/>
            <a:ext cx="52578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6100" y="32004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QTY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SHOP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96100" y="3810000"/>
            <a:ext cx="4495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BitPacking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115800" y="2857500"/>
            <a:ext cx="5257800" cy="3619500"/>
          </a:xfrm>
          <a:prstGeom prst="roundRect">
            <a:avLst>
              <a:gd name="adj" fmla="val 7368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32004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YEAR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96800" y="3810000"/>
            <a:ext cx="4495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Constant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2496800" y="48577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trị:</a:t>
            </a:r>
            <a:r>
              <a:rPr lang="en-US" sz="24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819900"/>
            <a:ext cx="16459200" cy="1943100"/>
          </a:xfrm>
          <a:prstGeom prst="roundRect">
            <a:avLst>
              <a:gd name="adj" fmla="val 13725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247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400" y="76200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4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tổng:</a:t>
            </a:r>
            <a:r>
              <a:rPr lang="en-US" sz="4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True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858000" y="7620000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5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SQLite</a:t>
            </a:r>
            <a:r>
              <a:rPr lang="en-US" sz="4200" dirty="0" spc="-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25,4</a:t>
            </a:r>
            <a:r>
              <a:rPr lang="en-US" sz="4200" dirty="0" spc="3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MB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287250" y="7620000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DuckDB</a:t>
            </a:r>
            <a:r>
              <a:rPr lang="en-US" sz="4200" dirty="0" spc="-3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2,1</a:t>
            </a:r>
            <a:r>
              <a:rPr lang="en-US" sz="42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MB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7ca7e778-3a9b-4cef-9c50-0d1dec479a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647700"/>
          </a:xfrm>
          <a:prstGeom prst="roundRect">
            <a:avLst>
              <a:gd name="adj" fmla="val 23529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524250"/>
            <a:ext cx="16459200" cy="647700"/>
          </a:xfrm>
          <a:prstGeom prst="roundRect">
            <a:avLst>
              <a:gd name="adj" fmla="val 2352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286250"/>
            <a:ext cx="16459200" cy="647700"/>
          </a:xfrm>
          <a:prstGeom prst="roundRect">
            <a:avLst>
              <a:gd name="adj" fmla="val 23529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048250"/>
            <a:ext cx="16459200" cy="647700"/>
          </a:xfrm>
          <a:prstGeom prst="roundRect">
            <a:avLst>
              <a:gd name="adj" fmla="val 23529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810250"/>
            <a:ext cx="16459200" cy="647700"/>
          </a:xfrm>
          <a:prstGeom prst="roundRect">
            <a:avLst>
              <a:gd name="adj" fmla="val 23529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572250"/>
            <a:ext cx="16459200" cy="647700"/>
          </a:xfrm>
          <a:prstGeom prst="roundRect">
            <a:avLst>
              <a:gd name="adj" fmla="val 23529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28575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OLAP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000500" y="29146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OnLine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Analytical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0" y="29146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phân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95400" y="36195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NoSQL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000500" y="36766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only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477500" y="36766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hệ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95400" y="43815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000500" y="44386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477500" y="44386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95400" y="51435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000500" y="52006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21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477500" y="52006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95400" y="59055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MB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000500" y="59626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477500" y="59626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95400" y="66675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DB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000500" y="67246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477500" y="67246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14400" y="7524750"/>
            <a:ext cx="81153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95400" y="777240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95400" y="8210550"/>
            <a:ext cx="7353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258300" y="7524750"/>
            <a:ext cx="81153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32" name="Text 30"/>
          <p:cNvSpPr/>
          <p:nvPr/>
        </p:nvSpPr>
        <p:spPr>
          <a:xfrm>
            <a:off x="9639300" y="777240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1800" b="1" spc="21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39300" y="8210550"/>
            <a:ext cx="7353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Overview;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Definition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40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541757ea-5295-4f46-8dfa-5219cf9fc8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2026-10-19T04:25:54Z</dcterms:created>
  <dcterms:modified xsi:type="dcterms:W3CDTF">2026-10-19T04:25:54Z</dcterms:modified>
</cp:coreProperties>
</file>