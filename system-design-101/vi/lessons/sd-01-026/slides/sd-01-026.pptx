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906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572500" cy="49720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Unicast,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broadcast,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multicast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anycast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286500"/>
            <a:ext cx="8382000" cy="5715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dirty="0" spc="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30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3000" dirty="0" spc="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30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gói.</a:t>
            </a:r>
            <a:endParaRPr lang="en-US" sz="3000" dirty="0"/>
          </a:p>
        </p:txBody>
      </p:sp>
      <p:sp>
        <p:nvSpPr>
          <p:cNvPr id="5" name="Connector line-1792370285390-262845911"/>
          <p:cNvSpPr/>
          <p:nvPr/>
        </p:nvSpPr>
        <p:spPr>
          <a:xfrm>
            <a:off x="914400" y="7143750"/>
            <a:ext cx="84201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429500"/>
            <a:ext cx="838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 tình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21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lập,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100" dirty="0" spc="3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477500" y="1905000"/>
            <a:ext cx="3333750" cy="3048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63250" y="2286000"/>
            <a:ext cx="2762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Unicast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0763250" y="3143250"/>
            <a:ext cx="276225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4001750" y="1905000"/>
            <a:ext cx="3333750" cy="3048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287500" y="2286000"/>
            <a:ext cx="2762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Broadcast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4287500" y="3143250"/>
            <a:ext cx="276225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477500" y="5143500"/>
            <a:ext cx="3333750" cy="3048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63250" y="5524500"/>
            <a:ext cx="2762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Multicast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0763250" y="6381750"/>
            <a:ext cx="276225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4001750" y="5143500"/>
            <a:ext cx="3333750" cy="3048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287500" y="5524500"/>
            <a:ext cx="2762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Anycast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4287500" y="6381750"/>
            <a:ext cx="276225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5f556c43-f3e4-47df-aaa2-7e19bad1f2c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r>
              <a:rPr lang="en-US" sz="7200" dirty="0" spc="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72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gói.</a:t>
            </a:r>
            <a:r>
              <a:rPr lang="en-US" sz="72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72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nhận?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6289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2700" dirty="0" spc="1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7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lập,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524250"/>
            <a:ext cx="3905250" cy="5334000"/>
          </a:xfrm>
          <a:prstGeom prst="roundRect">
            <a:avLst>
              <a:gd name="adj" fmla="val 682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810000"/>
            <a:ext cx="3905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Unicast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2438400" y="4667250"/>
            <a:ext cx="857250" cy="85725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2438400" y="4857750"/>
            <a:ext cx="85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295400" y="6953250"/>
            <a:ext cx="857250" cy="85725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7143750"/>
            <a:ext cx="85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2438400" y="6953250"/>
            <a:ext cx="857250" cy="857250"/>
          </a:xfrm>
          <a:prstGeom prst="ellipse">
            <a:avLst/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2438400" y="7143750"/>
            <a:ext cx="85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3581400" y="6953250"/>
            <a:ext cx="857250" cy="857250"/>
          </a:xfrm>
          <a:prstGeom prst="ellipse">
            <a:avLst/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3581400" y="7143750"/>
            <a:ext cx="85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14400" y="8096250"/>
            <a:ext cx="390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1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067300" y="3524250"/>
            <a:ext cx="3905250" cy="5334000"/>
          </a:xfrm>
          <a:prstGeom prst="roundRect">
            <a:avLst>
              <a:gd name="adj" fmla="val 682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67300" y="3810000"/>
            <a:ext cx="3905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Broadcast</a:t>
            </a:r>
            <a:endParaRPr lang="en-US" sz="3300" dirty="0"/>
          </a:p>
        </p:txBody>
      </p:sp>
      <p:sp>
        <p:nvSpPr>
          <p:cNvPr id="18" name="Shape 16"/>
          <p:cNvSpPr/>
          <p:nvPr/>
        </p:nvSpPr>
        <p:spPr>
          <a:xfrm>
            <a:off x="6591300" y="4667250"/>
            <a:ext cx="857250" cy="85725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6591300" y="4857750"/>
            <a:ext cx="85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5448300" y="6953250"/>
            <a:ext cx="857250" cy="8572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Text 19"/>
          <p:cNvSpPr/>
          <p:nvPr/>
        </p:nvSpPr>
        <p:spPr>
          <a:xfrm>
            <a:off x="5448300" y="7143750"/>
            <a:ext cx="85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6591300" y="6953250"/>
            <a:ext cx="857250" cy="8572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Text 21"/>
          <p:cNvSpPr/>
          <p:nvPr/>
        </p:nvSpPr>
        <p:spPr>
          <a:xfrm>
            <a:off x="6591300" y="7143750"/>
            <a:ext cx="85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7734300" y="6953250"/>
            <a:ext cx="857250" cy="8572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Text 23"/>
          <p:cNvSpPr/>
          <p:nvPr/>
        </p:nvSpPr>
        <p:spPr>
          <a:xfrm>
            <a:off x="7734300" y="7143750"/>
            <a:ext cx="85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5067300" y="8096250"/>
            <a:ext cx="390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B,</a:t>
            </a:r>
            <a:r>
              <a:rPr lang="en-US" sz="21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C, D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9220200" y="3524250"/>
            <a:ext cx="3905250" cy="5334000"/>
          </a:xfrm>
          <a:prstGeom prst="roundRect">
            <a:avLst>
              <a:gd name="adj" fmla="val 682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20200" y="3810000"/>
            <a:ext cx="3905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Multicast</a:t>
            </a:r>
            <a:endParaRPr lang="en-US" sz="3300" dirty="0"/>
          </a:p>
        </p:txBody>
      </p:sp>
      <p:sp>
        <p:nvSpPr>
          <p:cNvPr id="29" name="Shape 27"/>
          <p:cNvSpPr/>
          <p:nvPr/>
        </p:nvSpPr>
        <p:spPr>
          <a:xfrm>
            <a:off x="10744200" y="4667250"/>
            <a:ext cx="857250" cy="85725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Text 28"/>
          <p:cNvSpPr/>
          <p:nvPr/>
        </p:nvSpPr>
        <p:spPr>
          <a:xfrm>
            <a:off x="10744200" y="4857750"/>
            <a:ext cx="85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endParaRPr lang="en-US" sz="2550" dirty="0"/>
          </a:p>
        </p:txBody>
      </p:sp>
      <p:sp>
        <p:nvSpPr>
          <p:cNvPr id="31" name="Shape 29"/>
          <p:cNvSpPr/>
          <p:nvPr/>
        </p:nvSpPr>
        <p:spPr>
          <a:xfrm>
            <a:off x="9601200" y="6953250"/>
            <a:ext cx="857250" cy="85725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0" y="7143750"/>
            <a:ext cx="85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endParaRPr lang="en-US" sz="2550" dirty="0"/>
          </a:p>
        </p:txBody>
      </p:sp>
      <p:sp>
        <p:nvSpPr>
          <p:cNvPr id="33" name="Shape 31"/>
          <p:cNvSpPr/>
          <p:nvPr/>
        </p:nvSpPr>
        <p:spPr>
          <a:xfrm>
            <a:off x="10744200" y="6953250"/>
            <a:ext cx="857250" cy="857250"/>
          </a:xfrm>
          <a:prstGeom prst="ellipse">
            <a:avLst/>
          </a:prstGeom>
          <a:solidFill>
            <a:srgbClr val="E8E0CF"/>
          </a:solidFill>
          <a:ln/>
        </p:spPr>
      </p:sp>
      <p:sp>
        <p:nvSpPr>
          <p:cNvPr id="34" name="Text 32"/>
          <p:cNvSpPr/>
          <p:nvPr/>
        </p:nvSpPr>
        <p:spPr>
          <a:xfrm>
            <a:off x="10744200" y="7143750"/>
            <a:ext cx="85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endParaRPr lang="en-US" sz="2550" dirty="0"/>
          </a:p>
        </p:txBody>
      </p:sp>
      <p:sp>
        <p:nvSpPr>
          <p:cNvPr id="35" name="Shape 33"/>
          <p:cNvSpPr/>
          <p:nvPr/>
        </p:nvSpPr>
        <p:spPr>
          <a:xfrm>
            <a:off x="11887200" y="6953250"/>
            <a:ext cx="857250" cy="85725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36" name="Text 34"/>
          <p:cNvSpPr/>
          <p:nvPr/>
        </p:nvSpPr>
        <p:spPr>
          <a:xfrm>
            <a:off x="11887200" y="7143750"/>
            <a:ext cx="85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</a:t>
            </a:r>
            <a:endParaRPr lang="en-US" sz="2550" dirty="0"/>
          </a:p>
        </p:txBody>
      </p:sp>
      <p:sp>
        <p:nvSpPr>
          <p:cNvPr id="37" name="Text 35"/>
          <p:cNvSpPr/>
          <p:nvPr/>
        </p:nvSpPr>
        <p:spPr>
          <a:xfrm>
            <a:off x="9220200" y="8096250"/>
            <a:ext cx="390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1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B,</a:t>
            </a:r>
            <a:r>
              <a:rPr lang="en-US" sz="21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13373100" y="3524250"/>
            <a:ext cx="3905250" cy="5334000"/>
          </a:xfrm>
          <a:prstGeom prst="roundRect">
            <a:avLst>
              <a:gd name="adj" fmla="val 682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373100" y="3810000"/>
            <a:ext cx="3905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Anycast</a:t>
            </a:r>
            <a:endParaRPr lang="en-US" sz="3300" dirty="0"/>
          </a:p>
        </p:txBody>
      </p:sp>
      <p:sp>
        <p:nvSpPr>
          <p:cNvPr id="40" name="Shape 38"/>
          <p:cNvSpPr/>
          <p:nvPr/>
        </p:nvSpPr>
        <p:spPr>
          <a:xfrm>
            <a:off x="14897100" y="4667250"/>
            <a:ext cx="857250" cy="85725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1" name="Text 39"/>
          <p:cNvSpPr/>
          <p:nvPr/>
        </p:nvSpPr>
        <p:spPr>
          <a:xfrm>
            <a:off x="14897100" y="4857750"/>
            <a:ext cx="85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endParaRPr lang="en-US" sz="2550" dirty="0"/>
          </a:p>
        </p:txBody>
      </p:sp>
      <p:sp>
        <p:nvSpPr>
          <p:cNvPr id="42" name="Shape 40"/>
          <p:cNvSpPr/>
          <p:nvPr/>
        </p:nvSpPr>
        <p:spPr>
          <a:xfrm>
            <a:off x="13754100" y="6953250"/>
            <a:ext cx="857250" cy="857250"/>
          </a:xfrm>
          <a:prstGeom prst="ellipse">
            <a:avLst/>
          </a:prstGeom>
          <a:solidFill>
            <a:srgbClr val="E8E0CF"/>
          </a:solidFill>
          <a:ln/>
        </p:spPr>
      </p:sp>
      <p:sp>
        <p:nvSpPr>
          <p:cNvPr id="43" name="Text 41"/>
          <p:cNvSpPr/>
          <p:nvPr/>
        </p:nvSpPr>
        <p:spPr>
          <a:xfrm>
            <a:off x="13754100" y="7143750"/>
            <a:ext cx="85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endParaRPr lang="en-US" sz="2550" dirty="0"/>
          </a:p>
        </p:txBody>
      </p:sp>
      <p:sp>
        <p:nvSpPr>
          <p:cNvPr id="44" name="Shape 42"/>
          <p:cNvSpPr/>
          <p:nvPr/>
        </p:nvSpPr>
        <p:spPr>
          <a:xfrm>
            <a:off x="14897100" y="6953250"/>
            <a:ext cx="857250" cy="8572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45" name="Text 43"/>
          <p:cNvSpPr/>
          <p:nvPr/>
        </p:nvSpPr>
        <p:spPr>
          <a:xfrm>
            <a:off x="14897100" y="7143750"/>
            <a:ext cx="85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endParaRPr lang="en-US" sz="2550" dirty="0"/>
          </a:p>
        </p:txBody>
      </p:sp>
      <p:sp>
        <p:nvSpPr>
          <p:cNvPr id="46" name="Shape 44"/>
          <p:cNvSpPr/>
          <p:nvPr/>
        </p:nvSpPr>
        <p:spPr>
          <a:xfrm>
            <a:off x="16040100" y="6953250"/>
            <a:ext cx="857250" cy="857250"/>
          </a:xfrm>
          <a:prstGeom prst="ellipse">
            <a:avLst/>
          </a:prstGeom>
          <a:solidFill>
            <a:srgbClr val="E8E0CF"/>
          </a:solidFill>
          <a:ln/>
        </p:spPr>
      </p:sp>
      <p:sp>
        <p:nvSpPr>
          <p:cNvPr id="47" name="Text 45"/>
          <p:cNvSpPr/>
          <p:nvPr/>
        </p:nvSpPr>
        <p:spPr>
          <a:xfrm>
            <a:off x="16040100" y="7143750"/>
            <a:ext cx="85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</a:t>
            </a:r>
            <a:endParaRPr lang="en-US" sz="2550" dirty="0"/>
          </a:p>
        </p:txBody>
      </p:sp>
      <p:sp>
        <p:nvSpPr>
          <p:cNvPr id="48" name="Text 46"/>
          <p:cNvSpPr/>
          <p:nvPr/>
        </p:nvSpPr>
        <p:spPr>
          <a:xfrm>
            <a:off x="13373100" y="8096250"/>
            <a:ext cx="390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nơi: C</a:t>
            </a:r>
            <a:endParaRPr lang="en-US" sz="2100" dirty="0"/>
          </a:p>
        </p:txBody>
      </p:sp>
      <p:sp>
        <p:nvSpPr>
          <p:cNvPr id="49" name="Shape 4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60" name="Connector line-1792370333069-608691484"/>
          <p:cNvSpPr/>
          <p:nvPr/>
        </p:nvSpPr>
        <p:spPr>
          <a:xfrm flipH="1">
            <a:off x="1809750" y="5572125"/>
            <a:ext cx="1057275" cy="1304925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61" name="Connector line-1792370333070-185856473"/>
          <p:cNvSpPr/>
          <p:nvPr/>
        </p:nvSpPr>
        <p:spPr>
          <a:xfrm flipH="1">
            <a:off x="5962650" y="5572125"/>
            <a:ext cx="1057275" cy="1304925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62" name="Connector line-1792370333070-180171680"/>
          <p:cNvSpPr/>
          <p:nvPr/>
        </p:nvSpPr>
        <p:spPr>
          <a:xfrm>
            <a:off x="7019925" y="5572125"/>
            <a:ext cx="0" cy="1304925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63" name="Connector line-1792370333070-501018942"/>
          <p:cNvSpPr/>
          <p:nvPr/>
        </p:nvSpPr>
        <p:spPr>
          <a:xfrm>
            <a:off x="7019925" y="5572125"/>
            <a:ext cx="1057275" cy="1304925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64" name="Connector line-1792370333070-776997853"/>
          <p:cNvSpPr/>
          <p:nvPr/>
        </p:nvSpPr>
        <p:spPr>
          <a:xfrm flipH="1">
            <a:off x="10115550" y="5572125"/>
            <a:ext cx="1057275" cy="1304925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65" name="Connector line-1792370333070-72105328"/>
          <p:cNvSpPr/>
          <p:nvPr/>
        </p:nvSpPr>
        <p:spPr>
          <a:xfrm>
            <a:off x="11172825" y="5572125"/>
            <a:ext cx="1057275" cy="1304925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66" name="Connector line-1792370333071-569379004"/>
          <p:cNvSpPr/>
          <p:nvPr/>
        </p:nvSpPr>
        <p:spPr>
          <a:xfrm>
            <a:off x="15325725" y="5572125"/>
            <a:ext cx="0" cy="1304925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9e3e203d-10cd-43e4-b31e-e2078e5f522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UNICAST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7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r>
              <a:rPr lang="en-US" sz="6900" dirty="0" spc="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69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 của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96250" cy="5715000"/>
          </a:xfrm>
          <a:prstGeom prst="roundRect">
            <a:avLst>
              <a:gd name="adj" fmla="val 5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5775" y="3524250"/>
            <a:ext cx="1333500" cy="1333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4295775" y="3886200"/>
            <a:ext cx="1333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9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1628775" y="6667500"/>
            <a:ext cx="1333500" cy="13335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1628775" y="7029450"/>
            <a:ext cx="1333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9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endParaRPr lang="en-US" sz="3900" dirty="0"/>
          </a:p>
        </p:txBody>
      </p:sp>
      <p:sp>
        <p:nvSpPr>
          <p:cNvPr id="9" name="Shape 7"/>
          <p:cNvSpPr/>
          <p:nvPr/>
        </p:nvSpPr>
        <p:spPr>
          <a:xfrm>
            <a:off x="4295775" y="6667500"/>
            <a:ext cx="1333500" cy="1333500"/>
          </a:xfrm>
          <a:prstGeom prst="ellipse">
            <a:avLst/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4295775" y="7029450"/>
            <a:ext cx="1333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900" b="1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endParaRPr lang="en-US" sz="3900" dirty="0"/>
          </a:p>
        </p:txBody>
      </p:sp>
      <p:sp>
        <p:nvSpPr>
          <p:cNvPr id="11" name="Shape 9"/>
          <p:cNvSpPr/>
          <p:nvPr/>
        </p:nvSpPr>
        <p:spPr>
          <a:xfrm>
            <a:off x="6962775" y="6667500"/>
            <a:ext cx="1333500" cy="1333500"/>
          </a:xfrm>
          <a:prstGeom prst="ellipse">
            <a:avLst/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5" y="7029450"/>
            <a:ext cx="1333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900" b="1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</a:t>
            </a:r>
            <a:endParaRPr lang="en-US" sz="3900" dirty="0"/>
          </a:p>
        </p:txBody>
      </p:sp>
      <p:sp>
        <p:nvSpPr>
          <p:cNvPr id="13" name="Connector line-1792370348315-392777709"/>
          <p:cNvSpPr/>
          <p:nvPr/>
        </p:nvSpPr>
        <p:spPr>
          <a:xfrm flipH="1">
            <a:off x="2571750" y="4762500"/>
            <a:ext cx="2095500" cy="1857375"/>
          </a:xfrm>
          <a:prstGeom prst="line">
            <a:avLst/>
          </a:prstGeom>
          <a:noFill/>
          <a:ln w="6667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277350" y="3048000"/>
            <a:ext cx="8096250" cy="5715000"/>
          </a:xfrm>
          <a:prstGeom prst="roundRect">
            <a:avLst>
              <a:gd name="adj" fmla="val 5333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429000"/>
            <a:ext cx="7334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9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ĐÍCH</a:t>
            </a:r>
            <a:r>
              <a:rPr lang="en-US" sz="2100" b="1" spc="138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b="1" spc="148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696450" y="4000500"/>
            <a:ext cx="7334250" cy="1905000"/>
          </a:xfrm>
          <a:prstGeom prst="rect">
            <a:avLst/>
          </a:prstGeom>
          <a:noFill/>
          <a:ln/>
        </p:spPr>
        <p:txBody>
          <a:bodyPr wrap="square" lIns="0" tIns="91440" rIns="0" bIns="-91440" rtlCol="0" anchor="t"/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90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9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</a:t>
            </a:r>
            <a:endParaRPr lang="en-US" sz="9000" dirty="0"/>
          </a:p>
        </p:txBody>
      </p:sp>
      <p:sp>
        <p:nvSpPr>
          <p:cNvPr id="17" name="Text richtext-1792370348321-264067605"/>
          <p:cNvSpPr/>
          <p:nvPr/>
        </p:nvSpPr>
        <p:spPr>
          <a:xfrm>
            <a:off x="9696450" y="5905500"/>
            <a:ext cx="7334250" cy="2476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marL="361950" indent="-258592">
              <a:lnSpc>
                <a:spcPts val="3848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 chỉ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850" dirty="0"/>
          </a:p>
          <a:p>
            <a:pPr algn="l" marL="361950" indent="-258592">
              <a:lnSpc>
                <a:spcPts val="3848"/>
              </a:lnSpc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endParaRPr lang="en-US" sz="285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135991aa-7489-49c6-925a-cb361a84e02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6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BROADCAST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1800" b="1" spc="28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Mọi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host</a:t>
            </a:r>
            <a:r>
              <a:rPr lang="en-US" sz="69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cục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1239500" cy="5715000"/>
          </a:xfrm>
          <a:prstGeom prst="roundRect">
            <a:avLst>
              <a:gd name="adj" fmla="val 533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lgDash"/>
          </a:ln>
        </p:spPr>
      </p:sp>
      <p:sp>
        <p:nvSpPr>
          <p:cNvPr id="5" name="Text 3"/>
          <p:cNvSpPr/>
          <p:nvPr/>
        </p:nvSpPr>
        <p:spPr>
          <a:xfrm>
            <a:off x="1295400" y="3286125"/>
            <a:ext cx="666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1950" b="1" spc="1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950" b="1" spc="1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IPv4</a:t>
            </a:r>
            <a:r>
              <a:rPr lang="en-US" sz="1950" b="1" spc="1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1950" b="1" spc="14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867400" y="3810000"/>
            <a:ext cx="1333500" cy="13335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7" name="Text 5"/>
          <p:cNvSpPr/>
          <p:nvPr/>
        </p:nvSpPr>
        <p:spPr>
          <a:xfrm>
            <a:off x="5867400" y="4171950"/>
            <a:ext cx="1333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9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endParaRPr lang="en-US" sz="3900" dirty="0"/>
          </a:p>
        </p:txBody>
      </p:sp>
      <p:sp>
        <p:nvSpPr>
          <p:cNvPr id="8" name="Shape 6"/>
          <p:cNvSpPr/>
          <p:nvPr/>
        </p:nvSpPr>
        <p:spPr>
          <a:xfrm>
            <a:off x="2343150" y="6858000"/>
            <a:ext cx="1333500" cy="1333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2343150" y="7219950"/>
            <a:ext cx="1333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9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5867400" y="6858000"/>
            <a:ext cx="1333500" cy="1333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5867400" y="7219950"/>
            <a:ext cx="1333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9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endParaRPr lang="en-US" sz="3900" dirty="0"/>
          </a:p>
        </p:txBody>
      </p:sp>
      <p:sp>
        <p:nvSpPr>
          <p:cNvPr id="12" name="Shape 10"/>
          <p:cNvSpPr/>
          <p:nvPr/>
        </p:nvSpPr>
        <p:spPr>
          <a:xfrm>
            <a:off x="9391650" y="6858000"/>
            <a:ext cx="1333500" cy="1333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9391650" y="7219950"/>
            <a:ext cx="1333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9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</a:t>
            </a:r>
            <a:endParaRPr lang="en-US" sz="3900" dirty="0"/>
          </a:p>
        </p:txBody>
      </p:sp>
      <p:sp>
        <p:nvSpPr>
          <p:cNvPr id="14" name="Connector line-1792370364339-547187958"/>
          <p:cNvSpPr/>
          <p:nvPr/>
        </p:nvSpPr>
        <p:spPr>
          <a:xfrm flipH="1">
            <a:off x="3333750" y="5048250"/>
            <a:ext cx="2857500" cy="1762125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5" name="Connector line-1792370364339-46129394"/>
          <p:cNvSpPr/>
          <p:nvPr/>
        </p:nvSpPr>
        <p:spPr>
          <a:xfrm>
            <a:off x="6534150" y="5191125"/>
            <a:ext cx="0" cy="1590675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6" name="Connector line-1792370364339-504047277"/>
          <p:cNvSpPr/>
          <p:nvPr/>
        </p:nvSpPr>
        <p:spPr>
          <a:xfrm>
            <a:off x="6877050" y="5048250"/>
            <a:ext cx="2857500" cy="1762125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2763500" y="3048000"/>
            <a:ext cx="4610100" cy="5715000"/>
          </a:xfrm>
          <a:prstGeom prst="roundRect">
            <a:avLst>
              <a:gd name="adj" fmla="val 6612"/>
            </a:avLst>
          </a:prstGeom>
          <a:solidFill>
            <a:srgbClr val="14161C"/>
          </a:solidFill>
          <a:ln w="19050">
            <a:solidFill>
              <a:srgbClr val="5A5F7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3144500" y="3810000"/>
            <a:ext cx="38481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8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Internet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3144500" y="4762500"/>
            <a:ext cx="3848100" cy="2857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phải</a:t>
            </a:r>
            <a:r>
              <a:rPr lang="en-US" sz="27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7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Internet: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7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04/10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86211600-5c7c-4c87-a0c8-7af1279cd73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MULTICAST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r>
              <a:rPr lang="en-US" sz="6900" dirty="0" spc="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69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4381500"/>
          </a:xfrm>
          <a:prstGeom prst="roundRect">
            <a:avLst>
              <a:gd name="adj" fmla="val 695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14500" y="4572000"/>
            <a:ext cx="1333500" cy="1333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714500" y="4933950"/>
            <a:ext cx="1333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9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5334000" y="4667250"/>
            <a:ext cx="4191000" cy="1143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11620500" y="3333750"/>
            <a:ext cx="2286000" cy="3810000"/>
          </a:xfrm>
          <a:prstGeom prst="roundRect">
            <a:avLst>
              <a:gd name="adj" fmla="val 11667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lgDash"/>
          </a:ln>
        </p:spPr>
      </p:sp>
      <p:sp>
        <p:nvSpPr>
          <p:cNvPr id="9" name="Text 7"/>
          <p:cNvSpPr/>
          <p:nvPr/>
        </p:nvSpPr>
        <p:spPr>
          <a:xfrm>
            <a:off x="11620500" y="3524250"/>
            <a:ext cx="228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spc="15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</a:t>
            </a:r>
            <a:r>
              <a:rPr lang="en-US" sz="1950" b="1" spc="14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2192000" y="4191000"/>
            <a:ext cx="1143000" cy="1143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12192000" y="449580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endParaRPr lang="en-US" sz="3450" dirty="0"/>
          </a:p>
        </p:txBody>
      </p:sp>
      <p:sp>
        <p:nvSpPr>
          <p:cNvPr id="12" name="Shape 10"/>
          <p:cNvSpPr/>
          <p:nvPr/>
        </p:nvSpPr>
        <p:spPr>
          <a:xfrm>
            <a:off x="12192000" y="5715000"/>
            <a:ext cx="1143000" cy="1143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3" name="Text 11"/>
          <p:cNvSpPr/>
          <p:nvPr/>
        </p:nvSpPr>
        <p:spPr>
          <a:xfrm>
            <a:off x="12192000" y="601980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</a:t>
            </a:r>
            <a:endParaRPr lang="en-US" sz="3450" dirty="0"/>
          </a:p>
        </p:txBody>
      </p:sp>
      <p:sp>
        <p:nvSpPr>
          <p:cNvPr id="14" name="Shape 12"/>
          <p:cNvSpPr/>
          <p:nvPr/>
        </p:nvSpPr>
        <p:spPr>
          <a:xfrm>
            <a:off x="15049500" y="4953000"/>
            <a:ext cx="1143000" cy="1143000"/>
          </a:xfrm>
          <a:prstGeom prst="ellipse">
            <a:avLst/>
          </a:prstGeom>
          <a:solidFill>
            <a:srgbClr val="E8E0C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49500" y="525780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50" b="1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endParaRPr lang="en-US" sz="3450" dirty="0"/>
          </a:p>
        </p:txBody>
      </p:sp>
      <p:sp>
        <p:nvSpPr>
          <p:cNvPr id="16" name="Text 14"/>
          <p:cNvSpPr/>
          <p:nvPr/>
        </p:nvSpPr>
        <p:spPr>
          <a:xfrm>
            <a:off x="14382750" y="6286500"/>
            <a:ext cx="247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1800" dirty="0"/>
          </a:p>
        </p:txBody>
      </p:sp>
      <p:sp>
        <p:nvSpPr>
          <p:cNvPr id="17" name="Connector line-1792370380754-706603027"/>
          <p:cNvSpPr/>
          <p:nvPr/>
        </p:nvSpPr>
        <p:spPr>
          <a:xfrm>
            <a:off x="3048000" y="5238750"/>
            <a:ext cx="22860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70380755-56329480"/>
          <p:cNvSpPr/>
          <p:nvPr/>
        </p:nvSpPr>
        <p:spPr>
          <a:xfrm flipV="1">
            <a:off x="9525000" y="4762500"/>
            <a:ext cx="2667000" cy="476250"/>
          </a:xfrm>
          <a:prstGeom prst="curvedConnector3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9" name="Connector line-1792370380755-324050057"/>
          <p:cNvSpPr/>
          <p:nvPr/>
        </p:nvSpPr>
        <p:spPr>
          <a:xfrm>
            <a:off x="9525000" y="5238750"/>
            <a:ext cx="2667000" cy="1047750"/>
          </a:xfrm>
          <a:prstGeom prst="curvedConnector3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4400" y="7715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DDE3FA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0" y="8020050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7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unicast.</a:t>
            </a:r>
            <a:endParaRPr lang="en-US" sz="2700" dirty="0"/>
          </a:p>
        </p:txBody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406a9f13-be2b-48ce-bab0-5e87e683c7a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ANYCAST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7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8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26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chung,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5715000"/>
          </a:xfrm>
          <a:prstGeom prst="roundRect">
            <a:avLst>
              <a:gd name="adj" fmla="val 5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19250" y="5238750"/>
            <a:ext cx="1333500" cy="1333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619250" y="5600700"/>
            <a:ext cx="1333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9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4953000" y="5334000"/>
            <a:ext cx="3810000" cy="114300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7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1239500" y="3524250"/>
            <a:ext cx="1143000" cy="1143000"/>
          </a:xfrm>
          <a:prstGeom prst="ellipse">
            <a:avLst/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11239500" y="382905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50" b="1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endParaRPr lang="en-US" sz="3450" dirty="0"/>
          </a:p>
        </p:txBody>
      </p:sp>
      <p:sp>
        <p:nvSpPr>
          <p:cNvPr id="10" name="Shape 8"/>
          <p:cNvSpPr/>
          <p:nvPr/>
        </p:nvSpPr>
        <p:spPr>
          <a:xfrm>
            <a:off x="11239500" y="5334000"/>
            <a:ext cx="1143000" cy="1143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11239500" y="563880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endParaRPr lang="en-US" sz="3450" dirty="0"/>
          </a:p>
        </p:txBody>
      </p:sp>
      <p:sp>
        <p:nvSpPr>
          <p:cNvPr id="12" name="Shape 10"/>
          <p:cNvSpPr/>
          <p:nvPr/>
        </p:nvSpPr>
        <p:spPr>
          <a:xfrm>
            <a:off x="11239500" y="7143750"/>
            <a:ext cx="1143000" cy="1143000"/>
          </a:xfrm>
          <a:prstGeom prst="ellipse">
            <a:avLst/>
          </a:prstGeom>
          <a:solidFill>
            <a:srgbClr val="E8E0CF"/>
          </a:solidFill>
          <a:ln/>
        </p:spPr>
      </p:sp>
      <p:sp>
        <p:nvSpPr>
          <p:cNvPr id="13" name="Text 11"/>
          <p:cNvSpPr/>
          <p:nvPr/>
        </p:nvSpPr>
        <p:spPr>
          <a:xfrm>
            <a:off x="11239500" y="744855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5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12763500" y="3762375"/>
            <a:ext cx="4191000" cy="66675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địa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 vụ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763500" y="5572125"/>
            <a:ext cx="4191000" cy="66675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địa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 vụ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763500" y="7381875"/>
            <a:ext cx="4191000" cy="66675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địa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 vụ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</a:t>
            </a:r>
            <a:endParaRPr lang="en-US" sz="1950" dirty="0"/>
          </a:p>
        </p:txBody>
      </p:sp>
      <p:sp>
        <p:nvSpPr>
          <p:cNvPr id="17" name="Connector line-1792370405153-342281755"/>
          <p:cNvSpPr/>
          <p:nvPr/>
        </p:nvSpPr>
        <p:spPr>
          <a:xfrm>
            <a:off x="2952750" y="5905500"/>
            <a:ext cx="200025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70405153-260721998"/>
          <p:cNvSpPr/>
          <p:nvPr/>
        </p:nvSpPr>
        <p:spPr>
          <a:xfrm>
            <a:off x="8763000" y="5905500"/>
            <a:ext cx="24765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953000" y="6667500"/>
            <a:ext cx="381000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d930a42b-973f-4b5c-868a-b28a41236f6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Mũi</a:t>
            </a:r>
            <a:r>
              <a:rPr lang="en-US" sz="69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69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hứa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676400"/>
          </a:xfrm>
          <a:prstGeom prst="roundRect">
            <a:avLst>
              <a:gd name="adj" fmla="val 13636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467100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476500" y="3571875"/>
            <a:ext cx="1447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Mũi</a:t>
            </a:r>
            <a:r>
              <a:rPr lang="en-US" sz="30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kiến,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30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30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4953000"/>
            <a:ext cx="16459200" cy="1676400"/>
          </a:xfrm>
          <a:prstGeom prst="roundRect">
            <a:avLst>
              <a:gd name="adj" fmla="val 13636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5372100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2476500" y="5476875"/>
            <a:ext cx="1447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"Gần"</a:t>
            </a:r>
            <a:r>
              <a:rPr lang="en-US" sz="30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anycast</a:t>
            </a:r>
            <a:r>
              <a:rPr lang="en-US" sz="30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30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tuyến,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3000" dirty="0" spc="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6858000"/>
            <a:ext cx="16459200" cy="1676400"/>
          </a:xfrm>
          <a:prstGeom prst="roundRect">
            <a:avLst>
              <a:gd name="adj" fmla="val 13636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7277100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2476500" y="7381875"/>
            <a:ext cx="1447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Multicast</a:t>
            </a:r>
            <a:r>
              <a:rPr lang="en-US" sz="30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xuyên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 cần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30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trợ.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b7c83679-1674-4ba6-aabf-c863ed155f1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459200" cy="2047875"/>
          </a:xfrm>
          <a:prstGeom prst="rect">
            <a:avLst/>
          </a:prstGeom>
          <a:noFill/>
          <a:ln/>
        </p:spPr>
        <p:txBody>
          <a:bodyPr wrap="square" lIns="0" tIns="43815" rIns="0" bIns="-43815" rtlCol="0" anchor="t"/>
          <a:lstStyle/>
          <a:p>
            <a:pPr algn="l" indent="0" marL="0">
              <a:lnSpc>
                <a:spcPts val="7590"/>
              </a:lnSpc>
              <a:buNone/>
            </a:pPr>
            <a:r>
              <a:rPr lang="en-US" sz="69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B,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C,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r>
              <a:rPr lang="en-US" sz="6900" dirty="0" spc="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địa</a:t>
            </a: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chỉ;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</a:t>
            </a:r>
            <a:r>
              <a:rPr lang="en-US" sz="69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một.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4000500"/>
            <a:ext cx="16459200" cy="3048000"/>
          </a:xfrm>
          <a:prstGeom prst="roundRect">
            <a:avLst>
              <a:gd name="adj" fmla="val 125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4333875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0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223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524000" y="4857750"/>
            <a:ext cx="15240000" cy="1809750"/>
          </a:xfrm>
          <a:prstGeom prst="rect">
            <a:avLst/>
          </a:prstGeom>
          <a:noFill/>
          <a:ln/>
        </p:spPr>
        <p:txBody>
          <a:bodyPr wrap="square" lIns="0" tIns="121920" rIns="0" bIns="-121920" rtlCol="0" anchor="t"/>
          <a:lstStyle/>
          <a:p>
            <a:pPr algn="l" indent="0" marL="0">
              <a:lnSpc>
                <a:spcPts val="12000"/>
              </a:lnSpc>
              <a:buNone/>
            </a:pPr>
            <a:r>
              <a:rPr lang="en-US" sz="120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Anycast.</a:t>
            </a:r>
            <a:endParaRPr lang="en-US" sz="12000" dirty="0"/>
          </a:p>
        </p:txBody>
      </p:sp>
      <p:sp>
        <p:nvSpPr>
          <p:cNvPr id="7" name="Shape 5"/>
          <p:cNvSpPr/>
          <p:nvPr/>
        </p:nvSpPr>
        <p:spPr>
          <a:xfrm>
            <a:off x="914400" y="7429500"/>
            <a:ext cx="16459200" cy="1333500"/>
          </a:xfrm>
          <a:prstGeom prst="roundRect">
            <a:avLst>
              <a:gd name="adj" fmla="val 20000"/>
            </a:avLst>
          </a:prstGeom>
          <a:solidFill>
            <a:srgbClr val="DDE3FA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7762875"/>
            <a:ext cx="15716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 nhận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700" dirty="0" spc="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nhóm: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multicast.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08/10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d6527fa7-7418-4d5d-8fd9-21b59181558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8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 giá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6096000"/>
          </a:xfrm>
          <a:prstGeom prst="roundRect">
            <a:avLst>
              <a:gd name="adj" fmla="val 437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Connector line-1792370444637-765157864"/>
          <p:cNvSpPr/>
          <p:nvPr/>
        </p:nvSpPr>
        <p:spPr>
          <a:xfrm>
            <a:off x="914400" y="4076700"/>
            <a:ext cx="164592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6" name="Connector line-1792370444638-338846651"/>
          <p:cNvSpPr/>
          <p:nvPr/>
        </p:nvSpPr>
        <p:spPr>
          <a:xfrm>
            <a:off x="914400" y="5295900"/>
            <a:ext cx="164592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7" name="Connector line-1792370444638-234947402"/>
          <p:cNvSpPr/>
          <p:nvPr/>
        </p:nvSpPr>
        <p:spPr>
          <a:xfrm>
            <a:off x="914400" y="6515100"/>
            <a:ext cx="164592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8" name="Connector line-1792370444638-428928736"/>
          <p:cNvSpPr/>
          <p:nvPr/>
        </p:nvSpPr>
        <p:spPr>
          <a:xfrm>
            <a:off x="914400" y="7734300"/>
            <a:ext cx="164592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1295400" y="3152775"/>
            <a:ext cx="3619500" cy="6286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429250" y="3219450"/>
            <a:ext cx="1162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Gắn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 diện mạng, không phải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295400" y="4371975"/>
            <a:ext cx="3619500" cy="6286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IPv6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429250" y="4438650"/>
            <a:ext cx="1162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broadcast;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multicast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thay.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295400" y="5591175"/>
            <a:ext cx="3619500" cy="62865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Broadcast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429250" y="5657850"/>
            <a:ext cx="1162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host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gói.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295400" y="6810375"/>
            <a:ext cx="3619500" cy="62865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Multicast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429250" y="6877050"/>
            <a:ext cx="1162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 quản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nhóm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295400" y="8029575"/>
            <a:ext cx="3619500" cy="62865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Anycast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429250" y="8096250"/>
            <a:ext cx="1162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đường,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nhận: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 giao dịch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dài.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321f4f3a-8f35-4e9e-b10d-5d35f3bb9f2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3524250" cy="3810000"/>
          </a:xfrm>
          <a:prstGeom prst="roundRect">
            <a:avLst>
              <a:gd name="adj" fmla="val 6486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238500"/>
            <a:ext cx="2952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38250" y="4095750"/>
            <a:ext cx="295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38250" y="4572000"/>
            <a:ext cx="2952750" cy="1905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 gói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629150" y="2952750"/>
            <a:ext cx="3524250" cy="3810000"/>
          </a:xfrm>
          <a:prstGeom prst="roundRect">
            <a:avLst>
              <a:gd name="adj" fmla="val 6486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4953000" y="3238500"/>
            <a:ext cx="2952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4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IPv4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953000" y="4095750"/>
            <a:ext cx="2952750" cy="6667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version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953000" y="4857750"/>
            <a:ext cx="2952750" cy="1714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broadcast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343900" y="2952750"/>
            <a:ext cx="3524250" cy="3810000"/>
          </a:xfrm>
          <a:prstGeom prst="roundRect">
            <a:avLst>
              <a:gd name="adj" fmla="val 6486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8667750" y="3238500"/>
            <a:ext cx="2952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IPv6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667750" y="4095750"/>
            <a:ext cx="2952750" cy="6667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version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667750" y="4857750"/>
            <a:ext cx="2952750" cy="1714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broadcast</a:t>
            </a:r>
            <a:endParaRPr lang="en-US" sz="2100" dirty="0"/>
          </a:p>
        </p:txBody>
      </p:sp>
      <p:sp>
        <p:nvSpPr>
          <p:cNvPr id="16" name="Connector line-1792370459926-474034733"/>
          <p:cNvSpPr/>
          <p:nvPr/>
        </p:nvSpPr>
        <p:spPr>
          <a:xfrm>
            <a:off x="12287250" y="2952750"/>
            <a:ext cx="0" cy="561975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2668250" y="295275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8" name="Text richtext-1792370459929-564484931"/>
          <p:cNvSpPr/>
          <p:nvPr/>
        </p:nvSpPr>
        <p:spPr>
          <a:xfrm>
            <a:off x="12668250" y="3486150"/>
            <a:ext cx="4762500" cy="49530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marL="266700" indent="-190541">
              <a:lnSpc>
                <a:spcPts val="294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4291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§2–2.1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919 §4,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§7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1112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§2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buSzPct val="100000"/>
              <a:buFont typeface="Arial"/>
              <a:buChar char="•"/>
            </a:pP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21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4786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§3.1–3.2,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§4.1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0eab475e-b401-4590-a177-424795aa873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2026-10-19T02:50:57Z</dcterms:created>
  <dcterms:modified xsi:type="dcterms:W3CDTF">2026-10-19T02:50:57Z</dcterms:modified>
</cp:coreProperties>
</file>