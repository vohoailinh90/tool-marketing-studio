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 số</a:t>
            </a:r>
            <a:r>
              <a:rPr lang="en-US" sz="8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đo:</a:t>
            </a: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30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2382500" y="1905000"/>
            <a:ext cx="952500" cy="2905125"/>
          </a:xfrm>
          <a:custGeom>
            <a:avLst/>
            <a:gdLst/>
            <a:ahLst/>
            <a:cxnLst/>
            <a:rect l="l" t="t" r="r" b="b"/>
            <a:pathLst>
              <a:path w="952500" h="2905125">
                <a:moveTo>
                  <a:pt x="0" y="2905125"/>
                </a:moveTo>
                <a:cubicBezTo>
                  <a:pt x="476250" y="2905125"/>
                  <a:pt x="381000" y="0"/>
                  <a:pt x="9525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0" y="4810125"/>
            <a:ext cx="952500" cy="9144"/>
          </a:xfrm>
          <a:custGeom>
            <a:avLst/>
            <a:gdLst/>
            <a:ahLst/>
            <a:cxnLst/>
            <a:rect l="l" t="t" r="r" b="b"/>
            <a:pathLst>
              <a:path w="952500" h="9144">
                <a:moveTo>
                  <a:pt x="0" y="0"/>
                </a:moveTo>
                <a:lnTo>
                  <a:pt x="952500" y="0"/>
                </a:ln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82500" y="4810125"/>
            <a:ext cx="952500" cy="2905125"/>
          </a:xfrm>
          <a:custGeom>
            <a:avLst/>
            <a:gdLst/>
            <a:ahLst/>
            <a:cxnLst/>
            <a:rect l="l" t="t" r="r" b="b"/>
            <a:pathLst>
              <a:path w="952500" h="2905125">
                <a:moveTo>
                  <a:pt x="0" y="0"/>
                </a:moveTo>
                <a:cubicBezTo>
                  <a:pt x="476250" y="0"/>
                  <a:pt x="381000" y="2905125"/>
                  <a:pt x="952500" y="2905125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3857625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1428750"/>
            <a:ext cx="419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Kéo: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4333875"/>
            <a:ext cx="419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Đẩy: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 vụ</a:t>
            </a: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batch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0" y="7239000"/>
            <a:ext cx="419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Agent: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100" b="1" dirty="0" spc="-2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lửa/NAT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02aaf11-c5d3-400d-b093-bfd2914cc5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75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500" dirty="0" spc="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5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hợp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ở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065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Kéo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390650" y="4953000"/>
            <a:ext cx="2476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thập</a:t>
            </a:r>
            <a:endParaRPr lang="en-US" sz="2250" dirty="0"/>
          </a:p>
        </p:txBody>
      </p:sp>
      <p:sp>
        <p:nvSpPr>
          <p:cNvPr id="8" name="Connector line-1792369502843-253591970"/>
          <p:cNvSpPr/>
          <p:nvPr/>
        </p:nvSpPr>
        <p:spPr>
          <a:xfrm>
            <a:off x="3962400" y="5476875"/>
            <a:ext cx="1847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62650" y="4953000"/>
            <a:ext cx="2476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90650" y="6381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35242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885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Đẩy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9848850" y="4953000"/>
            <a:ext cx="2476500" cy="1047750"/>
          </a:xfrm>
          <a:prstGeom prst="roundRect">
            <a:avLst>
              <a:gd name="adj" fmla="val 218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14" name="Connector line-1792369502858-530525497"/>
          <p:cNvSpPr/>
          <p:nvPr/>
        </p:nvSpPr>
        <p:spPr>
          <a:xfrm>
            <a:off x="12420600" y="5476875"/>
            <a:ext cx="1847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420850" y="4953000"/>
            <a:ext cx="2476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thập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848850" y="6381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cho mọi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6fcd9af-daf0-47b3-97c7-68d864b016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195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lâu,</a:t>
            </a: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endParaRPr lang="en-US" sz="7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Câu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Với</a:t>
                      </a:r>
                      <a:r>
                        <a:rPr lang="en-US" sz="25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r>
                        <a:rPr lang="en-US" sz="2550" b="1" dirty="0" spc="-2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kéo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lấy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đo?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Collector</a:t>
                      </a:r>
                      <a:r>
                        <a:rPr lang="en-US" sz="2550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kéo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Collector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</a:t>
                      </a:r>
                      <a:r>
                        <a:rPr lang="en-US" sz="255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đích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5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đâu?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55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đích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Danh</a:t>
                      </a: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5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đâu?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Khai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tay,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discovery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Đích không</a:t>
                      </a:r>
                      <a:r>
                        <a:rPr lang="en-US" sz="255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lời?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Thấy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ngay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524bd38f-40e1-4b40-9104-328e07c317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1950" b="1" spc="23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195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b="1" spc="25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PUSHGATEWAY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batch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7200" dirty="0"/>
          </a:p>
        </p:txBody>
      </p:sp>
      <p:sp>
        <p:nvSpPr>
          <p:cNvPr id="4" name="Connector line-1792369536541-847580895"/>
          <p:cNvSpPr/>
          <p:nvPr/>
        </p:nvSpPr>
        <p:spPr>
          <a:xfrm>
            <a:off x="3333750" y="3905250"/>
            <a:ext cx="0" cy="219075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5" name="Connector line-1792369536541-63340474"/>
          <p:cNvSpPr/>
          <p:nvPr/>
        </p:nvSpPr>
        <p:spPr>
          <a:xfrm>
            <a:off x="9144000" y="3905250"/>
            <a:ext cx="0" cy="400050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6" name="Connector line-1792369536541-281365812"/>
          <p:cNvSpPr/>
          <p:nvPr/>
        </p:nvSpPr>
        <p:spPr>
          <a:xfrm>
            <a:off x="14954250" y="3905250"/>
            <a:ext cx="0" cy="4000500"/>
          </a:xfrm>
          <a:prstGeom prst="line">
            <a:avLst/>
          </a:prstGeom>
          <a:noFill/>
          <a:ln w="28575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52400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batch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33425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Pushgateway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144500" y="30480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Prometheus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619500" y="42862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</p:txBody>
      </p:sp>
      <p:sp>
        <p:nvSpPr>
          <p:cNvPr id="11" name="Connector line-1792369536554-194832592"/>
          <p:cNvSpPr/>
          <p:nvPr/>
        </p:nvSpPr>
        <p:spPr>
          <a:xfrm>
            <a:off x="3390900" y="4857750"/>
            <a:ext cx="56578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619250" y="61912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1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29750" y="64770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Prometheus</a:t>
            </a: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550" dirty="0"/>
          </a:p>
        </p:txBody>
      </p:sp>
      <p:sp>
        <p:nvSpPr>
          <p:cNvPr id="14" name="Connector line-1792369536560-11410455"/>
          <p:cNvSpPr/>
          <p:nvPr/>
        </p:nvSpPr>
        <p:spPr>
          <a:xfrm flipH="1">
            <a:off x="9239250" y="7048500"/>
            <a:ext cx="56578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8096250"/>
            <a:ext cx="16459200" cy="857250"/>
          </a:xfrm>
          <a:prstGeom prst="roundRect">
            <a:avLst>
              <a:gd name="adj" fmla="val 31111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36a5307-b4f4-4027-871c-29cbd5b2d7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195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Đích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2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tường</a:t>
            </a:r>
            <a:r>
              <a:rPr lang="en-US" sz="72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lửa/NAT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9525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spc="13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1950" b="1" spc="1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LỬA/NAT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6953250"/>
            <a:ext cx="2857500" cy="95250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19900" y="5429250"/>
            <a:ext cx="3238500" cy="1143000"/>
          </a:xfrm>
          <a:prstGeom prst="roundRect">
            <a:avLst>
              <a:gd name="adj" fmla="val 23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550" dirty="0"/>
          </a:p>
        </p:txBody>
      </p:sp>
      <p:sp>
        <p:nvSpPr>
          <p:cNvPr id="9" name="Connector line-1792369561502-652831884"/>
          <p:cNvSpPr/>
          <p:nvPr/>
        </p:nvSpPr>
        <p:spPr>
          <a:xfrm flipH="1" flipV="1">
            <a:off x="4248150" y="4667250"/>
            <a:ext cx="2514600" cy="10477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69561502-825199305"/>
          <p:cNvSpPr/>
          <p:nvPr/>
        </p:nvSpPr>
        <p:spPr>
          <a:xfrm flipH="1">
            <a:off x="4248150" y="6286500"/>
            <a:ext cx="2514600" cy="10477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000500" y="577215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12" name="Connector line-1792369561505-780156091"/>
          <p:cNvSpPr/>
          <p:nvPr/>
        </p:nvSpPr>
        <p:spPr>
          <a:xfrm>
            <a:off x="10115550" y="6000750"/>
            <a:ext cx="3124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572750" y="533400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72750" y="61912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35000" y="5429250"/>
            <a:ext cx="40386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tâm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0" y="3143250"/>
            <a:ext cx="4038600" cy="1428750"/>
          </a:xfrm>
          <a:prstGeom prst="roundRect">
            <a:avLst>
              <a:gd name="adj" fmla="val 18667"/>
            </a:avLst>
          </a:prstGeom>
          <a:solidFill>
            <a:srgbClr val="F3EEE3"/>
          </a:solidFill>
          <a:ln w="19050">
            <a:solidFill>
              <a:srgbClr val="6B6A66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Collector</a:t>
            </a:r>
            <a:r>
              <a:rPr lang="en-US" sz="21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b7a1203-616d-449e-8d36-88b109b02a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 có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212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32" dirty="0"/>
          </a:p>
        </p:txBody>
      </p:sp>
      <p:sp>
        <p:nvSpPr>
          <p:cNvPr id="6" name="Text 4"/>
          <p:cNvSpPr/>
          <p:nvPr/>
        </p:nvSpPr>
        <p:spPr>
          <a:xfrm>
            <a:off x="2381250" y="325755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715000" y="3257550"/>
            <a:ext cx="1133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collector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6459200" cy="1257300"/>
          </a:xfrm>
          <a:prstGeom prst="roundRect">
            <a:avLst>
              <a:gd name="adj" fmla="val 212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5339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32" dirty="0"/>
          </a:p>
        </p:txBody>
      </p:sp>
      <p:sp>
        <p:nvSpPr>
          <p:cNvPr id="10" name="Text 8"/>
          <p:cNvSpPr/>
          <p:nvPr/>
        </p:nvSpPr>
        <p:spPr>
          <a:xfrm>
            <a:off x="2381250" y="468630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Pushgateway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715000" y="4686300"/>
            <a:ext cx="1133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tự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1257300"/>
          </a:xfrm>
          <a:prstGeom prst="roundRect">
            <a:avLst>
              <a:gd name="adj" fmla="val 212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96265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32" dirty="0"/>
          </a:p>
        </p:txBody>
      </p:sp>
      <p:sp>
        <p:nvSpPr>
          <p:cNvPr id="14" name="Text 12"/>
          <p:cNvSpPr/>
          <p:nvPr/>
        </p:nvSpPr>
        <p:spPr>
          <a:xfrm>
            <a:off x="2381250" y="611505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715000" y="6115050"/>
            <a:ext cx="1133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143750"/>
            <a:ext cx="16459200" cy="1257300"/>
          </a:xfrm>
          <a:prstGeom prst="roundRect">
            <a:avLst>
              <a:gd name="adj" fmla="val 212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3914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32" dirty="0"/>
          </a:p>
        </p:txBody>
      </p:sp>
      <p:sp>
        <p:nvSpPr>
          <p:cNvPr id="18" name="Text 16"/>
          <p:cNvSpPr/>
          <p:nvPr/>
        </p:nvSpPr>
        <p:spPr>
          <a:xfrm>
            <a:off x="2381250" y="754380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Pushgateway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715000" y="7543800"/>
            <a:ext cx="11334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dọn.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3fed600-f380-4a73-b626-c4c67616c1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batch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Pushgateway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14400" y="4191000"/>
            <a:ext cx="164592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0" y="45720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8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800" dirty="0" spc="-4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48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48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mặc</a:t>
            </a:r>
            <a:r>
              <a:rPr lang="en-US" sz="480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định.</a:t>
            </a:r>
            <a:endParaRPr lang="en-US" sz="4800" dirty="0"/>
          </a:p>
        </p:txBody>
      </p:sp>
      <p:sp>
        <p:nvSpPr>
          <p:cNvPr id="7" name="Text richtext-1792369607386-320640906"/>
          <p:cNvSpPr/>
          <p:nvPr/>
        </p:nvSpPr>
        <p:spPr>
          <a:xfrm>
            <a:off x="1428750" y="5715000"/>
            <a:ext cx="15430500" cy="2667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Pushgateway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textfile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collector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Exporter.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.prom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b7e401e-9b17-4051-9d11-f7b90b2619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Prometheus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1813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Kéo:</a:t>
            </a:r>
            <a:r>
              <a:rPr lang="en-US" sz="27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scrape_configs</a:t>
            </a:r>
            <a:endParaRPr lang="en-US" sz="2700" dirty="0"/>
          </a:p>
        </p:txBody>
      </p:sp>
      <p:sp>
        <p:nvSpPr>
          <p:cNvPr id="7" name="Text richtext-1792369623654-811035084"/>
          <p:cNvSpPr/>
          <p:nvPr/>
        </p:nvSpPr>
        <p:spPr>
          <a:xfrm>
            <a:off x="1390650" y="3905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static_configs: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discovery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28575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848850" y="31813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</a:t>
            </a:r>
            <a:endParaRPr lang="en-US" sz="2700" dirty="0"/>
          </a:p>
        </p:txBody>
      </p:sp>
      <p:sp>
        <p:nvSpPr>
          <p:cNvPr id="11" name="Text richtext-1792369623668-440397794"/>
          <p:cNvSpPr/>
          <p:nvPr/>
        </p:nvSpPr>
        <p:spPr>
          <a:xfrm>
            <a:off x="9848850" y="3905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kéo,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Prometheus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không.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00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63246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Pushgateway</a:t>
            </a:r>
            <a:endParaRPr lang="en-US" sz="2700" dirty="0"/>
          </a:p>
        </p:txBody>
      </p:sp>
      <p:sp>
        <p:nvSpPr>
          <p:cNvPr id="15" name="Text richtext-1792369623684-934329305"/>
          <p:cNvSpPr/>
          <p:nvPr/>
        </p:nvSpPr>
        <p:spPr>
          <a:xfrm>
            <a:off x="1390650" y="70485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cách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dịch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6000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CFE8E2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600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848850" y="63246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</a:t>
            </a:r>
            <a:endParaRPr lang="en-US" sz="2700" dirty="0"/>
          </a:p>
        </p:txBody>
      </p:sp>
      <p:sp>
        <p:nvSpPr>
          <p:cNvPr id="19" name="Text richtext-1792369623693-192961864"/>
          <p:cNvSpPr/>
          <p:nvPr/>
        </p:nvSpPr>
        <p:spPr>
          <a:xfrm>
            <a:off x="9848850" y="70485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mẫu;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tự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d1b99f7-47fe-48f7-a044-1ac8226d85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khi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NAT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Network</a:t>
                      </a:r>
                      <a:r>
                        <a:rPr lang="en-US" sz="24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Address</a:t>
                      </a:r>
                      <a:r>
                        <a:rPr lang="en-US" sz="24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Translation: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địa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Prometheus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5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Tổng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quan;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 dùng</a:t>
                      </a:r>
                      <a:r>
                        <a:rPr lang="en-US" sz="240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Pushgateway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Prometheus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scrape;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mode;</a:t>
                      </a:r>
                      <a:r>
                        <a:rPr lang="en-US" sz="2400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đặc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</a:t>
                      </a:r>
                      <a:r>
                        <a:rPr lang="en-US" sz="240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Remote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Write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30ab88a-54b7-49a0-94db-c67a0e2f2d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2026-10-19T02:29:26Z</dcterms:created>
  <dcterms:modified xsi:type="dcterms:W3CDTF">2026-10-19T02:29:26Z</dcterms:modified>
</cp:coreProperties>
</file>