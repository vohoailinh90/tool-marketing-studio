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22860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 hay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lựa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endParaRPr lang="en-US" sz="3000" dirty="0"/>
          </a:p>
        </p:txBody>
      </p:sp>
      <p:sp>
        <p:nvSpPr>
          <p:cNvPr id="5" name="Connector line-1792393207805-648064882"/>
          <p:cNvSpPr/>
          <p:nvPr/>
        </p:nvSpPr>
        <p:spPr>
          <a:xfrm>
            <a:off x="914400" y="66675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056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239500" y="3143250"/>
            <a:ext cx="3429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24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4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39500" y="5334000"/>
            <a:ext cx="3429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400" b="1" dirty="0" spc="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4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239500" y="7524750"/>
            <a:ext cx="3429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4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b="1" dirty="0" spc="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400" dirty="0"/>
          </a:p>
        </p:txBody>
      </p:sp>
      <p:sp>
        <p:nvSpPr>
          <p:cNvPr id="10" name="Connector line-1792393207824-585453356"/>
          <p:cNvSpPr/>
          <p:nvPr/>
        </p:nvSpPr>
        <p:spPr>
          <a:xfrm>
            <a:off x="12954000" y="409575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93207824-922734197"/>
          <p:cNvSpPr/>
          <p:nvPr/>
        </p:nvSpPr>
        <p:spPr>
          <a:xfrm>
            <a:off x="12954000" y="628650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5049500" y="5429250"/>
            <a:ext cx="2857500" cy="857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9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a66d2de1-465f-4bff-9c05-1f11e74e56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lựa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chọn,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6096000" cy="4953000"/>
          </a:xfrm>
          <a:prstGeom prst="rect">
            <a:avLst/>
          </a:prstGeom>
          <a:noFill/>
          <a:ln/>
        </p:spPr>
        <p:txBody>
          <a:bodyPr wrap="square" lIns="0" tIns="320040" rIns="0" bIns="-320040" rtlCol="0" anchor="ctr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1500" dirty="0"/>
          </a:p>
        </p:txBody>
      </p:sp>
      <p:sp>
        <p:nvSpPr>
          <p:cNvPr id="5" name="Text 3"/>
          <p:cNvSpPr/>
          <p:nvPr/>
        </p:nvSpPr>
        <p:spPr>
          <a:xfrm>
            <a:off x="914400" y="7905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lựa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8191500" y="2952750"/>
            <a:ext cx="91821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72500" y="2952750"/>
            <a:ext cx="8382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một: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191500" y="4667250"/>
            <a:ext cx="91821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2500" y="4667250"/>
            <a:ext cx="8382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hai: năm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191500" y="6381750"/>
            <a:ext cx="91821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2500" y="6381750"/>
            <a:ext cx="8382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ba: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</a:t>
            </a:r>
            <a:endParaRPr lang="en-US" sz="2400" dirty="0"/>
          </a:p>
        </p:txBody>
      </p:sp>
      <p:sp>
        <p:nvSpPr>
          <p:cNvPr id="12" name="Connector line-1792393208982-83103006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46dc1a3-3993-4861-bd36-c86621c629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 LỰA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 mạng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333500" y="2762250"/>
            <a:ext cx="2476500" cy="666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048500" y="2762250"/>
            <a:ext cx="2476500" cy="666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100" dirty="0"/>
          </a:p>
        </p:txBody>
      </p:sp>
      <p:sp>
        <p:nvSpPr>
          <p:cNvPr id="6" name="Connector line-1792393209839-202157534"/>
          <p:cNvSpPr/>
          <p:nvPr/>
        </p:nvSpPr>
        <p:spPr>
          <a:xfrm>
            <a:off x="2571750" y="3429000"/>
            <a:ext cx="0" cy="4953000"/>
          </a:xfrm>
          <a:prstGeom prst="line">
            <a:avLst/>
          </a:prstGeom>
          <a:noFill/>
          <a:ln w="2857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7" name="Connector line-1792393209839-869455761"/>
          <p:cNvSpPr/>
          <p:nvPr/>
        </p:nvSpPr>
        <p:spPr>
          <a:xfrm>
            <a:off x="8286750" y="3429000"/>
            <a:ext cx="0" cy="4953000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8" name="Connector line-1792393209839-202815159"/>
          <p:cNvSpPr/>
          <p:nvPr/>
        </p:nvSpPr>
        <p:spPr>
          <a:xfrm>
            <a:off x="2571750" y="4191000"/>
            <a:ext cx="56197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8001000" y="39814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762250" y="3762375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gọi,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 thời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1950" dirty="0"/>
          </a:p>
        </p:txBody>
      </p:sp>
      <p:sp>
        <p:nvSpPr>
          <p:cNvPr id="11" name="Connector line-1792393209845-279542231"/>
          <p:cNvSpPr/>
          <p:nvPr/>
        </p:nvSpPr>
        <p:spPr>
          <a:xfrm>
            <a:off x="2667000" y="5334000"/>
            <a:ext cx="561975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2457450" y="51244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◀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762250" y="4905375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</a:t>
            </a:r>
            <a:r>
              <a:rPr lang="en-US" sz="1950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950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lỗi:</a:t>
            </a:r>
            <a:r>
              <a:rPr lang="en-US" sz="1950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1950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1950" dirty="0"/>
          </a:p>
        </p:txBody>
      </p:sp>
      <p:sp>
        <p:nvSpPr>
          <p:cNvPr id="14" name="Connector line-1792393209849-555857898"/>
          <p:cNvSpPr/>
          <p:nvPr/>
        </p:nvSpPr>
        <p:spPr>
          <a:xfrm>
            <a:off x="2571750" y="6477000"/>
            <a:ext cx="56197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8001000" y="62674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2762250" y="6048375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 lại,</a:t>
            </a:r>
            <a:r>
              <a:rPr lang="en-US" sz="19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19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762250" y="7239000"/>
            <a:ext cx="5143500" cy="952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9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hỏng:</a:t>
            </a:r>
            <a:r>
              <a:rPr lang="en-US" sz="195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19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mạch,</a:t>
            </a:r>
            <a:r>
              <a:rPr lang="en-US" sz="1950" b="1" dirty="0" spc="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19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096500" y="2857500"/>
            <a:ext cx="7277100" cy="800100"/>
          </a:xfrm>
          <a:prstGeom prst="roundRect">
            <a:avLst>
              <a:gd name="adj" fmla="val 23810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82250" y="2857500"/>
            <a:ext cx="666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096500" y="3848100"/>
            <a:ext cx="7277100" cy="800100"/>
          </a:xfrm>
          <a:prstGeom prst="roundRect">
            <a:avLst>
              <a:gd name="adj" fmla="val 23810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82250" y="3848100"/>
            <a:ext cx="666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giãn</a:t>
            </a:r>
            <a:r>
              <a:rPr lang="en-US" sz="21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096500" y="4838700"/>
            <a:ext cx="7277100" cy="800100"/>
          </a:xfrm>
          <a:prstGeom prst="roundRect">
            <a:avLst>
              <a:gd name="adj" fmla="val 23810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82250" y="4838700"/>
            <a:ext cx="666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096500" y="5829300"/>
            <a:ext cx="7277100" cy="800100"/>
          </a:xfrm>
          <a:prstGeom prst="roundRect">
            <a:avLst>
              <a:gd name="adj" fmla="val 23810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82250" y="5829300"/>
            <a:ext cx="666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096500" y="6819900"/>
            <a:ext cx="7277100" cy="800100"/>
          </a:xfrm>
          <a:prstGeom prst="roundRect">
            <a:avLst>
              <a:gd name="adj" fmla="val 23810"/>
            </a:avLst>
          </a:prstGeom>
          <a:solidFill>
            <a:srgbClr val="1F3FD1"/>
          </a:solidFill>
          <a:ln/>
        </p:spPr>
      </p:sp>
      <p:sp>
        <p:nvSpPr>
          <p:cNvPr id="27" name="Text 25"/>
          <p:cNvSpPr/>
          <p:nvPr/>
        </p:nvSpPr>
        <p:spPr>
          <a:xfrm>
            <a:off x="10382250" y="6819900"/>
            <a:ext cx="666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Hỏng</a:t>
            </a:r>
            <a:r>
              <a:rPr lang="en-US" sz="21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1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100" dirty="0"/>
          </a:p>
        </p:txBody>
      </p:sp>
      <p:sp>
        <p:nvSpPr>
          <p:cNvPr id="28" name="Connector line-1792393209867-83410537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a5e6f557-154a-4042-8216-ee5cefb90c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lựa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chọn,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 giá</a:t>
            </a:r>
            <a:endParaRPr lang="en-US" sz="6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3950208"/>
                <a:gridCol w="6254496"/>
                <a:gridCol w="6254496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Lựa</a:t>
                      </a:r>
                      <a:r>
                        <a:rPr lang="en-US" sz="2100" b="1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chọn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B4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100" b="1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B4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10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hai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B454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7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Chờ</a:t>
                      </a:r>
                      <a:r>
                        <a:rPr lang="en-US" sz="2100" dirty="0" spc="-2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ở</a:t>
                      </a:r>
                      <a:r>
                        <a:rPr lang="en-US" sz="2100" dirty="0" spc="6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đâu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tuần tự: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1,01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đồng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thời: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0,022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4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Co</a:t>
                      </a:r>
                      <a:r>
                        <a:rPr lang="en-US" sz="2100" dirty="0" spc="1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giãn</a:t>
                      </a:r>
                      <a:r>
                        <a:rPr lang="en-US" sz="2100" dirty="0" spc="-11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ra</a:t>
                      </a:r>
                      <a:r>
                        <a:rPr lang="en-US" sz="2100" dirty="0" spc="4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sao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tiến</a:t>
                      </a:r>
                      <a:r>
                        <a:rPr lang="en-US" sz="210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4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tiến</a:t>
                      </a:r>
                      <a:r>
                        <a:rPr lang="en-US" sz="210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trình:</a:t>
                      </a:r>
                      <a:r>
                        <a:rPr lang="en-US" sz="21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gấp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</a:t>
                      </a:r>
                      <a:r>
                        <a:rPr lang="en-US" sz="2100" dirty="0" spc="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đến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2,5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2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Gọi</a:t>
                      </a:r>
                      <a:r>
                        <a:rPr lang="en-US" sz="2100" dirty="0" spc="0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nhau</a:t>
                      </a:r>
                      <a:r>
                        <a:rPr lang="en-US" sz="2100" dirty="0" spc="-6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thế</a:t>
                      </a:r>
                      <a:r>
                        <a:rPr lang="en-US" sz="2100" dirty="0" spc="1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nào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ba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gọi: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0,7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vấn: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0,23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42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Lưu</a:t>
                      </a:r>
                      <a:r>
                        <a:rPr lang="en-US" sz="2100" dirty="0" spc="-2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dữ</a:t>
                      </a:r>
                      <a:r>
                        <a:rPr lang="en-US" sz="2100" dirty="0" spc="2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liệu</a:t>
                      </a:r>
                      <a:r>
                        <a:rPr lang="en-US" sz="2100" dirty="0" spc="-5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thế</a:t>
                      </a:r>
                      <a:r>
                        <a:rPr lang="en-US" sz="2100" dirty="0" spc="0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nào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chuẩn</a:t>
                      </a:r>
                      <a:r>
                        <a:rPr lang="en-US" sz="210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hóa:</a:t>
                      </a:r>
                      <a:r>
                        <a:rPr lang="en-US" sz="2100" dirty="0" spc="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tên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3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µs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phẳng:</a:t>
                      </a:r>
                      <a:r>
                        <a:rPr lang="en-US" sz="2100" dirty="0" spc="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tên</a:t>
                      </a:r>
                      <a:r>
                        <a:rPr lang="en-US" sz="210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100</a:t>
                      </a:r>
                      <a:r>
                        <a:rPr lang="en-US" sz="2100" dirty="0" spc="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đến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140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µs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3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Hỏng</a:t>
                      </a:r>
                      <a:r>
                        <a:rPr lang="en-US" sz="2100" dirty="0" spc="-1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thì</a:t>
                      </a:r>
                      <a:r>
                        <a:rPr lang="en-US" sz="2100" dirty="0" spc="4" kern="0">
                          <a:solidFill>
                            <a:srgbClr val="FFB454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sao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thử lại:</a:t>
                      </a:r>
                      <a:r>
                        <a:rPr lang="en-US" sz="210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71%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thành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thử</a:t>
                      </a:r>
                      <a:r>
                        <a:rPr lang="en-US" sz="210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tối</a:t>
                      </a:r>
                      <a:r>
                        <a:rPr lang="en-US" sz="2100" dirty="0" spc="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đa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3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lần:</a:t>
                      </a:r>
                      <a:r>
                        <a:rPr lang="en-US" sz="210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97%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Connector line-1792393210878-52182691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1cd2df9a-80bd-4491-a834-21f5bbb7eaf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004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90525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chọn,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 kiến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 của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2004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91700" y="390525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Đoán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 nguồn.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kiểu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endParaRPr lang="en-US" sz="2400" dirty="0"/>
          </a:p>
        </p:txBody>
      </p:sp>
      <p:sp>
        <p:nvSpPr>
          <p:cNvPr id="10" name="Connector line-1792393211829-58883362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2964e428-2ce2-4d9d-a0d6-4180e6d14a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HỎNG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1800" b="1" spc="273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sập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3886200" cy="4953000"/>
          </a:xfrm>
          <a:prstGeom prst="roundRect">
            <a:avLst>
              <a:gd name="adj" fmla="val 5882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23850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76200" rIns="0" bIns="-76200" rtlCol="0" anchor="t"/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dirty="0" spc="-3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4,04</a:t>
            </a:r>
            <a:r>
              <a:rPr lang="en-US" sz="75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</a:t>
            </a:r>
            <a:endParaRPr lang="en-US" sz="7500" dirty="0"/>
          </a:p>
        </p:txBody>
      </p:sp>
      <p:sp>
        <p:nvSpPr>
          <p:cNvPr id="6" name="Text 4"/>
          <p:cNvSpPr/>
          <p:nvPr/>
        </p:nvSpPr>
        <p:spPr>
          <a:xfrm>
            <a:off x="1238250" y="4953000"/>
            <a:ext cx="3238500" cy="2476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chậm,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 thời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029200" y="2857500"/>
            <a:ext cx="3886200" cy="4953000"/>
          </a:xfrm>
          <a:prstGeom prst="roundRect">
            <a:avLst>
              <a:gd name="adj" fmla="val 5882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53050" y="323850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76200" rIns="0" bIns="-76200" rtlCol="0" anchor="t"/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dirty="0" spc="-4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1,01</a:t>
            </a:r>
            <a:r>
              <a:rPr lang="en-US" sz="75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</a:t>
            </a:r>
            <a:endParaRPr lang="en-US" sz="7500" dirty="0"/>
          </a:p>
        </p:txBody>
      </p:sp>
      <p:sp>
        <p:nvSpPr>
          <p:cNvPr id="9" name="Text 7"/>
          <p:cNvSpPr/>
          <p:nvPr/>
        </p:nvSpPr>
        <p:spPr>
          <a:xfrm>
            <a:off x="5353050" y="4953000"/>
            <a:ext cx="3238500" cy="2476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 lời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gọi,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0" y="2857500"/>
            <a:ext cx="3886200" cy="4953000"/>
          </a:xfrm>
          <a:prstGeom prst="roundRect">
            <a:avLst>
              <a:gd name="adj" fmla="val 5882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67850" y="323850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76200" rIns="0" bIns="-76200" rtlCol="0" anchor="t"/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dirty="0" spc="-4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0,25</a:t>
            </a:r>
            <a:r>
              <a:rPr lang="en-US" sz="75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</a:t>
            </a:r>
            <a:endParaRPr lang="en-US" sz="7500" dirty="0"/>
          </a:p>
        </p:txBody>
      </p:sp>
      <p:sp>
        <p:nvSpPr>
          <p:cNvPr id="12" name="Text 10"/>
          <p:cNvSpPr/>
          <p:nvPr/>
        </p:nvSpPr>
        <p:spPr>
          <a:xfrm>
            <a:off x="9467850" y="4953000"/>
            <a:ext cx="3238500" cy="2476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mạch;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nhận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3258800" y="2857500"/>
            <a:ext cx="4114800" cy="4953000"/>
          </a:xfrm>
          <a:prstGeom prst="roundRect">
            <a:avLst>
              <a:gd name="adj" fmla="val 5556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82650" y="3238500"/>
            <a:ext cx="3429000" cy="142875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3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1.500</a:t>
            </a:r>
            <a:r>
              <a:rPr lang="en-US" sz="63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</a:t>
            </a:r>
            <a:r>
              <a:rPr lang="en-US" sz="63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</a:t>
            </a:r>
            <a:endParaRPr lang="en-US" sz="6300" dirty="0"/>
          </a:p>
        </p:txBody>
      </p:sp>
      <p:sp>
        <p:nvSpPr>
          <p:cNvPr id="15" name="Text 13"/>
          <p:cNvSpPr/>
          <p:nvPr/>
        </p:nvSpPr>
        <p:spPr>
          <a:xfrm>
            <a:off x="13582650" y="4953000"/>
            <a:ext cx="3429000" cy="2476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 tới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sập: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3 lần,</a:t>
            </a:r>
            <a:r>
              <a:rPr lang="en-US" sz="21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endParaRPr lang="en-US" sz="2100" dirty="0"/>
          </a:p>
        </p:txBody>
      </p:sp>
      <p:sp>
        <p:nvSpPr>
          <p:cNvPr id="16" name="Connector line-1792393249701-51616391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9c15e0aa-5486-43a4-8afe-a006fb662e1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14795" rIns="0" bIns="-14795" rtlCol="0" anchor="t"/>
          <a:lstStyle/>
          <a:p>
            <a:pPr algn="l" indent="0" marL="0">
              <a:lnSpc>
                <a:spcPts val="5347"/>
              </a:lnSpc>
              <a:buNone/>
            </a:pPr>
            <a:r>
              <a:rPr lang="en-US" sz="46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Đồng nghiệp</a:t>
            </a:r>
            <a:r>
              <a:rPr lang="en-US" sz="46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muốn thử lại</a:t>
            </a:r>
            <a:r>
              <a:rPr lang="en-US" sz="46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</a:t>
            </a:r>
            <a:r>
              <a:rPr lang="en-US" sz="46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46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46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465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465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465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46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46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46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vụ.</a:t>
            </a:r>
            <a:r>
              <a:rPr lang="en-US" sz="46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 lo</a:t>
            </a:r>
            <a:r>
              <a:rPr lang="en-US" sz="465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6195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76500" y="36195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sập: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1.500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5048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0482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76500" y="50482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6477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4770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76500" y="64770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mạch;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thử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lại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2250" dirty="0"/>
          </a:p>
        </p:txBody>
      </p:sp>
      <p:sp>
        <p:nvSpPr>
          <p:cNvPr id="13" name="Connector line-1792393250565-642555079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4432ac5c-248a-47f7-bdb2-a6c6a782001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54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5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56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nêu</a:t>
            </a: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đoán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6210"/>
              </a:lnSpc>
              <a:buNone/>
            </a:pP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 không</a:t>
            </a:r>
            <a:r>
              <a:rPr lang="en-US" sz="54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54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54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54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nào.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54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54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lựa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 thay</a:t>
            </a:r>
            <a:r>
              <a:rPr lang="en-US" sz="54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5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đoán.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70485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 kiểu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 của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2250" dirty="0"/>
          </a:p>
        </p:txBody>
      </p:sp>
      <p:sp>
        <p:nvSpPr>
          <p:cNvPr id="7" name="Connector line-1792393251385-23836175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818278af-adf7-4f5c-92dc-d89ba7553a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876550"/>
            <a:ext cx="1619250" cy="5905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REST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952750" y="2762250"/>
            <a:ext cx="14097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 diễn: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 dữ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377190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3886200"/>
            <a:ext cx="1619250" cy="5905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HTTP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952750" y="3771900"/>
            <a:ext cx="14097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55245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5905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 kiến trúc,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lại,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endParaRPr lang="en-US" sz="1950" dirty="0"/>
          </a:p>
        </p:txBody>
      </p:sp>
      <p:sp>
        <p:nvSpPr>
          <p:cNvPr id="12" name="Connector line-1792393252418-85063442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812d90c0-44f5-49f4-9832-0800e80d7a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2026-10-19T07:25:05Z</dcterms:created>
  <dcterms:modified xsi:type="dcterms:W3CDTF">2026-10-19T07:25:05Z</dcterms:modified>
</cp:coreProperties>
</file>