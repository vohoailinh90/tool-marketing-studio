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096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6383000" cy="2286000"/>
          </a:xfrm>
          <a:prstGeom prst="rect">
            <a:avLst/>
          </a:prstGeom>
          <a:noFill/>
          <a:ln/>
        </p:spPr>
        <p:txBody>
          <a:bodyPr wrap="square" lIns="0" tIns="47434" rIns="0" bIns="-47434" rtlCol="0" anchor="t"/>
          <a:lstStyle/>
          <a:p>
            <a:pPr algn="l" indent="0" marL="0">
              <a:lnSpc>
                <a:spcPts val="8223"/>
              </a:lnSpc>
              <a:buNone/>
            </a:pPr>
            <a:r>
              <a:rPr lang="en-US" sz="747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r>
              <a:rPr lang="en-US" sz="7475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475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gì:</a:t>
            </a:r>
            <a:r>
              <a:rPr lang="en-US" sz="747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7475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lợi</a:t>
            </a:r>
            <a:r>
              <a:rPr lang="en-US" sz="747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ích,</a:t>
            </a:r>
            <a:r>
              <a:rPr lang="en-US" sz="7475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475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47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7475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475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475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47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endParaRPr lang="en-US" sz="7475" dirty="0"/>
          </a:p>
        </p:txBody>
      </p:sp>
      <p:sp>
        <p:nvSpPr>
          <p:cNvPr id="4" name="Text 2"/>
          <p:cNvSpPr/>
          <p:nvPr/>
        </p:nvSpPr>
        <p:spPr>
          <a:xfrm>
            <a:off x="952500" y="361950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3000" dirty="0" spc="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4762500"/>
            <a:ext cx="4191000" cy="1047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r>
              <a:rPr lang="en-US" sz="24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8500" y="4762500"/>
            <a:ext cx="4191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4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biên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144500" y="4762500"/>
            <a:ext cx="4191000" cy="1047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4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gốc</a:t>
            </a:r>
            <a:endParaRPr lang="en-US" sz="2400" dirty="0"/>
          </a:p>
        </p:txBody>
      </p:sp>
      <p:sp>
        <p:nvSpPr>
          <p:cNvPr id="8" name="Connector line-1792458837627-813210679"/>
          <p:cNvSpPr/>
          <p:nvPr/>
        </p:nvSpPr>
        <p:spPr>
          <a:xfrm>
            <a:off x="5143500" y="5286375"/>
            <a:ext cx="19050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58837628-571174939"/>
          <p:cNvSpPr/>
          <p:nvPr/>
        </p:nvSpPr>
        <p:spPr>
          <a:xfrm>
            <a:off x="11239500" y="5286375"/>
            <a:ext cx="19050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52500" y="6667500"/>
            <a:ext cx="8001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250" b="1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34500" y="6667500"/>
            <a:ext cx="8001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Chống</a:t>
            </a:r>
            <a:r>
              <a:rPr lang="en-US" sz="22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8001000"/>
            <a:ext cx="8001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2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334500" y="8001000"/>
            <a:ext cx="8001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2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nginx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e594b4fb-547f-42f0-9b77-881a049ac5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lợi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</a:t>
            </a:r>
            <a:r>
              <a:rPr lang="en-US" sz="72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72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2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dựa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7810500" cy="4381500"/>
          </a:xfrm>
          <a:prstGeom prst="roundRect">
            <a:avLst>
              <a:gd name="adj" fmla="val 521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Đo</a:t>
            </a:r>
            <a:r>
              <a:rPr lang="en-US" sz="30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30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nginx</a:t>
            </a:r>
            <a:endParaRPr lang="en-US" sz="3000" dirty="0"/>
          </a:p>
        </p:txBody>
      </p:sp>
      <p:sp>
        <p:nvSpPr>
          <p:cNvPr id="5" name="Text richtext-1792458838831-877897300"/>
          <p:cNvSpPr/>
          <p:nvPr/>
        </p:nvSpPr>
        <p:spPr>
          <a:xfrm>
            <a:off x="1333500" y="371475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khi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0" y="2476500"/>
            <a:ext cx="7810500" cy="4381500"/>
          </a:xfrm>
          <a:prstGeom prst="roundRect">
            <a:avLst>
              <a:gd name="adj" fmla="val 5217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Dựa</a:t>
            </a:r>
            <a:r>
              <a:rPr lang="en-US" sz="300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r>
              <a:rPr lang="en-US" sz="30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tài</a:t>
            </a: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3000" dirty="0"/>
          </a:p>
        </p:txBody>
      </p:sp>
      <p:sp>
        <p:nvSpPr>
          <p:cNvPr id="8" name="Text richtext-1792458838853-667605683"/>
          <p:cNvSpPr/>
          <p:nvPr/>
        </p:nvSpPr>
        <p:spPr>
          <a:xfrm>
            <a:off x="9906000" y="371475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lợi ích còn lại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7524750"/>
            <a:ext cx="16383000" cy="114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Đường</a:t>
            </a:r>
            <a:r>
              <a:rPr lang="en-US" sz="2550" dirty="0" spc="2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</a:t>
            </a: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2550" dirty="0" spc="-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2550" dirty="0" spc="-2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yêu</a:t>
            </a:r>
            <a:r>
              <a:rPr lang="en-US" sz="255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cầu:</a:t>
            </a: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bài</a:t>
            </a:r>
            <a:r>
              <a:rPr lang="en-US" sz="255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CDN</a:t>
            </a:r>
            <a:r>
              <a:rPr lang="en-US" sz="2550" dirty="0" spc="-9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hoạt</a:t>
            </a:r>
            <a:r>
              <a:rPr lang="en-US" sz="2550" dirty="0" spc="-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255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thế</a:t>
            </a:r>
            <a:r>
              <a:rPr lang="en-US" sz="255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nào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f174d9e-e283-4645-931b-7646d82e9b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38250"/>
            <a:ext cx="152400" cy="3810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85725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21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1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24000" y="1428750"/>
            <a:ext cx="15716250" cy="38100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8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78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r>
              <a:rPr lang="en-US" sz="7800" dirty="0" spc="1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8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-2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8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800" dirty="0" spc="1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7800" dirty="0" spc="-3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78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7800" dirty="0" spc="-5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952500" y="571500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6000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Giảm độ</a:t>
            </a:r>
            <a:r>
              <a:rPr lang="en-US" sz="270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trễ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33500" y="66675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nơi,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34500" y="571500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15500" y="60007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Giảm</a:t>
            </a:r>
            <a:r>
              <a:rPr lang="en-US" sz="27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tải</a:t>
            </a:r>
            <a:r>
              <a:rPr lang="en-US" sz="2700" dirty="0" spc="-1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</a:t>
            </a:r>
            <a:r>
              <a:rPr lang="en-US" sz="27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gốc</a:t>
            </a:r>
            <a:endParaRPr lang="en-US" sz="2700" dirty="0"/>
          </a:p>
        </p:txBody>
      </p:sp>
      <p:sp>
        <p:nvSpPr>
          <p:cNvPr id="10" name="Text richtext-1792458839831-196585612"/>
          <p:cNvSpPr/>
          <p:nvPr/>
        </p:nvSpPr>
        <p:spPr>
          <a:xfrm>
            <a:off x="9715500" y="66675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Cache-Control: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public,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max-age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private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Text 1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3bbadef-9f33-4241-8bda-12ec44205d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Chống</a:t>
            </a:r>
            <a:r>
              <a:rPr lang="en-US" sz="75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chối</a:t>
            </a:r>
            <a:r>
              <a:rPr lang="en-US" sz="75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52500" y="3619500"/>
            <a:ext cx="41910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b="1" dirty="0" spc="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5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048500" y="3619500"/>
            <a:ext cx="41910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CDN:</a:t>
            </a:r>
            <a:r>
              <a:rPr lang="en-US" sz="22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b="1" dirty="0" spc="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144500" y="3619500"/>
            <a:ext cx="4191000" cy="1333500"/>
          </a:xfrm>
          <a:prstGeom prst="roundRect">
            <a:avLst>
              <a:gd name="adj" fmla="val 1714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gốc: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giấu</a:t>
            </a:r>
            <a:r>
              <a:rPr lang="en-US" sz="2550" dirty="0" spc="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địa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IP</a:t>
            </a:r>
            <a:endParaRPr lang="en-US" sz="2550" dirty="0"/>
          </a:p>
        </p:txBody>
      </p:sp>
      <p:sp>
        <p:nvSpPr>
          <p:cNvPr id="6" name="Connector line-1792458840662-813627522"/>
          <p:cNvSpPr/>
          <p:nvPr/>
        </p:nvSpPr>
        <p:spPr>
          <a:xfrm>
            <a:off x="5143500" y="4286250"/>
            <a:ext cx="1905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458840662-890035291"/>
          <p:cNvSpPr/>
          <p:nvPr/>
        </p:nvSpPr>
        <p:spPr>
          <a:xfrm>
            <a:off x="11239500" y="4286250"/>
            <a:ext cx="1905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58840663-408208054"/>
          <p:cNvSpPr/>
          <p:nvPr/>
        </p:nvSpPr>
        <p:spPr>
          <a:xfrm>
            <a:off x="3048000" y="4953000"/>
            <a:ext cx="12192000" cy="190500"/>
          </a:xfrm>
          <a:custGeom>
            <a:avLst/>
            <a:gdLst/>
            <a:ahLst/>
            <a:cxnLst/>
            <a:rect l="l" t="t" r="r" b="b"/>
            <a:pathLst>
              <a:path w="12192000" h="190500">
                <a:moveTo>
                  <a:pt x="0" y="0"/>
                </a:moveTo>
                <a:lnTo>
                  <a:pt x="0" y="190500"/>
                </a:lnTo>
                <a:lnTo>
                  <a:pt x="12192000" y="190500"/>
                </a:lnTo>
                <a:lnTo>
                  <a:pt x="12192000" y="0"/>
                </a:lnTo>
              </a:path>
            </a:pathLst>
          </a:custGeom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52500" y="66675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5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Kẻ</a:t>
            </a:r>
            <a:r>
              <a:rPr lang="en-US" sz="27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tấn</a:t>
            </a:r>
            <a:r>
              <a:rPr lang="en-US" sz="270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công</a:t>
            </a:r>
            <a:r>
              <a:rPr lang="en-US" sz="27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biết</a:t>
            </a:r>
            <a:r>
              <a:rPr lang="en-US" sz="2700" dirty="0" spc="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địa</a:t>
            </a:r>
            <a:r>
              <a:rPr lang="en-US" sz="27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270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</a:t>
            </a:r>
            <a:r>
              <a:rPr lang="en-US" sz="27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gốc</a:t>
            </a:r>
            <a:r>
              <a:rPr lang="en-US" sz="27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thì</a:t>
            </a:r>
            <a:r>
              <a:rPr lang="en-US" sz="2700" dirty="0" spc="2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</a:t>
            </a:r>
            <a:r>
              <a:rPr lang="en-US" sz="2700" dirty="0" spc="-2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vòng</a:t>
            </a:r>
            <a:r>
              <a:rPr lang="en-US" sz="27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</a:t>
            </a:r>
            <a:r>
              <a:rPr lang="en-US" sz="27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CDN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7aceefb-90d6-4783-bfb5-80f6e32755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2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Tăng</a:t>
            </a:r>
            <a:r>
              <a:rPr lang="en-US" sz="75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75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r>
              <a:rPr lang="en-US" sz="75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sàng</a:t>
            </a:r>
            <a:endParaRPr lang="en-US" sz="7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381250"/>
          <a:ext cx="13716000" cy="914400"/>
        </p:xfrm>
        <a:graphic>
          <a:graphicData uri="http://schemas.openxmlformats.org/drawingml/2006/table">
            <a:tbl>
              <a:tblPr/>
              <a:tblGrid>
                <a:gridCol w="5734050"/>
                <a:gridCol w="10648950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4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Công</a:t>
                      </a:r>
                      <a:r>
                        <a:rPr lang="en-US" sz="2700" dirty="0" spc="-2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cụ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6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Cách</a:t>
                      </a:r>
                      <a:r>
                        <a:rPr lang="en-US" sz="2700" dirty="0" spc="-10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trả</a:t>
                      </a:r>
                      <a:r>
                        <a:rPr lang="en-US" sz="2700" dirty="0" spc="0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bản</a:t>
                      </a:r>
                      <a:r>
                        <a:rPr lang="en-US" sz="2700" dirty="0" spc="-2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cũ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0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Cloudflare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Tính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năng</a:t>
                      </a:r>
                      <a:r>
                        <a:rPr lang="en-US" sz="270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Always</a:t>
                      </a: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Online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5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nginx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thị</a:t>
                      </a:r>
                      <a:r>
                        <a:rPr lang="en-US" sz="270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proxy_cache_use_stale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52500" y="6191250"/>
            <a:ext cx="8001000" cy="1619250"/>
          </a:xfrm>
          <a:prstGeom prst="roundRect">
            <a:avLst>
              <a:gd name="adj" fmla="val 1411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9334500" y="6191250"/>
            <a:ext cx="8001000" cy="1619250"/>
          </a:xfrm>
          <a:prstGeom prst="roundRect">
            <a:avLst>
              <a:gd name="adj" fmla="val 1411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đó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7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 hạn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Text 1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e7bb6a5-06ae-4f97-a484-522641beef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nghiệm: 100</a:t>
            </a:r>
            <a:r>
              <a:rPr lang="en-US" sz="72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20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7200" dirty="0" spc="-1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52500" y="1905000"/>
            <a:ext cx="7810500" cy="3619500"/>
          </a:xfrm>
          <a:prstGeom prst="roundRect">
            <a:avLst>
              <a:gd name="adj" fmla="val 631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095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</a:t>
            </a:r>
            <a:r>
              <a:rPr lang="en-US" sz="6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000 000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333500" y="3714750"/>
            <a:ext cx="7048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byte: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1905000"/>
            <a:ext cx="7810500" cy="3619500"/>
          </a:xfrm>
          <a:prstGeom prst="roundRect">
            <a:avLst>
              <a:gd name="adj" fmla="val 6316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10750" y="2095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</a:t>
            </a:r>
            <a:r>
              <a:rPr lang="en-US" sz="66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000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9906000" y="3714750"/>
            <a:ext cx="7048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biên,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" y="6000750"/>
            <a:ext cx="80010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tắt,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34500" y="6000750"/>
            <a:ext cx="8001000" cy="1238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proxy_cache_use_stale:</a:t>
            </a:r>
            <a:r>
              <a:rPr lang="en-US" sz="22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200,</a:t>
            </a:r>
            <a:r>
              <a:rPr lang="en-US" sz="225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250" b="1" dirty="0" spc="-4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STALE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7810500"/>
            <a:ext cx="1638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000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Cache-Control: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public,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max-age=5,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nginx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24fa509-8927-41a2-9f8b-3ce40a2480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38125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99085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81250" y="257175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(riêng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tư,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no-store)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không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457200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518160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381250" y="476250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vụ;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không.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6762750"/>
            <a:ext cx="163830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737235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381250" y="695325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thử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f591f6a-e357-4989-92ff-8a0bfb0189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tắt: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 chỉ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hiện?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52500" y="2381250"/>
            <a:ext cx="78105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chủ: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525000" y="2381250"/>
            <a:ext cx="78105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cũ: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572000"/>
            <a:ext cx="78105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private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0" y="4572000"/>
            <a:ext cx="7810500" cy="1809750"/>
          </a:xfrm>
          <a:prstGeom prst="roundRect">
            <a:avLst>
              <a:gd name="adj" fmla="val 1263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trả: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502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70485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cố: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 CDN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thay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Text 16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33903988-4bed-4d43-9993-7c71546953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2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7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095500"/>
          <a:ext cx="13716000" cy="914400"/>
        </p:xfrm>
        <a:graphic>
          <a:graphicData uri="http://schemas.openxmlformats.org/drawingml/2006/table">
            <a:tbl>
              <a:tblPr/>
              <a:tblGrid>
                <a:gridCol w="5570220"/>
                <a:gridCol w="10812780"/>
              </a:tblGrid>
              <a:tr h="10953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Chỉ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thị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Ý</a:t>
                      </a:r>
                      <a:r>
                        <a:rPr lang="en-US" sz="2400" dirty="0" spc="-4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nghĩa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max-age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Thời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gian</a:t>
                      </a:r>
                      <a:r>
                        <a:rPr lang="en-US" sz="24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sống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 mọi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40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s-maxage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40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chung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 CDN;</a:t>
                      </a:r>
                      <a:r>
                        <a:rPr lang="en-US" sz="240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4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duyệt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bỏ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stale-while-revalidate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8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Trả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cũ</a:t>
                      </a:r>
                      <a:r>
                        <a:rPr lang="en-US" sz="24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lúc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lấy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stale-if-error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8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Trả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cũ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40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gốc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lỗi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52500" y="8191500"/>
            <a:ext cx="163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Always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Online: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Cloudflare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 qua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stale.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4d26ce1-c2b5-4c33-aa1c-5cd67bb438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857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857" dirty="0"/>
          </a:p>
        </p:txBody>
      </p:sp>
      <p:sp>
        <p:nvSpPr>
          <p:cNvPr id="3" name="Shape 1"/>
          <p:cNvSpPr/>
          <p:nvPr/>
        </p:nvSpPr>
        <p:spPr>
          <a:xfrm>
            <a:off x="952500" y="1714500"/>
            <a:ext cx="3143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90625" y="1857375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76750" y="1714500"/>
            <a:ext cx="3143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14875" y="1857375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KB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kilobyte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001000" y="1714500"/>
            <a:ext cx="3143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39125" y="1857375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MB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megabyte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525250" y="1714500"/>
            <a:ext cx="3143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63375" y="1857375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 web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5049500" y="1714500"/>
            <a:ext cx="2286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40000" y="1857375"/>
            <a:ext cx="190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2500" y="3810000"/>
            <a:ext cx="163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100" dirty="0"/>
          </a:p>
        </p:txBody>
      </p:sp>
      <p:sp>
        <p:nvSpPr>
          <p:cNvPr id="14" name="Text richtext-1792458847880-368817819"/>
          <p:cNvSpPr/>
          <p:nvPr/>
        </p:nvSpPr>
        <p:spPr>
          <a:xfrm>
            <a:off x="952500" y="4286250"/>
            <a:ext cx="163830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How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Cloudflare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works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Always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Online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Cache-Control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nginx: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ngx_http_proxy_module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caching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0cf9d5c7-dccb-4cc7-98f4-a982269dfa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2026-10-20T01:14:50Z</dcterms:created>
  <dcterms:modified xsi:type="dcterms:W3CDTF">2026-10-20T01:14:50Z</dcterms:modified>
</cp:coreProperties>
</file>