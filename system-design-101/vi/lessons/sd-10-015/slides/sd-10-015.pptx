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76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như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763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7" name="Shape 5"/>
          <p:cNvSpPr/>
          <p:nvPr/>
        </p:nvSpPr>
        <p:spPr>
          <a:xfrm>
            <a:off x="31623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9" name="Text 7"/>
          <p:cNvSpPr/>
          <p:nvPr/>
        </p:nvSpPr>
        <p:spPr>
          <a:xfrm>
            <a:off x="34290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102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12" name="Text 10"/>
          <p:cNvSpPr/>
          <p:nvPr/>
        </p:nvSpPr>
        <p:spPr>
          <a:xfrm>
            <a:off x="56769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581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15" name="Text 13"/>
          <p:cNvSpPr/>
          <p:nvPr/>
        </p:nvSpPr>
        <p:spPr>
          <a:xfrm>
            <a:off x="79248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87000" y="91440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91800" y="129540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0" y="1238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972800" y="171450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6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972800" y="24955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287000" y="3724275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91800" y="4105275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0" y="4048125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972800" y="4524375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0972800" y="5305425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387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387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387" dirty="0"/>
          </a:p>
        </p:txBody>
      </p:sp>
      <p:sp>
        <p:nvSpPr>
          <p:cNvPr id="26" name="Shape 24"/>
          <p:cNvSpPr/>
          <p:nvPr/>
        </p:nvSpPr>
        <p:spPr>
          <a:xfrm>
            <a:off x="10287000" y="653415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91800" y="691515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0" y="685800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972800" y="733425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81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381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381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381" dirty="0"/>
          </a:p>
        </p:txBody>
      </p:sp>
      <p:sp>
        <p:nvSpPr>
          <p:cNvPr id="30" name="Text 28"/>
          <p:cNvSpPr/>
          <p:nvPr/>
        </p:nvSpPr>
        <p:spPr>
          <a:xfrm>
            <a:off x="10972800" y="811530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81100" y="7981950"/>
            <a:ext cx="17145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26f1e91-7612-47ab-825a-7e0afb0657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30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nào?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743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7162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10900" y="1581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010900" y="198120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45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1010900" y="27241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010900" y="4114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010900" y="451485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1010900" y="52578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010900" y="66484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1010900" y="70485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1010900" y="77914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14400" y="4495800"/>
            <a:ext cx="78105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3da4ed-26a1-429a-abeb-8747191702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6096000"/>
            <a:ext cx="3048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machine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635439-838041503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46710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144250" y="41529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8" name="Connector line-1792338635447-797173530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144250" y="641985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4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1144250" y="710565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mã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cbbd386-2ec2-4df9-9d8f-c4fb10cfd3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bytecode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90900" y="609600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00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44300" y="1238250"/>
            <a:ext cx="3429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14" name="Connector line-1792338828683-522616046"/>
          <p:cNvSpPr/>
          <p:nvPr/>
        </p:nvSpPr>
        <p:spPr>
          <a:xfrm>
            <a:off x="13258800" y="1943100"/>
            <a:ext cx="0" cy="3429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25000" y="23431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867900" y="27432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25908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1144250" y="31813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19" name="Connector line-1792338828690-776956892"/>
          <p:cNvSpPr/>
          <p:nvPr/>
        </p:nvSpPr>
        <p:spPr>
          <a:xfrm>
            <a:off x="13258800" y="41338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620750" y="4152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5148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867900" y="49149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47625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3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(JVM)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1144250" y="53530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25" name="Connector line-1792338828701-577865100"/>
          <p:cNvSpPr/>
          <p:nvPr/>
        </p:nvSpPr>
        <p:spPr>
          <a:xfrm>
            <a:off x="13258800" y="63055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lgDash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620750" y="6324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5000" y="66865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lgDash"/>
          </a:ln>
        </p:spPr>
      </p:sp>
      <p:sp>
        <p:nvSpPr>
          <p:cNvPr id="28" name="Text 26"/>
          <p:cNvSpPr/>
          <p:nvPr/>
        </p:nvSpPr>
        <p:spPr>
          <a:xfrm>
            <a:off x="9867900" y="70866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11144250" y="68770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JIT,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1144250" y="74676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b18af9c-3bdc-4a42-903b-a27ef21009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5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 nguồn,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interpreted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861032-602690730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33375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150" dirty="0"/>
          </a:p>
        </p:txBody>
      </p:sp>
      <p:sp>
        <p:nvSpPr>
          <p:cNvPr id="17" name="Connector line-1792338861039-796576965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144250" y="62865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1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144250" y="6953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144250" y="4000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1c4660-e934-41b3-a342-790b1e6e20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RANH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mờ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3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.pyc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533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504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2038350"/>
            <a:ext cx="219075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15" name="Connector line-1792339156816-631174372"/>
          <p:cNvSpPr/>
          <p:nvPr/>
        </p:nvSpPr>
        <p:spPr>
          <a:xfrm>
            <a:off x="1202055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5870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17" name="Connector line-1792339156818-259477658"/>
          <p:cNvSpPr/>
          <p:nvPr/>
        </p:nvSpPr>
        <p:spPr>
          <a:xfrm>
            <a:off x="1440180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Text richtext-1792339156821-42857087"/>
          <p:cNvSpPr/>
          <p:nvPr/>
        </p:nvSpPr>
        <p:spPr>
          <a:xfrm>
            <a:off x="9791700" y="33909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52197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54673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91700" y="6000750"/>
            <a:ext cx="2667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22" name="Connector line-1792339156846-721262079"/>
          <p:cNvSpPr/>
          <p:nvPr/>
        </p:nvSpPr>
        <p:spPr>
          <a:xfrm>
            <a:off x="1249680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915900" y="6000750"/>
            <a:ext cx="123825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JIT</a:t>
            </a:r>
            <a:endParaRPr lang="en-US" sz="2400" dirty="0"/>
          </a:p>
        </p:txBody>
      </p:sp>
      <p:sp>
        <p:nvSpPr>
          <p:cNvPr id="24" name="Connector line-1792339156850-766281789"/>
          <p:cNvSpPr/>
          <p:nvPr/>
        </p:nvSpPr>
        <p:spPr>
          <a:xfrm>
            <a:off x="1419225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Text richtext-1792339156852-900441139"/>
          <p:cNvSpPr/>
          <p:nvPr/>
        </p:nvSpPr>
        <p:spPr>
          <a:xfrm>
            <a:off x="9791700" y="73533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483995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611350" y="6000750"/>
            <a:ext cx="21336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f85161b-71b3-4f2a-9fe6-a895b9d09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Text richtext-1792339249594-134467609"/>
          <p:cNvSpPr/>
          <p:nvPr/>
        </p:nvSpPr>
        <p:spPr>
          <a:xfrm>
            <a:off x="1219200" y="6610350"/>
            <a:ext cx="7143750" cy="2000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cấp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hơn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gì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C#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049000" y="379095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1049000" y="63246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"Chậm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hơn"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49000" y="12573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09323a2-0369-4440-a162-e0053292f9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40386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476750"/>
            <a:ext cx="7010400" cy="4000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86900" y="11620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86900" y="16764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22955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764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398145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460057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934700" y="398145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qua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62865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9056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934700" y="62865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(tệp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13b05e0-d13b-4ff6-b6a7-43ca53ee0c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0" y="11049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9144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8738" dirty="0"/>
          </a:p>
        </p:txBody>
      </p:sp>
      <p:sp>
        <p:nvSpPr>
          <p:cNvPr id="6" name="Text 4"/>
          <p:cNvSpPr/>
          <p:nvPr/>
        </p:nvSpPr>
        <p:spPr>
          <a:xfrm>
            <a:off x="12573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573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9605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683895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JVM</a:t>
            </a:r>
            <a:endParaRPr lang="en-US" sz="8738" dirty="0"/>
          </a:p>
        </p:txBody>
      </p:sp>
      <p:sp>
        <p:nvSpPr>
          <p:cNvPr id="11" name="Text 9"/>
          <p:cNvSpPr/>
          <p:nvPr/>
        </p:nvSpPr>
        <p:spPr>
          <a:xfrm>
            <a:off x="683895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3895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777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4206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JIT</a:t>
            </a:r>
            <a:endParaRPr lang="en-US" sz="8738" dirty="0"/>
          </a:p>
        </p:txBody>
      </p:sp>
      <p:sp>
        <p:nvSpPr>
          <p:cNvPr id="15" name="Text 13"/>
          <p:cNvSpPr/>
          <p:nvPr/>
        </p:nvSpPr>
        <p:spPr>
          <a:xfrm>
            <a:off x="124206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Just-In-Time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4206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6096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811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811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9605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(tệp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interpreted,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0777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3444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JIT;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lệnh</a:t>
            </a: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842010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8201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nghĩa CPU,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AOT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83895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24206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5eaca122-3d90-4e89-85bb-1563d4dc7e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2026-10-19T13:49:51Z</dcterms:created>
  <dcterms:modified xsi:type="dcterms:W3CDTF">2026-10-19T13:49:51Z</dcterms:modified>
</cp:coreProperties>
</file>