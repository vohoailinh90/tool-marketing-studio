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2001500" cy="40005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8100" dirty="0" spc="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ứng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sang</a:t>
            </a:r>
            <a:r>
              <a:rPr lang="en-US" sz="81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391150"/>
            <a:ext cx="9906000" cy="1143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nhắn</a:t>
            </a:r>
            <a:r>
              <a:rPr lang="en-US" sz="28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r>
              <a:rPr lang="en-US" sz="2850" dirty="0" spc="4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dirty="0" spc="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28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nào,</a:t>
            </a:r>
            <a:r>
              <a:rPr lang="en-US" sz="28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4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85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nhận?</a:t>
            </a:r>
            <a:endParaRPr lang="en-US" sz="2850" dirty="0"/>
          </a:p>
        </p:txBody>
      </p:sp>
      <p:sp>
        <p:nvSpPr>
          <p:cNvPr id="5" name="Connector line-1792338660827-689517942"/>
          <p:cNvSpPr/>
          <p:nvPr/>
        </p:nvSpPr>
        <p:spPr>
          <a:xfrm>
            <a:off x="914400" y="6819900"/>
            <a:ext cx="10096500" cy="0"/>
          </a:xfrm>
          <a:prstGeom prst="line">
            <a:avLst/>
          </a:prstGeom>
          <a:noFill/>
          <a:ln w="19050">
            <a:solidFill>
              <a:srgbClr val="3A3F52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953250"/>
            <a:ext cx="2476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914400" y="8096250"/>
            <a:ext cx="228600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nhắn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38525" y="6953250"/>
            <a:ext cx="2476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3438525" y="8096250"/>
            <a:ext cx="228600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máy:</a:t>
            </a:r>
            <a:r>
              <a:rPr lang="en-US" sz="1800" dirty="0" spc="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8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62650" y="6953250"/>
            <a:ext cx="2476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962650" y="8096250"/>
            <a:ext cx="228600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86775" y="6953250"/>
            <a:ext cx="2476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8486775" y="8096250"/>
            <a:ext cx="247650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tiêu</a:t>
            </a:r>
            <a:r>
              <a:rPr lang="en-US" sz="1800" dirty="0" spc="1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1800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bọc:</a:t>
            </a:r>
            <a:r>
              <a:rPr lang="en-US" sz="1800" dirty="0" spc="-2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TCP,</a:t>
            </a:r>
            <a:r>
              <a:rPr lang="en-US" sz="1800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IP,</a:t>
            </a:r>
            <a:r>
              <a:rPr lang="en-US" sz="1800" dirty="0" spc="-2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MAC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772900" y="914400"/>
            <a:ext cx="5600700" cy="2133600"/>
          </a:xfrm>
          <a:prstGeom prst="roundRect">
            <a:avLst>
              <a:gd name="adj" fmla="val 125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15800" y="1238250"/>
            <a:ext cx="495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6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spc="24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115800" y="1695450"/>
            <a:ext cx="5048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r>
              <a:rPr lang="en-US" sz="2850" b="1" dirty="0" spc="5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2115800" y="2324100"/>
            <a:ext cx="5048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bọc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100" dirty="0" spc="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100" dirty="0" spc="-2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TCP,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IP,</a:t>
            </a:r>
            <a:r>
              <a:rPr lang="en-US" sz="2100" dirty="0" spc="-2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MAC</a:t>
            </a:r>
            <a:endParaRPr lang="en-US" sz="2100" dirty="0"/>
          </a:p>
        </p:txBody>
      </p:sp>
      <p:sp>
        <p:nvSpPr>
          <p:cNvPr id="18" name="Connector line-1792338660854-721667742"/>
          <p:cNvSpPr/>
          <p:nvPr/>
        </p:nvSpPr>
        <p:spPr>
          <a:xfrm>
            <a:off x="14573250" y="3086100"/>
            <a:ext cx="0" cy="45720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1772900" y="3581400"/>
            <a:ext cx="5600700" cy="2133600"/>
          </a:xfrm>
          <a:prstGeom prst="roundRect">
            <a:avLst>
              <a:gd name="adj" fmla="val 125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115800" y="3905250"/>
            <a:ext cx="495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 ĐI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115800" y="4362450"/>
            <a:ext cx="5048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12115800" y="4991100"/>
            <a:ext cx="5048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100" dirty="0" spc="-2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router</a:t>
            </a:r>
            <a:r>
              <a:rPr lang="en-US" sz="210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switch</a:t>
            </a:r>
            <a:endParaRPr lang="en-US" sz="2100" dirty="0"/>
          </a:p>
        </p:txBody>
      </p:sp>
      <p:sp>
        <p:nvSpPr>
          <p:cNvPr id="23" name="Connector line-1792338660860-729370451"/>
          <p:cNvSpPr/>
          <p:nvPr/>
        </p:nvSpPr>
        <p:spPr>
          <a:xfrm>
            <a:off x="14573250" y="5753100"/>
            <a:ext cx="0" cy="45720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1772900" y="6248400"/>
            <a:ext cx="5600700" cy="2133600"/>
          </a:xfrm>
          <a:prstGeom prst="roundRect">
            <a:avLst>
              <a:gd name="adj" fmla="val 125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115800" y="6572250"/>
            <a:ext cx="495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6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115800" y="7029450"/>
            <a:ext cx="5048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2850" dirty="0"/>
          </a:p>
        </p:txBody>
      </p:sp>
      <p:sp>
        <p:nvSpPr>
          <p:cNvPr id="27" name="Text 25"/>
          <p:cNvSpPr/>
          <p:nvPr/>
        </p:nvSpPr>
        <p:spPr>
          <a:xfrm>
            <a:off x="12115800" y="7658100"/>
            <a:ext cx="514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100" dirty="0" spc="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lớp,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100" dirty="0" spc="2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4400" y="9525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mềm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65a4dcc1-59bb-424b-9841-fddd04f35bc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191500" cy="2095500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75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chat,</a:t>
            </a:r>
            <a:endParaRPr lang="en-US" sz="7500" dirty="0"/>
          </a:p>
          <a:p>
            <a:pPr algn="l" indent="0" marL="0">
              <a:lnSpc>
                <a:spcPts val="7875"/>
              </a:lnSpc>
              <a:buNone/>
            </a:pPr>
            <a:r>
              <a:rPr lang="en-US" sz="7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543300"/>
            <a:ext cx="7810500" cy="1905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nhắn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r>
              <a:rPr lang="en-US" sz="2700" dirty="0" spc="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 này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kia.</a:t>
            </a:r>
            <a:r>
              <a:rPr lang="en-US" sz="2700" dirty="0" spc="-8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5619750"/>
            <a:ext cx="7620000" cy="2952750"/>
          </a:xfrm>
          <a:prstGeom prst="roundRect">
            <a:avLst>
              <a:gd name="adj" fmla="val 9032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5924550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7" name="Text richtext-1792338698888-849192056"/>
          <p:cNvSpPr/>
          <p:nvPr/>
        </p:nvSpPr>
        <p:spPr>
          <a:xfrm>
            <a:off x="1257300" y="6400800"/>
            <a:ext cx="7048500" cy="2095500"/>
          </a:xfrm>
          <a:prstGeom prst="rect">
            <a:avLst/>
          </a:prstGeom>
          <a:noFill/>
          <a:ln/>
        </p:spPr>
        <p:txBody>
          <a:bodyPr wrap="square" lIns="0" tIns="9438" rIns="0" bIns="-9438" rtlCol="0" anchor="t"/>
          <a:lstStyle/>
          <a:p>
            <a:pPr algn="l" marL="314325" indent="-224566">
              <a:lnSpc>
                <a:spcPts val="3341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75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475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75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r>
              <a:rPr lang="en-US" sz="2475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75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75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475" dirty="0"/>
          </a:p>
          <a:p>
            <a:pPr algn="l" marL="314325" indent="-224566">
              <a:lnSpc>
                <a:spcPts val="3341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75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2475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475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2475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475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75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bóc</a:t>
            </a:r>
            <a:r>
              <a:rPr lang="en-US" sz="2475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 nào</a:t>
            </a:r>
            <a:endParaRPr lang="en-US" sz="2475" dirty="0"/>
          </a:p>
          <a:p>
            <a:pPr algn="l" marL="314325" indent="-224566">
              <a:lnSpc>
                <a:spcPts val="3341"/>
              </a:lnSpc>
              <a:buSzPct val="100000"/>
              <a:buFont typeface="Arial"/>
              <a:buChar char="•"/>
            </a:pPr>
            <a:r>
              <a:rPr lang="en-US" sz="2475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2475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75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75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75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đệm,</a:t>
            </a:r>
            <a:r>
              <a:rPr lang="en-US" sz="2475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ngắt,</a:t>
            </a:r>
            <a:r>
              <a:rPr lang="en-US" sz="2475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lớp</a:t>
            </a:r>
            <a:endParaRPr lang="en-US" sz="2475" dirty="0"/>
          </a:p>
        </p:txBody>
      </p:sp>
      <p:sp>
        <p:nvSpPr>
          <p:cNvPr id="8" name="Shape 6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0" y="121920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8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TOÀN</a:t>
            </a:r>
            <a:r>
              <a:rPr lang="en-US" sz="1800" b="1" spc="21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906000" y="1714500"/>
            <a:ext cx="6705600" cy="1619250"/>
          </a:xfrm>
          <a:prstGeom prst="roundRect">
            <a:avLst>
              <a:gd name="adj" fmla="val 14118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06000" y="1714500"/>
            <a:ext cx="67056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950" b="1" spc="15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spc="25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1950" dirty="0"/>
          </a:p>
          <a:p>
            <a:pPr algn="ctr" indent="0" marL="0">
              <a:buNone/>
            </a:pP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r>
              <a:rPr lang="en-US" sz="2850" b="1" dirty="0" spc="5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1950" dirty="0"/>
          </a:p>
        </p:txBody>
      </p:sp>
      <p:sp>
        <p:nvSpPr>
          <p:cNvPr id="12" name="Connector line-1792338698920-677024633"/>
          <p:cNvSpPr/>
          <p:nvPr/>
        </p:nvSpPr>
        <p:spPr>
          <a:xfrm>
            <a:off x="13258800" y="3371850"/>
            <a:ext cx="0" cy="68580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906000" y="4095750"/>
            <a:ext cx="6705600" cy="2190750"/>
          </a:xfrm>
          <a:prstGeom prst="roundRect">
            <a:avLst>
              <a:gd name="adj" fmla="val 10435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06000" y="4305300"/>
            <a:ext cx="6705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 ĐI</a:t>
            </a:r>
            <a:r>
              <a:rPr lang="en-US" sz="1950" b="1" spc="22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</a:t>
            </a:r>
            <a:endParaRPr lang="en-US" sz="1950" dirty="0"/>
          </a:p>
        </p:txBody>
      </p:sp>
      <p:sp>
        <p:nvSpPr>
          <p:cNvPr id="15" name="Connector line-1792338698924-528579692"/>
          <p:cNvSpPr/>
          <p:nvPr/>
        </p:nvSpPr>
        <p:spPr>
          <a:xfrm>
            <a:off x="11372850" y="5257800"/>
            <a:ext cx="428625" cy="0"/>
          </a:xfrm>
          <a:prstGeom prst="line">
            <a:avLst/>
          </a:prstGeom>
          <a:noFill/>
          <a:ln w="28575">
            <a:solidFill>
              <a:srgbClr val="B45309"/>
            </a:solidFill>
            <a:prstDash val="dash"/>
            <a:headEnd type="none"/>
            <a:tailEnd type="none"/>
          </a:ln>
        </p:spPr>
      </p:sp>
      <p:sp>
        <p:nvSpPr>
          <p:cNvPr id="16" name="Connector line-1792338698924-559218788"/>
          <p:cNvSpPr/>
          <p:nvPr/>
        </p:nvSpPr>
        <p:spPr>
          <a:xfrm>
            <a:off x="13039725" y="5257800"/>
            <a:ext cx="428625" cy="0"/>
          </a:xfrm>
          <a:prstGeom prst="line">
            <a:avLst/>
          </a:prstGeom>
          <a:noFill/>
          <a:ln w="28575">
            <a:solidFill>
              <a:srgbClr val="B45309"/>
            </a:solidFill>
            <a:prstDash val="dash"/>
            <a:headEnd type="none"/>
            <a:tailEnd type="none"/>
          </a:ln>
        </p:spPr>
      </p:sp>
      <p:sp>
        <p:nvSpPr>
          <p:cNvPr id="17" name="Connector line-1792338698925-684768516"/>
          <p:cNvSpPr/>
          <p:nvPr/>
        </p:nvSpPr>
        <p:spPr>
          <a:xfrm>
            <a:off x="14706600" y="5257800"/>
            <a:ext cx="428625" cy="0"/>
          </a:xfrm>
          <a:prstGeom prst="line">
            <a:avLst/>
          </a:prstGeom>
          <a:noFill/>
          <a:ln w="28575">
            <a:solidFill>
              <a:srgbClr val="B45309"/>
            </a:solidFill>
            <a:prstDash val="dash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0134600" y="4953000"/>
            <a:ext cx="1238250" cy="609600"/>
          </a:xfrm>
          <a:prstGeom prst="roundRect">
            <a:avLst>
              <a:gd name="adj" fmla="val 25000"/>
            </a:avLst>
          </a:prstGeom>
          <a:solidFill>
            <a:srgbClr val="FBF8F2"/>
          </a:solidFill>
          <a:ln w="19050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router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1801475" y="4953000"/>
            <a:ext cx="1238250" cy="609600"/>
          </a:xfrm>
          <a:prstGeom prst="roundRect">
            <a:avLst>
              <a:gd name="adj" fmla="val 25000"/>
            </a:avLst>
          </a:prstGeom>
          <a:solidFill>
            <a:srgbClr val="FBF8F2"/>
          </a:solidFill>
          <a:ln w="19050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switch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3468350" y="4953000"/>
            <a:ext cx="1238250" cy="609600"/>
          </a:xfrm>
          <a:prstGeom prst="roundRect">
            <a:avLst>
              <a:gd name="adj" fmla="val 25000"/>
            </a:avLst>
          </a:prstGeom>
          <a:solidFill>
            <a:srgbClr val="FBF8F2"/>
          </a:solidFill>
          <a:ln w="19050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router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5135225" y="4953000"/>
            <a:ext cx="1238250" cy="609600"/>
          </a:xfrm>
          <a:prstGeom prst="roundRect">
            <a:avLst>
              <a:gd name="adj" fmla="val 25000"/>
            </a:avLst>
          </a:prstGeom>
          <a:solidFill>
            <a:srgbClr val="FBF8F2"/>
          </a:solidFill>
          <a:ln w="19050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switch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906000" y="5772150"/>
            <a:ext cx="6705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 nhiều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195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19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router và</a:t>
            </a:r>
            <a:r>
              <a:rPr lang="en-US" sz="19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switch</a:t>
            </a:r>
            <a:endParaRPr lang="en-US" sz="1950" dirty="0"/>
          </a:p>
        </p:txBody>
      </p:sp>
      <p:sp>
        <p:nvSpPr>
          <p:cNvPr id="23" name="Connector line-1792338698936-850422835"/>
          <p:cNvSpPr/>
          <p:nvPr/>
        </p:nvSpPr>
        <p:spPr>
          <a:xfrm>
            <a:off x="13258800" y="6324600"/>
            <a:ext cx="0" cy="59055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906000" y="6953250"/>
            <a:ext cx="6705600" cy="1619250"/>
          </a:xfrm>
          <a:prstGeom prst="roundRect">
            <a:avLst>
              <a:gd name="adj" fmla="val 14118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06000" y="6953250"/>
            <a:ext cx="67056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950" b="1" spc="15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1950" dirty="0"/>
          </a:p>
          <a:p>
            <a:pPr algn="ctr" indent="0" marL="0">
              <a:buNone/>
            </a:pP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ea180037-dd57-4588-aa50-060d7720e70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spc="25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950" b="1" spc="22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9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17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191500" cy="20955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Tin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chat</a:t>
            </a:r>
            <a:r>
              <a:rPr lang="en-US" sz="72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endParaRPr lang="en-US" sz="7200" dirty="0"/>
          </a:p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72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</a:t>
            </a:r>
            <a:r>
              <a:rPr lang="en-US" sz="7200" dirty="0" spc="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390900"/>
            <a:ext cx="819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3150" b="1" dirty="0" spc="1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 đầu</a:t>
            </a:r>
            <a:r>
              <a:rPr lang="en-US" sz="31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150" b="1" dirty="0" spc="-1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150" b="1" dirty="0" spc="5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14400" y="4095750"/>
            <a:ext cx="7810500" cy="1428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70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r>
              <a:rPr lang="en-US" sz="2700" dirty="0" spc="4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700" dirty="0" spc="2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đi.</a:t>
            </a:r>
            <a:r>
              <a:rPr lang="en-US" sz="27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70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700" dirty="0" spc="3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gửi,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7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5391150"/>
            <a:ext cx="2095500" cy="6096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user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space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162300" y="5391150"/>
            <a:ext cx="2286000" cy="6096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send</a:t>
            </a:r>
            <a:r>
              <a:rPr lang="en-US" sz="21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buffer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600700" y="5391150"/>
            <a:ext cx="2381250" cy="6096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kernel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space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6324600"/>
            <a:ext cx="7620000" cy="2247900"/>
          </a:xfrm>
          <a:prstGeom prst="roundRect">
            <a:avLst>
              <a:gd name="adj" fmla="val 11864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257300" y="6629400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1" name="Text richtext-1792338732547-633024660"/>
          <p:cNvSpPr/>
          <p:nvPr/>
        </p:nvSpPr>
        <p:spPr>
          <a:xfrm>
            <a:off x="1257300" y="7086600"/>
            <a:ext cx="7048500" cy="1428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gian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550" dirty="0" spc="4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gian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0" y="121920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6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spc="24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0" y="1676400"/>
            <a:ext cx="7467600" cy="2762250"/>
          </a:xfrm>
          <a:prstGeom prst="roundRect">
            <a:avLst>
              <a:gd name="adj" fmla="val 8276"/>
            </a:avLst>
          </a:prstGeom>
          <a:solidFill>
            <a:srgbClr val="14161C"/>
          </a:solidFill>
          <a:ln w="19050">
            <a:solidFill>
              <a:srgbClr val="9AA0B5"/>
            </a:solidFill>
            <a:prstDash val="lgDash"/>
          </a:ln>
        </p:spPr>
      </p:sp>
      <p:sp>
        <p:nvSpPr>
          <p:cNvPr id="15" name="Text 13"/>
          <p:cNvSpPr/>
          <p:nvPr/>
        </p:nvSpPr>
        <p:spPr>
          <a:xfrm>
            <a:off x="9810750" y="1885950"/>
            <a:ext cx="704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5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800" b="1" spc="14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1800" b="1" spc="15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800" b="1" spc="15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800" b="1" spc="1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(user space)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239500" y="2762250"/>
            <a:ext cx="4038600" cy="1238250"/>
          </a:xfrm>
          <a:prstGeom prst="roundRect">
            <a:avLst>
              <a:gd name="adj" fmla="val 18462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0477500" y="3095625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525000" y="4914900"/>
            <a:ext cx="7467600" cy="3371850"/>
          </a:xfrm>
          <a:prstGeom prst="roundRect">
            <a:avLst>
              <a:gd name="adj" fmla="val 6780"/>
            </a:avLst>
          </a:prstGeom>
          <a:solidFill>
            <a:srgbClr val="14161C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10750" y="5124450"/>
            <a:ext cx="704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5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800" b="1" spc="14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1800" b="1" spc="15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1800" b="1" spc="14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(kernel</a:t>
            </a:r>
            <a:r>
              <a:rPr lang="en-US" sz="1800" b="1" spc="14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space)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239500" y="5905500"/>
            <a:ext cx="40386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239500" y="6019800"/>
            <a:ext cx="4038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850" b="1" dirty="0" spc="5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2850" dirty="0"/>
          </a:p>
        </p:txBody>
      </p:sp>
      <p:sp>
        <p:nvSpPr>
          <p:cNvPr id="22" name="Shape 20"/>
          <p:cNvSpPr/>
          <p:nvPr/>
        </p:nvSpPr>
        <p:spPr>
          <a:xfrm>
            <a:off x="11696700" y="6686550"/>
            <a:ext cx="533400" cy="266700"/>
          </a:xfrm>
          <a:prstGeom prst="roundRect">
            <a:avLst>
              <a:gd name="adj" fmla="val 21429"/>
            </a:avLst>
          </a:prstGeom>
          <a:solidFill>
            <a:srgbClr val="7C93FF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344400" y="6686550"/>
            <a:ext cx="533400" cy="266700"/>
          </a:xfrm>
          <a:prstGeom prst="roundRect">
            <a:avLst>
              <a:gd name="adj" fmla="val 21429"/>
            </a:avLst>
          </a:prstGeom>
          <a:solidFill>
            <a:srgbClr val="7C93FF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992100" y="6686550"/>
            <a:ext cx="533400" cy="266700"/>
          </a:xfrm>
          <a:prstGeom prst="roundRect">
            <a:avLst>
              <a:gd name="adj" fmla="val 21429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639800" y="6686550"/>
            <a:ext cx="533400" cy="266700"/>
          </a:xfrm>
          <a:prstGeom prst="roundRect">
            <a:avLst>
              <a:gd name="adj" fmla="val 21429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287500" y="6686550"/>
            <a:ext cx="533400" cy="266700"/>
          </a:xfrm>
          <a:prstGeom prst="roundRect">
            <a:avLst>
              <a:gd name="adj" fmla="val 21429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77500" y="6238875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400" dirty="0"/>
          </a:p>
        </p:txBody>
      </p:sp>
      <p:sp>
        <p:nvSpPr>
          <p:cNvPr id="28" name="Connector line-1792338732569-761850774"/>
          <p:cNvSpPr/>
          <p:nvPr/>
        </p:nvSpPr>
        <p:spPr>
          <a:xfrm>
            <a:off x="13258800" y="4038600"/>
            <a:ext cx="0" cy="180975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29" name="Connector line-1792338732569-551649760"/>
          <p:cNvSpPr/>
          <p:nvPr/>
        </p:nvSpPr>
        <p:spPr>
          <a:xfrm>
            <a:off x="13258800" y="7181850"/>
            <a:ext cx="0" cy="72390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13525500" y="74104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sang</a:t>
            </a: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3" name="Moda image moda-export-watermark-9f85323f-037e-4df7-b37c-e6320b78d5a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spc="25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950" b="1" spc="22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191500" cy="20955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Bọc</a:t>
            </a:r>
            <a:r>
              <a:rPr lang="en-US" sz="72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72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endParaRPr lang="en-US" sz="7200" dirty="0"/>
          </a:p>
          <a:p>
            <a:pPr algn="l" indent="0" marL="0">
              <a:lnSpc>
                <a:spcPts val="7560"/>
              </a:lnSpc>
              <a:buNone/>
            </a:pPr>
            <a:r>
              <a:rPr lang="en-US" sz="72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tiêu</a:t>
            </a:r>
            <a:r>
              <a:rPr lang="en-US" sz="7200" dirty="0" spc="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390900"/>
            <a:ext cx="819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3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TCP,</a:t>
            </a:r>
            <a:r>
              <a:rPr lang="en-US" sz="3150" b="1" dirty="0" spc="-1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31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IP,</a:t>
            </a:r>
            <a:r>
              <a:rPr lang="en-US" sz="3150" b="1" dirty="0" spc="-1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3150" b="1" dirty="0" spc="-3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MAC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14400" y="4095750"/>
            <a:ext cx="7810500" cy="1428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Ngăn</a:t>
            </a:r>
            <a:r>
              <a:rPr lang="en-US" sz="27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bọc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đề.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Qdisc</a:t>
            </a:r>
            <a:r>
              <a:rPr lang="en-US" sz="27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700" dirty="0" spc="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70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5391150"/>
            <a:ext cx="123825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TCP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305050" y="5391150"/>
            <a:ext cx="9525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IP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3409950" y="5391150"/>
            <a:ext cx="123825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MAC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800600" y="5391150"/>
            <a:ext cx="15240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qdisc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14400" y="6324600"/>
            <a:ext cx="7620000" cy="2247900"/>
          </a:xfrm>
          <a:prstGeom prst="roundRect">
            <a:avLst>
              <a:gd name="adj" fmla="val 11864"/>
            </a:avLst>
          </a:prstGeom>
          <a:solidFill>
            <a:srgbClr val="DDE3FA"/>
          </a:solidFill>
          <a:ln/>
        </p:spPr>
      </p:sp>
      <p:sp>
        <p:nvSpPr>
          <p:cNvPr id="11" name="Text 9"/>
          <p:cNvSpPr/>
          <p:nvPr/>
        </p:nvSpPr>
        <p:spPr>
          <a:xfrm>
            <a:off x="1257300" y="6629400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2" name="Text richtext-1792338839321-616517794"/>
          <p:cNvSpPr/>
          <p:nvPr/>
        </p:nvSpPr>
        <p:spPr>
          <a:xfrm>
            <a:off x="1257300" y="7086600"/>
            <a:ext cx="7048500" cy="1428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bọc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Qdisc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nhân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25000" y="118110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NGĂN XẾP</a:t>
            </a: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180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BỌC</a:t>
            </a: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525000" y="1619250"/>
            <a:ext cx="7467600" cy="4476750"/>
          </a:xfrm>
          <a:prstGeom prst="roundRect">
            <a:avLst>
              <a:gd name="adj" fmla="val 5957"/>
            </a:avLst>
          </a:prstGeom>
          <a:solidFill>
            <a:srgbClr val="1F3FD1"/>
          </a:solidFill>
          <a:ln/>
        </p:spPr>
      </p:sp>
      <p:sp>
        <p:nvSpPr>
          <p:cNvPr id="16" name="Text 14"/>
          <p:cNvSpPr/>
          <p:nvPr/>
        </p:nvSpPr>
        <p:spPr>
          <a:xfrm>
            <a:off x="9829800" y="177165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Tiêu</a:t>
            </a:r>
            <a:r>
              <a:rPr lang="en-US" sz="24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40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MAC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182600" y="1828800"/>
            <a:ext cx="3524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dirty="0" spc="-6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bọc</a:t>
            </a:r>
            <a:r>
              <a:rPr lang="en-US" sz="1800" dirty="0" spc="-2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810750" y="2247900"/>
            <a:ext cx="6896100" cy="3562350"/>
          </a:xfrm>
          <a:prstGeom prst="roundRect">
            <a:avLst>
              <a:gd name="adj" fmla="val 6417"/>
            </a:avLst>
          </a:prstGeom>
          <a:solidFill>
            <a:srgbClr val="DDE3FA"/>
          </a:solidFill>
          <a:ln/>
        </p:spPr>
      </p:sp>
      <p:sp>
        <p:nvSpPr>
          <p:cNvPr id="19" name="Text 17"/>
          <p:cNvSpPr/>
          <p:nvPr/>
        </p:nvSpPr>
        <p:spPr>
          <a:xfrm>
            <a:off x="10115550" y="240030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Tiêu</a:t>
            </a:r>
            <a:r>
              <a:rPr lang="en-US" sz="2400" b="1" dirty="0" spc="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40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3182600" y="24574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bọc</a:t>
            </a:r>
            <a:r>
              <a:rPr lang="en-US" sz="1800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096500" y="2876550"/>
            <a:ext cx="6324600" cy="2647950"/>
          </a:xfrm>
          <a:prstGeom prst="roundRect">
            <a:avLst>
              <a:gd name="adj" fmla="val 7914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01300" y="302895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Tiêu</a:t>
            </a:r>
            <a:r>
              <a:rPr lang="en-US" sz="2400" b="1" dirty="0" spc="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400" b="1" dirty="0" spc="-2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182600" y="3086100"/>
            <a:ext cx="2952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bọc</a:t>
            </a:r>
            <a:r>
              <a:rPr lang="en-US" sz="1800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477500" y="3657600"/>
            <a:ext cx="5562600" cy="1485900"/>
          </a:xfrm>
          <a:prstGeom prst="roundRect">
            <a:avLst>
              <a:gd name="adj" fmla="val 12821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33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endParaRPr lang="en-US" sz="3300" dirty="0"/>
          </a:p>
        </p:txBody>
      </p:sp>
      <p:sp>
        <p:nvSpPr>
          <p:cNvPr id="25" name="Connector line-1792338839347-631231257"/>
          <p:cNvSpPr/>
          <p:nvPr/>
        </p:nvSpPr>
        <p:spPr>
          <a:xfrm>
            <a:off x="13258800" y="6134100"/>
            <a:ext cx="0" cy="64770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525000" y="6819900"/>
            <a:ext cx="74676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lgDash"/>
          </a:ln>
        </p:spPr>
      </p:sp>
      <p:sp>
        <p:nvSpPr>
          <p:cNvPr id="27" name="Text 25"/>
          <p:cNvSpPr/>
          <p:nvPr/>
        </p:nvSpPr>
        <p:spPr>
          <a:xfrm>
            <a:off x="9525000" y="6819900"/>
            <a:ext cx="74676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50"/>
              </a:spcAft>
              <a:buNone/>
            </a:pP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qdisc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(Queueing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Disciplines)</a:t>
            </a:r>
            <a:endParaRPr lang="en-US" sz="2400" dirty="0"/>
          </a:p>
          <a:p>
            <a:pPr algn="ctr" indent="0" marL="0">
              <a:buNone/>
            </a:pPr>
            <a:r>
              <a:rPr lang="en-US" sz="2100" dirty="0" spc="-2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xếp</a:t>
            </a:r>
            <a:r>
              <a:rPr lang="en-US" sz="2100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100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dirty="0" spc="-1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100" dirty="0" spc="2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100" dirty="0" spc="-3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ede1f062-d382-44d8-b6aa-d5583cae1c7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191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spc="25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950" b="1" spc="22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9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17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191500" cy="20955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Ra</a:t>
            </a:r>
            <a:r>
              <a:rPr lang="en-US" sz="7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card</a:t>
            </a:r>
            <a:r>
              <a:rPr lang="en-US" sz="7200" dirty="0" spc="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mạng,</a:t>
            </a:r>
            <a:endParaRPr lang="en-US" sz="7200" dirty="0"/>
          </a:p>
          <a:p>
            <a:pPr algn="l" indent="0" marL="0">
              <a:lnSpc>
                <a:spcPts val="7560"/>
              </a:lnSpc>
              <a:buNone/>
            </a:pPr>
            <a:r>
              <a:rPr lang="en-US" sz="72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lên</a:t>
            </a:r>
            <a:r>
              <a:rPr lang="en-US" sz="72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Internet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390900"/>
            <a:ext cx="819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6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</a:t>
            </a:r>
            <a:r>
              <a:rPr lang="en-US" sz="3150" b="1" dirty="0" spc="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3150" b="1" dirty="0" spc="2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31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3150" b="1" dirty="0" spc="-1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1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14400" y="4095750"/>
            <a:ext cx="7810500" cy="1428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NIC</a:t>
            </a:r>
            <a:r>
              <a:rPr lang="en-US" sz="270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70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70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700" dirty="0" spc="-2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70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70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5391150"/>
            <a:ext cx="1047750" cy="6096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NIC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114550" y="5391150"/>
            <a:ext cx="2190750" cy="6096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ring</a:t>
            </a:r>
            <a:r>
              <a:rPr lang="en-US" sz="21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buffer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457700" y="5391150"/>
            <a:ext cx="1428750" cy="609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router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038850" y="5391150"/>
            <a:ext cx="1428750" cy="609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switch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14400" y="6324600"/>
            <a:ext cx="7620000" cy="2247900"/>
          </a:xfrm>
          <a:prstGeom prst="roundRect">
            <a:avLst>
              <a:gd name="adj" fmla="val 11864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57300" y="6629400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2" name="Text richtext-1792339098533-983485362"/>
          <p:cNvSpPr/>
          <p:nvPr/>
        </p:nvSpPr>
        <p:spPr>
          <a:xfrm>
            <a:off x="1257300" y="7086600"/>
            <a:ext cx="7048500" cy="1428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NIC: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cứng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router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switch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9525000" y="1238250"/>
            <a:ext cx="7467600" cy="1905000"/>
          </a:xfrm>
          <a:prstGeom prst="roundRect">
            <a:avLst>
              <a:gd name="adj" fmla="val 12000"/>
            </a:avLst>
          </a:prstGeom>
          <a:solidFill>
            <a:srgbClr val="14161C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10750" y="14097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9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spc="17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800" b="1" spc="15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15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800" b="1" spc="14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810750" y="2000250"/>
            <a:ext cx="3143250" cy="914400"/>
          </a:xfrm>
          <a:prstGeom prst="roundRect">
            <a:avLst>
              <a:gd name="adj" fmla="val 208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4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716000" y="2000250"/>
            <a:ext cx="2990850" cy="914400"/>
          </a:xfrm>
          <a:prstGeom prst="roundRect">
            <a:avLst>
              <a:gd name="adj" fmla="val 20833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NIC</a:t>
            </a:r>
            <a:endParaRPr lang="en-US" sz="3000" dirty="0"/>
          </a:p>
        </p:txBody>
      </p:sp>
      <p:sp>
        <p:nvSpPr>
          <p:cNvPr id="18" name="Connector line-1792339098558-872553107"/>
          <p:cNvSpPr/>
          <p:nvPr/>
        </p:nvSpPr>
        <p:spPr>
          <a:xfrm>
            <a:off x="12992100" y="2457450"/>
            <a:ext cx="6858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9" name="Connector line-1792339098558-896489831"/>
          <p:cNvSpPr/>
          <p:nvPr/>
        </p:nvSpPr>
        <p:spPr>
          <a:xfrm>
            <a:off x="15211425" y="2952750"/>
            <a:ext cx="0" cy="81915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525000" y="3810000"/>
            <a:ext cx="7467600" cy="2476500"/>
          </a:xfrm>
          <a:prstGeom prst="roundRect">
            <a:avLst>
              <a:gd name="adj" fmla="val 9231"/>
            </a:avLst>
          </a:prstGeom>
          <a:solidFill>
            <a:srgbClr val="14161C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10750" y="39814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endParaRPr lang="en-US" sz="1800" dirty="0"/>
          </a:p>
        </p:txBody>
      </p:sp>
      <p:sp>
        <p:nvSpPr>
          <p:cNvPr id="22" name="Connector line-1792339098561-124079534"/>
          <p:cNvSpPr/>
          <p:nvPr/>
        </p:nvSpPr>
        <p:spPr>
          <a:xfrm>
            <a:off x="11315700" y="5000625"/>
            <a:ext cx="342900" cy="0"/>
          </a:xfrm>
          <a:prstGeom prst="line">
            <a:avLst/>
          </a:prstGeom>
          <a:noFill/>
          <a:ln w="28575">
            <a:solidFill>
              <a:srgbClr val="FFB454"/>
            </a:solidFill>
            <a:prstDash val="dash"/>
            <a:headEnd type="none"/>
            <a:tailEnd type="none"/>
          </a:ln>
        </p:spPr>
      </p:sp>
      <p:sp>
        <p:nvSpPr>
          <p:cNvPr id="23" name="Connector line-1792339098561-688687675"/>
          <p:cNvSpPr/>
          <p:nvPr/>
        </p:nvSpPr>
        <p:spPr>
          <a:xfrm>
            <a:off x="13087350" y="5000625"/>
            <a:ext cx="342900" cy="0"/>
          </a:xfrm>
          <a:prstGeom prst="line">
            <a:avLst/>
          </a:prstGeom>
          <a:noFill/>
          <a:ln w="28575">
            <a:solidFill>
              <a:srgbClr val="FFB454"/>
            </a:solidFill>
            <a:prstDash val="dash"/>
            <a:headEnd type="none"/>
            <a:tailEnd type="none"/>
          </a:ln>
        </p:spPr>
      </p:sp>
      <p:sp>
        <p:nvSpPr>
          <p:cNvPr id="24" name="Connector line-1792339098561-954804344"/>
          <p:cNvSpPr/>
          <p:nvPr/>
        </p:nvSpPr>
        <p:spPr>
          <a:xfrm>
            <a:off x="14859000" y="5000625"/>
            <a:ext cx="342900" cy="0"/>
          </a:xfrm>
          <a:prstGeom prst="line">
            <a:avLst/>
          </a:prstGeom>
          <a:noFill/>
          <a:ln w="28575">
            <a:solidFill>
              <a:srgbClr val="FFB454"/>
            </a:solidFill>
            <a:prstDash val="dash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886950" y="4667250"/>
            <a:ext cx="1428750" cy="666750"/>
          </a:xfrm>
          <a:prstGeom prst="roundRect">
            <a:avLst>
              <a:gd name="adj" fmla="val 22857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router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1658600" y="4667250"/>
            <a:ext cx="1428750" cy="666750"/>
          </a:xfrm>
          <a:prstGeom prst="roundRect">
            <a:avLst>
              <a:gd name="adj" fmla="val 22857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switch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3430250" y="4667250"/>
            <a:ext cx="1428750" cy="666750"/>
          </a:xfrm>
          <a:prstGeom prst="roundRect">
            <a:avLst>
              <a:gd name="adj" fmla="val 22857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router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5201900" y="4667250"/>
            <a:ext cx="1428750" cy="666750"/>
          </a:xfrm>
          <a:prstGeom prst="roundRect">
            <a:avLst>
              <a:gd name="adj" fmla="val 22857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switch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810750" y="5638800"/>
            <a:ext cx="6896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 nhiều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1950" dirty="0" spc="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19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95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router và</a:t>
            </a:r>
            <a:r>
              <a:rPr lang="en-US" sz="19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switch</a:t>
            </a:r>
            <a:endParaRPr lang="en-US" sz="1950" dirty="0"/>
          </a:p>
        </p:txBody>
      </p:sp>
      <p:sp>
        <p:nvSpPr>
          <p:cNvPr id="30" name="Connector line-1792339098571-468568876"/>
          <p:cNvSpPr/>
          <p:nvPr/>
        </p:nvSpPr>
        <p:spPr>
          <a:xfrm>
            <a:off x="15211425" y="6324600"/>
            <a:ext cx="0" cy="49530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525000" y="6858000"/>
            <a:ext cx="7467600" cy="1428750"/>
          </a:xfrm>
          <a:prstGeom prst="roundRect">
            <a:avLst>
              <a:gd name="adj" fmla="val 16000"/>
            </a:avLst>
          </a:prstGeom>
          <a:solidFill>
            <a:srgbClr val="14161C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10750" y="70294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9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spc="15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810750" y="7448550"/>
            <a:ext cx="6896100" cy="666750"/>
          </a:xfrm>
          <a:prstGeom prst="roundRect">
            <a:avLst>
              <a:gd name="adj" fmla="val 25714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NIC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6" name="Moda image moda-export-watermark-af80102f-4e10-4985-909a-37a11547e5c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95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17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191500" cy="20955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Ngắt,</a:t>
            </a:r>
            <a:endParaRPr lang="en-US" sz="7200" dirty="0"/>
          </a:p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rồi</a:t>
            </a:r>
            <a:r>
              <a:rPr lang="en-US" sz="72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ngắt</a:t>
            </a:r>
            <a:r>
              <a:rPr lang="en-US" sz="72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mềm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390900"/>
            <a:ext cx="819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3150" b="1" dirty="0" spc="1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 đầu</a:t>
            </a:r>
            <a:r>
              <a:rPr lang="en-US" sz="31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150" b="1" dirty="0" spc="-1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1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14400" y="4095750"/>
            <a:ext cx="7810500" cy="1428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vòng;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NIC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CPU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ngắt.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5391150"/>
            <a:ext cx="180975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ngắt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876550" y="5391150"/>
            <a:ext cx="17145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ngắt mềm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743450" y="5391150"/>
            <a:ext cx="180975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ksoftirqd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6324600"/>
            <a:ext cx="7620000" cy="2247900"/>
          </a:xfrm>
          <a:prstGeom prst="roundRect">
            <a:avLst>
              <a:gd name="adj" fmla="val 11864"/>
            </a:avLst>
          </a:prstGeom>
          <a:solidFill>
            <a:srgbClr val="CFE8E2"/>
          </a:solidFill>
          <a:ln/>
        </p:spPr>
      </p:sp>
      <p:sp>
        <p:nvSpPr>
          <p:cNvPr id="10" name="Text 8"/>
          <p:cNvSpPr/>
          <p:nvPr/>
        </p:nvSpPr>
        <p:spPr>
          <a:xfrm>
            <a:off x="1257300" y="6553200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1" name="Text richtext-1792339134356-101515661"/>
          <p:cNvSpPr/>
          <p:nvPr/>
        </p:nvSpPr>
        <p:spPr>
          <a:xfrm>
            <a:off x="1257300" y="6991350"/>
            <a:ext cx="7143750" cy="1524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marL="304800" indent="-217761">
              <a:lnSpc>
                <a:spcPts val="32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Ngắt: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NIC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CPU</a:t>
            </a:r>
            <a:endParaRPr lang="en-US" sz="2400" dirty="0"/>
          </a:p>
          <a:p>
            <a:pPr algn="l" marL="304800" indent="-217761">
              <a:lnSpc>
                <a:spcPts val="32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Ngắt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mềm: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thoát</a:t>
            </a:r>
            <a:r>
              <a:rPr lang="en-US" sz="24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ngắt</a:t>
            </a:r>
            <a:endParaRPr lang="en-US" sz="2400" dirty="0"/>
          </a:p>
          <a:p>
            <a:pPr algn="l" marL="304800" indent="-217761">
              <a:lnSpc>
                <a:spcPts val="3240"/>
              </a:lnSpc>
              <a:buSzPct val="100000"/>
              <a:buFont typeface="Arial"/>
              <a:buChar char="•"/>
            </a:pP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Ngoài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ngắt:</a:t>
            </a:r>
            <a:r>
              <a:rPr lang="en-US" sz="24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ksoftirqd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Connector line-1792339134367-660326653"/>
          <p:cNvSpPr/>
          <p:nvPr/>
        </p:nvSpPr>
        <p:spPr>
          <a:xfrm>
            <a:off x="10344150" y="2133600"/>
            <a:ext cx="0" cy="6172200"/>
          </a:xfrm>
          <a:prstGeom prst="line">
            <a:avLst/>
          </a:prstGeom>
          <a:noFill/>
          <a:ln w="28575">
            <a:solidFill>
              <a:srgbClr val="6B6A66">
                <a:alpha val="40000"/>
              </a:srgbClr>
            </a:solidFill>
            <a:prstDash val="lgDash"/>
            <a:headEnd type="none"/>
            <a:tailEnd type="none"/>
          </a:ln>
        </p:spPr>
      </p:sp>
      <p:sp>
        <p:nvSpPr>
          <p:cNvPr id="14" name="Connector line-1792339134367-160226614"/>
          <p:cNvSpPr/>
          <p:nvPr/>
        </p:nvSpPr>
        <p:spPr>
          <a:xfrm>
            <a:off x="12287250" y="2133600"/>
            <a:ext cx="0" cy="6172200"/>
          </a:xfrm>
          <a:prstGeom prst="line">
            <a:avLst/>
          </a:prstGeom>
          <a:noFill/>
          <a:ln w="28575">
            <a:solidFill>
              <a:srgbClr val="6B6A66">
                <a:alpha val="40000"/>
              </a:srgbClr>
            </a:solidFill>
            <a:prstDash val="lgDash"/>
            <a:headEnd type="none"/>
            <a:tailEnd type="none"/>
          </a:ln>
        </p:spPr>
      </p:sp>
      <p:sp>
        <p:nvSpPr>
          <p:cNvPr id="15" name="Connector line-1792339134367-576695689"/>
          <p:cNvSpPr/>
          <p:nvPr/>
        </p:nvSpPr>
        <p:spPr>
          <a:xfrm>
            <a:off x="14230350" y="2133600"/>
            <a:ext cx="0" cy="6172200"/>
          </a:xfrm>
          <a:prstGeom prst="line">
            <a:avLst/>
          </a:prstGeom>
          <a:noFill/>
          <a:ln w="28575">
            <a:solidFill>
              <a:srgbClr val="6B6A66">
                <a:alpha val="40000"/>
              </a:srgbClr>
            </a:solidFill>
            <a:prstDash val="lgDash"/>
            <a:headEnd type="none"/>
            <a:tailEnd type="none"/>
          </a:ln>
        </p:spPr>
      </p:sp>
      <p:sp>
        <p:nvSpPr>
          <p:cNvPr id="16" name="Connector line-1792339134367-747162464"/>
          <p:cNvSpPr/>
          <p:nvPr/>
        </p:nvSpPr>
        <p:spPr>
          <a:xfrm>
            <a:off x="16173450" y="2133600"/>
            <a:ext cx="0" cy="6172200"/>
          </a:xfrm>
          <a:prstGeom prst="line">
            <a:avLst/>
          </a:prstGeom>
          <a:noFill/>
          <a:ln w="28575">
            <a:solidFill>
              <a:srgbClr val="6B6A66">
                <a:alpha val="40000"/>
              </a:srgbClr>
            </a:solidFill>
            <a:prstDash val="lgDash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9525000" y="1238250"/>
            <a:ext cx="1638300" cy="857250"/>
          </a:xfrm>
          <a:prstGeom prst="roundRect">
            <a:avLst>
              <a:gd name="adj" fmla="val 2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NIC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468100" y="1238250"/>
            <a:ext cx="1638300" cy="857250"/>
          </a:xfrm>
          <a:prstGeom prst="roundRect">
            <a:avLst>
              <a:gd name="adj" fmla="val 2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19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411200" y="1238250"/>
            <a:ext cx="1638300" cy="857250"/>
          </a:xfrm>
          <a:prstGeom prst="roundRect">
            <a:avLst>
              <a:gd name="adj" fmla="val 2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CPU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5354300" y="1238250"/>
            <a:ext cx="1638300" cy="857250"/>
          </a:xfrm>
          <a:prstGeom prst="roundRect">
            <a:avLst>
              <a:gd name="adj" fmla="val 2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ksoftirqd</a:t>
            </a:r>
            <a:endParaRPr lang="en-US" sz="1950" dirty="0"/>
          </a:p>
        </p:txBody>
      </p:sp>
      <p:sp>
        <p:nvSpPr>
          <p:cNvPr id="21" name="Connector line-1792339134375-760934743"/>
          <p:cNvSpPr/>
          <p:nvPr/>
        </p:nvSpPr>
        <p:spPr>
          <a:xfrm>
            <a:off x="10401300" y="3238500"/>
            <a:ext cx="18288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0410825" y="2705100"/>
            <a:ext cx="1809750" cy="419100"/>
          </a:xfrm>
          <a:prstGeom prst="rect">
            <a:avLst/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19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950" dirty="0"/>
          </a:p>
        </p:txBody>
      </p:sp>
      <p:sp>
        <p:nvSpPr>
          <p:cNvPr id="23" name="Connector line-1792339134378-582777588"/>
          <p:cNvSpPr/>
          <p:nvPr/>
        </p:nvSpPr>
        <p:spPr>
          <a:xfrm>
            <a:off x="10401300" y="4572000"/>
            <a:ext cx="37719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1144250" y="4038600"/>
            <a:ext cx="2286000" cy="419100"/>
          </a:xfrm>
          <a:prstGeom prst="rect">
            <a:avLst/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98" b="1" dirty="0" spc="-1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ngắt</a:t>
            </a:r>
            <a:endParaRPr lang="en-US" sz="1998" dirty="0"/>
          </a:p>
        </p:txBody>
      </p:sp>
      <p:sp>
        <p:nvSpPr>
          <p:cNvPr id="25" name="Connector line-1792339134384-284663825"/>
          <p:cNvSpPr/>
          <p:nvPr/>
        </p:nvSpPr>
        <p:spPr>
          <a:xfrm>
            <a:off x="14287500" y="5905500"/>
            <a:ext cx="18288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4249400" y="5372100"/>
            <a:ext cx="1905000" cy="419100"/>
          </a:xfrm>
          <a:prstGeom prst="rect">
            <a:avLst/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98" b="1" dirty="0" spc="-1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ngắt</a:t>
            </a:r>
            <a:r>
              <a:rPr lang="en-US" sz="1998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1998" dirty="0"/>
          </a:p>
        </p:txBody>
      </p:sp>
      <p:sp>
        <p:nvSpPr>
          <p:cNvPr id="27" name="Connector line-1792339134388-400687619"/>
          <p:cNvSpPr/>
          <p:nvPr/>
        </p:nvSpPr>
        <p:spPr>
          <a:xfrm flipH="1">
            <a:off x="12344400" y="7239000"/>
            <a:ext cx="37719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13087350" y="6705600"/>
            <a:ext cx="2286000" cy="419100"/>
          </a:xfrm>
          <a:prstGeom prst="rect">
            <a:avLst/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19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195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9525000" y="8382000"/>
            <a:ext cx="7467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6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đọc: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ab96ead5-79bf-48f7-8562-ad06b51706e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191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950" b="1" spc="22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17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191500" cy="20955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Mở</a:t>
            </a:r>
            <a:r>
              <a:rPr lang="en-US" sz="72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72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lớp,</a:t>
            </a:r>
            <a:endParaRPr lang="en-US" sz="7200" dirty="0"/>
          </a:p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9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tới</a:t>
            </a:r>
            <a:r>
              <a:rPr lang="en-US" sz="72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390900"/>
            <a:ext cx="819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3150" b="1" dirty="0" spc="1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31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31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150" b="1" dirty="0" spc="-1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1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14400" y="4095750"/>
            <a:ext cx="7810500" cy="1428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 lần</a:t>
            </a:r>
            <a:r>
              <a:rPr lang="en-US" sz="270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7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7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lớp,</a:t>
            </a:r>
            <a:r>
              <a:rPr lang="en-US" sz="2700" dirty="0" spc="-3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</a:t>
            </a:r>
            <a:r>
              <a:rPr lang="en-US" sz="27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7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5391150"/>
            <a:ext cx="2857500" cy="6096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liên</a:t>
            </a:r>
            <a:r>
              <a:rPr lang="en-US" sz="210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924300" y="5391150"/>
            <a:ext cx="1143000" cy="6096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219700" y="5391150"/>
            <a:ext cx="1714500" cy="6096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6324600"/>
            <a:ext cx="7620000" cy="2247900"/>
          </a:xfrm>
          <a:prstGeom prst="roundRect">
            <a:avLst>
              <a:gd name="adj" fmla="val 11864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257300" y="6553200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1" name="Text richtext-1792339176239-19455039"/>
          <p:cNvSpPr/>
          <p:nvPr/>
        </p:nvSpPr>
        <p:spPr>
          <a:xfrm>
            <a:off x="1257300" y="6991350"/>
            <a:ext cx="7143750" cy="1524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marL="304800" indent="-217761">
              <a:lnSpc>
                <a:spcPts val="32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endParaRPr lang="en-US" sz="2400" dirty="0"/>
          </a:p>
          <a:p>
            <a:pPr algn="l" marL="304800" indent="-217761">
              <a:lnSpc>
                <a:spcPts val="32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Rồi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4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400" dirty="0"/>
          </a:p>
          <a:p>
            <a:pPr algn="l" marL="304800" indent="-217761">
              <a:lnSpc>
                <a:spcPts val="3240"/>
              </a:lnSpc>
              <a:buSzPct val="100000"/>
              <a:buFont typeface="Arial"/>
              <a:buChar char="•"/>
            </a:pP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Cuối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dirty="0" spc="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9525000" y="1428750"/>
            <a:ext cx="7467600" cy="1333500"/>
          </a:xfrm>
          <a:prstGeom prst="roundRect">
            <a:avLst>
              <a:gd name="adj" fmla="val 17143"/>
            </a:avLst>
          </a:prstGeom>
          <a:solidFill>
            <a:srgbClr val="14161C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15500" y="1571625"/>
            <a:ext cx="1047750" cy="1047750"/>
          </a:xfrm>
          <a:prstGeom prst="roundRect">
            <a:avLst>
              <a:gd name="adj" fmla="val 14545"/>
            </a:avLst>
          </a:prstGeom>
          <a:solidFill>
            <a:srgbClr val="14161C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67900" y="1724025"/>
            <a:ext cx="742950" cy="742950"/>
          </a:xfrm>
          <a:prstGeom prst="roundRect">
            <a:avLst>
              <a:gd name="adj" fmla="val 15385"/>
            </a:avLst>
          </a:prstGeom>
          <a:solidFill>
            <a:srgbClr val="14161C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20300" y="187642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14161C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53650" y="2009775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3DD6A0"/>
          </a:solidFill>
          <a:ln/>
        </p:spPr>
      </p:sp>
      <p:sp>
        <p:nvSpPr>
          <p:cNvPr id="18" name="Text 16"/>
          <p:cNvSpPr/>
          <p:nvPr/>
        </p:nvSpPr>
        <p:spPr>
          <a:xfrm>
            <a:off x="11049000" y="184785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1734800" y="1714500"/>
            <a:ext cx="504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700" b="1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700" dirty="0"/>
          </a:p>
        </p:txBody>
      </p:sp>
      <p:sp>
        <p:nvSpPr>
          <p:cNvPr id="20" name="Connector line-1792339176253-50878507"/>
          <p:cNvSpPr/>
          <p:nvPr/>
        </p:nvSpPr>
        <p:spPr>
          <a:xfrm>
            <a:off x="13258800" y="2800350"/>
            <a:ext cx="0" cy="40005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525000" y="3238500"/>
            <a:ext cx="7467600" cy="1333500"/>
          </a:xfrm>
          <a:prstGeom prst="roundRect">
            <a:avLst>
              <a:gd name="adj" fmla="val 17143"/>
            </a:avLst>
          </a:prstGeom>
          <a:solidFill>
            <a:srgbClr val="14161C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67900" y="3533775"/>
            <a:ext cx="742950" cy="742950"/>
          </a:xfrm>
          <a:prstGeom prst="roundRect">
            <a:avLst>
              <a:gd name="adj" fmla="val 15385"/>
            </a:avLst>
          </a:prstGeom>
          <a:solidFill>
            <a:srgbClr val="14161C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20300" y="368617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14161C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53650" y="3819525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3DD6A0"/>
          </a:solidFill>
          <a:ln/>
        </p:spPr>
      </p:sp>
      <p:sp>
        <p:nvSpPr>
          <p:cNvPr id="25" name="Text 23"/>
          <p:cNvSpPr/>
          <p:nvPr/>
        </p:nvSpPr>
        <p:spPr>
          <a:xfrm>
            <a:off x="11049000" y="36576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1734800" y="3524250"/>
            <a:ext cx="504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700" dirty="0"/>
          </a:p>
        </p:txBody>
      </p:sp>
      <p:sp>
        <p:nvSpPr>
          <p:cNvPr id="27" name="Connector line-1792339176258-372788174"/>
          <p:cNvSpPr/>
          <p:nvPr/>
        </p:nvSpPr>
        <p:spPr>
          <a:xfrm>
            <a:off x="13258800" y="4610100"/>
            <a:ext cx="0" cy="40005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525000" y="5048250"/>
            <a:ext cx="7467600" cy="1333500"/>
          </a:xfrm>
          <a:prstGeom prst="roundRect">
            <a:avLst>
              <a:gd name="adj" fmla="val 17143"/>
            </a:avLst>
          </a:prstGeom>
          <a:solidFill>
            <a:srgbClr val="14161C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20300" y="549592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14161C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53650" y="5629275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3DD6A0"/>
          </a:solidFill>
          <a:ln/>
        </p:spPr>
      </p:sp>
      <p:sp>
        <p:nvSpPr>
          <p:cNvPr id="31" name="Text 29"/>
          <p:cNvSpPr/>
          <p:nvPr/>
        </p:nvSpPr>
        <p:spPr>
          <a:xfrm>
            <a:off x="11049000" y="546735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1734800" y="5334000"/>
            <a:ext cx="504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7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7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endParaRPr lang="en-US" sz="2700" dirty="0"/>
          </a:p>
        </p:txBody>
      </p:sp>
      <p:sp>
        <p:nvSpPr>
          <p:cNvPr id="33" name="Connector line-1792339176262-735411721"/>
          <p:cNvSpPr/>
          <p:nvPr/>
        </p:nvSpPr>
        <p:spPr>
          <a:xfrm>
            <a:off x="13258800" y="6419850"/>
            <a:ext cx="0" cy="40005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525000" y="6858000"/>
            <a:ext cx="7467600" cy="1333500"/>
          </a:xfrm>
          <a:prstGeom prst="roundRect">
            <a:avLst>
              <a:gd name="adj" fmla="val 17143"/>
            </a:avLst>
          </a:prstGeom>
          <a:solidFill>
            <a:srgbClr val="3DD6A0"/>
          </a:solidFill>
          <a:ln/>
        </p:spPr>
      </p:sp>
      <p:sp>
        <p:nvSpPr>
          <p:cNvPr id="35" name="Shape 33"/>
          <p:cNvSpPr/>
          <p:nvPr/>
        </p:nvSpPr>
        <p:spPr>
          <a:xfrm>
            <a:off x="10020300" y="730567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14161C"/>
          </a:solidFill>
          <a:ln/>
        </p:spPr>
      </p:sp>
      <p:sp>
        <p:nvSpPr>
          <p:cNvPr id="36" name="Text 34"/>
          <p:cNvSpPr/>
          <p:nvPr/>
        </p:nvSpPr>
        <p:spPr>
          <a:xfrm>
            <a:off x="11049000" y="72771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1734800" y="6877050"/>
            <a:ext cx="5191125" cy="1295400"/>
          </a:xfrm>
          <a:prstGeom prst="rect">
            <a:avLst/>
          </a:prstGeom>
          <a:noFill/>
          <a:ln/>
        </p:spPr>
        <p:txBody>
          <a:bodyPr wrap="square" lIns="0" tIns="13376" rIns="0" bIns="-13376" rtlCol="0" anchor="ctr"/>
          <a:lstStyle/>
          <a:p>
            <a:pPr algn="l" indent="0" marL="0">
              <a:lnSpc>
                <a:spcPts val="2760"/>
              </a:lnSpc>
              <a:spcAft>
                <a:spcPts val="450"/>
              </a:spcAft>
              <a:buNone/>
            </a:pP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Chép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2400" dirty="0"/>
          </a:p>
          <a:p>
            <a:pPr algn="l" indent="0" marL="0">
              <a:lnSpc>
                <a:spcPts val="2760"/>
              </a:lnSpc>
              <a:spcAft>
                <a:spcPts val="450"/>
              </a:spcAft>
              <a:buNone/>
            </a:pPr>
            <a:r>
              <a:rPr lang="en-US" sz="24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400" dirty="0"/>
          </a:p>
          <a:p>
            <a:pPr algn="l" indent="0" marL="0">
              <a:buNone/>
            </a:pPr>
            <a:r>
              <a:rPr lang="en-US" sz="19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tới</a:t>
            </a:r>
            <a:r>
              <a:rPr lang="en-US" sz="19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9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r>
              <a:rPr lang="en-US" sz="19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400" dirty="0"/>
          </a:p>
        </p:txBody>
      </p:sp>
      <p:sp>
        <p:nvSpPr>
          <p:cNvPr id="49" name="Shape 4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0" name="Moda image moda-export-watermark-2262fc1f-dff7-40dc-9bb0-03df0495059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0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191500" cy="20955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2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7200" dirty="0" spc="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endParaRPr lang="en-US" sz="7200" dirty="0"/>
          </a:p>
          <a:p>
            <a:pPr algn="l" indent="0" marL="0">
              <a:lnSpc>
                <a:spcPts val="7560"/>
              </a:lnSpc>
              <a:buNone/>
            </a:pPr>
            <a:r>
              <a:rPr lang="en-US" sz="7200" dirty="0" spc="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điển</a:t>
            </a:r>
            <a:r>
              <a:rPr lang="en-US" sz="72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390900"/>
            <a:ext cx="819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3150" b="1" dirty="0" spc="-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3150" b="1" dirty="0" spc="3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31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150" b="1" dirty="0" spc="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14400" y="4095750"/>
            <a:ext cx="7810500" cy="1143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700" dirty="0" spc="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7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5334000"/>
            <a:ext cx="7620000" cy="3238500"/>
          </a:xfrm>
          <a:prstGeom prst="roundRect">
            <a:avLst>
              <a:gd name="adj" fmla="val 8235"/>
            </a:avLst>
          </a:prstGeom>
          <a:solidFill>
            <a:srgbClr val="F8D9D0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5638800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0" y="121920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525000" y="1619250"/>
            <a:ext cx="3619500" cy="800100"/>
          </a:xfrm>
          <a:prstGeom prst="roundRect">
            <a:avLst>
              <a:gd name="adj" fmla="val 2381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×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4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2400" b="1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373100" y="1619250"/>
            <a:ext cx="3619500" cy="800100"/>
          </a:xfrm>
          <a:prstGeom prst="roundRect">
            <a:avLst>
              <a:gd name="adj" fmla="val 2381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×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525000" y="2533650"/>
            <a:ext cx="3619500" cy="800100"/>
          </a:xfrm>
          <a:prstGeom prst="roundRect">
            <a:avLst>
              <a:gd name="adj" fmla="val 2381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×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373100" y="2533650"/>
            <a:ext cx="3619500" cy="800100"/>
          </a:xfrm>
          <a:prstGeom prst="roundRect">
            <a:avLst>
              <a:gd name="adj" fmla="val 2381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×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400" dirty="0"/>
          </a:p>
        </p:txBody>
      </p:sp>
      <p:sp>
        <p:nvSpPr>
          <p:cNvPr id="14" name="Connector line-1792339358451-272205297"/>
          <p:cNvSpPr/>
          <p:nvPr/>
        </p:nvSpPr>
        <p:spPr>
          <a:xfrm>
            <a:off x="9525000" y="3695700"/>
            <a:ext cx="74676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9525000" y="3962400"/>
            <a:ext cx="7467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1800" b="1" spc="21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180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</a:t>
            </a: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800" b="1" spc="22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525000" y="4419600"/>
            <a:ext cx="3619500" cy="800100"/>
          </a:xfrm>
          <a:prstGeom prst="roundRect">
            <a:avLst>
              <a:gd name="adj" fmla="val 2381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qdisc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3373100" y="4419600"/>
            <a:ext cx="3619500" cy="800100"/>
          </a:xfrm>
          <a:prstGeom prst="roundRect">
            <a:avLst>
              <a:gd name="adj" fmla="val 2381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ksoftirqd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525000" y="5314950"/>
            <a:ext cx="3619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xếp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9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gói, máy</a:t>
            </a:r>
            <a:r>
              <a:rPr lang="en-US" sz="1950" dirty="0" spc="3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373100" y="5314950"/>
            <a:ext cx="3619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19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ngắt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mềm,</a:t>
            </a:r>
            <a:r>
              <a:rPr lang="en-US" sz="19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525000" y="5924550"/>
            <a:ext cx="7467600" cy="9525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nhân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qdisc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ksoftirqd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CPU.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525000" y="7048500"/>
            <a:ext cx="7467600" cy="1333500"/>
          </a:xfrm>
          <a:prstGeom prst="roundRect">
            <a:avLst>
              <a:gd name="adj" fmla="val 17143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3" name="Text richtext-1792339417008-209789284"/>
          <p:cNvSpPr/>
          <p:nvPr/>
        </p:nvSpPr>
        <p:spPr>
          <a:xfrm>
            <a:off x="1257300" y="6191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22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550" dirty="0" spc="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spcAft>
                <a:spcPts val="2250"/>
              </a:spcAft>
              <a:buSzPct val="100000"/>
              <a:buFont typeface="Arial"/>
              <a:buChar char="•"/>
            </a:pP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Qdisc,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ksoftirqd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5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 khác có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550" dirty="0"/>
          </a:p>
        </p:txBody>
      </p:sp>
      <p:sp>
        <p:nvSpPr>
          <p:cNvPr id="34" name="Text 32"/>
          <p:cNvSpPr/>
          <p:nvPr/>
        </p:nvSpPr>
        <p:spPr>
          <a:xfrm>
            <a:off x="9715500" y="7048500"/>
            <a:ext cx="70866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50"/>
              </a:spcAft>
              <a:buNone/>
            </a:pPr>
            <a:r>
              <a:rPr lang="en-US" sz="24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4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endParaRPr lang="en-US" sz="2400" dirty="0"/>
          </a:p>
          <a:p>
            <a:pPr algn="ctr" indent="0" marL="0">
              <a:spcAft>
                <a:spcPts val="450"/>
              </a:spcAft>
              <a:buNone/>
            </a:pPr>
            <a:r>
              <a:rPr lang="en-US" sz="240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400" dirty="0"/>
          </a:p>
          <a:p>
            <a:pPr algn="ctr" indent="0" marL="0">
              <a:buNone/>
            </a:pP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9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19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95595581-3fd0-4348-a8cb-969df4473f7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191500" cy="20955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Tin</a:t>
            </a:r>
            <a:r>
              <a:rPr lang="en-US" sz="72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vừa</a:t>
            </a:r>
            <a:r>
              <a:rPr lang="en-US" sz="72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endParaRPr lang="en-US" sz="7200" dirty="0"/>
          </a:p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card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467100"/>
            <a:ext cx="7810500" cy="14287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nhắn</a:t>
            </a:r>
            <a:r>
              <a:rPr lang="en-US" sz="28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card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5334000"/>
            <a:ext cx="7620000" cy="3238500"/>
          </a:xfrm>
          <a:prstGeom prst="roundRect">
            <a:avLst>
              <a:gd name="adj" fmla="val 8235"/>
            </a:avLst>
          </a:prstGeom>
          <a:solidFill>
            <a:srgbClr val="F8D9D0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5638800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25000" y="121920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80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0" y="1676400"/>
            <a:ext cx="7467600" cy="2057400"/>
          </a:xfrm>
          <a:prstGeom prst="roundRect">
            <a:avLst>
              <a:gd name="adj" fmla="val 11111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10750" y="24003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0706100" y="1676400"/>
            <a:ext cx="609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NIC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CPU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ngắt</a:t>
            </a:r>
            <a:endParaRPr lang="en-US" sz="2400" dirty="0"/>
          </a:p>
          <a:p>
            <a:pPr algn="l" indent="0" marL="0"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NIC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 dữ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1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525000" y="3962400"/>
            <a:ext cx="7467600" cy="2057400"/>
          </a:xfrm>
          <a:prstGeom prst="roundRect">
            <a:avLst>
              <a:gd name="adj" fmla="val 11111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10750" y="46863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0706100" y="3962400"/>
            <a:ext cx="609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24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Ngắt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endParaRPr lang="en-US" sz="2400" dirty="0"/>
          </a:p>
          <a:p>
            <a:pPr algn="l" indent="0" marL="0"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</a:t>
            </a:r>
            <a:r>
              <a:rPr lang="en-US" sz="21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ksoftirqd,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1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1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ngắt.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525000" y="6248400"/>
            <a:ext cx="7467600" cy="2057400"/>
          </a:xfrm>
          <a:prstGeom prst="roundRect">
            <a:avLst>
              <a:gd name="adj" fmla="val 11111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10750" y="69723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0706100" y="6248400"/>
            <a:ext cx="609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4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b="1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400" dirty="0"/>
          </a:p>
          <a:p>
            <a:pPr algn="l" indent="0" marL="0"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Liên</a:t>
            </a:r>
            <a:r>
              <a:rPr lang="en-US" sz="21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mạng, giao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vận,</a:t>
            </a:r>
            <a:r>
              <a:rPr lang="en-US" sz="21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1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9" name="Text richtext-1792362644631-768055870"/>
          <p:cNvSpPr/>
          <p:nvPr/>
        </p:nvSpPr>
        <p:spPr>
          <a:xfrm>
            <a:off x="1257300" y="6191250"/>
            <a:ext cx="7143750" cy="5715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marL="361950" indent="-258592">
              <a:lnSpc>
                <a:spcPts val="3848"/>
              </a:lnSpc>
              <a:buSzPct val="100000"/>
              <a:buFont typeface="Arial"/>
              <a:buChar char="•"/>
            </a:pP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CPU,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nào?</a:t>
            </a:r>
            <a:endParaRPr lang="en-US" sz="2850" dirty="0"/>
          </a:p>
        </p:txBody>
      </p:sp>
      <p:sp>
        <p:nvSpPr>
          <p:cNvPr id="30" name="Text richtext-1792362644654-912360842"/>
          <p:cNvSpPr/>
          <p:nvPr/>
        </p:nvSpPr>
        <p:spPr>
          <a:xfrm>
            <a:off x="1257300" y="7048500"/>
            <a:ext cx="6286500" cy="13335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marL="361950" indent="-258592">
              <a:lnSpc>
                <a:spcPts val="3848"/>
              </a:lnSpc>
              <a:buSzPct val="100000"/>
              <a:buFont typeface="Arial"/>
              <a:buChar char="•"/>
            </a:pP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8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b="1" dirty="0" spc="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dụng?</a:t>
            </a:r>
            <a:endParaRPr lang="en-US" sz="28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249d771e-85cf-4ff5-8724-e161d25890a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1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950" b="1" spc="21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b="1" spc="21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62050"/>
            <a:ext cx="11430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381250"/>
            <a:ext cx="5276850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19200" y="2552700"/>
            <a:ext cx="46672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5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TCP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219200" y="3543300"/>
            <a:ext cx="4667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Transmission</a:t>
            </a:r>
            <a:r>
              <a:rPr lang="en-US" sz="19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r>
              <a:rPr lang="en-US" sz="19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505575" y="2381250"/>
            <a:ext cx="5276850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10375" y="2552700"/>
            <a:ext cx="46672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6810375" y="3543300"/>
            <a:ext cx="4667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r>
              <a:rPr lang="en-US" sz="19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2096750" y="2381250"/>
            <a:ext cx="5276850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01550" y="2552700"/>
            <a:ext cx="46672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7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MAC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12401550" y="3543300"/>
            <a:ext cx="4667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Media</a:t>
            </a:r>
            <a:r>
              <a:rPr lang="en-US" sz="19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Access</a:t>
            </a:r>
            <a:r>
              <a:rPr lang="en-US" sz="19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14400" y="5429250"/>
            <a:ext cx="5276850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9200" y="5600700"/>
            <a:ext cx="46672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NIC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1219200" y="6591300"/>
            <a:ext cx="4667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Network</a:t>
            </a:r>
            <a:r>
              <a:rPr lang="en-US" sz="19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r>
              <a:rPr lang="en-US" sz="19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Card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19200" y="6991350"/>
            <a:ext cx="466725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1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card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 mạng</a:t>
            </a:r>
            <a:endParaRPr lang="en-US" sz="2100" dirty="0"/>
          </a:p>
          <a:p>
            <a:pPr algn="l" indent="0" marL="0">
              <a:buNone/>
            </a:pP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1950" dirty="0" spc="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cứng</a:t>
            </a: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9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505575" y="5429250"/>
            <a:ext cx="5276850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0375" y="5600700"/>
            <a:ext cx="46672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CPU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6810375" y="6591300"/>
            <a:ext cx="4667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Central</a:t>
            </a:r>
            <a:r>
              <a:rPr lang="en-US" sz="19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Processing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Unit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810375" y="6991350"/>
            <a:ext cx="466725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1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endParaRPr lang="en-US" sz="2100" dirty="0"/>
          </a:p>
          <a:p>
            <a:pPr algn="l" indent="0" marL="0">
              <a:buNone/>
            </a:pP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1950" dirty="0" spc="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cứng</a:t>
            </a:r>
            <a:r>
              <a:rPr lang="en-US" sz="19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195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trình,</a:t>
            </a: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95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ngắt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95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card</a:t>
            </a: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2096750" y="5429250"/>
            <a:ext cx="5276850" cy="2762250"/>
          </a:xfrm>
          <a:prstGeom prst="roundRect">
            <a:avLst>
              <a:gd name="adj" fmla="val 9655"/>
            </a:avLst>
          </a:prstGeom>
          <a:solidFill>
            <a:srgbClr val="14161C"/>
          </a:solidFill>
          <a:ln w="19050">
            <a:solidFill>
              <a:srgbClr val="9AA0B5"/>
            </a:solidFill>
            <a:prstDash val="lgDash"/>
          </a:ln>
        </p:spPr>
      </p:sp>
      <p:sp>
        <p:nvSpPr>
          <p:cNvPr id="22" name="Text 20"/>
          <p:cNvSpPr/>
          <p:nvPr/>
        </p:nvSpPr>
        <p:spPr>
          <a:xfrm>
            <a:off x="12401550" y="5676900"/>
            <a:ext cx="4667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3" name="Text richtext-1792362711574-61145140"/>
          <p:cNvSpPr/>
          <p:nvPr/>
        </p:nvSpPr>
        <p:spPr>
          <a:xfrm>
            <a:off x="12401550" y="6210300"/>
            <a:ext cx="4762500" cy="18669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 Linux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14400" y="84201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9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950" dirty="0" spc="-3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219200" y="3943350"/>
            <a:ext cx="4667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21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endParaRPr lang="en-US" sz="2100" dirty="0"/>
          </a:p>
          <a:p>
            <a:pPr algn="l" indent="0" marL="0">
              <a:spcAft>
                <a:spcPts val="450"/>
              </a:spcAft>
              <a:buNone/>
            </a:pP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195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1950" dirty="0" spc="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95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100" dirty="0"/>
          </a:p>
          <a:p>
            <a:pPr algn="l" indent="0" marL="0">
              <a:buNone/>
            </a:pPr>
            <a:r>
              <a:rPr lang="en-US" sz="19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truyền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9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6810375" y="3943350"/>
            <a:ext cx="4667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</a:t>
            </a:r>
            <a:endParaRPr lang="en-US" sz="2100" dirty="0"/>
          </a:p>
          <a:p>
            <a:pPr algn="l" indent="0" marL="0">
              <a:spcAft>
                <a:spcPts val="450"/>
              </a:spcAft>
              <a:buNone/>
            </a:pP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dán</a:t>
            </a: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1950" dirty="0" spc="2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9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dirty="0" spc="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endParaRPr lang="en-US" sz="2100" dirty="0"/>
          </a:p>
          <a:p>
            <a:pPr algn="l" indent="0" marL="0">
              <a:buNone/>
            </a:pP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19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19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12401550" y="3943350"/>
            <a:ext cx="4667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10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1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endParaRPr lang="en-US" sz="2100" dirty="0"/>
          </a:p>
          <a:p>
            <a:pPr algn="l" indent="0" marL="0">
              <a:spcAft>
                <a:spcPts val="450"/>
              </a:spcAft>
              <a:buNone/>
            </a:pPr>
            <a:r>
              <a:rPr lang="en-US" sz="19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19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endParaRPr lang="en-US" sz="2100" dirty="0"/>
          </a:p>
          <a:p>
            <a:pPr algn="l" indent="0" marL="0">
              <a:buNone/>
            </a:pPr>
            <a:r>
              <a:rPr lang="en-US" sz="195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liền</a:t>
            </a: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fa98e696-7db4-4f2a-8f4a-11012067e15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2026-10-19T12:59:45Z</dcterms:created>
  <dcterms:modified xsi:type="dcterms:W3CDTF">2026-10-19T12:59:45Z</dcterms:modified>
</cp:coreProperties>
</file>