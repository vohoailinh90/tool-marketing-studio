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Thanh</a:t>
            </a:r>
            <a:r>
              <a:rPr lang="en-US" sz="81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81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ngoại</a:t>
            </a:r>
            <a:r>
              <a:rPr lang="en-US" sz="81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tệ: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88</a:t>
            </a: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euro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30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0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euro.</a:t>
            </a:r>
            <a:endParaRPr lang="en-US" sz="3000" dirty="0"/>
          </a:p>
        </p:txBody>
      </p:sp>
      <p:sp>
        <p:nvSpPr>
          <p:cNvPr id="5" name="Connector line-1792381758388-318139181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954000" y="3143250"/>
            <a:ext cx="447675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</a:t>
            </a:r>
            <a:r>
              <a:rPr lang="en-US" sz="270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7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endParaRPr lang="en-US" sz="2700" dirty="0"/>
          </a:p>
        </p:txBody>
      </p:sp>
      <p:sp>
        <p:nvSpPr>
          <p:cNvPr id="9" name="Connector line-1792381758406-815805915"/>
          <p:cNvSpPr/>
          <p:nvPr/>
        </p:nvSpPr>
        <p:spPr>
          <a:xfrm>
            <a:off x="15192375" y="4191000"/>
            <a:ext cx="0" cy="60960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5059025" y="4781550"/>
            <a:ext cx="266700" cy="228600"/>
          </a:xfrm>
          <a:custGeom>
            <a:avLst/>
            <a:gdLst/>
            <a:ahLst/>
            <a:cxnLst/>
            <a:rect l="l" t="t" r="r" b="b"/>
            <a:pathLst>
              <a:path w="266700" h="228600">
                <a:moveTo>
                  <a:pt x="133350" y="228600"/>
                </a:moveTo>
                <a:lnTo>
                  <a:pt x="0" y="0"/>
                </a:lnTo>
                <a:lnTo>
                  <a:pt x="266700" y="0"/>
                </a:lnTo>
                <a:close/>
              </a:path>
            </a:pathLst>
          </a:custGeom>
          <a:solidFill>
            <a:srgbClr val="9AA0B5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0" y="5048250"/>
            <a:ext cx="4476750" cy="1047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88</a:t>
            </a:r>
            <a:r>
              <a:rPr lang="en-US" sz="270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477aeccd-cd5c-434e-8a2b-9c9e429559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71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3048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Bob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800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4476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29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905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 đổi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hối.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7e0367d-3367-4304-a51d-09af3cdcb9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1800" b="1" spc="3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GỬI,</a:t>
            </a:r>
            <a:r>
              <a:rPr lang="en-US" sz="1800" b="1" spc="23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1800" b="1" spc="2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861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1950" b="1" spc="25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65760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8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 tới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khoản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P1.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571750"/>
          </a:xfrm>
          <a:prstGeom prst="roundRect">
            <a:avLst>
              <a:gd name="adj" fmla="val 1185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0861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53600" y="365760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5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E,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hối.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8001000" cy="19050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9436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B,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P1</a:t>
            </a:r>
            <a:r>
              <a:rPr lang="en-US" sz="1950" b="1" spc="17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5400" y="65151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Bob;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72600" y="5715000"/>
            <a:ext cx="8001000" cy="190500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59436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</a:t>
            </a:r>
            <a:r>
              <a:rPr lang="en-US" sz="1950" b="1" spc="17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53600" y="65151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hối;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3047d214-8db6-4970-b55f-4870e9128a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LA,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b="1" spc="2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Quỹ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69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quỹ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</a:t>
            </a:r>
            <a:endParaRPr lang="en-US" sz="2400" dirty="0"/>
          </a:p>
        </p:txBody>
      </p:sp>
      <p:sp>
        <p:nvSpPr>
          <p:cNvPr id="6" name="Connector line-1792381761068-153049277"/>
          <p:cNvSpPr/>
          <p:nvPr/>
        </p:nvSpPr>
        <p:spPr>
          <a:xfrm>
            <a:off x="5619750" y="4476750"/>
            <a:ext cx="1047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629400" y="4343400"/>
            <a:ext cx="228600" cy="266700"/>
          </a:xfrm>
          <a:custGeom>
            <a:avLst/>
            <a:gdLst/>
            <a:ahLst/>
            <a:cxnLst/>
            <a:rect l="l" t="t" r="r" b="b"/>
            <a:pathLst>
              <a:path w="228600" h="266700">
                <a:moveTo>
                  <a:pt x="228600" y="133350"/>
                </a:move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90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Quỹ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88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 đổi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endParaRPr lang="en-US" sz="2400" dirty="0"/>
          </a:p>
        </p:txBody>
      </p:sp>
      <p:sp>
        <p:nvSpPr>
          <p:cNvPr id="10" name="Connector line-1792381761073-240323742"/>
          <p:cNvSpPr/>
          <p:nvPr/>
        </p:nvSpPr>
        <p:spPr>
          <a:xfrm>
            <a:off x="11563350" y="4476750"/>
            <a:ext cx="10477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2573000" y="4343400"/>
            <a:ext cx="228600" cy="266700"/>
          </a:xfrm>
          <a:custGeom>
            <a:avLst/>
            <a:gdLst/>
            <a:ahLst/>
            <a:cxnLst/>
            <a:rect l="l" t="t" r="r" b="b"/>
            <a:pathLst>
              <a:path w="228600" h="266700">
                <a:moveTo>
                  <a:pt x="228600" y="133350"/>
                </a:move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01600" y="323850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13182600" y="32385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Euro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khoản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65722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57225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Quỹ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070f85e-1773-4ea2-b35b-5eb5d7b6f0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Euro</a:t>
            </a: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r>
              <a:rPr lang="en-US" sz="69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PayPal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259080" rIns="0" bIns="-259080" rtlCol="0" anchor="ctr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 spc="4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88</a:t>
            </a:r>
            <a:endParaRPr lang="en-US" sz="255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euro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0" y="30480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0" y="4381500"/>
            <a:ext cx="78486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3815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P2.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525000" y="5715000"/>
            <a:ext cx="78486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57150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88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abc17c2-ecbe-44a8-a879-9c5fdd29ea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3048000"/>
          </a:xfrm>
          <a:prstGeom prst="roundRect">
            <a:avLst>
              <a:gd name="adj" fmla="val 12500"/>
            </a:avLst>
          </a:prstGeom>
          <a:solidFill>
            <a:srgbClr val="14161C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15697200" cy="3048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ctr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88</a:t>
            </a:r>
            <a:r>
              <a:rPr lang="en-US" sz="4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euro</a:t>
            </a:r>
            <a:r>
              <a:rPr lang="en-US" sz="45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5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45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4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r>
              <a:rPr lang="en-US" sz="45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euro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Alice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4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14400" y="6572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nhận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f922f86-e4d3-4893-a66b-a9bae4146c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9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Tỷ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Quỹ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88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 chỉ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13bbf7d-a656-4f03-bb09-588d344be2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Quỹ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euro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04775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971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6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cùng: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 gia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0477500" cy="1238250"/>
          </a:xfrm>
          <a:prstGeom prst="roundRect">
            <a:avLst>
              <a:gd name="adj" fmla="val 21538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286250"/>
            <a:ext cx="971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 buôn: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04775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5715000"/>
            <a:ext cx="971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lẻ: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quỹ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</a:t>
            </a:r>
            <a:r>
              <a:rPr lang="en-US" sz="24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400" dirty="0"/>
          </a:p>
        </p:txBody>
      </p:sp>
      <p:sp>
        <p:nvSpPr>
          <p:cNvPr id="10" name="Connector line-1792381764395-126565881"/>
          <p:cNvSpPr/>
          <p:nvPr/>
        </p:nvSpPr>
        <p:spPr>
          <a:xfrm flipV="1">
            <a:off x="12001500" y="3143250"/>
            <a:ext cx="0" cy="381000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849100" y="2952750"/>
            <a:ext cx="304800" cy="266700"/>
          </a:xfrm>
          <a:custGeom>
            <a:avLst/>
            <a:gdLst/>
            <a:ahLst/>
            <a:cxnLst/>
            <a:rect l="l" t="t" r="r" b="b"/>
            <a:pathLst>
              <a:path w="304800" h="266700">
                <a:moveTo>
                  <a:pt x="152400" y="0"/>
                </a:moveTo>
                <a:lnTo>
                  <a:pt x="0" y="266700"/>
                </a:lnTo>
                <a:lnTo>
                  <a:pt x="304800" y="266700"/>
                </a:lnTo>
                <a:close/>
              </a:path>
            </a:pathLst>
          </a:cu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0" y="3905250"/>
            <a:ext cx="4953000" cy="19050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ctr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33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33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3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thêm</a:t>
            </a:r>
            <a:r>
              <a:rPr lang="en-US" sz="3300" dirty="0" spc="-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euro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914400" y="7429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5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PayPal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08/10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2f3cc54-7ad3-4f6d-ad8d-9beeebdce4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1765252-60761365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tự;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663ea1af-5a39-4d9c-9574-ac4f233c5a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Ngoại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hối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Quỹ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euro.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buôn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hối.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7096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762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1950" dirty="0"/>
          </a:p>
        </p:txBody>
      </p:sp>
      <p:sp>
        <p:nvSpPr>
          <p:cNvPr id="16" name="Connector line-1792381766106-882174440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81766108-364714824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4c543af-0376-40b9-a491-ec6857bf0d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2026-10-19T03:49:50Z</dcterms:created>
  <dcterms:modified xsi:type="dcterms:W3CDTF">2026-10-19T03:49:50Z</dcterms:modified>
</cp:coreProperties>
</file>