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1915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5334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</a:t>
            </a:r>
            <a:r>
              <a:rPr lang="en-US" sz="57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dùng: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</a:t>
            </a:r>
            <a:r>
              <a:rPr lang="en-US" sz="5700" dirty="0" spc="-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57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57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thắt.</a:t>
            </a:r>
            <a:endParaRPr lang="en-US" sz="3000" dirty="0"/>
          </a:p>
        </p:txBody>
      </p:sp>
      <p:sp>
        <p:nvSpPr>
          <p:cNvPr id="5" name="Connector line-1792422938458-419507911"/>
          <p:cNvSpPr/>
          <p:nvPr/>
        </p:nvSpPr>
        <p:spPr>
          <a:xfrm>
            <a:off x="914400" y="809625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3629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10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277600" y="2857500"/>
            <a:ext cx="1485900" cy="2095500"/>
          </a:xfrm>
          <a:custGeom>
            <a:avLst/>
            <a:gdLst/>
            <a:ahLst/>
            <a:cxnLst/>
            <a:rect l="l" t="t" r="r" b="b"/>
            <a:pathLst>
              <a:path w="1485900" h="2095500">
                <a:moveTo>
                  <a:pt x="0" y="2095500"/>
                </a:moveTo>
                <a:cubicBezTo>
                  <a:pt x="723900" y="20955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77600" y="4191000"/>
            <a:ext cx="1485900" cy="762000"/>
          </a:xfrm>
          <a:custGeom>
            <a:avLst/>
            <a:gdLst/>
            <a:ahLst/>
            <a:cxnLst/>
            <a:rect l="l" t="t" r="r" b="b"/>
            <a:pathLst>
              <a:path w="1485900" h="762000">
                <a:moveTo>
                  <a:pt x="0" y="762000"/>
                </a:moveTo>
                <a:cubicBezTo>
                  <a:pt x="723900" y="762000"/>
                  <a:pt x="723900" y="0"/>
                  <a:pt x="148590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0" y="4953000"/>
            <a:ext cx="1485900" cy="762000"/>
          </a:xfrm>
          <a:custGeom>
            <a:avLst/>
            <a:gdLst/>
            <a:ahLst/>
            <a:cxnLst/>
            <a:rect l="l" t="t" r="r" b="b"/>
            <a:pathLst>
              <a:path w="1485900" h="762000">
                <a:moveTo>
                  <a:pt x="0" y="0"/>
                </a:moveTo>
                <a:cubicBezTo>
                  <a:pt x="723900" y="0"/>
                  <a:pt x="723900" y="762000"/>
                  <a:pt x="1485900" y="76200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77600" y="4953000"/>
            <a:ext cx="1485900" cy="2095500"/>
          </a:xfrm>
          <a:custGeom>
            <a:avLst/>
            <a:gdLst/>
            <a:ahLst/>
            <a:cxnLst/>
            <a:rect l="l" t="t" r="r" b="b"/>
            <a:pathLst>
              <a:path w="1485900" h="2095500">
                <a:moveTo>
                  <a:pt x="0" y="0"/>
                </a:moveTo>
                <a:cubicBezTo>
                  <a:pt x="723900" y="0"/>
                  <a:pt x="723900" y="2095500"/>
                  <a:pt x="1485900" y="209550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7400" y="4152900"/>
            <a:ext cx="1600200" cy="16002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9715500" y="4572000"/>
            <a:ext cx="15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225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763500" y="2495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10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763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tải,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63500" y="5353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đệm</a:t>
            </a: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0" y="66865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1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83745e8e-94f6-4121-87bc-d89b14547b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5334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53340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8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gỡ</a:t>
            </a:r>
            <a:r>
              <a:rPr lang="en-US" sz="69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thắt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lộ</a:t>
            </a:r>
            <a:endParaRPr lang="en-US" sz="6900" dirty="0"/>
          </a:p>
          <a:p>
            <a:pPr algn="l" indent="0" marL="0">
              <a:lnSpc>
                <a:spcPts val="7935"/>
              </a:lnSpc>
              <a:buNone/>
            </a:pPr>
            <a:r>
              <a:rPr lang="en-US" sz="6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nút</a:t>
            </a:r>
            <a:r>
              <a:rPr lang="en-US" sz="69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thắt</a:t>
            </a:r>
            <a:r>
              <a:rPr lang="en-US" sz="6900" dirty="0" spc="-5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9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pPr algn="l" indent="0" marL="0">
              <a:lnSpc>
                <a:spcPts val="793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8bd6220-ee39-4cee-9e0f-30c74e8d9d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238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riêng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801600" y="3238500"/>
            <a:ext cx="4572000" cy="2286000"/>
          </a:xfrm>
          <a:prstGeom prst="roundRect">
            <a:avLst>
              <a:gd name="adj" fmla="val 1166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5524500" y="438150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8100" y="4381500"/>
            <a:ext cx="1295400" cy="9144"/>
          </a:xfrm>
          <a:custGeom>
            <a:avLst/>
            <a:gdLst/>
            <a:ahLst/>
            <a:cxnLst/>
            <a:rect l="l" t="t" r="r" b="b"/>
            <a:pathLst>
              <a:path w="1295400" h="9144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57150">
            <a:solidFill>
              <a:srgbClr val="9AA0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6477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còn</a:t>
            </a:r>
            <a:r>
              <a:rPr lang="en-US" sz="25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nhớ.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7143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5117276-1196-48a6-a6f1-f20e21d7ca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tải,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tách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CFE6DF"/>
          </a:solidFill>
          <a:ln/>
        </p:spPr>
      </p:sp>
      <p:sp>
        <p:nvSpPr>
          <p:cNvPr id="5" name="Shape 3"/>
          <p:cNvSpPr/>
          <p:nvPr/>
        </p:nvSpPr>
        <p:spPr>
          <a:xfrm>
            <a:off x="1485900" y="4762500"/>
            <a:ext cx="15316200" cy="1428750"/>
          </a:xfrm>
          <a:prstGeom prst="roundRect">
            <a:avLst>
              <a:gd name="adj" fmla="val 18667"/>
            </a:avLst>
          </a:prstGeom>
          <a:solidFill>
            <a:srgbClr val="A8D2C6"/>
          </a:solidFill>
          <a:ln/>
        </p:spPr>
      </p:sp>
      <p:sp>
        <p:nvSpPr>
          <p:cNvPr id="6" name="Shape 4"/>
          <p:cNvSpPr/>
          <p:nvPr/>
        </p:nvSpPr>
        <p:spPr>
          <a:xfrm>
            <a:off x="2057400" y="6477000"/>
            <a:ext cx="14173200" cy="1428750"/>
          </a:xfrm>
          <a:prstGeom prst="roundRect">
            <a:avLst>
              <a:gd name="adj" fmla="val 18667"/>
            </a:avLst>
          </a:prstGeom>
          <a:solidFill>
            <a:srgbClr val="7FBBA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048000"/>
            <a:ext cx="1571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tải: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866900" y="4762500"/>
            <a:ext cx="14763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438400" y="6477000"/>
            <a:ext cx="13525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sao, ghi</a:t>
            </a: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5590baf0-5487-4ba4-9757-f9c589aa3b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 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65151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115800" y="3143250"/>
            <a:ext cx="5143500" cy="4572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Tăng</a:t>
            </a:r>
            <a:r>
              <a:rPr lang="en-US" sz="30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3000" dirty="0" spc="-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954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CPU,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(vertical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scaling),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giới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8961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Chiều</a:t>
            </a:r>
            <a:r>
              <a:rPr lang="en-US" sz="33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ngang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8961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496800" y="3524250"/>
            <a:ext cx="438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300" dirty="0" spc="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2496800" y="4667250"/>
            <a:ext cx="43815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Trúng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90%: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000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7579bf8-5ebe-4ef5-a54e-64416b0c75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E6DFCD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4953000"/>
          </a:xfrm>
          <a:prstGeom prst="roundRect">
            <a:avLst>
              <a:gd name="adj" fmla="val 6154"/>
            </a:avLst>
          </a:prstGeom>
          <a:solidFill>
            <a:srgbClr val="E6DFCD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68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Trước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2954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chung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753600" y="33337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753600" y="428625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352155f9-7654-47bd-b5ee-f84bcb8344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95400" y="32575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575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4667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295400" y="506730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06730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95400" y="6877050"/>
            <a:ext cx="723900" cy="7239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77050"/>
            <a:ext cx="7239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81250" y="28575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"vertical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partition"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381250" y="466725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381250" y="6477000"/>
            <a:ext cx="14668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 dịch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ac11c20-83ac-4365-935a-889fcd6bb6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95%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đọc,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CFE6DF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3048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CFE6D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6D5CC"/>
          </a:solidFill>
          <a:ln/>
        </p:spPr>
      </p:sp>
      <p:sp>
        <p:nvSpPr>
          <p:cNvPr id="7" name="Shape 5"/>
          <p:cNvSpPr/>
          <p:nvPr/>
        </p:nvSpPr>
        <p:spPr>
          <a:xfrm>
            <a:off x="9372600" y="5715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D6DCF7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đệm: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696450" y="3048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đọc: giúp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382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696450" y="5715000"/>
            <a:ext cx="7429500" cy="2286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thắt: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ca59fde-ad89-4d9e-adfe-1add741435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sắp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6900" dirty="0"/>
          </a:p>
        </p:txBody>
      </p:sp>
      <p:sp>
        <p:nvSpPr>
          <p:cNvPr id="4" name="Connector line-1792424475648-782606762"/>
          <p:cNvSpPr/>
          <p:nvPr/>
        </p:nvSpPr>
        <p:spPr>
          <a:xfrm>
            <a:off x="1428750" y="4953000"/>
            <a:ext cx="15430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85750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885825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4859000" y="4667250"/>
            <a:ext cx="571500" cy="5715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90487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0562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906375" y="561975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65d7b914-beef-4e83-a63f-0a76c76d76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95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285750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CPU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1100" y="40957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RAM</a:t>
            </a:r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truy cập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62865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400" y="67437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d1e35d06-aadb-431d-97b5-d51ccfc3c7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2026-10-19T15:42:17Z</dcterms:created>
  <dcterms:modified xsi:type="dcterms:W3CDTF">2026-10-19T15:42:17Z</dcterms:modified>
</cp:coreProperties>
</file>