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  <p:embeddedFont>
      <p:font typeface="Bricolage Grotesque"/>
      <p:bold r:id="rId18"/>
    </p:embeddedFont>
    <p:embeddedFont>
      <p:font typeface="Be Vietnam Pro ExtraBold"/>
      <p:regular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 bằng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mã: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6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lớp,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6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6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421525692-694819859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10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Hạ</a:t>
            </a:r>
            <a:r>
              <a:rPr lang="en-US" sz="2100" b="1" dirty="0" spc="-3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tầng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286250"/>
            <a:ext cx="4000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5429250"/>
            <a:ext cx="4000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572250"/>
            <a:ext cx="4000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GitOps</a:t>
            </a:r>
            <a:endParaRPr lang="en-US" sz="2100" dirty="0"/>
          </a:p>
        </p:txBody>
      </p:sp>
      <p:sp>
        <p:nvSpPr>
          <p:cNvPr id="13" name="Connector line-1792421525715-391433364"/>
          <p:cNvSpPr/>
          <p:nvPr/>
        </p:nvSpPr>
        <p:spPr>
          <a:xfrm flipV="1">
            <a:off x="12439650" y="3476625"/>
            <a:ext cx="895350" cy="1666875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4" name="Connector line-1792421525715-798689236"/>
          <p:cNvSpPr/>
          <p:nvPr/>
        </p:nvSpPr>
        <p:spPr>
          <a:xfrm flipV="1">
            <a:off x="12439650" y="4619625"/>
            <a:ext cx="895350" cy="523875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421525716-479342916"/>
          <p:cNvSpPr/>
          <p:nvPr/>
        </p:nvSpPr>
        <p:spPr>
          <a:xfrm>
            <a:off x="12439650" y="5143500"/>
            <a:ext cx="895350" cy="619125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6" name="Connector line-1792421525716-225522584"/>
          <p:cNvSpPr/>
          <p:nvPr/>
        </p:nvSpPr>
        <p:spPr>
          <a:xfrm>
            <a:off x="12439650" y="5143500"/>
            <a:ext cx="895350" cy="1762125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3d20ec7-02b5-4d7c-991d-f31d2ea9c7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BỐI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2857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34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4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4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4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4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34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4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3450" b="1" dirty="0" spc="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450" b="1" dirty="0" spc="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4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768063ed-96fd-413d-9b12-802afff671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180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Đóng</a:t>
            </a:r>
            <a:r>
              <a:rPr lang="en-US" sz="60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gói,</a:t>
            </a: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0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428750" y="2857500"/>
            <a:ext cx="3429000" cy="7620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Nhà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triển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429500" y="2857500"/>
            <a:ext cx="3429000" cy="7620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Công</a:t>
            </a: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container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430250" y="2857500"/>
            <a:ext cx="3429000" cy="7620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Công</a:t>
            </a: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</a:t>
            </a:r>
            <a:r>
              <a:rPr lang="en-US" sz="24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điều</a:t>
            </a:r>
            <a:r>
              <a:rPr lang="en-US" sz="24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phối</a:t>
            </a:r>
            <a:endParaRPr lang="en-US" sz="2400" dirty="0"/>
          </a:p>
        </p:txBody>
      </p:sp>
      <p:sp>
        <p:nvSpPr>
          <p:cNvPr id="7" name="Connector line-1792421528173-419851493"/>
          <p:cNvSpPr/>
          <p:nvPr/>
        </p:nvSpPr>
        <p:spPr>
          <a:xfrm>
            <a:off x="3143250" y="3619500"/>
            <a:ext cx="0" cy="495300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8" name="Connector line-1792421528174-779465075"/>
          <p:cNvSpPr/>
          <p:nvPr/>
        </p:nvSpPr>
        <p:spPr>
          <a:xfrm>
            <a:off x="9144000" y="3619500"/>
            <a:ext cx="0" cy="495300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9" name="Connector line-1792421528174-754069379"/>
          <p:cNvSpPr/>
          <p:nvPr/>
        </p:nvSpPr>
        <p:spPr>
          <a:xfrm>
            <a:off x="15144750" y="3619500"/>
            <a:ext cx="0" cy="4953000"/>
          </a:xfrm>
          <a:prstGeom prst="line">
            <a:avLst/>
          </a:prstGeom>
          <a:noFill/>
          <a:ln w="28575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29000" y="39052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Mô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endParaRPr lang="en-US" sz="2250" dirty="0"/>
          </a:p>
        </p:txBody>
      </p:sp>
      <p:sp>
        <p:nvSpPr>
          <p:cNvPr id="11" name="Connector line-1792421528176-867134864"/>
          <p:cNvSpPr/>
          <p:nvPr/>
        </p:nvSpPr>
        <p:spPr>
          <a:xfrm>
            <a:off x="3143250" y="4476750"/>
            <a:ext cx="5905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429000" y="50482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2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giống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endParaRPr lang="en-US" sz="2250" dirty="0"/>
          </a:p>
        </p:txBody>
      </p:sp>
      <p:sp>
        <p:nvSpPr>
          <p:cNvPr id="13" name="Connector line-1792421528178-269623588"/>
          <p:cNvSpPr/>
          <p:nvPr/>
        </p:nvSpPr>
        <p:spPr>
          <a:xfrm flipH="1">
            <a:off x="3238500" y="56197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429000" y="6191250"/>
            <a:ext cx="1143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container</a:t>
            </a:r>
            <a:endParaRPr lang="en-US" sz="2250" dirty="0"/>
          </a:p>
        </p:txBody>
      </p:sp>
      <p:sp>
        <p:nvSpPr>
          <p:cNvPr id="15" name="Connector line-1792421528180-117520937"/>
          <p:cNvSpPr/>
          <p:nvPr/>
        </p:nvSpPr>
        <p:spPr>
          <a:xfrm>
            <a:off x="3143250" y="6762750"/>
            <a:ext cx="11906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429750" y="73342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Chạy,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cái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hỏng</a:t>
            </a:r>
            <a:endParaRPr lang="en-US" sz="2250" dirty="0"/>
          </a:p>
        </p:txBody>
      </p:sp>
      <p:sp>
        <p:nvSpPr>
          <p:cNvPr id="17" name="Connector line-1792421528182-812543404"/>
          <p:cNvSpPr/>
          <p:nvPr/>
        </p:nvSpPr>
        <p:spPr>
          <a:xfrm flipH="1">
            <a:off x="3238500" y="7905750"/>
            <a:ext cx="11811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lg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d0d83a-8beb-44bc-b778-0d783f5ead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1800" b="1" spc="26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3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143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581400"/>
            <a:ext cx="4476750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Terraform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có.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572250" y="3238500"/>
            <a:ext cx="5143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96100" y="3581400"/>
            <a:ext cx="4476750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CloudFormation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tầng,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2230100" y="3238500"/>
            <a:ext cx="5143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53950" y="3581400"/>
            <a:ext cx="4476750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Ansible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333b158-c4c7-419b-b530-87edb9d76a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GITOPS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5720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619500"/>
            <a:ext cx="45720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619500"/>
            <a:ext cx="45720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7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700" dirty="0"/>
          </a:p>
        </p:txBody>
      </p:sp>
      <p:sp>
        <p:nvSpPr>
          <p:cNvPr id="7" name="Connector line-1792421532083-326107221"/>
          <p:cNvSpPr/>
          <p:nvPr/>
        </p:nvSpPr>
        <p:spPr>
          <a:xfrm>
            <a:off x="5486400" y="4429125"/>
            <a:ext cx="1371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1532083-487651508"/>
          <p:cNvSpPr/>
          <p:nvPr/>
        </p:nvSpPr>
        <p:spPr>
          <a:xfrm>
            <a:off x="11430000" y="4429125"/>
            <a:ext cx="1371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14400" y="647700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47700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tầng nên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thế nào.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288e301c-a846-4e6b-9bc7-506deae14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3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5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6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3291840"/>
                <a:gridCol w="3950208"/>
                <a:gridCol w="4608576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55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550" b="1" dirty="0" spc="-8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r>
                        <a:rPr lang="en-US" sz="2550" b="1" dirty="0" spc="-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550" b="1" dirty="0" spc="-8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r>
                        <a:rPr lang="en-US" sz="25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Đổi</a:t>
                      </a:r>
                      <a:r>
                        <a:rPr lang="en-US" sz="2550" b="1" dirty="0" spc="-4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xuống</a:t>
                      </a:r>
                      <a:r>
                        <a:rPr lang="en-US" sz="2550" b="1" dirty="0" spc="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r>
                        <a:rPr lang="en-US" sz="2550" b="1" dirty="0" spc="-1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Từng</a:t>
                      </a:r>
                      <a:r>
                        <a:rPr lang="en-US" sz="2550" b="1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r>
                        <a:rPr lang="en-US" sz="2550" dirty="0" spc="-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Thành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</a:t>
                      </a:r>
                      <a:r>
                        <a:rPr lang="en-US" sz="2550" dirty="0" spc="-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 kịch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</a:t>
                      </a:r>
                      <a:r>
                        <a:rPr lang="en-US" sz="2550" dirty="0" spc="1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550" dirty="0" spc="-2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Khai</a:t>
                      </a:r>
                      <a:r>
                        <a:rPr lang="en-US" sz="2550" b="1" dirty="0" spc="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Thay</a:t>
                      </a:r>
                      <a:r>
                        <a:rPr lang="en-US" sz="25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Thay</a:t>
                      </a:r>
                      <a:r>
                        <a:rPr lang="en-US" sz="25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Thay</a:t>
                      </a:r>
                      <a:r>
                        <a:rPr lang="en-US" sz="2550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1,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còn 2</a:t>
                      </a:r>
                      <a:r>
                        <a:rPr lang="en-US" sz="2550" dirty="0" spc="-9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c9328de9-8a04-4be3-a335-bcc6cfac6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90500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Dựng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54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5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54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r>
              <a:rPr lang="en-US" sz="54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ngày:</a:t>
            </a:r>
            <a:r>
              <a:rPr lang="en-US" sz="54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54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4257675"/>
            <a:ext cx="914400" cy="9144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235" dirty="0"/>
          </a:p>
        </p:txBody>
      </p:sp>
      <p:sp>
        <p:nvSpPr>
          <p:cNvPr id="6" name="Text 4"/>
          <p:cNvSpPr/>
          <p:nvPr/>
        </p:nvSpPr>
        <p:spPr>
          <a:xfrm>
            <a:off x="2571750" y="4000500"/>
            <a:ext cx="1428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Lớp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IaC: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 báo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tệp,</a:t>
            </a:r>
            <a:r>
              <a:rPr lang="en-US" sz="300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5715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5972175"/>
            <a:ext cx="914400" cy="9144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35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235" dirty="0"/>
          </a:p>
        </p:txBody>
      </p:sp>
      <p:sp>
        <p:nvSpPr>
          <p:cNvPr id="9" name="Text 7"/>
          <p:cNvSpPr/>
          <p:nvPr/>
        </p:nvSpPr>
        <p:spPr>
          <a:xfrm>
            <a:off x="2571750" y="5715000"/>
            <a:ext cx="1428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Container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phối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E3B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429500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GitOps</a:t>
            </a:r>
            <a:r>
              <a:rPr lang="en-US" sz="2700" dirty="0" spc="2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700" dirty="0" spc="-19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</a:t>
            </a:r>
            <a:r>
              <a:rPr lang="en-US" sz="27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7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IaC,</a:t>
            </a:r>
            <a:r>
              <a:rPr lang="en-US" sz="27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1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7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</a:t>
            </a:r>
            <a:r>
              <a:rPr lang="en-US" sz="2700" dirty="0" spc="2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đứng</a:t>
            </a:r>
            <a:r>
              <a:rPr lang="en-US" sz="27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0c5fb190-7e93-495c-ac37-e1089dc40a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2860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IaC</a:t>
            </a:r>
            <a:pPr algn="l" indent="0" marL="0"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(Infrastructure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Code): hạ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0005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4000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GitOps</a:t>
            </a:r>
            <a:pPr algn="l" indent="0" marL="0"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(Git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Operations):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7150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57150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(Amazon</a:t>
            </a:r>
            <a:r>
              <a:rPr lang="en-US" sz="225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Services):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CloudFormation.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372600" y="2286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2286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72600" y="36195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36195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Terraform: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72600" y="4953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715500" y="4953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OpenGitOps: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f4755ca-f042-48c5-9227-dea4c775b2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2026-10-19T15:35:47Z</dcterms:created>
  <dcterms:modified xsi:type="dcterms:W3CDTF">2026-10-19T15:35:47Z</dcterms:modified>
</cp:coreProperties>
</file>