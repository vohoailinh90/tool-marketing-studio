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50507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75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đệm,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r>
              <a:rPr lang="en-US" sz="75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 lâu?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1435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143500"/>
            <a:ext cx="5905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3300" dirty="0" spc="-3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3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429500" y="51435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485900" y="6381750"/>
            <a:ext cx="15316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6900" y="6381750"/>
            <a:ext cx="5905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 máy chủ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7429500" y="638175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2057400" y="7620000"/>
            <a:ext cx="14173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8400" y="7620000"/>
            <a:ext cx="5905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3300" dirty="0" spc="-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3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 sở</a:t>
            </a:r>
            <a:r>
              <a:rPr lang="en-US" sz="33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7429500" y="7620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materialized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eda12829-756b-4255-8c38-19cfb24fea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8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800" b="1" spc="26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Nhanh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nhờ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52400" cy="38100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048000"/>
            <a:ext cx="15811500" cy="4000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ctr"/>
          <a:lstStyle/>
          <a:p>
            <a:pPr algn="l" indent="0" marL="0">
              <a:lnSpc>
                <a:spcPts val="9900"/>
              </a:lnSpc>
              <a:buNone/>
            </a:pPr>
            <a:r>
              <a:rPr lang="en-US" sz="9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9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 này</a:t>
            </a:r>
            <a:r>
              <a:rPr lang="en-US" sz="9000" dirty="0" spc="-1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9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r>
              <a:rPr lang="en-US" sz="9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9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lâu?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524000" y="7524750"/>
            <a:ext cx="15811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550" dirty="0"/>
          </a:p>
        </p:txBody>
      </p:sp>
      <p:sp>
        <p:nvSpPr>
          <p:cNvPr id="7" name="Connector line-1792371193990-18383953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bca66db9-e033-42ef-8efe-7249d7e482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Riêng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5275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286000" y="295275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33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429500" y="2952750"/>
            <a:ext cx="9620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Riêng: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438150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286000" y="438150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429500" y="4381500"/>
            <a:ext cx="9620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chung: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81025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81025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286000" y="581025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</a:t>
            </a:r>
            <a:r>
              <a:rPr lang="en-US" sz="33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7429500" y="5810250"/>
            <a:ext cx="9620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chung: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5247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9111 chia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loại; cả hai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dặn</a:t>
            </a:r>
            <a:r>
              <a:rPr lang="en-US" sz="24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Cache-Control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400" dirty="0"/>
          </a:p>
        </p:txBody>
      </p:sp>
      <p:sp>
        <p:nvSpPr>
          <p:cNvPr id="17" name="Connector line-1792371194866-55358150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2989e1b-4f1c-4f8d-93be-ce3ae1fb3f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800" b="1" spc="25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772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7315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9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 của</a:t>
            </a:r>
            <a:r>
              <a:rPr lang="en-US" sz="39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9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4048125"/>
            <a:ext cx="73152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nhất;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296400" y="2857500"/>
            <a:ext cx="80772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77400" y="3143250"/>
            <a:ext cx="7315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Redis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677400" y="4048125"/>
            <a:ext cx="73152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80772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00750"/>
            <a:ext cx="7315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Kafka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95400" y="6905625"/>
            <a:ext cx="73152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hạn;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đuổi kịp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296400" y="5715000"/>
            <a:ext cx="80772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7400" y="6000750"/>
            <a:ext cx="7315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9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3900" dirty="0" spc="-1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39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677400" y="6905625"/>
            <a:ext cx="73152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2550" dirty="0"/>
          </a:p>
        </p:txBody>
      </p:sp>
      <p:sp>
        <p:nvSpPr>
          <p:cNvPr id="16" name="Connector line-1792371227898-8679554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92c6759-7c84-4c99-9259-c2a6d1f3c6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80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(SHARED_BUFFERS)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62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endParaRPr lang="en-US" sz="4200" dirty="0"/>
          </a:p>
        </p:txBody>
      </p:sp>
      <p:sp>
        <p:nvSpPr>
          <p:cNvPr id="7" name="Text richtext-1792371228836-214584844"/>
          <p:cNvSpPr/>
          <p:nvPr/>
        </p:nvSpPr>
        <p:spPr>
          <a:xfrm>
            <a:off x="1333500" y="466725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shared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read=1082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shared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hit=1082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MATERIALIZED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3762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4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42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4200" dirty="0"/>
          </a:p>
        </p:txBody>
      </p:sp>
      <p:sp>
        <p:nvSpPr>
          <p:cNvPr id="11" name="Text richtext-1792371228860-256918472"/>
          <p:cNvSpPr/>
          <p:nvPr/>
        </p:nvSpPr>
        <p:spPr>
          <a:xfrm>
            <a:off x="9791700" y="466725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c7: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2.000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REFRESH: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2.001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đơn,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15.000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ms,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400" dirty="0"/>
          </a:p>
        </p:txBody>
      </p:sp>
      <p:sp>
        <p:nvSpPr>
          <p:cNvPr id="12" name="Connector line-1792371228867-76367352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fe4ac0b-fd0d-42df-b920-e1a27d01f3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6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6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Tầng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Làm</a:t>
                      </a:r>
                      <a:r>
                        <a:rPr lang="en-US" sz="25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</a:t>
                      </a:r>
                      <a:r>
                        <a:rPr lang="en-US" sz="25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bằng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Trình</a:t>
                      </a:r>
                      <a:r>
                        <a:rPr lang="en-US" sz="2550" b="1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duyệt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Hết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max-age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Redis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Xóa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Materialized</a:t>
                      </a:r>
                      <a:r>
                        <a:rPr lang="en-US" sz="2550" b="1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view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REFRESH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9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Vùng</a:t>
                      </a:r>
                      <a:r>
                        <a:rPr lang="en-US" sz="2550" b="1" dirty="0" spc="-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</a:t>
                      </a:r>
                      <a:r>
                        <a:rPr lang="en-US" sz="2550" b="1" dirty="0" spc="-14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PostgreSQL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550" dirty="0" spc="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cần:</a:t>
                      </a:r>
                      <a:r>
                        <a:rPr lang="en-US" sz="2550" dirty="0" spc="0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 chỗ</a:t>
                      </a:r>
                      <a:r>
                        <a:rPr lang="en-US" sz="2550" dirty="0" spc="-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550" dirty="0" spc="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550" dirty="0" spc="7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550" dirty="0" spc="6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sửa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382000"/>
            <a:ext cx="16459200" cy="6667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25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2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2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b="1" dirty="0" spc="2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2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b="1" dirty="0" spc="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250" dirty="0"/>
          </a:p>
        </p:txBody>
      </p:sp>
      <p:sp>
        <p:nvSpPr>
          <p:cNvPr id="6" name="Connector line-1792371229756-48930318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d3e09d0d-b599-4558-9ecc-ce42b18382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materialized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mới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 lớn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giờ;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850" dirty="0"/>
          </a:p>
        </p:txBody>
      </p:sp>
      <p:sp>
        <p:nvSpPr>
          <p:cNvPr id="4" name="Connector line-1792371267468-386232105"/>
          <p:cNvSpPr/>
          <p:nvPr/>
        </p:nvSpPr>
        <p:spPr>
          <a:xfrm>
            <a:off x="1905000" y="4000500"/>
            <a:ext cx="14478000" cy="0"/>
          </a:xfrm>
          <a:prstGeom prst="line">
            <a:avLst/>
          </a:prstGeom>
          <a:noFill/>
          <a:ln w="571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676400" y="37719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575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Đêm</a:t>
            </a: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767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REFRESH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915400" y="3771900"/>
            <a:ext cx="457200" cy="4572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0" y="28575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r>
              <a:rPr lang="en-US" sz="3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0" y="44767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6154400" y="3771900"/>
            <a:ext cx="457200" cy="4572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3563600" y="28575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r>
              <a:rPr lang="en-US" sz="39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3563600" y="44767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571500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3500" y="5953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thấy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333500" y="676275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View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REFRESH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72600" y="571500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91700" y="5953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Biết</a:t>
            </a:r>
            <a:r>
              <a:rPr lang="en-US" sz="3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r>
              <a:rPr lang="en-US" sz="3900" dirty="0" spc="-3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39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9791700" y="676275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lại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khiển.</a:t>
            </a:r>
            <a:endParaRPr lang="en-US" sz="2400" dirty="0"/>
          </a:p>
        </p:txBody>
      </p:sp>
      <p:sp>
        <p:nvSpPr>
          <p:cNvPr id="20" name="Connector line-1792371267490-24403994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4a535cb-32f4-4e7c-a952-8d2cc33179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tầng,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900" dirty="0"/>
          </a:p>
        </p:txBody>
      </p:sp>
      <p:sp>
        <p:nvSpPr>
          <p:cNvPr id="6" name="Text richtext-1792371268336-97169194"/>
          <p:cNvSpPr/>
          <p:nvPr/>
        </p:nvSpPr>
        <p:spPr>
          <a:xfrm>
            <a:off x="13335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</a:t>
            </a:r>
            <a:r>
              <a:rPr lang="en-US" sz="24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“lưu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3900" dirty="0"/>
          </a:p>
        </p:txBody>
      </p:sp>
      <p:sp>
        <p:nvSpPr>
          <p:cNvPr id="9" name="Text richtext-1792371268344-417892028"/>
          <p:cNvSpPr/>
          <p:nvPr/>
        </p:nvSpPr>
        <p:spPr>
          <a:xfrm>
            <a:off x="97917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vị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“được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 lâu”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Elasticsearch</a:t>
            </a:r>
            <a:endParaRPr lang="en-US" sz="2400" dirty="0"/>
          </a:p>
        </p:txBody>
      </p:sp>
      <p:sp>
        <p:nvSpPr>
          <p:cNvPr id="10" name="Connector line-1792371268354-36290532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f2ba2f5-c9cc-4faf-979f-90395dd614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39624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0" y="285750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0" y="361950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486400" y="39624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66725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14400" y="542925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57721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86400" y="466725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486400" y="542925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486400" y="57721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647700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MB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914400" y="723900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75819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Cỡ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486400" y="647700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OS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486400" y="723900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Operating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486400" y="75819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096500" y="2857500"/>
            <a:ext cx="72771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0572750" y="32385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4" name="Text richtext-1792371269257-178163004"/>
          <p:cNvSpPr/>
          <p:nvPr/>
        </p:nvSpPr>
        <p:spPr>
          <a:xfrm>
            <a:off x="10572750" y="3810000"/>
            <a:ext cx="6324600" cy="3429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IETF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Working</a:t>
            </a:r>
            <a:r>
              <a:rPr lang="en-US" sz="21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Group: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9111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10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Kafka: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PostgreSQL: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PostgreSQL:</a:t>
            </a: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materialized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72750" y="7429500"/>
            <a:ext cx="6324600" cy="762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26" name="Connector line-1792371269269-5241404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91eccbed-8077-4adf-ae07-22e6973fc9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2026-10-19T00:54:46Z</dcterms:created>
  <dcterms:modified xsi:type="dcterms:W3CDTF">2026-10-19T00:54:46Z</dcterms:modified>
</cp:coreProperties>
</file>