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 SemiBold"/>
      <p:regular r:id="rId16"/>
    </p:embeddedFont>
    <p:embeddedFont>
      <p:font typeface="Bricolage Grotesque ExtraBold"/>
      <p:regular r:id="rId17"/>
    </p:embeddedFont>
    <p:embeddedFont>
      <p:font typeface="Be Vietnam Pro"/>
      <p:regular r:id="rId18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714500"/>
            <a:ext cx="8572500" cy="13335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IPv4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IPv6</a:t>
            </a:r>
            <a:endParaRPr lang="en-US" sz="8100" dirty="0"/>
          </a:p>
        </p:txBody>
      </p:sp>
      <p:sp>
        <p:nvSpPr>
          <p:cNvPr id="4" name="Shape 2"/>
          <p:cNvSpPr/>
          <p:nvPr/>
        </p:nvSpPr>
        <p:spPr>
          <a:xfrm>
            <a:off x="914400" y="333375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771900"/>
            <a:ext cx="8382000" cy="1905000"/>
          </a:xfrm>
          <a:prstGeom prst="rect">
            <a:avLst/>
          </a:prstGeom>
          <a:noFill/>
          <a:ln/>
        </p:spPr>
        <p:txBody>
          <a:bodyPr wrap="square" lIns="0" tIns="25146" rIns="0" bIns="-25146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36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thiết</a:t>
            </a:r>
            <a:r>
              <a:rPr lang="en-US" sz="36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36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36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Internet</a:t>
            </a:r>
            <a:r>
              <a:rPr lang="en-US" sz="36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36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600" dirty="0" spc="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36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6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36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36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36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36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6286500"/>
            <a:ext cx="838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IPv4:</a:t>
            </a:r>
            <a:r>
              <a:rPr lang="en-US" sz="2400" dirty="0" spc="2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400" dirty="0" spc="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-1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gồm</a:t>
            </a:r>
            <a:r>
              <a:rPr lang="en-US" sz="2400" dirty="0" spc="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32 bit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6800850"/>
            <a:ext cx="838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IPv6:</a:t>
            </a:r>
            <a:r>
              <a:rPr lang="en-US" sz="2400" dirty="0" spc="2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400" dirty="0" spc="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-1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gồm</a:t>
            </a:r>
            <a:r>
              <a:rPr lang="en-US" sz="240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128</a:t>
            </a:r>
            <a:r>
              <a:rPr lang="en-US" sz="2400" dirty="0" spc="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477500" y="11430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spc="151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IPv4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477500" y="1524000"/>
            <a:ext cx="68961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40" dirty="0" spc="6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32</a:t>
            </a:r>
            <a:pPr algn="l" indent="0" marL="0">
              <a:buNone/>
            </a:pPr>
            <a:r>
              <a:rPr lang="en-US" sz="401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bit</a:t>
            </a:r>
            <a:endParaRPr lang="en-US" sz="15040" dirty="0"/>
          </a:p>
        </p:txBody>
      </p:sp>
      <p:sp>
        <p:nvSpPr>
          <p:cNvPr id="10" name="Shape 8"/>
          <p:cNvSpPr/>
          <p:nvPr/>
        </p:nvSpPr>
        <p:spPr>
          <a:xfrm>
            <a:off x="10477500" y="4191000"/>
            <a:ext cx="1676400" cy="2667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0" y="51435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spc="137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IPv6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477500" y="5524500"/>
            <a:ext cx="68961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925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128</a:t>
            </a:r>
            <a:pPr algn="l" indent="0" marL="0">
              <a:buNone/>
            </a:pPr>
            <a:r>
              <a:rPr lang="en-US" sz="3447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bit</a:t>
            </a:r>
            <a:endParaRPr lang="en-US" sz="12925" dirty="0"/>
          </a:p>
        </p:txBody>
      </p:sp>
      <p:sp>
        <p:nvSpPr>
          <p:cNvPr id="13" name="Shape 11"/>
          <p:cNvSpPr/>
          <p:nvPr/>
        </p:nvSpPr>
        <p:spPr>
          <a:xfrm>
            <a:off x="10477500" y="8191500"/>
            <a:ext cx="6705600" cy="2667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fbb111a6-d65b-4186-92fa-4cae08e1f9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57300"/>
            <a:ext cx="1645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IPv6</a:t>
            </a:r>
            <a:r>
              <a:rPr lang="en-US" sz="3300" dirty="0" spc="-4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30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33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3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33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300" dirty="0" spc="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3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này: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224790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28900"/>
            <a:ext cx="16459200" cy="3048000"/>
          </a:xfrm>
          <a:prstGeom prst="rect">
            <a:avLst/>
          </a:prstGeom>
          <a:noFill/>
          <a:ln/>
        </p:spPr>
        <p:txBody>
          <a:bodyPr wrap="square" lIns="0" tIns="73152" rIns="0" bIns="-73152" rtlCol="0" anchor="t"/>
          <a:lstStyle/>
          <a:p>
            <a:pPr algn="l" indent="0" marL="0">
              <a:lnSpc>
                <a:spcPts val="10368"/>
              </a:lnSpc>
              <a:buNone/>
            </a:pPr>
            <a:r>
              <a:rPr lang="en-US" sz="9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9600" dirty="0" spc="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9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9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10368"/>
              </a:lnSpc>
              <a:buNone/>
            </a:pPr>
            <a:r>
              <a:rPr lang="en-US" sz="9600" dirty="0" spc="-8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IPv4</a:t>
            </a:r>
            <a:pPr algn="l" indent="0" marL="0">
              <a:lnSpc>
                <a:spcPts val="10368"/>
              </a:lnSpc>
              <a:buNone/>
            </a:pPr>
            <a:r>
              <a:rPr lang="en-US" sz="9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9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9600" dirty="0" spc="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r>
              <a:rPr lang="en-US" sz="96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r>
              <a:rPr lang="en-US" sz="96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rãi.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914400" y="6572250"/>
            <a:ext cx="3810000" cy="9906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6572250"/>
            <a:ext cx="381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IPv4</a:t>
            </a:r>
            <a:r>
              <a:rPr lang="en-US" sz="33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33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33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048250" y="6572250"/>
            <a:ext cx="4191000" cy="9906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</p:sp>
      <p:sp>
        <p:nvSpPr>
          <p:cNvPr id="9" name="Text 7"/>
          <p:cNvSpPr/>
          <p:nvPr/>
        </p:nvSpPr>
        <p:spPr>
          <a:xfrm>
            <a:off x="5048250" y="657225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23" kern="0">
                <a:solidFill>
                  <a:srgbClr val="B834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IPv6</a:t>
            </a:r>
            <a:r>
              <a:rPr lang="en-US" sz="3300" b="1" dirty="0" spc="-5" kern="0">
                <a:solidFill>
                  <a:srgbClr val="B834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3300" b="1" dirty="0" spc="0" kern="0">
                <a:solidFill>
                  <a:srgbClr val="B834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128 bit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6c827f33-daee-4f6f-8c40-a5fa42b746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ĐỊA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8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dài,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83845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4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IPv4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33500" y="356235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3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32</a:t>
            </a:r>
            <a:pPr algn="l" indent="0" marL="0">
              <a:buNone/>
            </a:pPr>
            <a:r>
              <a:rPr lang="en-US" sz="3600" dirty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bit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333500" y="51435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3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VÍ</a:t>
            </a:r>
            <a:r>
              <a:rPr lang="en-US" sz="1800" spc="152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33500" y="5505450"/>
            <a:ext cx="7162800" cy="7810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5505450"/>
            <a:ext cx="71628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192.0.2.12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333500" y="6572250"/>
            <a:ext cx="716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2³²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4,3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333500" y="7105650"/>
            <a:ext cx="716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phân, cách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72600" y="25717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13" name="Text 11"/>
          <p:cNvSpPr/>
          <p:nvPr/>
        </p:nvSpPr>
        <p:spPr>
          <a:xfrm>
            <a:off x="9791700" y="283845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IPv6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9791700" y="356235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128</a:t>
            </a:r>
            <a:pPr algn="l" indent="0" marL="0">
              <a:buNone/>
            </a:pPr>
            <a:r>
              <a:rPr lang="en-US" sz="3600" dirty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bit</a:t>
            </a:r>
            <a:endParaRPr lang="en-US" sz="9000" dirty="0"/>
          </a:p>
        </p:txBody>
      </p:sp>
      <p:sp>
        <p:nvSpPr>
          <p:cNvPr id="15" name="Text 13"/>
          <p:cNvSpPr/>
          <p:nvPr/>
        </p:nvSpPr>
        <p:spPr>
          <a:xfrm>
            <a:off x="9791700" y="51435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3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VÍ</a:t>
            </a:r>
            <a:r>
              <a:rPr lang="en-US" sz="1800" spc="152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791700" y="5505450"/>
            <a:ext cx="7162800" cy="7810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</p:sp>
      <p:sp>
        <p:nvSpPr>
          <p:cNvPr id="17" name="Text 15"/>
          <p:cNvSpPr/>
          <p:nvPr/>
        </p:nvSpPr>
        <p:spPr>
          <a:xfrm>
            <a:off x="9791700" y="5505450"/>
            <a:ext cx="71628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2001:db8::1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9791700" y="6572250"/>
            <a:ext cx="716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2¹²⁸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791700" y="7105650"/>
            <a:ext cx="716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hex,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8153400"/>
            <a:ext cx="16459200" cy="7620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8153400"/>
            <a:ext cx="15716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 thật.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50389839-3cd3-4162-bf22-23fcad9921b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8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IPV6</a:t>
            </a:r>
            <a:r>
              <a:rPr lang="en-US" sz="1950" spc="224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12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RÚT</a:t>
            </a:r>
            <a:r>
              <a:rPr lang="en-US" sz="1950" spc="225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78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rút</a:t>
            </a:r>
            <a:r>
              <a:rPr lang="en-US" sz="78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gọn</a:t>
            </a:r>
            <a:r>
              <a:rPr lang="en-US" sz="7800" dirty="0" spc="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8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IPv6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91440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19200" y="3171825"/>
            <a:ext cx="609600" cy="6096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317182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33600" y="2762250"/>
            <a:ext cx="7620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Viết tám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7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hex,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dấu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chấm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4476750"/>
            <a:ext cx="91440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1219200" y="4886325"/>
            <a:ext cx="609600" cy="6096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488632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133600" y="4476750"/>
            <a:ext cx="7620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Bỏ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</a:t>
            </a:r>
            <a:r>
              <a:rPr lang="en-US" sz="270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đứng</a:t>
            </a:r>
            <a:r>
              <a:rPr lang="en-US" sz="27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 nhóm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6191250"/>
            <a:ext cx="91440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9200" y="6600825"/>
            <a:ext cx="609600" cy="6096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1219200" y="660082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133600" y="6191250"/>
            <a:ext cx="7620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Dùng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::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chuỗi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</a:t>
            </a: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0591800" y="2762250"/>
            <a:ext cx="6781800" cy="4857750"/>
          </a:xfrm>
          <a:prstGeom prst="roundRect">
            <a:avLst>
              <a:gd name="adj" fmla="val 4706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0" y="31051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VÍ</a:t>
            </a:r>
            <a:r>
              <a:rPr lang="en-US" sz="1950" spc="225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972800" y="3810000"/>
            <a:ext cx="6096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2001:db8</a:t>
            </a:r>
            <a:pPr algn="l" indent="0" marL="0">
              <a:buNone/>
            </a:pPr>
            <a:r>
              <a:rPr lang="en-US" sz="69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::</a:t>
            </a:r>
            <a:pPr algn="l" indent="0" marL="0"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900" dirty="0"/>
          </a:p>
        </p:txBody>
      </p:sp>
      <p:sp>
        <p:nvSpPr>
          <p:cNvPr id="19" name="Text 17"/>
          <p:cNvSpPr/>
          <p:nvPr/>
        </p:nvSpPr>
        <p:spPr>
          <a:xfrm>
            <a:off x="10972800" y="533400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::</a:t>
            </a:r>
            <a:r>
              <a:rPr lang="en-US" sz="2550" dirty="0" spc="-1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550" dirty="0" spc="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chuỗi</a:t>
            </a:r>
            <a:r>
              <a:rPr lang="en-US" sz="2550" dirty="0" spc="-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2550" dirty="0" spc="-9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</a:t>
            </a:r>
            <a:r>
              <a:rPr lang="en-US" sz="255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0972800" y="666750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25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25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dụ,</a:t>
            </a:r>
            <a:r>
              <a:rPr lang="en-US" sz="225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2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250" dirty="0" spc="-1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 máy</a:t>
            </a:r>
            <a:r>
              <a:rPr lang="en-US" sz="2250" dirty="0" spc="-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8" name="Shape 2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9" name="Shape 2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754540eb-84c8-4339-bbd5-7106fefd039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TIÊU</a:t>
            </a:r>
            <a:r>
              <a:rPr lang="en-US" sz="1950" spc="222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 TIN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 tiêu</a:t>
            </a:r>
            <a:r>
              <a:rPr lang="en-US" sz="780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78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4000500" y="2552700"/>
            <a:ext cx="6667500" cy="762000"/>
          </a:xfrm>
          <a:prstGeom prst="roundRect">
            <a:avLst>
              <a:gd name="adj" fmla="val 25000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4305300" y="25527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3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IPv4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0896600" y="2552700"/>
            <a:ext cx="6477000" cy="762000"/>
          </a:xfrm>
          <a:prstGeom prst="roundRect">
            <a:avLst>
              <a:gd name="adj" fmla="val 25000"/>
            </a:avLst>
          </a:prstGeom>
          <a:solidFill>
            <a:srgbClr val="F8D9D0"/>
          </a:solidFill>
          <a:ln/>
        </p:spPr>
      </p:sp>
      <p:sp>
        <p:nvSpPr>
          <p:cNvPr id="7" name="Text 5"/>
          <p:cNvSpPr/>
          <p:nvPr/>
        </p:nvSpPr>
        <p:spPr>
          <a:xfrm>
            <a:off x="11201400" y="25527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IPv6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914400" y="34671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9200" y="3467100"/>
            <a:ext cx="2571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15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ĐỘ</a:t>
            </a:r>
            <a:r>
              <a:rPr lang="en-US" sz="1800" spc="13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05300" y="34671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201400" y="3467100"/>
            <a:ext cx="590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Cố</a:t>
            </a:r>
            <a:r>
              <a:rPr lang="en-US" sz="24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r>
              <a:rPr lang="en-US" sz="24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47625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9200" y="4762500"/>
            <a:ext cx="2571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14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CHECKSUM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05300" y="47625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checksum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201400" y="4762500"/>
            <a:ext cx="590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checksum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0579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9200" y="6057900"/>
            <a:ext cx="2571750" cy="1143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spc="15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THÔNG</a:t>
            </a:r>
            <a:r>
              <a:rPr lang="en-US" sz="1800" spc="151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1800" spc="15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HIẾM</a:t>
            </a:r>
            <a:r>
              <a:rPr lang="en-US" sz="1800" spc="152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05300" y="60579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Nằm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201400" y="6057900"/>
            <a:ext cx="590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Nằm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extension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14400" y="73533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19200" y="7353300"/>
            <a:ext cx="2571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152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 MẢNH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305300" y="73533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Router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 phân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 (trừ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cờ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cấm)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201400" y="7353300"/>
            <a:ext cx="590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b="1" dirty="0" spc="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mảnh,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router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ff3befb4-e650-4ffc-b0f8-d72c19f4a89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18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DUAL</a:t>
            </a:r>
            <a:r>
              <a:rPr lang="en-US" sz="1950" spc="178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STACK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8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máy,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78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lúc.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619250" y="3200400"/>
            <a:ext cx="3048000" cy="800100"/>
          </a:xfrm>
          <a:prstGeom prst="roundRect">
            <a:avLst>
              <a:gd name="adj" fmla="val 2381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619250" y="3200400"/>
            <a:ext cx="3048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001000" y="3200400"/>
            <a:ext cx="3048000" cy="800100"/>
          </a:xfrm>
          <a:prstGeom prst="roundRect">
            <a:avLst>
              <a:gd name="adj" fmla="val 2381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8001000" y="3200400"/>
            <a:ext cx="3048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14001750" y="3200400"/>
            <a:ext cx="3048000" cy="800100"/>
          </a:xfrm>
          <a:prstGeom prst="roundRect">
            <a:avLst>
              <a:gd name="adj" fmla="val 23810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14001750" y="3200400"/>
            <a:ext cx="3048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700" dirty="0"/>
          </a:p>
        </p:txBody>
      </p:sp>
      <p:sp>
        <p:nvSpPr>
          <p:cNvPr id="11" name="Connector line-1792292231166-766988324"/>
          <p:cNvSpPr/>
          <p:nvPr/>
        </p:nvSpPr>
        <p:spPr>
          <a:xfrm>
            <a:off x="3143250" y="4038600"/>
            <a:ext cx="0" cy="4533900"/>
          </a:xfrm>
          <a:prstGeom prst="line">
            <a:avLst/>
          </a:prstGeom>
          <a:noFill/>
          <a:ln w="38100">
            <a:solidFill>
              <a:srgbClr val="CFC7B3"/>
            </a:solidFill>
            <a:prstDash val="solid"/>
            <a:headEnd type="none"/>
            <a:tailEnd type="none"/>
          </a:ln>
        </p:spPr>
      </p:sp>
      <p:sp>
        <p:nvSpPr>
          <p:cNvPr id="12" name="Connector line-1792292231167-854915069"/>
          <p:cNvSpPr/>
          <p:nvPr/>
        </p:nvSpPr>
        <p:spPr>
          <a:xfrm>
            <a:off x="9525000" y="4038600"/>
            <a:ext cx="0" cy="4533900"/>
          </a:xfrm>
          <a:prstGeom prst="line">
            <a:avLst/>
          </a:prstGeom>
          <a:noFill/>
          <a:ln w="38100">
            <a:solidFill>
              <a:srgbClr val="CFC7B3"/>
            </a:solidFill>
            <a:prstDash val="solid"/>
            <a:headEnd type="none"/>
            <a:tailEnd type="none"/>
          </a:ln>
        </p:spPr>
      </p:sp>
      <p:sp>
        <p:nvSpPr>
          <p:cNvPr id="13" name="Connector line-1792292231167-244333639"/>
          <p:cNvSpPr/>
          <p:nvPr/>
        </p:nvSpPr>
        <p:spPr>
          <a:xfrm>
            <a:off x="15525750" y="4038600"/>
            <a:ext cx="0" cy="4533900"/>
          </a:xfrm>
          <a:prstGeom prst="line">
            <a:avLst/>
          </a:prstGeom>
          <a:noFill/>
          <a:ln w="38100">
            <a:solidFill>
              <a:srgbClr val="CFC7B3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3238500" y="4362450"/>
            <a:ext cx="6191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miền</a:t>
            </a:r>
            <a:endParaRPr lang="en-US" sz="2400" dirty="0"/>
          </a:p>
        </p:txBody>
      </p:sp>
      <p:sp>
        <p:nvSpPr>
          <p:cNvPr id="15" name="Connector line-1792292231169-648219759"/>
          <p:cNvSpPr/>
          <p:nvPr/>
        </p:nvSpPr>
        <p:spPr>
          <a:xfrm>
            <a:off x="3181350" y="4953000"/>
            <a:ext cx="6267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333750" y="5448300"/>
            <a:ext cx="1619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400" dirty="0" spc="-5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4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143500" y="5391150"/>
            <a:ext cx="1809750" cy="4953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</p:sp>
      <p:sp>
        <p:nvSpPr>
          <p:cNvPr id="18" name="Text 16"/>
          <p:cNvSpPr/>
          <p:nvPr/>
        </p:nvSpPr>
        <p:spPr>
          <a:xfrm>
            <a:off x="5143500" y="5391150"/>
            <a:ext cx="1809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IPv4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7105650" y="5391150"/>
            <a:ext cx="2247900" cy="4953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</p:sp>
      <p:sp>
        <p:nvSpPr>
          <p:cNvPr id="20" name="Text 18"/>
          <p:cNvSpPr/>
          <p:nvPr/>
        </p:nvSpPr>
        <p:spPr>
          <a:xfrm>
            <a:off x="7105650" y="5391150"/>
            <a:ext cx="2247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B834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AAAA</a:t>
            </a:r>
            <a:r>
              <a:rPr lang="en-US" sz="2100" b="1" dirty="0" spc="0" kern="0">
                <a:solidFill>
                  <a:srgbClr val="B834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14" kern="0">
                <a:solidFill>
                  <a:srgbClr val="B8341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IPv6</a:t>
            </a:r>
            <a:endParaRPr lang="en-US" sz="2100" dirty="0"/>
          </a:p>
        </p:txBody>
      </p:sp>
      <p:sp>
        <p:nvSpPr>
          <p:cNvPr id="21" name="Connector line-1792292231175-824077478"/>
          <p:cNvSpPr/>
          <p:nvPr/>
        </p:nvSpPr>
        <p:spPr>
          <a:xfrm flipH="1">
            <a:off x="3219450" y="6191250"/>
            <a:ext cx="62674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238500" y="6877050"/>
            <a:ext cx="1219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40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chỉ,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24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endParaRPr lang="en-US" sz="2400" dirty="0"/>
          </a:p>
        </p:txBody>
      </p:sp>
      <p:sp>
        <p:nvSpPr>
          <p:cNvPr id="23" name="Connector line-1792292231177-594134451"/>
          <p:cNvSpPr/>
          <p:nvPr/>
        </p:nvSpPr>
        <p:spPr>
          <a:xfrm>
            <a:off x="3181350" y="7524750"/>
            <a:ext cx="122682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238500" y="7772400"/>
            <a:ext cx="1219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5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Happy</a:t>
            </a:r>
            <a:r>
              <a:rPr lang="en-US" sz="2100" dirty="0" spc="-1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Eyeballs:</a:t>
            </a:r>
            <a:r>
              <a:rPr lang="en-US" sz="210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100" dirty="0" spc="-7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r>
              <a:rPr lang="en-US" sz="2100" dirty="0" spc="-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100" dirty="0" spc="-9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song song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0702ab84-f909-41a3-acb6-b3a40ff1ef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800" dirty="0" spc="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nhớ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0670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IPv6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30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b="1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33500" y="41910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4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4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72600" y="2762250"/>
            <a:ext cx="8001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276225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9791700" y="30670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IPv4</a:t>
            </a:r>
            <a:r>
              <a:rPr lang="en-US" sz="30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791700" y="41910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Nhờ</a:t>
            </a:r>
            <a:r>
              <a:rPr lang="en-US" sz="2400" dirty="0" spc="-5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2400" dirty="0" spc="-1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400" dirty="0" spc="2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5429250"/>
            <a:ext cx="8001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542925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57340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30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33500" y="7219950"/>
            <a:ext cx="723900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dual</a:t>
            </a:r>
            <a:r>
              <a:rPr lang="en-US" sz="24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stack</a:t>
            </a:r>
            <a:r>
              <a:rPr lang="en-US" sz="24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dirty="0" spc="1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72600" y="5429250"/>
            <a:ext cx="8001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9372600" y="542925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8" name="Text 16"/>
          <p:cNvSpPr/>
          <p:nvPr/>
        </p:nvSpPr>
        <p:spPr>
          <a:xfrm>
            <a:off x="9791700" y="57340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IPv6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thay</a:t>
            </a:r>
            <a:r>
              <a:rPr lang="en-US" sz="30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tường</a:t>
            </a:r>
            <a:r>
              <a:rPr lang="en-US" sz="300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lửa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791700" y="68580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3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4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1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6dd7e85d-e6f8-439d-bc20-63a4a79212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238250"/>
            <a:ext cx="16459200" cy="20002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15240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800" spc="15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943100"/>
            <a:ext cx="1562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Tên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miền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33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r>
              <a:rPr lang="en-US" sz="330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AAAA.</a:t>
            </a:r>
            <a:r>
              <a:rPr lang="en-US" sz="33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3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3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IPv4.</a:t>
            </a:r>
            <a:r>
              <a:rPr lang="en-US" sz="33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Chuyện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r>
              <a:rPr lang="en-US" sz="3300" dirty="0" spc="-3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xảy</a:t>
            </a:r>
            <a:r>
              <a:rPr lang="en-US" sz="33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ra?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38100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225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4305300"/>
            <a:ext cx="16459200" cy="2476500"/>
          </a:xfrm>
          <a:prstGeom prst="rect">
            <a:avLst/>
          </a:prstGeom>
          <a:noFill/>
          <a:ln/>
        </p:spPr>
        <p:txBody>
          <a:bodyPr wrap="square" lIns="0" tIns="68580" rIns="0" bIns="-68580" rtlCol="0" anchor="t"/>
          <a:lstStyle/>
          <a:p>
            <a:pPr algn="l" indent="0" marL="0">
              <a:lnSpc>
                <a:spcPts val="9720"/>
              </a:lnSpc>
              <a:buNone/>
            </a:pPr>
            <a:r>
              <a:rPr lang="en-US" sz="90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9000" dirty="0" spc="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9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</a:t>
            </a:r>
            <a:pPr algn="l" indent="0" marL="0">
              <a:lnSpc>
                <a:spcPts val="9720"/>
              </a:lnSpc>
              <a:buNone/>
            </a:pPr>
            <a:r>
              <a:rPr lang="en-US" sz="9000" dirty="0" spc="-8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IPv4</a:t>
            </a:r>
            <a:pPr algn="l" indent="0" marL="0">
              <a:lnSpc>
                <a:spcPts val="9720"/>
              </a:lnSpc>
              <a:buNone/>
            </a:pPr>
            <a:r>
              <a:rPr lang="en-US" sz="9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90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9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90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A.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914400" y="685800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AAAA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IPv6.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14400" y="746760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8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8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chỉ,</a:t>
            </a: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dirty="0" spc="-4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660e87d6-dd79-487f-9698-86844d3d670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495550"/>
            <a:ext cx="10325100" cy="800100"/>
          </a:xfrm>
          <a:prstGeom prst="roundRect">
            <a:avLst>
              <a:gd name="adj" fmla="val 1904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495550"/>
            <a:ext cx="1809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IPv4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143250" y="2571750"/>
            <a:ext cx="790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800" dirty="0" spc="-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version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43250" y="2895600"/>
            <a:ext cx="7905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Phiên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 của IP,</a:t>
            </a:r>
            <a:r>
              <a:rPr lang="en-US" sz="225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 32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3409950"/>
            <a:ext cx="10325100" cy="800100"/>
          </a:xfrm>
          <a:prstGeom prst="roundRect">
            <a:avLst>
              <a:gd name="adj" fmla="val 19048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3409950"/>
            <a:ext cx="1809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IPv6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143250" y="3486150"/>
            <a:ext cx="790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800" dirty="0" spc="-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version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43250" y="3810000"/>
            <a:ext cx="7905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Phiên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6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 IP,</a:t>
            </a:r>
            <a:r>
              <a:rPr lang="en-US" sz="225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4324350"/>
            <a:ext cx="10325100" cy="800100"/>
          </a:xfrm>
          <a:prstGeom prst="roundRect">
            <a:avLst>
              <a:gd name="adj" fmla="val 19048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4324350"/>
            <a:ext cx="1809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DNS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143250" y="4400550"/>
            <a:ext cx="790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Domain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</a:t>
            </a:r>
            <a:r>
              <a:rPr lang="en-US" sz="180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3250" y="4724400"/>
            <a:ext cx="7905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Danh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Internet:</a:t>
            </a:r>
            <a:r>
              <a:rPr lang="en-US" sz="22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miền thành</a:t>
            </a:r>
            <a:r>
              <a:rPr lang="en-US" sz="225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2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5238750"/>
            <a:ext cx="10325100" cy="800100"/>
          </a:xfrm>
          <a:prstGeom prst="roundRect">
            <a:avLst>
              <a:gd name="adj" fmla="val 19048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" y="5238750"/>
            <a:ext cx="1809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143250" y="5314950"/>
            <a:ext cx="790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143250" y="5638800"/>
            <a:ext cx="7905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Quy</a:t>
            </a:r>
            <a:r>
              <a:rPr lang="en-US" sz="22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ước</a:t>
            </a:r>
            <a:r>
              <a:rPr lang="en-US" sz="22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đánh</a:t>
            </a:r>
            <a:r>
              <a:rPr lang="en-US" sz="225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2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22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6153150"/>
            <a:ext cx="10325100" cy="800100"/>
          </a:xfrm>
          <a:prstGeom prst="roundRect">
            <a:avLst>
              <a:gd name="adj" fmla="val 19048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" y="6153150"/>
            <a:ext cx="1809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AAAA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143250" y="6229350"/>
            <a:ext cx="790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Quad</a:t>
            </a: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143250" y="6553200"/>
            <a:ext cx="7905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DNS</a:t>
            </a:r>
            <a:r>
              <a:rPr lang="en-US" sz="22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2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25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2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IPv6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14400" y="7067550"/>
            <a:ext cx="10325100" cy="800100"/>
          </a:xfrm>
          <a:prstGeom prst="roundRect">
            <a:avLst>
              <a:gd name="adj" fmla="val 19048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181100" y="7067550"/>
            <a:ext cx="1809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9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NAT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3143250" y="7143750"/>
            <a:ext cx="790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Network</a:t>
            </a:r>
            <a:r>
              <a:rPr lang="en-US" sz="180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Address</a:t>
            </a:r>
            <a:r>
              <a:rPr lang="en-US" sz="1800" dirty="0" spc="-2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Translation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143250" y="7467600"/>
            <a:ext cx="7905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Nhiều</a:t>
            </a:r>
            <a:r>
              <a:rPr lang="en-US" sz="22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 chung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25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IPv4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cộng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1620500" y="2495550"/>
            <a:ext cx="5753100" cy="5372100"/>
          </a:xfrm>
          <a:prstGeom prst="roundRect">
            <a:avLst>
              <a:gd name="adj" fmla="val 3546"/>
            </a:avLst>
          </a:prstGeom>
          <a:solidFill>
            <a:srgbClr val="F3EEE3"/>
          </a:solidFill>
          <a:ln/>
        </p:spPr>
      </p:sp>
      <p:sp>
        <p:nvSpPr>
          <p:cNvPr id="29" name="Text 27"/>
          <p:cNvSpPr/>
          <p:nvPr/>
        </p:nvSpPr>
        <p:spPr>
          <a:xfrm>
            <a:off x="11963400" y="2781300"/>
            <a:ext cx="514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endParaRPr lang="en-US" sz="1950" dirty="0"/>
          </a:p>
        </p:txBody>
      </p:sp>
      <p:sp>
        <p:nvSpPr>
          <p:cNvPr id="30" name="Text richtext-1792292294839-22875026"/>
          <p:cNvSpPr/>
          <p:nvPr/>
        </p:nvSpPr>
        <p:spPr>
          <a:xfrm>
            <a:off x="11963400" y="3314700"/>
            <a:ext cx="5143500" cy="4191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ByteByteGo,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snapshot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2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RFC</a:t>
            </a: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791,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8200,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4291: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IPv4,</a:t>
            </a: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IPv6,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RFC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5737,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3849,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8305:</a:t>
            </a:r>
            <a:r>
              <a:rPr lang="en-US" sz="225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liệu,</a:t>
            </a:r>
            <a:r>
              <a:rPr lang="en-US" sz="22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Happy</a:t>
            </a: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Eyeballs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914400" y="809625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32" name="Shape 30"/>
          <p:cNvSpPr/>
          <p:nvPr/>
        </p:nvSpPr>
        <p:spPr>
          <a:xfrm>
            <a:off x="914400" y="8096250"/>
            <a:ext cx="95250" cy="1047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33" name="Text 31"/>
          <p:cNvSpPr/>
          <p:nvPr/>
        </p:nvSpPr>
        <p:spPr>
          <a:xfrm>
            <a:off x="1295400" y="8172450"/>
            <a:ext cx="15716250" cy="8953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1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thuật.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endParaRPr lang="en-US" sz="210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6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1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5" name="Shape 3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6" name="Shape 3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7" name="Shape 3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8" name="Shape 3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9" name="Shape 3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0" name="Shape 3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1" name="Shape 3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2" name="Shape 4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3" name="Text 41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06ada07d-6e91-4ec9-a247-2a5377790e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2026-10-19T00:43:11Z</dcterms:created>
  <dcterms:modified xsi:type="dcterms:W3CDTF">2026-10-19T00:43:11Z</dcterms:modified>
</cp:coreProperties>
</file>