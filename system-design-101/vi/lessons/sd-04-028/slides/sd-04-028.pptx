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4290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78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8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8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serverless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6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tính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2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048250"/>
            <a:ext cx="895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chọn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68199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 v2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14400" y="7734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b="1" dirty="0" spc="-1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sd-04-028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11239500" y="1428750"/>
            <a:ext cx="6134100" cy="1809750"/>
          </a:xfrm>
          <a:prstGeom prst="roundRect">
            <a:avLst>
              <a:gd name="adj" fmla="val 14737"/>
            </a:avLst>
          </a:prstGeom>
          <a:solidFill>
            <a:srgbClr val="1E212B">
              <a:alpha val="90000"/>
            </a:srgbClr>
          </a:solidFill>
          <a:ln w="28575">
            <a:solidFill>
              <a:srgbClr val="9AA0B5">
                <a:alpha val="9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20500" y="171450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20500" y="2152650"/>
            <a:ext cx="5372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550" dirty="0"/>
          </a:p>
        </p:txBody>
      </p:sp>
      <p:sp>
        <p:nvSpPr>
          <p:cNvPr id="13" name="Connector line-1792370241401-530951572"/>
          <p:cNvSpPr/>
          <p:nvPr/>
        </p:nvSpPr>
        <p:spPr>
          <a:xfrm>
            <a:off x="14306550" y="3333750"/>
            <a:ext cx="0" cy="571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1239500" y="4000500"/>
            <a:ext cx="61341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20500" y="428625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620500" y="472440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dữ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giãn,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</a:t>
            </a:r>
            <a:endParaRPr lang="en-US" sz="2550" dirty="0"/>
          </a:p>
        </p:txBody>
      </p:sp>
      <p:sp>
        <p:nvSpPr>
          <p:cNvPr id="17" name="Connector line-1792370241406-906865648"/>
          <p:cNvSpPr/>
          <p:nvPr/>
        </p:nvSpPr>
        <p:spPr>
          <a:xfrm>
            <a:off x="14306550" y="6096000"/>
            <a:ext cx="0" cy="57150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1239500" y="6762750"/>
            <a:ext cx="6134100" cy="2000250"/>
          </a:xfrm>
          <a:prstGeom prst="roundRect">
            <a:avLst>
              <a:gd name="adj" fmla="val 13333"/>
            </a:avLst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11620500" y="7048500"/>
            <a:ext cx="5372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800" b="1" spc="2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800" b="1" spc="21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620500" y="7486650"/>
            <a:ext cx="53721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ghi,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251e80f-e41d-4517-af33-d9666c544e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619250"/>
            <a:ext cx="114300" cy="21907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524000"/>
            <a:ext cx="15811500" cy="238125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Tính</a:t>
            </a:r>
            <a:r>
              <a:rPr lang="en-US" sz="78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đi,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78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lại;</a:t>
            </a:r>
            <a:r>
              <a:rPr lang="en-US" sz="78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8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78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4762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0863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BẠN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56260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Tối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42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4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6572250"/>
            <a:ext cx="72390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tải,</a:t>
            </a:r>
            <a:r>
              <a:rPr lang="en-US" sz="2550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4762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9753600" y="508635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endParaRPr lang="en-US" sz="1800" dirty="0"/>
          </a:p>
        </p:txBody>
      </p:sp>
      <p:sp>
        <p:nvSpPr>
          <p:cNvPr id="11" name="Text richtext-1792370257680-61262731"/>
          <p:cNvSpPr/>
          <p:nvPr/>
        </p:nvSpPr>
        <p:spPr>
          <a:xfrm>
            <a:off x="9753600" y="561975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 giữ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rời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4675acd-1173-4ec9-8119-f3c889b115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 dữ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95400" y="2857500"/>
            <a:ext cx="4381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05500" y="2857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0" y="285750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6576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5905500" y="36766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00" y="36766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6291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DDE3FA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49530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905500" y="49720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00" y="49720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592455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24840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70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5905500" y="6267450"/>
            <a:ext cx="7429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3716000" y="6267450"/>
            <a:ext cx="3429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14400" y="7429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E8E0CF"/>
          </a:solidFill>
          <a:ln/>
        </p:spPr>
      </p:sp>
      <p:sp>
        <p:nvSpPr>
          <p:cNvPr id="20" name="Text 18"/>
          <p:cNvSpPr/>
          <p:nvPr/>
        </p:nvSpPr>
        <p:spPr>
          <a:xfrm>
            <a:off x="1295400" y="7677150"/>
            <a:ext cx="2857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95400" y="8077200"/>
            <a:ext cx="158115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"không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thái";</a:t>
            </a:r>
            <a:r>
              <a:rPr lang="en-US" sz="2250" dirty="0" spc="-4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WAL</a:t>
            </a:r>
            <a:r>
              <a:rPr lang="en-US" sz="22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máy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ed4428d-c038-4e7e-886e-ec3a0c03c75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SERVERLESS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V2</a:t>
            </a:r>
            <a:r>
              <a:rPr lang="en-US" sz="1950" b="1" spc="22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THEO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API</a:t>
            </a:r>
            <a:r>
              <a:rPr lang="en-US" sz="1950" b="1" spc="21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Dung</a:t>
            </a:r>
            <a:r>
              <a:rPr lang="en-US" sz="6900" dirty="0" spc="-7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6900" dirty="0" spc="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52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790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0,5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1295400" y="5048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giảm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352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1800" b="1" spc="2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753600" y="3790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256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9753600" y="5048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250" dirty="0" spc="-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mới; bản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6096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400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95400" y="6838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72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1295400" y="8096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nếu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25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2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dừng;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0,5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72600" y="609600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9753600" y="64008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RẢNH</a:t>
            </a:r>
            <a:r>
              <a:rPr lang="en-US" sz="1800" b="1" spc="20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b="1" spc="1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1800" b="1" spc="24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753600" y="6838950"/>
            <a:ext cx="72390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300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giây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9753600" y="8096250"/>
            <a:ext cx="7239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2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86.400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c9333019-7f8f-4d82-82ea-1a8ea27216d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b="1" spc="2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b="1" spc="17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950" b="1" spc="22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POSTGRESQL</a:t>
            </a:r>
            <a:r>
              <a:rPr lang="en-US" sz="195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16.15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6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A,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6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</a:t>
            </a:r>
            <a:r>
              <a:rPr lang="en-US" sz="66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2000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715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430250" y="2762250"/>
            <a:ext cx="2857500" cy="762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7" name="Connector line-1792370312744-336799560"/>
          <p:cNvSpPr/>
          <p:nvPr/>
        </p:nvSpPr>
        <p:spPr>
          <a:xfrm>
            <a:off x="3429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70312744-299310507"/>
          <p:cNvSpPr/>
          <p:nvPr/>
        </p:nvSpPr>
        <p:spPr>
          <a:xfrm>
            <a:off x="9144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Connector line-1792370312744-9018194"/>
          <p:cNvSpPr/>
          <p:nvPr/>
        </p:nvSpPr>
        <p:spPr>
          <a:xfrm>
            <a:off x="14859000" y="3619500"/>
            <a:ext cx="0" cy="5143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3619500" y="3810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tạo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 1.000.000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1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100" dirty="0"/>
          </a:p>
        </p:txBody>
      </p:sp>
      <p:sp>
        <p:nvSpPr>
          <p:cNvPr id="11" name="Connector line-1792370312747-329751149"/>
          <p:cNvSpPr/>
          <p:nvPr/>
        </p:nvSpPr>
        <p:spPr>
          <a:xfrm>
            <a:off x="3467100" y="4381500"/>
            <a:ext cx="55816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9334500" y="4953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động,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1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endParaRPr lang="en-US" sz="2100" dirty="0"/>
          </a:p>
        </p:txBody>
      </p:sp>
      <p:sp>
        <p:nvSpPr>
          <p:cNvPr id="13" name="Connector line-1792370312749-644592500"/>
          <p:cNvSpPr/>
          <p:nvPr/>
        </p:nvSpPr>
        <p:spPr>
          <a:xfrm flipH="1">
            <a:off x="9239250" y="5524500"/>
            <a:ext cx="55816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334500" y="6096000"/>
            <a:ext cx="533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95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095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095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1.000.000</a:t>
            </a:r>
            <a:r>
              <a:rPr lang="en-US" sz="2095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dòng,</a:t>
            </a:r>
            <a:r>
              <a:rPr lang="en-US" sz="2095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095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</a:t>
            </a:r>
            <a:r>
              <a:rPr lang="en-US" sz="2095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hệt</a:t>
            </a:r>
            <a:endParaRPr lang="en-US" sz="2095" dirty="0"/>
          </a:p>
        </p:txBody>
      </p:sp>
      <p:sp>
        <p:nvSpPr>
          <p:cNvPr id="15" name="Connector line-1792370312753-489202547"/>
          <p:cNvSpPr/>
          <p:nvPr/>
        </p:nvSpPr>
        <p:spPr>
          <a:xfrm>
            <a:off x="9182100" y="6667500"/>
            <a:ext cx="55816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334500" y="7048500"/>
            <a:ext cx="8001000" cy="1619250"/>
          </a:xfrm>
          <a:prstGeom prst="roundRect">
            <a:avLst>
              <a:gd name="adj" fmla="val 14118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620250" y="7239000"/>
            <a:ext cx="7429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950" b="1" spc="14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950" b="1" spc="13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14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1950" b="1" spc="14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620250" y="7677150"/>
            <a:ext cx="74295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bảng: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4.425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r>
              <a:rPr lang="en-US" sz="2250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daaf3019-c0c3-416a-81de-18b18774a5f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Dừng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r>
              <a:rPr lang="en-US" sz="6900" dirty="0" spc="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cái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908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46196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04837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73342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477125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2762250" y="33909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8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dừng,</a:t>
            </a:r>
            <a:r>
              <a:rPr lang="en-US" sz="285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 tính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2762250" y="48196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8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8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8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8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kho.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762250" y="624840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8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Tải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8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đều: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85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rẻ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76771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8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Aurora,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dùng</a:t>
            </a:r>
            <a:r>
              <a:rPr lang="en-US" sz="28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giá.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1284d13b-adbb-44fd-a1e6-5301bf44d4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r>
              <a:rPr lang="en-US" sz="66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ACU:</a:t>
            </a:r>
            <a:r>
              <a:rPr lang="en-US" sz="66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6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66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6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buổi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sáng</a:t>
            </a:r>
            <a:r>
              <a:rPr lang="en-US" sz="66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chậm?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2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914400" y="333375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800" dirty="0"/>
          </a:p>
        </p:txBody>
      </p:sp>
      <p:sp>
        <p:nvSpPr>
          <p:cNvPr id="7" name="Text richtext-1792370342204-266776160"/>
          <p:cNvSpPr/>
          <p:nvPr/>
        </p:nvSpPr>
        <p:spPr>
          <a:xfrm>
            <a:off x="1295400" y="41529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Rảnh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 giây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(mặc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định),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4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4.425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33375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6576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endParaRPr lang="en-US" sz="1800" dirty="0"/>
          </a:p>
        </p:txBody>
      </p:sp>
      <p:sp>
        <p:nvSpPr>
          <p:cNvPr id="10" name="Text richtext-1792370342225-674426191"/>
          <p:cNvSpPr/>
          <p:nvPr/>
        </p:nvSpPr>
        <p:spPr>
          <a:xfrm>
            <a:off x="9753600" y="4152900"/>
            <a:ext cx="7239000" cy="3238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thiểu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 hơn 0,</a:t>
            </a:r>
            <a:r>
              <a:rPr lang="en-US" sz="255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Kéo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thời gian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5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"đánh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thức" trước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a61cdc92-113a-4de3-a13b-45073600c2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356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0" dirty="0" spc="-9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1.000.000</a:t>
            </a:r>
            <a:endParaRPr lang="en-US" sz="16500" dirty="0"/>
          </a:p>
        </p:txBody>
      </p:sp>
      <p:sp>
        <p:nvSpPr>
          <p:cNvPr id="4" name="Text 2"/>
          <p:cNvSpPr/>
          <p:nvPr/>
        </p:nvSpPr>
        <p:spPr>
          <a:xfrm>
            <a:off x="914400" y="4095750"/>
            <a:ext cx="9144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30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 lẫn B;</a:t>
            </a:r>
            <a:r>
              <a:rPr lang="en-US" sz="30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30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47.999.082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143500"/>
            <a:ext cx="9144000" cy="3619500"/>
          </a:xfrm>
          <a:prstGeom prst="roundRect">
            <a:avLst>
              <a:gd name="adj" fmla="val 7368"/>
            </a:avLst>
          </a:prstGeom>
          <a:solidFill>
            <a:srgbClr val="CFE8E2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448300"/>
            <a:ext cx="8382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BUFFERS</a:t>
            </a:r>
            <a:r>
              <a:rPr lang="en-US" sz="1800" b="1" spc="21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95400" y="5905500"/>
            <a:ext cx="838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read=4425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66675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quét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shared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read=4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95400" y="8096250"/>
            <a:ext cx="83820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chính,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endParaRPr lang="en-US" sz="2250" dirty="0"/>
          </a:p>
        </p:txBody>
      </p:sp>
      <p:sp>
        <p:nvSpPr>
          <p:cNvPr id="11" name="Shape 9"/>
          <p:cNvSpPr/>
          <p:nvPr/>
        </p:nvSpPr>
        <p:spPr>
          <a:xfrm>
            <a:off x="10515600" y="1428750"/>
            <a:ext cx="6858000" cy="7334250"/>
          </a:xfrm>
          <a:prstGeom prst="roundRect">
            <a:avLst>
              <a:gd name="adj" fmla="val 3889"/>
            </a:avLst>
          </a:prstGeom>
          <a:solidFill>
            <a:srgbClr val="14161C"/>
          </a:solidFill>
          <a:ln/>
        </p:spPr>
      </p:sp>
      <p:sp>
        <p:nvSpPr>
          <p:cNvPr id="12" name="Text 10"/>
          <p:cNvSpPr/>
          <p:nvPr/>
        </p:nvSpPr>
        <p:spPr>
          <a:xfrm>
            <a:off x="10896600" y="17716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CHƠI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3" name="Text richtext-1792370674989-579769423"/>
          <p:cNvSpPr/>
          <p:nvPr/>
        </p:nvSpPr>
        <p:spPr>
          <a:xfrm>
            <a:off x="10896600" y="2381250"/>
            <a:ext cx="6096000" cy="6096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4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4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 lúc: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postmaster.pid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4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4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nằm</a:t>
            </a:r>
            <a:r>
              <a:rPr lang="en-US" sz="24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4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mạng,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442e24-f391-428a-aa22-2b7d682917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382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82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5151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389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ACU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8389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Aurora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Capacity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389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210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Aurora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115800" y="3048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39650" y="3295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AWS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439650" y="4095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Amazon</a:t>
            </a:r>
            <a:r>
              <a:rPr lang="en-US" sz="18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Services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439650" y="4533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38250" y="6343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38250" y="7143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38250" y="7581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5151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6838950" y="6343650"/>
            <a:ext cx="4667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WAL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6838950" y="71437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Write-Ahead</a:t>
            </a:r>
            <a:r>
              <a:rPr lang="en-US" sz="18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38950" y="75819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115800" y="6096000"/>
            <a:ext cx="5257800" cy="2762250"/>
          </a:xfrm>
          <a:prstGeom prst="roundRect">
            <a:avLst>
              <a:gd name="adj" fmla="val 9655"/>
            </a:avLst>
          </a:prstGeom>
          <a:solidFill>
            <a:srgbClr val="1E212B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39650" y="6343650"/>
            <a:ext cx="466725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6" name="Text richtext-1792370717897-568953838"/>
          <p:cNvSpPr/>
          <p:nvPr/>
        </p:nvSpPr>
        <p:spPr>
          <a:xfrm>
            <a:off x="12439650" y="6781800"/>
            <a:ext cx="4667250" cy="19050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marL="247650" indent="-176931">
              <a:lnSpc>
                <a:spcPts val="2633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pPr algn="l" marL="247650" indent="-247650">
              <a:lnSpc>
                <a:spcPts val="2633"/>
              </a:lnSpc>
              <a:spcAft>
                <a:spcPts val="600"/>
              </a:spcAft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1950" b="1" dirty="0" spc="-5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marL="247650" indent="-247650">
              <a:lnSpc>
                <a:spcPts val="2633"/>
              </a:lnSpc>
              <a:spcAft>
                <a:spcPts val="600"/>
              </a:spcAft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RDS,</a:t>
            </a:r>
            <a:r>
              <a:rPr lang="en-US" sz="19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botocore</a:t>
            </a:r>
            <a:endParaRPr lang="en-US" sz="1950" dirty="0"/>
          </a:p>
          <a:p>
            <a:pPr algn="l" marL="247650" indent="-176931">
              <a:lnSpc>
                <a:spcPts val="2633"/>
              </a:lnSpc>
              <a:buSzPct val="100000"/>
              <a:buFont typeface="Arial"/>
              <a:buChar char="•"/>
            </a:pPr>
            <a:r>
              <a:rPr lang="en-US" sz="19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Neon</a:t>
            </a:r>
            <a:pPr algn="l" marL="247650" indent="-247650">
              <a:lnSpc>
                <a:spcPts val="2633"/>
              </a:lnSpc>
              <a:buSzPct val="100000"/>
              <a:buChar char="•"/>
            </a:pP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28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b46c6bcd-de03-4e36-8227-2c3edd3825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2026-10-19T01:41:14Z</dcterms:created>
  <dcterms:modified xsi:type="dcterms:W3CDTF">2026-10-19T01:41:14Z</dcterms:modified>
</cp:coreProperties>
</file>