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505075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SSO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848100"/>
            <a:ext cx="933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33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3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pPr algn="l" indent="0" marL="0">
              <a:buNone/>
            </a:pPr>
            <a:r>
              <a:rPr lang="en-US" sz="33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3300" b="1" dirty="0" spc="-4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r>
              <a:rPr lang="en-US" sz="3300" b="1" dirty="0" spc="-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3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9620250" cy="180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6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kiểu</a:t>
            </a:r>
            <a:r>
              <a:rPr lang="en-US" sz="2850" dirty="0" spc="-4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bài:</a:t>
            </a:r>
            <a:r>
              <a:rPr lang="en-US" sz="28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danh,</a:t>
            </a:r>
            <a:r>
              <a:rPr lang="en-US" sz="285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phiên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850" dirty="0"/>
          </a:p>
        </p:txBody>
      </p:sp>
      <p:sp>
        <p:nvSpPr>
          <p:cNvPr id="6" name="Connector line-1792339317214-302574708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 phiên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1800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pPr algn="l" indent="0" marL="0">
              <a:buNone/>
            </a:pP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1800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cục</a:t>
            </a:r>
            <a:r>
              <a:rPr lang="en-US" sz="1800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-3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763250" y="2571750"/>
            <a:ext cx="6667500" cy="1428750"/>
          </a:xfrm>
          <a:prstGeom prst="roundRect">
            <a:avLst>
              <a:gd name="adj" fmla="val 17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06150" y="28194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b="1" spc="21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106150" y="32004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36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endParaRPr lang="en-US" sz="3600" dirty="0"/>
          </a:p>
        </p:txBody>
      </p:sp>
      <p:sp>
        <p:nvSpPr>
          <p:cNvPr id="17" name="Connector line-1792339317236-834733193"/>
          <p:cNvSpPr/>
          <p:nvPr/>
        </p:nvSpPr>
        <p:spPr>
          <a:xfrm>
            <a:off x="12382500" y="4000500"/>
            <a:ext cx="0" cy="16954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39317236-486406764"/>
          <p:cNvSpPr/>
          <p:nvPr/>
        </p:nvSpPr>
        <p:spPr>
          <a:xfrm>
            <a:off x="15811500" y="4000500"/>
            <a:ext cx="0" cy="16954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811000" y="4552950"/>
            <a:ext cx="114300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240000" y="4552950"/>
            <a:ext cx="1143000" cy="533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763250" y="5715000"/>
            <a:ext cx="3238500" cy="1428750"/>
          </a:xfrm>
          <a:prstGeom prst="roundRect">
            <a:avLst>
              <a:gd name="adj" fmla="val 17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49000" y="596265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6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049000" y="6400800"/>
            <a:ext cx="276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2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14192250" y="5715000"/>
            <a:ext cx="3238500" cy="1428750"/>
          </a:xfrm>
          <a:prstGeom prst="roundRect">
            <a:avLst>
              <a:gd name="adj" fmla="val 17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78000" y="5962650"/>
            <a:ext cx="276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6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478000" y="6400800"/>
            <a:ext cx="276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2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28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56a8a0d4-f2a4-4b30-8b13-3479e012ed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26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3812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nhập,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75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953000" cy="3333750"/>
          </a:xfrm>
          <a:prstGeom prst="roundRect">
            <a:avLst>
              <a:gd name="adj" fmla="val 8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3434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80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487680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6191250"/>
            <a:ext cx="43434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100" dirty="0"/>
          </a:p>
        </p:txBody>
      </p:sp>
      <p:sp>
        <p:nvSpPr>
          <p:cNvPr id="8" name="Connector line-1792363425537-820484429"/>
          <p:cNvSpPr/>
          <p:nvPr/>
        </p:nvSpPr>
        <p:spPr>
          <a:xfrm>
            <a:off x="6000750" y="5667375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67500" y="4000500"/>
            <a:ext cx="4953000" cy="333375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1350" y="43434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1350" y="487680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91350" y="6191250"/>
            <a:ext cx="43434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hai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13" name="Connector line-1792363425548-968197980"/>
          <p:cNvSpPr/>
          <p:nvPr/>
        </p:nvSpPr>
        <p:spPr>
          <a:xfrm>
            <a:off x="11753850" y="5667375"/>
            <a:ext cx="5143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420600" y="4000500"/>
            <a:ext cx="4953000" cy="333375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44450" y="43434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2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44450" y="487680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0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744450" y="6191250"/>
            <a:ext cx="43434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76200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350" y="7829550"/>
            <a:ext cx="157353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mô hình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 nhỏ: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20" name="Connector line-1792363425562-11396733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3cea389-97d7-4f1f-8660-f875c3ae1f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26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2571750"/>
          </a:xfrm>
          <a:prstGeom prst="roundRect">
            <a:avLst>
              <a:gd name="adj" fmla="val 963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337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21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7909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3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57300" y="4572000"/>
            <a:ext cx="48768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“Toàn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cục” chỉ nghĩa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“của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77000" y="3048000"/>
            <a:ext cx="5334000" cy="2571750"/>
          </a:xfrm>
          <a:prstGeom prst="roundRect">
            <a:avLst>
              <a:gd name="adj" fmla="val 963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9900" y="33337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19900" y="37909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6819900" y="45720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39600" y="3048000"/>
            <a:ext cx="5334000" cy="2571750"/>
          </a:xfrm>
          <a:prstGeom prst="roundRect">
            <a:avLst>
              <a:gd name="adj" fmla="val 963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0" y="33337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82500" y="37909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3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2382500" y="45720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191250"/>
            <a:ext cx="16459200" cy="24765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 w="19050">
            <a:solidFill>
              <a:srgbClr val="9A98A0"/>
            </a:solidFill>
            <a:prstDash val="solid"/>
          </a:ln>
        </p:spPr>
      </p:sp>
      <p:sp>
        <p:nvSpPr>
          <p:cNvPr id="17" name="Connector line-1792363476408-371694060"/>
          <p:cNvSpPr/>
          <p:nvPr/>
        </p:nvSpPr>
        <p:spPr>
          <a:xfrm flipV="1">
            <a:off x="3581400" y="5638800"/>
            <a:ext cx="0" cy="10477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63476408-485241808"/>
          <p:cNvSpPr/>
          <p:nvPr/>
        </p:nvSpPr>
        <p:spPr>
          <a:xfrm flipV="1">
            <a:off x="9144000" y="5638800"/>
            <a:ext cx="0" cy="10477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63476408-966352084"/>
          <p:cNvSpPr/>
          <p:nvPr/>
        </p:nvSpPr>
        <p:spPr>
          <a:xfrm flipV="1">
            <a:off x="14706600" y="5638800"/>
            <a:ext cx="0" cy="10477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295400" y="668655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858000" y="668655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420600" y="668655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38250" y="7772400"/>
            <a:ext cx="1581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cookie, mỗi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3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nó</a:t>
            </a:r>
            <a:endParaRPr lang="en-US" sz="2100" dirty="0"/>
          </a:p>
        </p:txBody>
      </p:sp>
      <p:sp>
        <p:nvSpPr>
          <p:cNvPr id="24" name="Connector line-1792363476419-82934756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d8d3eabf-85ef-4865-a892-68c5e556d0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26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75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6134100"/>
          </a:xfrm>
          <a:prstGeom prst="roundRect">
            <a:avLst>
              <a:gd name="adj" fmla="val 434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Connector line-1792363554462-912330271"/>
          <p:cNvSpPr/>
          <p:nvPr/>
        </p:nvSpPr>
        <p:spPr>
          <a:xfrm>
            <a:off x="3143250" y="3562350"/>
            <a:ext cx="0" cy="5105400"/>
          </a:xfrm>
          <a:prstGeom prst="line">
            <a:avLst/>
          </a:prstGeom>
          <a:noFill/>
          <a:ln w="28575">
            <a:solidFill>
              <a:srgbClr val="C9C0AB"/>
            </a:solidFill>
            <a:prstDash val="solid"/>
            <a:headEnd type="none"/>
            <a:tailEnd type="none"/>
          </a:ln>
        </p:spPr>
      </p:sp>
      <p:sp>
        <p:nvSpPr>
          <p:cNvPr id="6" name="Connector line-1792363554462-247536313"/>
          <p:cNvSpPr/>
          <p:nvPr/>
        </p:nvSpPr>
        <p:spPr>
          <a:xfrm>
            <a:off x="9144000" y="3562350"/>
            <a:ext cx="0" cy="3695700"/>
          </a:xfrm>
          <a:prstGeom prst="line">
            <a:avLst/>
          </a:prstGeom>
          <a:noFill/>
          <a:ln w="28575">
            <a:solidFill>
              <a:srgbClr val="C9C0AB"/>
            </a:solidFill>
            <a:prstDash val="solid"/>
            <a:headEnd type="none"/>
            <a:tailEnd type="none"/>
          </a:ln>
        </p:spPr>
      </p:sp>
      <p:sp>
        <p:nvSpPr>
          <p:cNvPr id="7" name="Connector line-1792363554462-901228808"/>
          <p:cNvSpPr/>
          <p:nvPr/>
        </p:nvSpPr>
        <p:spPr>
          <a:xfrm>
            <a:off x="15144750" y="3562350"/>
            <a:ext cx="0" cy="5105400"/>
          </a:xfrm>
          <a:prstGeom prst="line">
            <a:avLst/>
          </a:prstGeom>
          <a:noFill/>
          <a:ln w="28575">
            <a:solidFill>
              <a:srgbClr val="C9C0AB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714500" y="3009900"/>
            <a:ext cx="2857500" cy="5524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15250" y="3009900"/>
            <a:ext cx="2857500" cy="5524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335000" y="3009900"/>
            <a:ext cx="3619500" cy="5524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85850" y="4057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Connector line-1792363554474-7133146"/>
          <p:cNvSpPr/>
          <p:nvPr/>
        </p:nvSpPr>
        <p:spPr>
          <a:xfrm flipH="1">
            <a:off x="3219450" y="4286250"/>
            <a:ext cx="58483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286125" y="3848100"/>
            <a:ext cx="571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A,</a:t>
            </a:r>
            <a:r>
              <a:rPr lang="en-US" sz="19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5850" y="4724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Connector line-1792363554483-461390242"/>
          <p:cNvSpPr/>
          <p:nvPr/>
        </p:nvSpPr>
        <p:spPr>
          <a:xfrm>
            <a:off x="3219450" y="4953000"/>
            <a:ext cx="58483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286125" y="4514850"/>
            <a:ext cx="571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19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85850" y="5391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Connector line-1792363554490-552983098"/>
          <p:cNvSpPr/>
          <p:nvPr/>
        </p:nvSpPr>
        <p:spPr>
          <a:xfrm>
            <a:off x="9220200" y="5619750"/>
            <a:ext cx="58483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286875" y="5181600"/>
            <a:ext cx="571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nhập</a:t>
            </a: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khẩu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85850" y="5943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954000" y="5886450"/>
            <a:ext cx="4191000" cy="609600"/>
          </a:xfrm>
          <a:prstGeom prst="roundRect">
            <a:avLst>
              <a:gd name="adj" fmla="val 2812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lập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19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cục,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19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85850" y="68199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Connector line-1792363554502-274849848"/>
          <p:cNvSpPr/>
          <p:nvPr/>
        </p:nvSpPr>
        <p:spPr>
          <a:xfrm flipH="1">
            <a:off x="3219450" y="7048500"/>
            <a:ext cx="118491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77000" y="6477000"/>
            <a:ext cx="5334000" cy="495300"/>
          </a:xfrm>
          <a:prstGeom prst="rect">
            <a:avLst/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vé</a:t>
            </a: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19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A,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19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085850" y="74866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Connector line-1792363554510-385526474"/>
          <p:cNvSpPr/>
          <p:nvPr/>
        </p:nvSpPr>
        <p:spPr>
          <a:xfrm>
            <a:off x="3219450" y="7715250"/>
            <a:ext cx="11849100" cy="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286500" y="7296150"/>
            <a:ext cx="571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kênh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sau: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thẳng,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“hợp lệ”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85850" y="815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809750" y="8096250"/>
            <a:ext cx="5334000" cy="609600"/>
          </a:xfrm>
          <a:prstGeom prst="roundRect">
            <a:avLst>
              <a:gd name="adj" fmla="val 2812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lập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bộ, đặt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 A</a:t>
            </a:r>
            <a:endParaRPr lang="en-US" sz="1950" dirty="0"/>
          </a:p>
        </p:txBody>
      </p:sp>
      <p:sp>
        <p:nvSpPr>
          <p:cNvPr id="30" name="Connector line-1792363554517-94693968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04/10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945bda76-52b9-46ca-868e-9fcd240559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26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spc="2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hỏi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 khẩu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29025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3909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09750" y="3486150"/>
            <a:ext cx="257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8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6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1100" y="4152900"/>
            <a:ext cx="25717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81100" y="5219700"/>
            <a:ext cx="31432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19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950" dirty="0"/>
          </a:p>
        </p:txBody>
      </p:sp>
      <p:sp>
        <p:nvSpPr>
          <p:cNvPr id="9" name="Connector line-1792365292154-437980225"/>
          <p:cNvSpPr/>
          <p:nvPr/>
        </p:nvSpPr>
        <p:spPr>
          <a:xfrm>
            <a:off x="4638675" y="4667250"/>
            <a:ext cx="457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91125" y="3143250"/>
            <a:ext cx="3629025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7825" y="33909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86475" y="3486150"/>
            <a:ext cx="2714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15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b="1" spc="13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57825" y="4152900"/>
            <a:ext cx="27622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 phiên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457825" y="5219700"/>
            <a:ext cx="31432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9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 của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19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1950" dirty="0"/>
          </a:p>
        </p:txBody>
      </p:sp>
      <p:sp>
        <p:nvSpPr>
          <p:cNvPr id="15" name="Connector line-1792365292169-153622382"/>
          <p:cNvSpPr/>
          <p:nvPr/>
        </p:nvSpPr>
        <p:spPr>
          <a:xfrm>
            <a:off x="8915400" y="4667250"/>
            <a:ext cx="457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67850" y="3143250"/>
            <a:ext cx="3629025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34550" y="33909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363200" y="3486150"/>
            <a:ext cx="257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34550" y="4152900"/>
            <a:ext cx="31432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734550" y="5219700"/>
            <a:ext cx="31432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1950" dirty="0"/>
          </a:p>
        </p:txBody>
      </p:sp>
      <p:sp>
        <p:nvSpPr>
          <p:cNvPr id="21" name="Connector line-1792365292177-852891969"/>
          <p:cNvSpPr/>
          <p:nvPr/>
        </p:nvSpPr>
        <p:spPr>
          <a:xfrm>
            <a:off x="13192125" y="4667250"/>
            <a:ext cx="4572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3744575" y="3143250"/>
            <a:ext cx="3629025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11275" y="33909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9925" y="3486150"/>
            <a:ext cx="257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8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6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6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011275" y="4152900"/>
            <a:ext cx="276225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vé,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011275" y="5219700"/>
            <a:ext cx="314325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14400" y="6667500"/>
            <a:ext cx="8058150" cy="2000250"/>
          </a:xfrm>
          <a:prstGeom prst="roundRect">
            <a:avLst>
              <a:gd name="adj" fmla="val 123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76350" y="6972300"/>
            <a:ext cx="733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650" b="1" spc="19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76350" y="7448550"/>
            <a:ext cx="7334250" cy="952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nhập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850" dirty="0"/>
          </a:p>
        </p:txBody>
      </p:sp>
      <p:sp>
        <p:nvSpPr>
          <p:cNvPr id="30" name="Shape 28"/>
          <p:cNvSpPr/>
          <p:nvPr/>
        </p:nvSpPr>
        <p:spPr>
          <a:xfrm>
            <a:off x="9315450" y="6667500"/>
            <a:ext cx="8058150" cy="2000250"/>
          </a:xfrm>
          <a:prstGeom prst="roundRect">
            <a:avLst>
              <a:gd name="adj" fmla="val 123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7400" y="6972300"/>
            <a:ext cx="733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650" b="1" spc="19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677400" y="7448550"/>
            <a:ext cx="7334250" cy="952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sid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850" dirty="0"/>
          </a:p>
        </p:txBody>
      </p:sp>
      <p:sp>
        <p:nvSpPr>
          <p:cNvPr id="33" name="Connector line-1792365292192-32642254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f043114f-6f5a-4397-bae9-c18e43e94f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26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Vé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009900"/>
            <a:ext cx="8610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21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486150"/>
            <a:ext cx="8610600" cy="7620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162050" y="3638550"/>
            <a:ext cx="457200" cy="457200"/>
          </a:xfrm>
          <a:prstGeom prst="ellipse">
            <a:avLst/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Connector line-1792366408024-307143542"/>
          <p:cNvSpPr/>
          <p:nvPr/>
        </p:nvSpPr>
        <p:spPr>
          <a:xfrm>
            <a:off x="1304925" y="37814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8" name="Connector line-1792366408025-388801223"/>
          <p:cNvSpPr/>
          <p:nvPr/>
        </p:nvSpPr>
        <p:spPr>
          <a:xfrm flipH="1">
            <a:off x="1304925" y="37814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809750" y="3638550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Vé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362450"/>
            <a:ext cx="8610600" cy="7620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050" y="4514850"/>
            <a:ext cx="457200" cy="457200"/>
          </a:xfrm>
          <a:prstGeom prst="ellipse">
            <a:avLst/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Connector line-1792366408028-525997200"/>
          <p:cNvSpPr/>
          <p:nvPr/>
        </p:nvSpPr>
        <p:spPr>
          <a:xfrm>
            <a:off x="1304925" y="46577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366408028-629218741"/>
          <p:cNvSpPr/>
          <p:nvPr/>
        </p:nvSpPr>
        <p:spPr>
          <a:xfrm flipH="1">
            <a:off x="1304925" y="46577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809750" y="4514850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Vé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 lần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238750"/>
            <a:ext cx="8610600" cy="7620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50" y="5391150"/>
            <a:ext cx="457200" cy="457200"/>
          </a:xfrm>
          <a:prstGeom prst="ellipse">
            <a:avLst/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Connector line-1792366408032-685179033"/>
          <p:cNvSpPr/>
          <p:nvPr/>
        </p:nvSpPr>
        <p:spPr>
          <a:xfrm>
            <a:off x="1304925" y="55340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Connector line-1792366408032-582189123"/>
          <p:cNvSpPr/>
          <p:nvPr/>
        </p:nvSpPr>
        <p:spPr>
          <a:xfrm flipH="1">
            <a:off x="1304925" y="55340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809750" y="5391150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Vé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A,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đem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6115050"/>
            <a:ext cx="8610600" cy="7620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6267450"/>
            <a:ext cx="457200" cy="457200"/>
          </a:xfrm>
          <a:prstGeom prst="ellipse">
            <a:avLst/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2" name="Connector line-1792366408035-248115379"/>
          <p:cNvSpPr/>
          <p:nvPr/>
        </p:nvSpPr>
        <p:spPr>
          <a:xfrm>
            <a:off x="1304925" y="64103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3" name="Connector line-1792366408035-895210950"/>
          <p:cNvSpPr/>
          <p:nvPr/>
        </p:nvSpPr>
        <p:spPr>
          <a:xfrm flipH="1">
            <a:off x="1304925" y="64103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809750" y="6267450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6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Vé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(đặt 1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4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thử)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14400" y="6991350"/>
            <a:ext cx="86106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2050" y="7258050"/>
            <a:ext cx="457200" cy="457200"/>
          </a:xfrm>
          <a:prstGeom prst="ellipse">
            <a:avLst/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7" name="Connector line-1792366408039-49138565"/>
          <p:cNvSpPr/>
          <p:nvPr/>
        </p:nvSpPr>
        <p:spPr>
          <a:xfrm>
            <a:off x="1304925" y="74009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8" name="Connector line-1792366408039-534146425"/>
          <p:cNvSpPr/>
          <p:nvPr/>
        </p:nvSpPr>
        <p:spPr>
          <a:xfrm flipH="1">
            <a:off x="1304925" y="7400925"/>
            <a:ext cx="171450" cy="17145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809750" y="7105650"/>
            <a:ext cx="7524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quay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đăng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809750" y="7543800"/>
            <a:ext cx="7524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400,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14400" y="8191500"/>
            <a:ext cx="8610600" cy="685800"/>
          </a:xfrm>
          <a:prstGeom prst="roundRect">
            <a:avLst>
              <a:gd name="adj" fmla="val 2777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1100" y="8305800"/>
            <a:ext cx="809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1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CAS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1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tự:</a:t>
            </a:r>
            <a:r>
              <a:rPr lang="en-US" sz="21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0096500" y="3009900"/>
            <a:ext cx="7277100" cy="5905500"/>
          </a:xfrm>
          <a:prstGeom prst="roundRect">
            <a:avLst>
              <a:gd name="adj" fmla="val 451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39400" y="3276600"/>
            <a:ext cx="161925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8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439400" y="38862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 không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1734800" y="4572000"/>
            <a:ext cx="4000500" cy="800100"/>
          </a:xfrm>
          <a:prstGeom prst="roundRect">
            <a:avLst>
              <a:gd name="adj" fmla="val 2381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734800" y="7620000"/>
            <a:ext cx="4000500" cy="800100"/>
          </a:xfrm>
          <a:prstGeom prst="roundRect">
            <a:avLst>
              <a:gd name="adj" fmla="val 2381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38" name="Connector line-1792366408059-571260357"/>
          <p:cNvSpPr/>
          <p:nvPr/>
        </p:nvSpPr>
        <p:spPr>
          <a:xfrm flipV="1">
            <a:off x="12877800" y="5410200"/>
            <a:ext cx="0" cy="217170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9" name="Connector line-1792366408059-589134818"/>
          <p:cNvSpPr/>
          <p:nvPr/>
        </p:nvSpPr>
        <p:spPr>
          <a:xfrm>
            <a:off x="14592300" y="5410200"/>
            <a:ext cx="0" cy="217170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1144250" y="6096000"/>
            <a:ext cx="15240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r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mang</a:t>
            </a:r>
            <a:r>
              <a:rPr lang="en-US" sz="19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4782800" y="6096000"/>
            <a:ext cx="238125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19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“hợp lệ”</a:t>
            </a:r>
            <a:endParaRPr lang="en-US" sz="1950" dirty="0"/>
          </a:p>
        </p:txBody>
      </p:sp>
      <p:sp>
        <p:nvSpPr>
          <p:cNvPr id="42" name="Connector line-1792366408063-13118246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3cab5399-d91c-4ff1-89cc-b2cee6a1ac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spc="26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8001000" cy="4076700"/>
          </a:xfrm>
          <a:prstGeom prst="roundRect">
            <a:avLst>
              <a:gd name="adj" fmla="val 607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94335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800" b="1" spc="1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1100" y="4476750"/>
            <a:ext cx="74676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1409700" y="4629150"/>
            <a:ext cx="304800" cy="3048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866900" y="45529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25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667500" y="4552950"/>
            <a:ext cx="179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-4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81100" y="5219700"/>
            <a:ext cx="74676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1409700" y="5372100"/>
            <a:ext cx="304800" cy="304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Connector line-1792368439707-378973679"/>
          <p:cNvSpPr/>
          <p:nvPr/>
        </p:nvSpPr>
        <p:spPr>
          <a:xfrm>
            <a:off x="1495425" y="5457825"/>
            <a:ext cx="133350" cy="1333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Connector line-1792368439707-494472784"/>
          <p:cNvSpPr/>
          <p:nvPr/>
        </p:nvSpPr>
        <p:spPr>
          <a:xfrm flipH="1">
            <a:off x="1495425" y="5457825"/>
            <a:ext cx="133350" cy="1333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866900" y="52959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667500" y="5295900"/>
            <a:ext cx="179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81100" y="5962650"/>
            <a:ext cx="74676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409700" y="6115050"/>
            <a:ext cx="304800" cy="304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1866900" y="60388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667500" y="6038850"/>
            <a:ext cx="179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-4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38250" y="68961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A: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vé,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72600" y="3657600"/>
            <a:ext cx="8001000" cy="4076700"/>
          </a:xfrm>
          <a:prstGeom prst="roundRect">
            <a:avLst>
              <a:gd name="adj" fmla="val 607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6450" y="394335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800" b="1" spc="1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1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b="1" spc="21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39300" y="4476750"/>
            <a:ext cx="74676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867900" y="4629150"/>
            <a:ext cx="304800" cy="304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5" name="Connector line-1792368439725-567812732"/>
          <p:cNvSpPr/>
          <p:nvPr/>
        </p:nvSpPr>
        <p:spPr>
          <a:xfrm>
            <a:off x="9953625" y="4714875"/>
            <a:ext cx="133350" cy="1333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6" name="Connector line-1792368439725-138130121"/>
          <p:cNvSpPr/>
          <p:nvPr/>
        </p:nvSpPr>
        <p:spPr>
          <a:xfrm flipH="1">
            <a:off x="9953625" y="4714875"/>
            <a:ext cx="133350" cy="1333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0325100" y="45529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25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5125700" y="4552950"/>
            <a:ext cx="179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639300" y="5219700"/>
            <a:ext cx="74676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9867900" y="5372100"/>
            <a:ext cx="304800" cy="304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1" name="Text 29"/>
          <p:cNvSpPr/>
          <p:nvPr/>
        </p:nvSpPr>
        <p:spPr>
          <a:xfrm>
            <a:off x="10325100" y="52959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5125700" y="5295900"/>
            <a:ext cx="179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-4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639300" y="5962650"/>
            <a:ext cx="74676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9867900" y="6115050"/>
            <a:ext cx="304800" cy="3048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5" name="Text 33"/>
          <p:cNvSpPr/>
          <p:nvPr/>
        </p:nvSpPr>
        <p:spPr>
          <a:xfrm>
            <a:off x="10325100" y="603885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22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25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5125700" y="6038850"/>
            <a:ext cx="179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-4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9696450" y="6896100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914400" y="7962900"/>
            <a:ext cx="16459200" cy="1028700"/>
          </a:xfrm>
          <a:prstGeom prst="roundRect">
            <a:avLst>
              <a:gd name="adj" fmla="val 24074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38250" y="805815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40" name="Text 38"/>
          <p:cNvSpPr/>
          <p:nvPr/>
        </p:nvSpPr>
        <p:spPr>
          <a:xfrm>
            <a:off x="1238250" y="8534400"/>
            <a:ext cx="15811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nhớ</a:t>
            </a:r>
            <a:r>
              <a:rPr lang="en-US" sz="195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nào</a:t>
            </a:r>
            <a:r>
              <a:rPr lang="en-US" sz="19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 phiên</a:t>
            </a:r>
            <a:endParaRPr lang="en-US" sz="1950" dirty="0"/>
          </a:p>
        </p:txBody>
      </p:sp>
      <p:sp>
        <p:nvSpPr>
          <p:cNvPr id="41" name="Connector line-1792368439742-51754382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08fe4934-7316-4a59-93b5-ab80d55e20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75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5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3009900"/>
            <a:ext cx="8001000" cy="1905000"/>
          </a:xfrm>
          <a:prstGeom prst="roundRect">
            <a:avLst>
              <a:gd name="adj" fmla="val 130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29565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76350" y="3238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1800" b="1" spc="1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76350" y="36957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009900"/>
            <a:ext cx="8001000" cy="1905000"/>
          </a:xfrm>
          <a:prstGeom prst="roundRect">
            <a:avLst>
              <a:gd name="adj" fmla="val 130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29565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9734550" y="32385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SAML</a:t>
            </a:r>
            <a:r>
              <a:rPr lang="en-US" sz="180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34550" y="36957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 SAML,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RFC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105400"/>
            <a:ext cx="8001000" cy="1905000"/>
          </a:xfrm>
          <a:prstGeom prst="roundRect">
            <a:avLst>
              <a:gd name="adj" fmla="val 13000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39115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50" y="53340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76350" y="57912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Kiểu</a:t>
            </a:r>
            <a:r>
              <a:rPr lang="en-US" sz="2550" dirty="0" spc="-4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CAS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giản,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bản cài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CAS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SAML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5105400"/>
            <a:ext cx="8001000" cy="1905000"/>
          </a:xfrm>
          <a:prstGeom prst="roundRect">
            <a:avLst>
              <a:gd name="adj" fmla="val 13000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539115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9734550" y="533400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 NGHIỆM: PHIÊN</a:t>
            </a:r>
            <a:r>
              <a:rPr lang="en-US" sz="180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34550" y="5791200"/>
            <a:ext cx="74295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hóa;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734550" y="657225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phiên</a:t>
            </a:r>
            <a:r>
              <a:rPr lang="en-US" sz="19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7239000"/>
            <a:ext cx="16459200" cy="1714500"/>
          </a:xfrm>
          <a:prstGeom prst="roundRect">
            <a:avLst>
              <a:gd name="adj" fmla="val 14444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1276350" y="7448550"/>
            <a:ext cx="1571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 NGHIỆM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76350" y="790575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3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76350" y="843915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2100" dirty="0"/>
          </a:p>
        </p:txBody>
      </p:sp>
      <p:sp>
        <p:nvSpPr>
          <p:cNvPr id="25" name="Connector line-1792368482008-4263862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08/10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734550" y="447675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theo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6c08285c-2b0c-47b7-8832-5195e2ea6f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009900"/>
            <a:ext cx="8191500" cy="2000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Hùng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A,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A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nhập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phải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Hùng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181600"/>
            <a:ext cx="8191500" cy="3657600"/>
          </a:xfrm>
          <a:prstGeom prst="roundRect">
            <a:avLst>
              <a:gd name="adj" fmla="val 729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Connector line-1792368515538-145644301"/>
          <p:cNvSpPr/>
          <p:nvPr/>
        </p:nvSpPr>
        <p:spPr>
          <a:xfrm>
            <a:off x="1409700" y="6153150"/>
            <a:ext cx="0" cy="533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368515539-587757378"/>
          <p:cNvSpPr/>
          <p:nvPr/>
        </p:nvSpPr>
        <p:spPr>
          <a:xfrm>
            <a:off x="1409700" y="7258050"/>
            <a:ext cx="0" cy="533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181100" y="563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66900" y="5562600"/>
            <a:ext cx="704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Đăng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A: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xóa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6743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66900" y="6667500"/>
            <a:ext cx="704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2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 phiên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81100" y="7848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66900" y="7772400"/>
            <a:ext cx="704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A: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vé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ngay,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0" y="3009900"/>
            <a:ext cx="7848600" cy="5829300"/>
          </a:xfrm>
          <a:prstGeom prst="roundRect">
            <a:avLst>
              <a:gd name="adj" fmla="val 4575"/>
            </a:avLst>
          </a:prstGeom>
          <a:solidFill>
            <a:srgbClr val="1F3FD1"/>
          </a:solidFill>
          <a:ln/>
        </p:spPr>
      </p:sp>
      <p:sp>
        <p:nvSpPr>
          <p:cNvPr id="15" name="Shape 13"/>
          <p:cNvSpPr/>
          <p:nvPr/>
        </p:nvSpPr>
        <p:spPr>
          <a:xfrm>
            <a:off x="9925050" y="3448050"/>
            <a:ext cx="647700" cy="647700"/>
          </a:xfrm>
          <a:prstGeom prst="ellipse">
            <a:avLst/>
          </a:prstGeom>
          <a:solidFill>
            <a:srgbClr val="1F3FD1"/>
          </a:solidFill>
          <a:ln w="476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77450" y="3638550"/>
            <a:ext cx="352425" cy="266700"/>
          </a:xfrm>
          <a:custGeom>
            <a:avLst/>
            <a:gdLst/>
            <a:ahLst/>
            <a:cxnLst/>
            <a:rect l="l" t="t" r="r" b="b"/>
            <a:pathLst>
              <a:path w="352425" h="266700">
                <a:moveTo>
                  <a:pt x="0" y="142875"/>
                </a:moveTo>
                <a:lnTo>
                  <a:pt x="123825" y="266700"/>
                </a:lnTo>
                <a:lnTo>
                  <a:pt x="352425" y="0"/>
                </a:lnTo>
              </a:path>
            </a:pathLst>
          </a:custGeom>
          <a:ln w="762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63250" y="36004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7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9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06000" y="4572000"/>
            <a:ext cx="714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3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500" dirty="0" spc="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 là</a:t>
            </a:r>
            <a:r>
              <a:rPr lang="en-US" sz="45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lỗi.</a:t>
            </a:r>
            <a:endParaRPr lang="en-US" sz="4500" dirty="0"/>
          </a:p>
        </p:txBody>
      </p:sp>
      <p:sp>
        <p:nvSpPr>
          <p:cNvPr id="19" name="Text richtext-1792368515566-460520460"/>
          <p:cNvSpPr/>
          <p:nvPr/>
        </p:nvSpPr>
        <p:spPr>
          <a:xfrm>
            <a:off x="9906000" y="5772150"/>
            <a:ext cx="714375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8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còn: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vé</a:t>
            </a:r>
            <a:r>
              <a:rPr lang="en-US" sz="28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85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rời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hẳn:</a:t>
            </a:r>
            <a:r>
              <a:rPr lang="en-US" sz="28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850" dirty="0"/>
          </a:p>
        </p:txBody>
      </p:sp>
      <p:sp>
        <p:nvSpPr>
          <p:cNvPr id="20" name="Connector line-1792368515588-74784119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0ff85e2-f72b-4555-bf4e-93a745ca16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5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14650"/>
            <a:ext cx="2000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SSO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3333750" y="30289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Sign-On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0" y="30289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7719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867150"/>
            <a:ext cx="2000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6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3333750" y="39814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0" y="39814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tâm: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SSO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 vé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7244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4819650"/>
            <a:ext cx="2000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SAML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3333750" y="49339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Security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Assertion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Markup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0" y="49339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cho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6769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5772150"/>
            <a:ext cx="2000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3333750" y="58864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0" y="58864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16459200" cy="8382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6724650"/>
            <a:ext cx="2000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3333750" y="68389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25000" y="6838950"/>
            <a:ext cx="762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24" name="Connector line-1792369261384-508279906"/>
          <p:cNvSpPr/>
          <p:nvPr/>
        </p:nvSpPr>
        <p:spPr>
          <a:xfrm>
            <a:off x="914400" y="773430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14400" y="79057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8305800"/>
            <a:ext cx="1645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(bài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nguồn)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MDN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4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OWASP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Apereo</a:t>
            </a:r>
            <a:r>
              <a:rPr lang="en-US" sz="225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CAS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14400" y="878205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8" name="Connector line-1792369261391-4505316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45c34e4f-c737-472d-9851-31e9f3816c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2026-10-19T08:08:39Z</dcterms:created>
  <dcterms:modified xsi:type="dcterms:W3CDTF">2026-10-19T08:08:39Z</dcterms:modified>
</cp:coreProperties>
</file>