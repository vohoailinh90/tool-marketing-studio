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810500" cy="4391025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đỏ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 khác biệt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96025"/>
            <a:ext cx="7810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"máy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250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298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8298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33731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6779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36779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8298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33731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36779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25000" y="6191250"/>
            <a:ext cx="74676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9800" y="64198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829800" y="71437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tự,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b16c9f8-0ed3-41eb-b35a-c1460c2b27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Pipeline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sai;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 gặp.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d93001c-60bf-426b-9795-1842eaa4aa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7" name="Text richtext-1792371354826-252797593"/>
          <p:cNvSpPr/>
          <p:nvPr/>
        </p:nvSpPr>
        <p:spPr>
          <a:xfrm>
            <a:off x="13335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khác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1430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0" name="Text richtext-1792371354844-566083615"/>
          <p:cNvSpPr/>
          <p:nvPr/>
        </p:nvSpPr>
        <p:spPr>
          <a:xfrm>
            <a:off x="15240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14" name="Text richtext-1792371354853-580702650"/>
          <p:cNvSpPr/>
          <p:nvPr/>
        </p:nvSpPr>
        <p:spPr>
          <a:xfrm>
            <a:off x="97917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ubuntu-latest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6012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99822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7" name="Text richtext-1792371354861-454390193"/>
          <p:cNvSpPr/>
          <p:nvPr/>
        </p:nvSpPr>
        <p:spPr>
          <a:xfrm>
            <a:off x="99822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digest.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6c275ce-5ab9-4451-936b-eb589f6463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thứ mà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runner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405765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2009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0477500" y="35052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 lỗi.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4857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r>
              <a:rPr lang="en-US" sz="1950" b="1" spc="14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12" name="Connector line-1792371368853-243118699"/>
          <p:cNvSpPr/>
          <p:nvPr/>
        </p:nvSpPr>
        <p:spPr>
          <a:xfrm>
            <a:off x="41338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2915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490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mục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5" name="Connector line-1792371368856-968882241"/>
          <p:cNvSpPr/>
          <p:nvPr/>
        </p:nvSpPr>
        <p:spPr>
          <a:xfrm>
            <a:off x="784860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3439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296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endParaRPr lang="en-US" sz="2550" dirty="0"/>
          </a:p>
        </p:txBody>
      </p:sp>
      <p:sp>
        <p:nvSpPr>
          <p:cNvPr id="18" name="Connector line-1792371368859-17218545"/>
          <p:cNvSpPr/>
          <p:nvPr/>
        </p:nvSpPr>
        <p:spPr>
          <a:xfrm>
            <a:off x="115633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058650" y="5429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0" y="5715000"/>
            <a:ext cx="47625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25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201b83f-ab46-462d-b2b2-4c895d9a38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workflow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3815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0530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ở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2550" dirty="0"/>
          </a:p>
        </p:txBody>
      </p:sp>
      <p:sp>
        <p:nvSpPr>
          <p:cNvPr id="7" name="Connector line-1792371388764-942067949"/>
          <p:cNvSpPr/>
          <p:nvPr/>
        </p:nvSpPr>
        <p:spPr>
          <a:xfrm>
            <a:off x="5391150" y="5143500"/>
            <a:ext cx="12763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8100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850" b="1" dirty="0" spc="-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143750" y="4857750"/>
            <a:ext cx="3810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1" name="Connector line-1792371388769-222555490"/>
          <p:cNvSpPr/>
          <p:nvPr/>
        </p:nvSpPr>
        <p:spPr>
          <a:xfrm flipV="1">
            <a:off x="11334750" y="38100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Connector line-1792371388769-503571692"/>
          <p:cNvSpPr/>
          <p:nvPr/>
        </p:nvSpPr>
        <p:spPr>
          <a:xfrm>
            <a:off x="11334750" y="55245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668250" y="2952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238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049250" y="3857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2668250" y="5619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5905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049250" y="6524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153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fork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8a56033-c800-4e6f-9896-8c6eea0c6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5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test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63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292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Múi</a:t>
            </a:r>
            <a:r>
              <a:rPr lang="en-US" sz="25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4292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2583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583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012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4302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02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7731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7731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67627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70485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22" name="Text richtext-1792371402479-968888615"/>
          <p:cNvSpPr/>
          <p:nvPr/>
        </p:nvSpPr>
        <p:spPr>
          <a:xfrm>
            <a:off x="1333500" y="754380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mỗi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32b507b-3e34-4ec3-b524-bf13e623c1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cách chẩn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74ef3e8-058e-47d1-9d20-f98e99f59a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Config.json khác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config.json?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6583680"/>
                <a:gridCol w="52669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55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r>
                        <a:rPr lang="en-US" sz="255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test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55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 biệt</a:t>
                      </a:r>
                      <a:r>
                        <a:rPr lang="en-US" sz="255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hoa</a:t>
                      </a:r>
                      <a:r>
                        <a:rPr lang="en-US" sz="2550" b="1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thường?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5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macOS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Windows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Linux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tìm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thấy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/>
        </p:spPr>
      </p:sp>
      <p:sp>
        <p:nvSpPr>
          <p:cNvPr id="6" name="Text 3"/>
          <p:cNvSpPr/>
          <p:nvPr/>
        </p:nvSpPr>
        <p:spPr>
          <a:xfrm>
            <a:off x="1333500" y="73914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chữ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7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ae0dca0-3116-48e3-932c-bab16fe80f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nguồn,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955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28003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28003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npm ci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7528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528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90650" y="40576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334000" y="40576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-latest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0101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0101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53149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334000" y="53149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 mới ở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mục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2674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2674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65722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334000" y="65722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biến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5247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5247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390650" y="78295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5334000" y="78295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múi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8cd34269-24f8-4a7a-90a5-ca6299a8b8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OS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Operating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25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npm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ghim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2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GitHub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cấp;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workflow</a:t>
                      </a:r>
                      <a:r>
                        <a:rPr lang="en-US" sz="22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syntax;</a:t>
                      </a: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 workflow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299b60e-f1ac-45c5-bcd6-61ca696b2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2026-10-19T03:08:05Z</dcterms:created>
  <dcterms:modified xsi:type="dcterms:W3CDTF">2026-10-19T03:08:05Z</dcterms:modified>
</cp:coreProperties>
</file>