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525000" cy="32766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r>
              <a:rPr lang="en-US" sz="81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81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hiệu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4287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API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31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3150" dirty="0" spc="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3150" dirty="0" spc="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3150" dirty="0" spc="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3150" dirty="0" spc="-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3150" dirty="0" spc="-2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150" dirty="0" spc="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 dùng.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7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3450" dirty="0" spc="-3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450" dirty="0" spc="-3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34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miền,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 hiểu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Phương</a:t>
            </a:r>
            <a:r>
              <a:rPr lang="en-US" sz="3450" dirty="0" spc="-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từ, thử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 toàn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4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 bản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450" dirty="0" spc="-2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loạt,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 trang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3a98e8f-56f2-44e6-9235-8033b84710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 là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hợp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 dùng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Nhất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 vi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8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Tám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kiểu</a:t>
            </a:r>
            <a:r>
              <a:rPr lang="en-US" sz="27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REST/HTTP,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chốt sớm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1950" dirty="0" spc="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095750"/>
            <a:ext cx="1714500" cy="142875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095750"/>
            <a:ext cx="1714500" cy="1428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2100" dirty="0"/>
          </a:p>
        </p:txBody>
      </p:sp>
      <p:sp>
        <p:nvSpPr>
          <p:cNvPr id="17" name="Connector line-1792323100107-692071663"/>
          <p:cNvSpPr/>
          <p:nvPr/>
        </p:nvSpPr>
        <p:spPr>
          <a:xfrm>
            <a:off x="9810750" y="4810125"/>
            <a:ext cx="4000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287000" y="3810000"/>
            <a:ext cx="4514850" cy="200025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3962400"/>
            <a:ext cx="45148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0534650" y="4819650"/>
            <a:ext cx="419100" cy="4191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0" y="48196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63350" y="4819650"/>
            <a:ext cx="419100" cy="4191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77700" y="48196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Shape 22"/>
          <p:cNvSpPr/>
          <p:nvPr/>
        </p:nvSpPr>
        <p:spPr>
          <a:xfrm>
            <a:off x="12592050" y="48196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06400" y="4819650"/>
            <a:ext cx="419100" cy="4191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6" name="Shape 24"/>
          <p:cNvSpPr/>
          <p:nvPr/>
        </p:nvSpPr>
        <p:spPr>
          <a:xfrm>
            <a:off x="13620750" y="4819650"/>
            <a:ext cx="419100" cy="4191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135100" y="4819650"/>
            <a:ext cx="419100" cy="4191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1053465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04900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56335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07770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59205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10640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62075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135100" y="48196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287000" y="5353050"/>
            <a:ext cx="451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tám</a:t>
            </a:r>
            <a:r>
              <a:rPr lang="en-US" sz="19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ý,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 chốt sớm</a:t>
            </a:r>
            <a:endParaRPr lang="en-US" sz="1950" dirty="0"/>
          </a:p>
        </p:txBody>
      </p:sp>
      <p:sp>
        <p:nvSpPr>
          <p:cNvPr id="37" name="Connector line-1792323100131-349304831"/>
          <p:cNvSpPr/>
          <p:nvPr/>
        </p:nvSpPr>
        <p:spPr>
          <a:xfrm>
            <a:off x="14878050" y="4810125"/>
            <a:ext cx="323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5278100" y="4095750"/>
            <a:ext cx="1714500" cy="142875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39" name="Text 37"/>
          <p:cNvSpPr/>
          <p:nvPr/>
        </p:nvSpPr>
        <p:spPr>
          <a:xfrm>
            <a:off x="15278100" y="4095750"/>
            <a:ext cx="1714500" cy="1428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2100" dirty="0"/>
          </a:p>
        </p:txBody>
      </p:sp>
      <p:sp>
        <p:nvSpPr>
          <p:cNvPr id="40" name="Connector line-1792323100134-369461052"/>
          <p:cNvSpPr/>
          <p:nvPr/>
        </p:nvSpPr>
        <p:spPr>
          <a:xfrm>
            <a:off x="8001000" y="619125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8001000" y="6438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F3FD1"/>
          </a:solidFill>
          <a:ln/>
        </p:spPr>
      </p:sp>
      <p:sp>
        <p:nvSpPr>
          <p:cNvPr id="42" name="Text 40"/>
          <p:cNvSpPr/>
          <p:nvPr/>
        </p:nvSpPr>
        <p:spPr>
          <a:xfrm>
            <a:off x="8458200" y="63817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1,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6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2100" dirty="0" spc="-5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8001000" y="70104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69532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2,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21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1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1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8001000" y="7581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458200" y="75247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4,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5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1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1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21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 bản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8001000" y="81534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8472B"/>
          </a:solidFill>
          <a:ln/>
        </p:spPr>
      </p:sp>
      <p:sp>
        <p:nvSpPr>
          <p:cNvPr id="48" name="Text 46"/>
          <p:cNvSpPr/>
          <p:nvPr/>
        </p:nvSpPr>
        <p:spPr>
          <a:xfrm>
            <a:off x="8458200" y="80962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7,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8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1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loạt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1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Shape 4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1" name="Shape 4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2" name="Shape 5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3" name="Shape 5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4" name="Shape 5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5" name="Shape 5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6" name="Shape 5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7" name="Shape 5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8" name="Shape 5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9" name="Text 57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b6acec7f-0ee2-4ec4-bbac-c211bdf134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GỢI</a:t>
            </a:r>
            <a:r>
              <a:rPr lang="en-US" sz="1950" spc="22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17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TÊN</a:t>
            </a:r>
            <a:r>
              <a:rPr lang="en-US" sz="1950" spc="17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1950" spc="20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9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miền,</a:t>
            </a:r>
            <a:r>
              <a:rPr lang="en-US" sz="78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ánh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 hình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nghiệp vụ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Hành</a:t>
            </a:r>
            <a:r>
              <a:rPr lang="en-US" sz="27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 ở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HTTP,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7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 dẫn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Tên: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nhiều,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 quán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1950" dirty="0" spc="-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3143250" cy="1143000"/>
          </a:xfrm>
          <a:prstGeom prst="roundRect">
            <a:avLst>
              <a:gd name="adj" fmla="val 11667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/orders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1239500" y="3810000"/>
            <a:ext cx="1905000" cy="1143000"/>
          </a:xfrm>
          <a:prstGeom prst="roundRect">
            <a:avLst>
              <a:gd name="adj" fmla="val 11667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39500" y="3810000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/42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3239750" y="3810000"/>
            <a:ext cx="3752850" cy="1143000"/>
          </a:xfrm>
          <a:prstGeom prst="roundRect">
            <a:avLst>
              <a:gd name="adj" fmla="val 11667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39750" y="3810000"/>
            <a:ext cx="3752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/items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001000" y="51816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danh</a:t>
            </a:r>
            <a:r>
              <a:rPr lang="en-US" sz="21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100" dirty="0" spc="-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1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239500" y="51816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1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đơn</a:t>
            </a:r>
            <a:r>
              <a:rPr lang="en-US" sz="2100" dirty="0" spc="-1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239750" y="5181600"/>
            <a:ext cx="375285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 mục</a:t>
            </a:r>
            <a:r>
              <a:rPr lang="en-US" sz="210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 42</a:t>
            </a:r>
            <a:endParaRPr lang="en-US" sz="2100" dirty="0"/>
          </a:p>
        </p:txBody>
      </p:sp>
      <p:sp>
        <p:nvSpPr>
          <p:cNvPr id="24" name="Connector line-1792323126821-192219432"/>
          <p:cNvSpPr/>
          <p:nvPr/>
        </p:nvSpPr>
        <p:spPr>
          <a:xfrm>
            <a:off x="8001000" y="6191250"/>
            <a:ext cx="899160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5" name="Text richtext-1792323126822-112764812"/>
          <p:cNvSpPr/>
          <p:nvPr/>
        </p:nvSpPr>
        <p:spPr>
          <a:xfrm>
            <a:off x="8001000" y="6438900"/>
            <a:ext cx="8991600" cy="2095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Hành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 ở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marL="304800" indent="-304800">
              <a:lnSpc>
                <a:spcPts val="3360"/>
              </a:lnSpc>
              <a:buSzPct val="100000"/>
              <a:buChar char="•"/>
            </a:pPr>
            <a:r>
              <a:rPr lang="en-US" sz="24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 thức HTTP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8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Tên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quán: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dễ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 liệu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Đoán</a:t>
            </a:r>
            <a:r>
              <a:rPr lang="en-US" sz="24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 API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 gặp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5cedecfe-6067-457b-9dee-93bf5c7e10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GỢI</a:t>
            </a:r>
            <a:r>
              <a:rPr lang="en-US" sz="1950" spc="22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17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PHƯƠNG</a:t>
            </a:r>
            <a:r>
              <a:rPr lang="en-US" sz="1950" spc="22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1950" spc="17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1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IDEMPOTENT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78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thức,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lại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19175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Phương</a:t>
            </a:r>
            <a:r>
              <a:rPr lang="en-US" sz="195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1432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Việc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477250" y="31432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Idempotent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95400" y="37147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37147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429000" y="3657600"/>
            <a:ext cx="476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đọc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477250" y="3771900"/>
            <a:ext cx="22860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8477250" y="377190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95400" y="457200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45720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429000" y="4514850"/>
            <a:ext cx="476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1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thao</a:t>
            </a:r>
            <a:r>
              <a:rPr lang="en-US" sz="21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477250" y="4629150"/>
            <a:ext cx="2286000" cy="495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7250" y="462915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95400" y="54292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54292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3429000" y="5372100"/>
            <a:ext cx="476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thay</a:t>
            </a:r>
            <a:r>
              <a:rPr lang="en-US" sz="21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r>
              <a:rPr lang="en-US" sz="21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477250" y="5486400"/>
            <a:ext cx="22860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8477250" y="548640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95400" y="628650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5400" y="628650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3429000" y="6229350"/>
            <a:ext cx="4762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xóa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8477250" y="6343650"/>
            <a:ext cx="22860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8477250" y="634365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95400" y="7143750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5400" y="7143750"/>
            <a:ext cx="1809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3429000" y="7086600"/>
            <a:ext cx="4953000" cy="8763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sửa</a:t>
            </a:r>
            <a:r>
              <a:rPr lang="en-US" sz="21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phần,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ước rõ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8477250" y="7200900"/>
            <a:ext cx="2286000" cy="495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7250" y="7200900"/>
            <a:ext cx="228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334750" y="2857500"/>
            <a:ext cx="603885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3475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116967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Idempotent:</a:t>
            </a:r>
            <a:r>
              <a:rPr lang="en-US" sz="2550" dirty="0" spc="4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550" dirty="0" spc="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lần</a:t>
            </a:r>
            <a:endParaRPr lang="en-US" sz="2550" dirty="0"/>
          </a:p>
        </p:txBody>
      </p:sp>
      <p:sp>
        <p:nvSpPr>
          <p:cNvPr id="36" name="Shape 34"/>
          <p:cNvSpPr/>
          <p:nvPr/>
        </p:nvSpPr>
        <p:spPr>
          <a:xfrm>
            <a:off x="11334750" y="4762500"/>
            <a:ext cx="603885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3475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116967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Phản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khác: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DELETE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204,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 404</a:t>
            </a:r>
            <a:endParaRPr lang="en-US" sz="2550" dirty="0"/>
          </a:p>
        </p:txBody>
      </p:sp>
      <p:sp>
        <p:nvSpPr>
          <p:cNvPr id="39" name="Shape 37"/>
          <p:cNvSpPr/>
          <p:nvPr/>
        </p:nvSpPr>
        <p:spPr>
          <a:xfrm>
            <a:off x="11334750" y="6667500"/>
            <a:ext cx="603885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3475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116967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Cho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POST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 quả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Shape 4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9" name="Shape 4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0" name="Shape 4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1" name="Shape 4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2" name="Text 5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fb6da832-6c38-4489-8319-6ae41cbdc4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GỢI</a:t>
            </a:r>
            <a:r>
              <a:rPr lang="en-US" sz="1950" spc="22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1950" spc="22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17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TRẠNG THÁI</a:t>
            </a:r>
            <a:r>
              <a:rPr lang="en-US" sz="1950" spc="17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950" spc="22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8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7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62025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623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950" dirty="0" spc="-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thái:</a:t>
            </a:r>
            <a:r>
              <a:rPr lang="en-US" sz="195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6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nhỏ,</a:t>
            </a:r>
            <a:r>
              <a:rPr lang="en-US" sz="195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95400" y="37338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5150" y="37338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3DD6A0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4900" y="37338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4650" y="37338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4400" y="37338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5400" y="48387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5150" y="48387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4900" y="48387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4650" y="48387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4400" y="4838700"/>
            <a:ext cx="1619250" cy="914400"/>
          </a:xfrm>
          <a:prstGeom prst="roundRect">
            <a:avLst>
              <a:gd name="adj" fmla="val 1458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37338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3105150" y="37338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4914900" y="37338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204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6724650" y="37338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400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8534400" y="37338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95400" y="48387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403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3105150" y="48387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404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4914900" y="48387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409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6724650" y="48387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429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8534400" y="4838700"/>
            <a:ext cx="1619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</a:t>
            </a:r>
            <a:endParaRPr lang="en-US" sz="3450" dirty="0"/>
          </a:p>
        </p:txBody>
      </p:sp>
      <p:sp>
        <p:nvSpPr>
          <p:cNvPr id="26" name="Shape 24"/>
          <p:cNvSpPr/>
          <p:nvPr/>
        </p:nvSpPr>
        <p:spPr>
          <a:xfrm>
            <a:off x="1295400" y="6477000"/>
            <a:ext cx="4286250" cy="1809750"/>
          </a:xfrm>
          <a:prstGeom prst="roundRect">
            <a:avLst>
              <a:gd name="adj" fmla="val 7368"/>
            </a:avLst>
          </a:prstGeom>
          <a:solidFill>
            <a:srgbClr val="1A2B28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5900" y="6477000"/>
            <a:ext cx="390525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201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2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2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Location</a:t>
            </a:r>
            <a:r>
              <a:rPr lang="en-US" sz="22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trỏ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2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 mới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5867400" y="6477000"/>
            <a:ext cx="4286250" cy="1809750"/>
          </a:xfrm>
          <a:prstGeom prst="roundRect">
            <a:avLst>
              <a:gd name="adj" fmla="val 7368"/>
            </a:avLst>
          </a:prstGeom>
          <a:solidFill>
            <a:srgbClr val="1A2B28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7900" y="6477000"/>
            <a:ext cx="390525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Thân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2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 dạng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763250" y="2857500"/>
            <a:ext cx="661035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44250" y="31623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bản:</a:t>
            </a:r>
            <a:r>
              <a:rPr lang="en-US" sz="1950" dirty="0" spc="-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195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144250" y="3733800"/>
            <a:ext cx="2762250" cy="1428750"/>
          </a:xfrm>
          <a:prstGeom prst="roundRect">
            <a:avLst>
              <a:gd name="adj" fmla="val 933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44250" y="39052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/v1/orders</a:t>
            </a:r>
            <a:endParaRPr lang="en-US" sz="2850" dirty="0"/>
          </a:p>
        </p:txBody>
      </p:sp>
      <p:sp>
        <p:nvSpPr>
          <p:cNvPr id="34" name="Text 32"/>
          <p:cNvSpPr/>
          <p:nvPr/>
        </p:nvSpPr>
        <p:spPr>
          <a:xfrm>
            <a:off x="11144250" y="45148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trong</a:t>
            </a:r>
            <a:r>
              <a:rPr lang="en-US" sz="1950" dirty="0" spc="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4230350" y="3733800"/>
            <a:ext cx="2762250" cy="1428750"/>
          </a:xfrm>
          <a:prstGeom prst="roundRect">
            <a:avLst>
              <a:gd name="adj" fmla="val 9333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230350" y="39052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Header</a:t>
            </a:r>
            <a:endParaRPr lang="en-US" sz="2850" dirty="0"/>
          </a:p>
        </p:txBody>
      </p:sp>
      <p:sp>
        <p:nvSpPr>
          <p:cNvPr id="37" name="Text 35"/>
          <p:cNvSpPr/>
          <p:nvPr/>
        </p:nvSpPr>
        <p:spPr>
          <a:xfrm>
            <a:off x="14230350" y="45148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trong</a:t>
            </a:r>
            <a:r>
              <a:rPr lang="en-US" sz="19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header</a:t>
            </a:r>
            <a:endParaRPr lang="en-US" sz="1950" dirty="0"/>
          </a:p>
        </p:txBody>
      </p:sp>
      <p:sp>
        <p:nvSpPr>
          <p:cNvPr id="38" name="Text richtext-1792323182511-584219455"/>
          <p:cNvSpPr/>
          <p:nvPr/>
        </p:nvSpPr>
        <p:spPr>
          <a:xfrm>
            <a:off x="11144250" y="5715000"/>
            <a:ext cx="584835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Thay</a:t>
            </a:r>
            <a:r>
              <a:rPr lang="en-US" sz="24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vỡ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40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phiên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 mới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 gian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5" name="Shape 4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7" name="Shape 4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8" name="Shape 4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9" name="Text 47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ab2b110d-5484-4162-a1c3-1308baca92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GỢI</a:t>
            </a: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1950" spc="15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LOẠT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950" spc="18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loạt</a:t>
            </a:r>
            <a:r>
              <a:rPr lang="en-US" sz="78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58150" cy="3905250"/>
          </a:xfrm>
          <a:prstGeom prst="roundRect">
            <a:avLst>
              <a:gd name="adj" fmla="val 58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Hàng</a:t>
            </a:r>
            <a:r>
              <a:rPr lang="en-US" sz="195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95400" y="3714750"/>
            <a:ext cx="3810000" cy="9525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7147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21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/orders/batch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481965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 thao</a:t>
            </a:r>
            <a:r>
              <a:rPr lang="en-US" sz="19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19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19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yêu cầu</a:t>
            </a:r>
            <a:endParaRPr lang="en-US" sz="1950" dirty="0"/>
          </a:p>
        </p:txBody>
      </p:sp>
      <p:sp>
        <p:nvSpPr>
          <p:cNvPr id="9" name="Connector line-1792323220597-366921977"/>
          <p:cNvSpPr/>
          <p:nvPr/>
        </p:nvSpPr>
        <p:spPr>
          <a:xfrm>
            <a:off x="5219700" y="4191000"/>
            <a:ext cx="5715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05500" y="32194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19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1950" dirty="0" spc="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tử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905500" y="3714750"/>
            <a:ext cx="2762250" cy="628650"/>
          </a:xfrm>
          <a:prstGeom prst="roundRect">
            <a:avLst>
              <a:gd name="adj" fmla="val 18182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5905500" y="3714750"/>
            <a:ext cx="2762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ok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05500" y="4476750"/>
            <a:ext cx="2762250" cy="628650"/>
          </a:xfrm>
          <a:prstGeom prst="roundRect">
            <a:avLst>
              <a:gd name="adj" fmla="val 18182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0" y="4476750"/>
            <a:ext cx="2762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ok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905500" y="5238750"/>
            <a:ext cx="2762250" cy="628650"/>
          </a:xfrm>
          <a:prstGeom prst="roundRect">
            <a:avLst>
              <a:gd name="adj" fmla="val 18182"/>
            </a:avLst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5905500" y="5238750"/>
            <a:ext cx="2762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2100" dirty="0" spc="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tử</a:t>
            </a:r>
            <a:r>
              <a:rPr lang="en-US" sz="2100" dirty="0" spc="-1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2100" dirty="0" spc="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100" dirty="0" spc="-4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15450" y="2762250"/>
            <a:ext cx="8058150" cy="3905250"/>
          </a:xfrm>
          <a:prstGeom prst="roundRect">
            <a:avLst>
              <a:gd name="adj" fmla="val 58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6450" y="30289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8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</a:t>
            </a:r>
            <a:r>
              <a:rPr lang="en-US" sz="1950" dirty="0" spc="-1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96450" y="3638550"/>
            <a:ext cx="2000250" cy="6286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0" y="3638550"/>
            <a:ext cx="200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925300" y="3638550"/>
            <a:ext cx="5143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status=paid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696450" y="4438650"/>
            <a:ext cx="2000250" cy="6286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6450" y="4438650"/>
            <a:ext cx="200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2100" b="1" dirty="0" spc="-2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1925300" y="4438650"/>
            <a:ext cx="5143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sort=-created_at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696450" y="5238750"/>
            <a:ext cx="2000250" cy="6286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9696450" y="5238750"/>
            <a:ext cx="200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dirty="0" spc="-1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925300" y="5238750"/>
            <a:ext cx="5143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limit=20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696450" y="6038850"/>
            <a:ext cx="742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?status=paid&amp;sort=-created_at&amp;limit=20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6953250"/>
            <a:ext cx="8058150" cy="1714500"/>
          </a:xfrm>
          <a:prstGeom prst="roundRect">
            <a:avLst>
              <a:gd name="adj" fmla="val 11111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6953250"/>
            <a:ext cx="95250" cy="171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1" name="Text richtext-1792323220625-411489759"/>
          <p:cNvSpPr/>
          <p:nvPr/>
        </p:nvSpPr>
        <p:spPr>
          <a:xfrm>
            <a:off x="1295400" y="71247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2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2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 phần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2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2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2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thước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tối đa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315450" y="6953250"/>
            <a:ext cx="8058150" cy="1714500"/>
          </a:xfrm>
          <a:prstGeom prst="roundRect">
            <a:avLst>
              <a:gd name="adj" fmla="val 11111"/>
            </a:avLst>
          </a:prstGeom>
          <a:solidFill>
            <a:srgbClr val="E8E0CF"/>
          </a:solidFill>
          <a:ln/>
        </p:spPr>
      </p:sp>
      <p:sp>
        <p:nvSpPr>
          <p:cNvPr id="33" name="Shape 31"/>
          <p:cNvSpPr/>
          <p:nvPr/>
        </p:nvSpPr>
        <p:spPr>
          <a:xfrm>
            <a:off x="9315450" y="6953250"/>
            <a:ext cx="95250" cy="1714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4" name="Text richtext-1792323220633-99448373"/>
          <p:cNvSpPr/>
          <p:nvPr/>
        </p:nvSpPr>
        <p:spPr>
          <a:xfrm>
            <a:off x="9696450" y="71247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</a:t>
            </a:r>
            <a:r>
              <a:rPr lang="en-US" sz="22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</a:t>
            </a: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lọc,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sắp</a:t>
            </a:r>
            <a:r>
              <a:rPr lang="en-US" sz="22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xếp,</a:t>
            </a:r>
            <a:r>
              <a:rPr lang="en-US" sz="22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2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2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 nhất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Con</a:t>
            </a:r>
            <a:r>
              <a:rPr lang="en-US" sz="22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trỏ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2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ổn</a:t>
            </a:r>
            <a:r>
              <a:rPr lang="en-US" sz="22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2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2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offset</a:t>
            </a:r>
            <a:r>
              <a:rPr lang="en-US" sz="22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2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2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 đổi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Text 43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4b232ebf-b7e9-4de9-b53f-fe23f6c3b8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55245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190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CFC7B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95400" y="45720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phong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3900" dirty="0"/>
          </a:p>
        </p:txBody>
      </p:sp>
      <p:sp>
        <p:nvSpPr>
          <p:cNvPr id="8" name="Text richtext-1792323239112-937477930"/>
          <p:cNvSpPr/>
          <p:nvPr/>
        </p:nvSpPr>
        <p:spPr>
          <a:xfrm>
            <a:off x="1295400" y="5619750"/>
            <a:ext cx="4762500" cy="2571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REST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8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phong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 hệ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 chọn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RPC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 GraphQL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77000" y="2857500"/>
            <a:ext cx="5334000" cy="55245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009900"/>
            <a:ext cx="190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CFC7B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6858000" y="45720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3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3900" dirty="0"/>
          </a:p>
        </p:txBody>
      </p:sp>
      <p:sp>
        <p:nvSpPr>
          <p:cNvPr id="13" name="Text richtext-1792323239125-979342351"/>
          <p:cNvSpPr/>
          <p:nvPr/>
        </p:nvSpPr>
        <p:spPr>
          <a:xfrm>
            <a:off x="6858000" y="5619750"/>
            <a:ext cx="4762500" cy="2571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Nhất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8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2039600" y="2857500"/>
            <a:ext cx="5334000" cy="5524500"/>
          </a:xfrm>
          <a:prstGeom prst="roundRect">
            <a:avLst>
              <a:gd name="adj" fmla="val 3571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39600" y="2857500"/>
            <a:ext cx="95250" cy="5524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420600" y="3009900"/>
            <a:ext cx="190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CFC7B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12420600" y="45720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3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900" dirty="0"/>
          </a:p>
        </p:txBody>
      </p:sp>
      <p:sp>
        <p:nvSpPr>
          <p:cNvPr id="18" name="Text richtext-1792323239135-692698253"/>
          <p:cNvSpPr/>
          <p:nvPr/>
        </p:nvSpPr>
        <p:spPr>
          <a:xfrm>
            <a:off x="12420600" y="5619750"/>
            <a:ext cx="4762500" cy="2571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28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Phân</a:t>
            </a:r>
            <a:r>
              <a:rPr lang="en-US" sz="28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endParaRPr lang="en-US" sz="2850" dirty="0"/>
          </a:p>
          <a:p>
            <a:pPr algn="l" marL="361950" indent="-258592">
              <a:lnSpc>
                <a:spcPts val="3848"/>
              </a:lnSpc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Giới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8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8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2db950f-f4d9-4909-97dd-8217f466cc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524000" y="3619500"/>
            <a:ext cx="1905000" cy="571500"/>
          </a:xfrm>
          <a:prstGeom prst="roundRect">
            <a:avLst>
              <a:gd name="adj" fmla="val 20000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619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77000" y="3619500"/>
            <a:ext cx="1905000" cy="571500"/>
          </a:xfrm>
          <a:prstGeom prst="roundRect">
            <a:avLst>
              <a:gd name="adj" fmla="val 20000"/>
            </a:avLst>
          </a:prstGeom>
          <a:solidFill>
            <a:srgbClr val="2A2F42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3619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2100" dirty="0"/>
          </a:p>
        </p:txBody>
      </p:sp>
      <p:sp>
        <p:nvSpPr>
          <p:cNvPr id="11" name="Connector line-1792323277054-775862115"/>
          <p:cNvSpPr/>
          <p:nvPr/>
        </p:nvSpPr>
        <p:spPr>
          <a:xfrm>
            <a:off x="2476500" y="4229100"/>
            <a:ext cx="0" cy="2819400"/>
          </a:xfrm>
          <a:prstGeom prst="line">
            <a:avLst/>
          </a:prstGeom>
          <a:noFill/>
          <a:ln w="28575">
            <a:solidFill>
              <a:srgbClr val="3C4050"/>
            </a:solidFill>
            <a:prstDash val="lgDash"/>
            <a:headEnd type="none"/>
            <a:tailEnd type="none"/>
          </a:ln>
        </p:spPr>
      </p:sp>
      <p:sp>
        <p:nvSpPr>
          <p:cNvPr id="12" name="Connector line-1792323277055-742270526"/>
          <p:cNvSpPr/>
          <p:nvPr/>
        </p:nvSpPr>
        <p:spPr>
          <a:xfrm>
            <a:off x="7429500" y="4229100"/>
            <a:ext cx="0" cy="2819400"/>
          </a:xfrm>
          <a:prstGeom prst="line">
            <a:avLst/>
          </a:prstGeom>
          <a:noFill/>
          <a:ln w="28575">
            <a:solidFill>
              <a:srgbClr val="3C4050"/>
            </a:solidFill>
            <a:prstDash val="lg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762250" y="43053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POST /payments</a:t>
            </a:r>
            <a:endParaRPr lang="en-US" sz="2100" dirty="0"/>
          </a:p>
        </p:txBody>
      </p:sp>
      <p:sp>
        <p:nvSpPr>
          <p:cNvPr id="14" name="Connector line-1792323277057-40923901"/>
          <p:cNvSpPr/>
          <p:nvPr/>
        </p:nvSpPr>
        <p:spPr>
          <a:xfrm>
            <a:off x="2533650" y="4838700"/>
            <a:ext cx="48196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62250" y="5334000"/>
            <a:ext cx="3143250" cy="571500"/>
          </a:xfrm>
          <a:prstGeom prst="roundRect">
            <a:avLst>
              <a:gd name="adj" fmla="val 20000"/>
            </a:avLst>
          </a:prstGeom>
          <a:solidFill>
            <a:srgbClr val="2A2F42"/>
          </a:solidFill>
          <a:ln w="19050">
            <a:solidFill>
              <a:srgbClr val="8A87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2250" y="53340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hết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</a:t>
            </a:r>
            <a:r>
              <a:rPr lang="en-US" sz="19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chờ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762250" y="6096000"/>
            <a:ext cx="438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POST</a:t>
            </a:r>
            <a:r>
              <a:rPr lang="en-US" sz="21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/payments,</a:t>
            </a:r>
            <a:r>
              <a:rPr lang="en-US" sz="2100" dirty="0" spc="3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1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100" dirty="0"/>
          </a:p>
        </p:txBody>
      </p:sp>
      <p:sp>
        <p:nvSpPr>
          <p:cNvPr id="18" name="Connector line-1792323277063-368388734"/>
          <p:cNvSpPr/>
          <p:nvPr/>
        </p:nvSpPr>
        <p:spPr>
          <a:xfrm>
            <a:off x="2533650" y="6629400"/>
            <a:ext cx="48196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95400" y="7334250"/>
            <a:ext cx="7524750" cy="1238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5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Rủi</a:t>
            </a:r>
            <a:r>
              <a:rPr lang="en-US" sz="285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</a:t>
            </a:r>
            <a:r>
              <a:rPr lang="en-US" sz="28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8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gì,</a:t>
            </a:r>
            <a:r>
              <a:rPr lang="en-US" sz="28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28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8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 quyết?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715500" y="36004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Gợi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 3</a:t>
            </a:r>
            <a:r>
              <a:rPr lang="en-US" sz="3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Idempotency-Key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715500" y="4572000"/>
            <a:ext cx="2952750" cy="723900"/>
          </a:xfrm>
          <a:prstGeom prst="roundRect">
            <a:avLst>
              <a:gd name="adj" fmla="val 18421"/>
            </a:avLst>
          </a:prstGeom>
          <a:noFill/>
          <a:ln w="28575">
            <a:solidFill>
              <a:srgbClr val="C9C6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15500" y="45720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100" b="1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896850" y="4476750"/>
            <a:ext cx="428625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Máy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2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 lý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715500" y="5619750"/>
            <a:ext cx="2952750" cy="723900"/>
          </a:xfrm>
          <a:prstGeom prst="roundRect">
            <a:avLst>
              <a:gd name="adj" fmla="val 18421"/>
            </a:avLst>
          </a:prstGeom>
          <a:noFill/>
          <a:ln w="28575">
            <a:solidFill>
              <a:srgbClr val="8A87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15500" y="5619750"/>
            <a:ext cx="2952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1950" b="1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khóa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896850" y="5524500"/>
            <a:ext cx="428625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thanh</a:t>
            </a:r>
            <a:r>
              <a:rPr lang="en-US" sz="22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toán trùng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715500" y="6667500"/>
            <a:ext cx="2952750" cy="723900"/>
          </a:xfrm>
          <a:prstGeom prst="roundRect">
            <a:avLst>
              <a:gd name="adj" fmla="val 18421"/>
            </a:avLst>
          </a:prstGeom>
          <a:solidFill>
            <a:srgbClr val="FFB454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66675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896850" y="6572250"/>
            <a:ext cx="4286250" cy="9144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5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-2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 cũ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715500" y="7772400"/>
            <a:ext cx="74295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Idempotency-Key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chuẩn: theo</a:t>
            </a:r>
            <a:r>
              <a:rPr lang="en-US" sz="1800" dirty="0" spc="-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 vụ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Text 41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d0229cb2-21ef-49b5-9813-76369cc1da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31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1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1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3150" dirty="0"/>
          </a:p>
        </p:txBody>
      </p:sp>
      <p:sp>
        <p:nvSpPr>
          <p:cNvPr id="7" name="Text richtext-1792323294563-608931783"/>
          <p:cNvSpPr/>
          <p:nvPr/>
        </p:nvSpPr>
        <p:spPr>
          <a:xfrm>
            <a:off x="1295400" y="3810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Chuẩn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chung: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problem details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Client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 lý lỗi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thống nhất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4800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31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429</a:t>
            </a:r>
            <a:endParaRPr lang="en-US" sz="3150" dirty="0"/>
          </a:p>
        </p:txBody>
      </p:sp>
      <p:sp>
        <p:nvSpPr>
          <p:cNvPr id="11" name="Text richtext-1792323294573-727332937"/>
          <p:cNvSpPr/>
          <p:nvPr/>
        </p:nvSpPr>
        <p:spPr>
          <a:xfrm>
            <a:off x="9696450" y="3810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Vượt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thì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 429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Nói khi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lại: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Retry-After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388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PATCH</a:t>
            </a:r>
            <a:endParaRPr lang="en-US" sz="3150" dirty="0"/>
          </a:p>
        </p:txBody>
      </p:sp>
      <p:sp>
        <p:nvSpPr>
          <p:cNvPr id="15" name="Text richtext-1792323294581-289089086"/>
          <p:cNvSpPr/>
          <p:nvPr/>
        </p:nvSpPr>
        <p:spPr>
          <a:xfrm>
            <a:off x="1295400" y="680085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mặc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idempotent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Thiết</a:t>
            </a:r>
            <a:r>
              <a:rPr lang="en-US" sz="2550" dirty="0" spc="-3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 lại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0388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31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3150" dirty="0" spc="-3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1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9" name="Text richtext-1792323294588-923807883"/>
          <p:cNvSpPr/>
          <p:nvPr/>
        </p:nvSpPr>
        <p:spPr>
          <a:xfrm>
            <a:off x="9696450" y="680085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Thao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khớp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HTTP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 là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 con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Ví dụ: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POST</a:t>
            </a:r>
            <a:r>
              <a:rPr lang="en-US" sz="25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/orders/42/cancellation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34cb14d-80c9-4989-b49f-143e9a89c2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8107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33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4480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57500" y="34099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Application</a:t>
            </a:r>
            <a:r>
              <a:rPr lang="en-US" sz="19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Programming</a:t>
            </a:r>
            <a:r>
              <a:rPr lang="en-US" sz="19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Interface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41338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57500" y="40957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HyperText</a:t>
            </a:r>
            <a:r>
              <a:rPr lang="en-US" sz="19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Transfer</a:t>
            </a:r>
            <a:r>
              <a:rPr lang="en-US" sz="19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8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80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80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95400" y="48196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57500" y="47815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REpresentational</a:t>
            </a:r>
            <a:r>
              <a:rPr lang="en-US" sz="19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State</a:t>
            </a:r>
            <a:r>
              <a:rPr lang="en-US" sz="19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Transfer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55054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57500" y="54673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Remote</a:t>
            </a:r>
            <a:r>
              <a:rPr lang="en-US" sz="19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Procedure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Call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18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" y="6191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857500" y="61531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Request</a:t>
            </a:r>
            <a:r>
              <a:rPr lang="en-US" sz="19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</a:t>
            </a:r>
            <a:r>
              <a:rPr lang="en-US" sz="19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Comments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1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180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68770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IETF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57500" y="68389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Internet</a:t>
            </a: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Engineering</a:t>
            </a:r>
            <a:r>
              <a:rPr lang="en-US" sz="195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Task</a:t>
            </a:r>
            <a:r>
              <a:rPr lang="en-US" sz="195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Force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dirty="0" spc="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95400" y="75628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857500" y="75247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Query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Language</a:t>
            </a:r>
            <a:endParaRPr lang="en-US" sz="1950" dirty="0"/>
          </a:p>
          <a:p>
            <a:pPr algn="l" indent="0" marL="0">
              <a:buNone/>
            </a:pPr>
            <a:r>
              <a:rPr lang="en-US" sz="18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80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180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953750" y="2762250"/>
            <a:ext cx="64198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4750" y="2933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3" name="Text richtext-1792323327234-306044671"/>
          <p:cNvSpPr/>
          <p:nvPr/>
        </p:nvSpPr>
        <p:spPr>
          <a:xfrm>
            <a:off x="11334750" y="344805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 cố 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5789, 6585,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9457: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PATCH, 429, lỗi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Stripe: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requests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Idempotency-Key,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 chuẩn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Google: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 API</a:t>
            </a:r>
            <a:endParaRPr lang="en-US" sz="2100" dirty="0"/>
          </a:p>
        </p:txBody>
      </p:sp>
      <p:sp>
        <p:nvSpPr>
          <p:cNvPr id="24" name="Connector line-1792323327242-615848853"/>
          <p:cNvSpPr/>
          <p:nvPr/>
        </p:nvSpPr>
        <p:spPr>
          <a:xfrm>
            <a:off x="11334750" y="7410450"/>
            <a:ext cx="56578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1334750" y="75628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 chiếu trực tiếp.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2ddde0d-5995-4a22-a134-3b3401230b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2026-10-18T11:35:50Z</dcterms:created>
  <dcterms:modified xsi:type="dcterms:W3CDTF">2026-10-18T11:35:50Z</dcterms:modified>
</cp:coreProperties>
</file>