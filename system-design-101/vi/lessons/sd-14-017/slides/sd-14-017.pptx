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0382250" cy="3238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tay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TLS:</a:t>
            </a: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95250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8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phê:</a:t>
            </a:r>
            <a:endParaRPr lang="en-US" sz="2850" dirty="0"/>
          </a:p>
          <a:p>
            <a:pPr algn="l" indent="0" marL="0">
              <a:lnSpc>
                <a:spcPts val="3848"/>
              </a:lnSpc>
              <a:buNone/>
            </a:pPr>
            <a:r>
              <a:rPr lang="en-US" sz="28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8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8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9342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HTTPS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650" b="1" spc="21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b="1" spc="22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1650" dirty="0"/>
          </a:p>
        </p:txBody>
      </p:sp>
      <p:sp>
        <p:nvSpPr>
          <p:cNvPr id="6" name="Connector line-1792334432221-601662102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kín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Toàn</a:t>
            </a:r>
            <a:r>
              <a:rPr lang="en-US" sz="42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vẹn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42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1734800" y="2762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6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3239750" y="3238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đọc được</a:t>
            </a:r>
            <a:r>
              <a:rPr lang="en-US" sz="1800" dirty="0" spc="-1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1800" dirty="0" spc="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đường</a:t>
            </a:r>
            <a:endParaRPr lang="en-US" sz="1800" dirty="0"/>
          </a:p>
        </p:txBody>
      </p:sp>
      <p:sp>
        <p:nvSpPr>
          <p:cNvPr id="16" name="Connector line-1792334432244-845988283"/>
          <p:cNvSpPr/>
          <p:nvPr/>
        </p:nvSpPr>
        <p:spPr>
          <a:xfrm>
            <a:off x="11906250" y="3810000"/>
            <a:ext cx="55245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1734800" y="3638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8" name="Shape 16"/>
          <p:cNvSpPr/>
          <p:nvPr/>
        </p:nvSpPr>
        <p:spPr>
          <a:xfrm>
            <a:off x="17259300" y="3638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9" name="Text 17"/>
          <p:cNvSpPr/>
          <p:nvPr/>
        </p:nvSpPr>
        <p:spPr>
          <a:xfrm>
            <a:off x="13430250" y="3562350"/>
            <a:ext cx="2476500" cy="495300"/>
          </a:xfrm>
          <a:prstGeom prst="roundRect">
            <a:avLst>
              <a:gd name="adj" fmla="val 26923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GET</a:t>
            </a:r>
            <a:r>
              <a:rPr lang="en-US" sz="18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/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HTTP/1.0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144250" y="415290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668750" y="415290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1734800" y="49530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HTTPS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858625" y="53911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7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bắt</a:t>
            </a:r>
            <a:r>
              <a:rPr lang="en-US" sz="1800" dirty="0" spc="-9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954125" y="53911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</a:t>
            </a:r>
            <a:r>
              <a:rPr lang="en-US" sz="1800" dirty="0" spc="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18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 hóa</a:t>
            </a:r>
            <a:endParaRPr lang="en-US" sz="1800" dirty="0"/>
          </a:p>
        </p:txBody>
      </p:sp>
      <p:sp>
        <p:nvSpPr>
          <p:cNvPr id="25" name="Connector line-1792334432257-737153287"/>
          <p:cNvSpPr/>
          <p:nvPr/>
        </p:nvSpPr>
        <p:spPr>
          <a:xfrm>
            <a:off x="11906250" y="6000750"/>
            <a:ext cx="1428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6" name="Connector line-1792334432257-268273011"/>
          <p:cNvSpPr/>
          <p:nvPr/>
        </p:nvSpPr>
        <p:spPr>
          <a:xfrm>
            <a:off x="13335000" y="6000750"/>
            <a:ext cx="40957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11734800" y="5829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7259300" y="5829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2192000" y="585787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30" name="Shape 28"/>
          <p:cNvSpPr/>
          <p:nvPr/>
        </p:nvSpPr>
        <p:spPr>
          <a:xfrm>
            <a:off x="12763500" y="585787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31" name="Shape 29"/>
          <p:cNvSpPr/>
          <p:nvPr/>
        </p:nvSpPr>
        <p:spPr>
          <a:xfrm>
            <a:off x="14049375" y="5810250"/>
            <a:ext cx="762000" cy="381000"/>
          </a:xfrm>
          <a:prstGeom prst="roundRect">
            <a:avLst>
              <a:gd name="adj" fmla="val 3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5001875" y="5810250"/>
            <a:ext cx="762000" cy="381000"/>
          </a:xfrm>
          <a:prstGeom prst="roundRect">
            <a:avLst>
              <a:gd name="adj" fmla="val 3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5954375" y="5810250"/>
            <a:ext cx="762000" cy="381000"/>
          </a:xfrm>
          <a:prstGeom prst="roundRect">
            <a:avLst>
              <a:gd name="adj" fmla="val 3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144250" y="63436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16668750" y="63436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1334750" y="7048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lại mọi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d1e57330-b993-4ecc-81c2-3fe37082f2b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906000" cy="2381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5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TLS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99060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9906000" cy="9144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123950" y="5505450"/>
            <a:ext cx="571500" cy="5715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123950" y="5619750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943100" y="5524500"/>
            <a:ext cx="857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</a:t>
            </a:r>
            <a:pPr algn="l" indent="0" marL="0"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6400800"/>
            <a:ext cx="9906000" cy="9144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3950" y="6572250"/>
            <a:ext cx="571500" cy="5715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123950" y="6686550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943100" y="6591300"/>
            <a:ext cx="857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pPr algn="l" indent="0" marL="0"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 bị</a:t>
            </a:r>
            <a:r>
              <a:rPr lang="en-US" sz="25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467600"/>
            <a:ext cx="9906000" cy="9144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950" y="7639050"/>
            <a:ext cx="571500" cy="5715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123950" y="7753350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943100" y="7658100"/>
            <a:ext cx="857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pPr algn="l" indent="0" marL="0"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1239500" y="914400"/>
            <a:ext cx="6134100" cy="7867650"/>
          </a:xfrm>
          <a:prstGeom prst="roundRect">
            <a:avLst>
              <a:gd name="adj" fmla="val 4348"/>
            </a:avLst>
          </a:prstGeom>
          <a:solidFill>
            <a:srgbClr val="1F3FD1"/>
          </a:solidFill>
          <a:ln/>
        </p:spPr>
      </p:sp>
      <p:sp>
        <p:nvSpPr>
          <p:cNvPr id="18" name="Shape 16"/>
          <p:cNvSpPr/>
          <p:nvPr/>
        </p:nvSpPr>
        <p:spPr>
          <a:xfrm>
            <a:off x="11696700" y="1314450"/>
            <a:ext cx="571500" cy="5715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839575" y="1485900"/>
            <a:ext cx="295275" cy="219075"/>
          </a:xfrm>
          <a:custGeom>
            <a:avLst/>
            <a:gdLst/>
            <a:ahLst/>
            <a:cxnLst/>
            <a:rect l="l" t="t" r="r" b="b"/>
            <a:pathLst>
              <a:path w="295275" h="219075">
                <a:moveTo>
                  <a:pt x="0" y="114300"/>
                </a:moveTo>
                <a:lnTo>
                  <a:pt x="104775" y="219075"/>
                </a:lnTo>
                <a:lnTo>
                  <a:pt x="295275" y="0"/>
                </a:lnTo>
              </a:path>
            </a:pathLst>
          </a:custGeom>
          <a:ln w="381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96700" y="21526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BFCB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650" b="1" spc="227" kern="0" dirty="0">
                <a:solidFill>
                  <a:srgbClr val="BFCB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696700" y="2552700"/>
            <a:ext cx="5219700" cy="2000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700" dirty="0" spc="-1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dirty="0" spc="-2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TLS: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700" dirty="0" spc="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 thứ tự nào,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văn,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11696700" y="5143500"/>
            <a:ext cx="5219700" cy="2381250"/>
          </a:xfrm>
          <a:prstGeom prst="roundRect">
            <a:avLst>
              <a:gd name="adj" fmla="val 9600"/>
            </a:avLst>
          </a:prstGeom>
          <a:solidFill>
            <a:srgbClr val="FFFFFF">
              <a:alpha val="14000"/>
            </a:srgbClr>
          </a:solidFill>
          <a:ln w="2857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982450" y="533400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 mã</a:t>
            </a:r>
            <a:r>
              <a:rPr lang="en-US" sz="195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2001500" y="5848350"/>
            <a:ext cx="4610100" cy="1409700"/>
          </a:xfrm>
          <a:prstGeom prst="roundRect">
            <a:avLst>
              <a:gd name="adj" fmla="val 13514"/>
            </a:avLst>
          </a:prstGeom>
          <a:solidFill>
            <a:srgbClr val="F3EEE3"/>
          </a:solidFill>
          <a:ln/>
        </p:spPr>
      </p:sp>
      <p:sp>
        <p:nvSpPr>
          <p:cNvPr id="25" name="Text 23"/>
          <p:cNvSpPr/>
          <p:nvPr/>
        </p:nvSpPr>
        <p:spPr>
          <a:xfrm>
            <a:off x="12001500" y="5981700"/>
            <a:ext cx="4610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12001500" y="6686550"/>
            <a:ext cx="4610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1696700" y="7734300"/>
            <a:ext cx="5219700" cy="666750"/>
          </a:xfrm>
          <a:prstGeom prst="roundRect">
            <a:avLst>
              <a:gd name="adj" fmla="val 28571"/>
            </a:avLst>
          </a:prstGeom>
          <a:noFill/>
          <a:ln w="28575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TCP</a:t>
            </a:r>
            <a:r>
              <a:rPr lang="en-US" sz="19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dirty="0" spc="-26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19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950" dirty="0" spc="9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r>
              <a:rPr lang="en-US" sz="195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1950" dirty="0" spc="-8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endParaRPr lang="en-US" sz="1950" dirty="0"/>
          </a:p>
        </p:txBody>
      </p:sp>
      <p:sp>
        <p:nvSpPr>
          <p:cNvPr id="28" name="Connector line-1792334500903-55089853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9b8165e5-869f-4297-b2d8-ae7e088100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1950" b="1" spc="2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21907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chào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72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văn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7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nửa</a:t>
            </a:r>
            <a:r>
              <a:rPr lang="en-US" sz="27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7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dirty="0" spc="-4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7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7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7429500" cy="2190750"/>
          </a:xfrm>
          <a:prstGeom prst="roundRect">
            <a:avLst>
              <a:gd name="adj" fmla="val 10435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62293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6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38250" y="6667500"/>
            <a:ext cx="67818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nửa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lại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8572500" y="914400"/>
            <a:ext cx="8801100" cy="7867650"/>
          </a:xfrm>
          <a:prstGeom prst="roundRect">
            <a:avLst>
              <a:gd name="adj" fmla="val 339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9" name="Connector line-1792334558633-107725509"/>
          <p:cNvSpPr/>
          <p:nvPr/>
        </p:nvSpPr>
        <p:spPr>
          <a:xfrm>
            <a:off x="10477500" y="1790700"/>
            <a:ext cx="0" cy="6381750"/>
          </a:xfrm>
          <a:prstGeom prst="line">
            <a:avLst/>
          </a:prstGeom>
          <a:noFill/>
          <a:ln w="19050">
            <a:solidFill>
              <a:srgbClr val="4A4D58"/>
            </a:solidFill>
            <a:prstDash val="lgDash"/>
            <a:headEnd type="none"/>
            <a:tailEnd type="none"/>
          </a:ln>
        </p:spPr>
      </p:sp>
      <p:sp>
        <p:nvSpPr>
          <p:cNvPr id="10" name="Connector line-1792334558633-669123561"/>
          <p:cNvSpPr/>
          <p:nvPr/>
        </p:nvSpPr>
        <p:spPr>
          <a:xfrm>
            <a:off x="15430500" y="1790700"/>
            <a:ext cx="0" cy="6381750"/>
          </a:xfrm>
          <a:prstGeom prst="line">
            <a:avLst/>
          </a:prstGeom>
          <a:noFill/>
          <a:ln w="19050">
            <a:solidFill>
              <a:srgbClr val="4A4D58"/>
            </a:solidFill>
            <a:prstDash val="lgDash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9477375" y="1219200"/>
            <a:ext cx="2000250" cy="5143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9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4430375" y="1219200"/>
            <a:ext cx="2000250" cy="5143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8858250" y="2038350"/>
            <a:ext cx="8229600" cy="4038600"/>
          </a:xfrm>
          <a:prstGeom prst="roundRect">
            <a:avLst>
              <a:gd name="adj" fmla="val 5189"/>
            </a:avLst>
          </a:prstGeom>
          <a:solidFill>
            <a:srgbClr val="FFB454">
              <a:alpha val="10000"/>
            </a:srgbClr>
          </a:solidFill>
          <a:ln w="19050">
            <a:solidFill>
              <a:srgbClr val="FFB454">
                <a:alpha val="1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0" y="22098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650" b="1" spc="1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6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1049000" y="26670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ClientHello</a:t>
            </a:r>
            <a:endParaRPr lang="en-US" sz="2400" dirty="0"/>
          </a:p>
        </p:txBody>
      </p:sp>
      <p:sp>
        <p:nvSpPr>
          <p:cNvPr id="16" name="Connector line-1792334558646-288079640"/>
          <p:cNvSpPr/>
          <p:nvPr/>
        </p:nvSpPr>
        <p:spPr>
          <a:xfrm>
            <a:off x="10553700" y="3219450"/>
            <a:ext cx="4800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0668000" y="3371850"/>
            <a:ext cx="4572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18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(SNI)</a:t>
            </a:r>
            <a:endParaRPr lang="en-US" sz="18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nửa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x25519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049000" y="44577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</a:t>
            </a:r>
            <a:endParaRPr lang="en-US" sz="2400" dirty="0"/>
          </a:p>
        </p:txBody>
      </p:sp>
      <p:sp>
        <p:nvSpPr>
          <p:cNvPr id="19" name="Connector line-1792334558655-520212034"/>
          <p:cNvSpPr/>
          <p:nvPr/>
        </p:nvSpPr>
        <p:spPr>
          <a:xfrm flipH="1">
            <a:off x="10553700" y="5010150"/>
            <a:ext cx="4800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0668000" y="5162550"/>
            <a:ext cx="4572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chọn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nửa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 chạy: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TLS_AES_256_GCM_SHA384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858250" y="6362700"/>
            <a:ext cx="8229600" cy="1809750"/>
          </a:xfrm>
          <a:prstGeom prst="roundRect">
            <a:avLst>
              <a:gd name="adj" fmla="val 11579"/>
            </a:avLst>
          </a:prstGeom>
          <a:solidFill>
            <a:srgbClr val="3DD6A0">
              <a:alpha val="12000"/>
            </a:srgbClr>
          </a:solidFill>
          <a:ln w="19050">
            <a:solidFill>
              <a:srgbClr val="3DD6A0">
                <a:alpha val="12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65341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9372600" y="6896100"/>
            <a:ext cx="381000" cy="323850"/>
          </a:xfrm>
          <a:custGeom>
            <a:avLst/>
            <a:gdLst/>
            <a:ahLst/>
            <a:cxnLst/>
            <a:rect l="l" t="t" r="r" b="b"/>
            <a:pathLst>
              <a:path w="381000" h="323850">
                <a:moveTo>
                  <a:pt x="0" y="323850"/>
                </a:moveTo>
                <a:lnTo>
                  <a:pt x="0" y="190500"/>
                </a:lnTo>
                <a:cubicBezTo>
                  <a:pt x="0" y="85290"/>
                  <a:pt x="85290" y="0"/>
                  <a:pt x="190500" y="0"/>
                </a:cubicBezTo>
                <a:cubicBezTo>
                  <a:pt x="295710" y="0"/>
                  <a:pt x="381000" y="85290"/>
                  <a:pt x="381000" y="190500"/>
                </a:cubicBezTo>
                <a:lnTo>
                  <a:pt x="381000" y="323850"/>
                </a:lnTo>
              </a:path>
            </a:pathLst>
          </a:custGeom>
          <a:ln w="66675">
            <a:solidFill>
              <a:srgbClr val="3DD6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58300" y="7200900"/>
            <a:ext cx="609600" cy="495300"/>
          </a:xfrm>
          <a:prstGeom prst="roundRect">
            <a:avLst>
              <a:gd name="adj" fmla="val 19231"/>
            </a:avLst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10191750" y="7010400"/>
            <a:ext cx="6667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9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550" b="1" dirty="0" spc="-3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2550" dirty="0"/>
          </a:p>
        </p:txBody>
      </p:sp>
      <p:sp>
        <p:nvSpPr>
          <p:cNvPr id="26" name="Connector line-1792334558676-964419906"/>
          <p:cNvSpPr/>
          <p:nvPr/>
        </p:nvSpPr>
        <p:spPr>
          <a:xfrm>
            <a:off x="9144000" y="8534400"/>
            <a:ext cx="4191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9715500" y="84010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650" dirty="0" spc="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650" dirty="0"/>
          </a:p>
        </p:txBody>
      </p:sp>
      <p:sp>
        <p:nvSpPr>
          <p:cNvPr id="28" name="Connector line-1792334558679-19201847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83462f27-ed7e-456d-9f59-86579e97fa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1950" b="1" spc="20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21907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Chứng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42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4343400"/>
            <a:ext cx="7429500" cy="800100"/>
          </a:xfrm>
          <a:prstGeom prst="roundRect">
            <a:avLst>
              <a:gd name="adj" fmla="val 26190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123950" y="44958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123950" y="4591050"/>
            <a:ext cx="495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809750" y="451485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hợp lệ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5257800"/>
            <a:ext cx="7429500" cy="800100"/>
          </a:xfrm>
          <a:prstGeom prst="roundRect">
            <a:avLst>
              <a:gd name="adj" fmla="val 26190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3950" y="54102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123950" y="5505450"/>
            <a:ext cx="495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809750" y="542925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0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6172200"/>
            <a:ext cx="7429500" cy="800100"/>
          </a:xfrm>
          <a:prstGeom prst="roundRect">
            <a:avLst>
              <a:gd name="adj" fmla="val 26190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950" y="63246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123950" y="6419850"/>
            <a:ext cx="495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809750" y="6343650"/>
            <a:ext cx="647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7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khớp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4400" y="7277100"/>
            <a:ext cx="7429500" cy="1428750"/>
          </a:xfrm>
          <a:prstGeom prst="roundRect">
            <a:avLst>
              <a:gd name="adj" fmla="val 16000"/>
            </a:avLst>
          </a:prstGeom>
          <a:solidFill>
            <a:srgbClr val="F8D9D0"/>
          </a:solidFill>
          <a:ln/>
        </p:spPr>
      </p:sp>
      <p:sp>
        <p:nvSpPr>
          <p:cNvPr id="18" name="Text 16"/>
          <p:cNvSpPr/>
          <p:nvPr/>
        </p:nvSpPr>
        <p:spPr>
          <a:xfrm>
            <a:off x="1219200" y="74866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 HỎNG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219200" y="7848600"/>
            <a:ext cx="6858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Ứng dụng</a:t>
            </a:r>
            <a:r>
              <a:rPr lang="en-US" sz="2550" dirty="0" spc="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25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tay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19200" y="83058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self-signed certificate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hostname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mismatch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572500" y="914400"/>
            <a:ext cx="8801100" cy="7867650"/>
          </a:xfrm>
          <a:prstGeom prst="roundRect">
            <a:avLst>
              <a:gd name="adj" fmla="val 339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2" name="Connector line-1792334628723-202119087"/>
          <p:cNvSpPr/>
          <p:nvPr/>
        </p:nvSpPr>
        <p:spPr>
          <a:xfrm>
            <a:off x="10477500" y="1790700"/>
            <a:ext cx="0" cy="6381750"/>
          </a:xfrm>
          <a:prstGeom prst="line">
            <a:avLst/>
          </a:prstGeom>
          <a:noFill/>
          <a:ln w="19050">
            <a:solidFill>
              <a:srgbClr val="BDB5A0"/>
            </a:solidFill>
            <a:prstDash val="lgDash"/>
            <a:headEnd type="none"/>
            <a:tailEnd type="none"/>
          </a:ln>
        </p:spPr>
      </p:sp>
      <p:sp>
        <p:nvSpPr>
          <p:cNvPr id="23" name="Connector line-1792334628723-48352273"/>
          <p:cNvSpPr/>
          <p:nvPr/>
        </p:nvSpPr>
        <p:spPr>
          <a:xfrm>
            <a:off x="15430500" y="1790700"/>
            <a:ext cx="0" cy="6381750"/>
          </a:xfrm>
          <a:prstGeom prst="line">
            <a:avLst/>
          </a:prstGeom>
          <a:noFill/>
          <a:ln w="19050">
            <a:solidFill>
              <a:srgbClr val="BDB5A0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477375" y="1219200"/>
            <a:ext cx="2000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9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4430375" y="1219200"/>
            <a:ext cx="2000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8858250" y="1962150"/>
            <a:ext cx="8229600" cy="6210300"/>
          </a:xfrm>
          <a:prstGeom prst="roundRect">
            <a:avLst>
              <a:gd name="adj" fmla="val 3374"/>
            </a:avLst>
          </a:prstGeom>
          <a:solidFill>
            <a:srgbClr val="0F766E">
              <a:alpha val="10000"/>
            </a:srgbClr>
          </a:solidFill>
          <a:ln w="19050">
            <a:solidFill>
              <a:srgbClr val="0F766E">
                <a:alpha val="1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0" y="21336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0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6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1049000" y="25527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</a:t>
            </a:r>
            <a:endParaRPr lang="en-US" sz="2400" dirty="0"/>
          </a:p>
        </p:txBody>
      </p:sp>
      <p:sp>
        <p:nvSpPr>
          <p:cNvPr id="29" name="Connector line-1792334628732-475517853"/>
          <p:cNvSpPr/>
          <p:nvPr/>
        </p:nvSpPr>
        <p:spPr>
          <a:xfrm flipH="1">
            <a:off x="10553700" y="3105150"/>
            <a:ext cx="4800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10668000" y="325755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chỉ:</a:t>
            </a:r>
            <a:r>
              <a:rPr lang="en-US" sz="18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049000" y="39624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CertificateVerify</a:t>
            </a:r>
            <a:endParaRPr lang="en-US" sz="2400" dirty="0"/>
          </a:p>
        </p:txBody>
      </p:sp>
      <p:sp>
        <p:nvSpPr>
          <p:cNvPr id="32" name="Connector line-1792334628736-682788303"/>
          <p:cNvSpPr/>
          <p:nvPr/>
        </p:nvSpPr>
        <p:spPr>
          <a:xfrm flipH="1">
            <a:off x="10553700" y="4514850"/>
            <a:ext cx="4800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10668000" y="466725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049000" y="53721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Finished</a:t>
            </a:r>
            <a:endParaRPr lang="en-US" sz="2400" dirty="0"/>
          </a:p>
        </p:txBody>
      </p:sp>
      <p:sp>
        <p:nvSpPr>
          <p:cNvPr id="35" name="Connector line-1792334628751-377744248"/>
          <p:cNvSpPr/>
          <p:nvPr/>
        </p:nvSpPr>
        <p:spPr>
          <a:xfrm flipH="1">
            <a:off x="10553700" y="5924550"/>
            <a:ext cx="4800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10668000" y="607695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1049000" y="67818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Finished</a:t>
            </a:r>
            <a:endParaRPr lang="en-US" sz="2400" dirty="0"/>
          </a:p>
        </p:txBody>
      </p:sp>
      <p:sp>
        <p:nvSpPr>
          <p:cNvPr id="38" name="Connector line-1792334628754-560483533"/>
          <p:cNvSpPr/>
          <p:nvPr/>
        </p:nvSpPr>
        <p:spPr>
          <a:xfrm>
            <a:off x="10553700" y="7334250"/>
            <a:ext cx="4800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10668000" y="748665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8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800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800" dirty="0"/>
          </a:p>
        </p:txBody>
      </p:sp>
      <p:sp>
        <p:nvSpPr>
          <p:cNvPr id="40" name="Connector line-1792334628756-774790185"/>
          <p:cNvSpPr/>
          <p:nvPr/>
        </p:nvSpPr>
        <p:spPr>
          <a:xfrm>
            <a:off x="9144000" y="8534400"/>
            <a:ext cx="4191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41" name="Text 39"/>
          <p:cNvSpPr/>
          <p:nvPr/>
        </p:nvSpPr>
        <p:spPr>
          <a:xfrm>
            <a:off x="9715500" y="84010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6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6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6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650" dirty="0"/>
          </a:p>
        </p:txBody>
      </p:sp>
      <p:sp>
        <p:nvSpPr>
          <p:cNvPr id="42" name="Connector line-1792334628758-34663214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4" name="Shape 4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5" name="Shape 4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6" name="Shape 44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7" name="Shape 4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99155279-1b45-497d-a944-a45e6b5312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0477500" cy="1190625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Rồi</a:t>
            </a:r>
            <a:r>
              <a:rPr lang="en-US" sz="75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647950"/>
            <a:ext cx="1238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</a:t>
            </a:r>
            <a:r>
              <a:rPr lang="en-US" sz="3000" dirty="0" spc="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3000" dirty="0" spc="-3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 hóa</a:t>
            </a:r>
            <a:r>
              <a:rPr lang="en-US" sz="3000" dirty="0" spc="-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30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3000" dirty="0" spc="-5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3905250"/>
            <a:ext cx="2476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191000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 duyệt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1581150" y="4991100"/>
            <a:ext cx="457200" cy="457200"/>
          </a:xfrm>
          <a:prstGeom prst="ellipse">
            <a:avLst/>
          </a:prstGeom>
          <a:noFill/>
          <a:ln w="66675">
            <a:solidFill>
              <a:srgbClr val="3DD6A0"/>
            </a:solidFill>
            <a:prstDash val="solid"/>
          </a:ln>
        </p:spPr>
      </p:sp>
      <p:sp>
        <p:nvSpPr>
          <p:cNvPr id="8" name="Connector line-1792334677931-850753672"/>
          <p:cNvSpPr/>
          <p:nvPr/>
        </p:nvSpPr>
        <p:spPr>
          <a:xfrm>
            <a:off x="2038350" y="5219700"/>
            <a:ext cx="647700" cy="0"/>
          </a:xfrm>
          <a:prstGeom prst="line">
            <a:avLst/>
          </a:prstGeom>
          <a:noFill/>
          <a:ln w="666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9" name="Connector line-1792334677931-543616394"/>
          <p:cNvSpPr/>
          <p:nvPr/>
        </p:nvSpPr>
        <p:spPr>
          <a:xfrm>
            <a:off x="2381250" y="5219700"/>
            <a:ext cx="0" cy="228600"/>
          </a:xfrm>
          <a:prstGeom prst="line">
            <a:avLst/>
          </a:prstGeom>
          <a:noFill/>
          <a:ln w="666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0" name="Connector line-1792334677931-616932369"/>
          <p:cNvSpPr/>
          <p:nvPr/>
        </p:nvSpPr>
        <p:spPr>
          <a:xfrm>
            <a:off x="2590800" y="5219700"/>
            <a:ext cx="0" cy="171450"/>
          </a:xfrm>
          <a:prstGeom prst="line">
            <a:avLst/>
          </a:prstGeom>
          <a:noFill/>
          <a:ln w="666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914400" y="581025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5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</a:t>
            </a:r>
            <a:r>
              <a:rPr lang="en-US" sz="195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4897100" y="3905250"/>
            <a:ext cx="2476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897100" y="4191000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5563850" y="4991100"/>
            <a:ext cx="457200" cy="457200"/>
          </a:xfrm>
          <a:prstGeom prst="ellipse">
            <a:avLst/>
          </a:prstGeom>
          <a:noFill/>
          <a:ln w="66675">
            <a:solidFill>
              <a:srgbClr val="3DD6A0"/>
            </a:solidFill>
            <a:prstDash val="solid"/>
          </a:ln>
        </p:spPr>
      </p:sp>
      <p:sp>
        <p:nvSpPr>
          <p:cNvPr id="15" name="Connector line-1792334677935-11387365"/>
          <p:cNvSpPr/>
          <p:nvPr/>
        </p:nvSpPr>
        <p:spPr>
          <a:xfrm>
            <a:off x="16021050" y="5219700"/>
            <a:ext cx="647700" cy="0"/>
          </a:xfrm>
          <a:prstGeom prst="line">
            <a:avLst/>
          </a:prstGeom>
          <a:noFill/>
          <a:ln w="666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6" name="Connector line-1792334677935-815499618"/>
          <p:cNvSpPr/>
          <p:nvPr/>
        </p:nvSpPr>
        <p:spPr>
          <a:xfrm>
            <a:off x="16363950" y="5219700"/>
            <a:ext cx="0" cy="228600"/>
          </a:xfrm>
          <a:prstGeom prst="line">
            <a:avLst/>
          </a:prstGeom>
          <a:noFill/>
          <a:ln w="666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7" name="Connector line-1792334677935-154469366"/>
          <p:cNvSpPr/>
          <p:nvPr/>
        </p:nvSpPr>
        <p:spPr>
          <a:xfrm>
            <a:off x="16573500" y="5219700"/>
            <a:ext cx="0" cy="171450"/>
          </a:xfrm>
          <a:prstGeom prst="line">
            <a:avLst/>
          </a:prstGeom>
          <a:noFill/>
          <a:ln w="666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14897100" y="581025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5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</a:t>
            </a:r>
            <a:r>
              <a:rPr lang="en-US" sz="195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3771900" y="34671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6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3771900" y="3905250"/>
            <a:ext cx="10744200" cy="2476500"/>
          </a:xfrm>
          <a:prstGeom prst="roundRect">
            <a:avLst>
              <a:gd name="adj" fmla="val 15385"/>
            </a:avLst>
          </a:prstGeom>
          <a:solidFill>
            <a:srgbClr val="3DD6A0">
              <a:alpha val="12000"/>
            </a:srgbClr>
          </a:solidFill>
          <a:ln w="19050">
            <a:solidFill>
              <a:srgbClr val="3DD6A0">
                <a:alpha val="1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91000" y="41529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2250" dirty="0"/>
          </a:p>
        </p:txBody>
      </p:sp>
      <p:sp>
        <p:nvSpPr>
          <p:cNvPr id="22" name="Connector line-1792334677941-730384498"/>
          <p:cNvSpPr/>
          <p:nvPr/>
        </p:nvSpPr>
        <p:spPr>
          <a:xfrm>
            <a:off x="4191000" y="4838700"/>
            <a:ext cx="99060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096000" y="462915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05750" y="462915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15500" y="462915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91000" y="53149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2250" dirty="0"/>
          </a:p>
        </p:txBody>
      </p:sp>
      <p:sp>
        <p:nvSpPr>
          <p:cNvPr id="27" name="Connector line-1792334677944-659270358"/>
          <p:cNvSpPr/>
          <p:nvPr/>
        </p:nvSpPr>
        <p:spPr>
          <a:xfrm flipH="1">
            <a:off x="4191000" y="6000750"/>
            <a:ext cx="99060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096000" y="579120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05750" y="579120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715500" y="579120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4400" y="6934200"/>
            <a:ext cx="8001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32" name="Text 30"/>
          <p:cNvSpPr/>
          <p:nvPr/>
        </p:nvSpPr>
        <p:spPr>
          <a:xfrm>
            <a:off x="1219200" y="716280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650" b="1" spc="23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4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219200" y="7581900"/>
            <a:ext cx="739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9372600" y="6934200"/>
            <a:ext cx="8001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35" name="Text 33"/>
          <p:cNvSpPr/>
          <p:nvPr/>
        </p:nvSpPr>
        <p:spPr>
          <a:xfrm>
            <a:off x="9677400" y="716280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650" b="1" spc="2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6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9677400" y="7581900"/>
            <a:ext cx="739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quả,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lớn.</a:t>
            </a:r>
            <a:endParaRPr lang="en-US" sz="2550" dirty="0"/>
          </a:p>
        </p:txBody>
      </p:sp>
      <p:sp>
        <p:nvSpPr>
          <p:cNvPr id="37" name="Connector line-1792334677955-98556412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3" name="Shape 4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886ccefe-c737-4bf9-9016-0d936bf3a6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95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2382500" cy="1190625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r>
              <a:rPr lang="en-US" sz="7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1.3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7500" dirty="0" spc="-9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1.2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467100"/>
          </a:xfrm>
          <a:prstGeom prst="roundRect">
            <a:avLst>
              <a:gd name="adj" fmla="val 769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2971800"/>
            <a:ext cx="285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 1.3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4800600" y="3048000"/>
            <a:ext cx="3810000" cy="4953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80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sau</a:t>
            </a:r>
            <a:r>
              <a:rPr lang="en-US" sz="180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dirty="0" spc="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1100" y="3810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8" name="Connector line-1792334772445-578358875"/>
          <p:cNvSpPr/>
          <p:nvPr/>
        </p:nvSpPr>
        <p:spPr>
          <a:xfrm>
            <a:off x="1409700" y="4143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2038350" y="40005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ClientHello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181100" y="4572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11" name="Connector line-1792334772447-747208030"/>
          <p:cNvSpPr/>
          <p:nvPr/>
        </p:nvSpPr>
        <p:spPr>
          <a:xfrm flipH="1">
            <a:off x="1409700" y="4905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2038350" y="4762500"/>
            <a:ext cx="190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4191000" y="4686300"/>
            <a:ext cx="3238500" cy="438150"/>
          </a:xfrm>
          <a:prstGeom prst="roundRect">
            <a:avLst>
              <a:gd name="adj" fmla="val 30435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</a:t>
            </a:r>
            <a:r>
              <a:rPr lang="en-US" sz="18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dirty="0" spc="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81100" y="5334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15" name="Connector line-1792334772451-404065335"/>
          <p:cNvSpPr/>
          <p:nvPr/>
        </p:nvSpPr>
        <p:spPr>
          <a:xfrm>
            <a:off x="1409700" y="5667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6" name="Text 14"/>
          <p:cNvSpPr/>
          <p:nvPr/>
        </p:nvSpPr>
        <p:spPr>
          <a:xfrm>
            <a:off x="2038350" y="5524500"/>
            <a:ext cx="1619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Finished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3619500" y="5448300"/>
            <a:ext cx="2286000" cy="438150"/>
          </a:xfrm>
          <a:prstGeom prst="roundRect">
            <a:avLst>
              <a:gd name="adj" fmla="val 30435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8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8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6496050"/>
            <a:ext cx="8001000" cy="1638300"/>
          </a:xfrm>
          <a:prstGeom prst="roundRect">
            <a:avLst>
              <a:gd name="adj" fmla="val 16279"/>
            </a:avLst>
          </a:prstGeom>
          <a:solidFill>
            <a:srgbClr val="DDE3FA"/>
          </a:solidFill>
          <a:ln/>
        </p:spPr>
      </p:sp>
      <p:sp>
        <p:nvSpPr>
          <p:cNvPr id="19" name="Text 17"/>
          <p:cNvSpPr/>
          <p:nvPr/>
        </p:nvSpPr>
        <p:spPr>
          <a:xfrm>
            <a:off x="1219200" y="67437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6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219200" y="7162800"/>
            <a:ext cx="739140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thứ tự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372600" y="2762250"/>
            <a:ext cx="8001000" cy="5372100"/>
          </a:xfrm>
          <a:prstGeom prst="roundRect">
            <a:avLst>
              <a:gd name="adj" fmla="val 4965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677400" y="2971800"/>
            <a:ext cx="285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1.2</a:t>
            </a:r>
            <a:endParaRPr lang="en-US" sz="4500" dirty="0"/>
          </a:p>
        </p:txBody>
      </p:sp>
      <p:sp>
        <p:nvSpPr>
          <p:cNvPr id="23" name="Text 21"/>
          <p:cNvSpPr/>
          <p:nvPr/>
        </p:nvSpPr>
        <p:spPr>
          <a:xfrm>
            <a:off x="13258800" y="3048000"/>
            <a:ext cx="3810000" cy="4953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80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sau</a:t>
            </a:r>
            <a:r>
              <a:rPr lang="en-US" sz="18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dirty="0" spc="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639300" y="3810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25" name="Connector line-1792334772467-130493003"/>
          <p:cNvSpPr/>
          <p:nvPr/>
        </p:nvSpPr>
        <p:spPr>
          <a:xfrm>
            <a:off x="9867900" y="4143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26" name="Text 24"/>
          <p:cNvSpPr/>
          <p:nvPr/>
        </p:nvSpPr>
        <p:spPr>
          <a:xfrm>
            <a:off x="10496550" y="40005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ClientHello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639300" y="4572000"/>
            <a:ext cx="7467600" cy="1047750"/>
          </a:xfrm>
          <a:prstGeom prst="roundRect">
            <a:avLst>
              <a:gd name="adj" fmla="val 14545"/>
            </a:avLst>
          </a:prstGeom>
          <a:solidFill>
            <a:srgbClr val="FBF8F2"/>
          </a:solidFill>
          <a:ln/>
        </p:spPr>
      </p:sp>
      <p:sp>
        <p:nvSpPr>
          <p:cNvPr id="28" name="Connector line-1792334772469-857467639"/>
          <p:cNvSpPr/>
          <p:nvPr/>
        </p:nvSpPr>
        <p:spPr>
          <a:xfrm flipH="1">
            <a:off x="9867900" y="50958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29" name="Text 27"/>
          <p:cNvSpPr/>
          <p:nvPr/>
        </p:nvSpPr>
        <p:spPr>
          <a:xfrm>
            <a:off x="10496550" y="4762500"/>
            <a:ext cx="190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2668250" y="4686300"/>
            <a:ext cx="3810000" cy="438150"/>
          </a:xfrm>
          <a:prstGeom prst="roundRect">
            <a:avLst>
              <a:gd name="adj" fmla="val 30435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</a:t>
            </a:r>
            <a:r>
              <a:rPr lang="en-US" sz="18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80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0496550" y="5181600"/>
            <a:ext cx="6572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ServerKeyExchange</a:t>
            </a:r>
            <a:r>
              <a:rPr lang="en-US" sz="18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ServerHelloDone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639300" y="5715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33" name="Connector line-1792334772475-489616914"/>
          <p:cNvSpPr/>
          <p:nvPr/>
        </p:nvSpPr>
        <p:spPr>
          <a:xfrm>
            <a:off x="9867900" y="6048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34" name="Text 32"/>
          <p:cNvSpPr/>
          <p:nvPr/>
        </p:nvSpPr>
        <p:spPr>
          <a:xfrm>
            <a:off x="10496550" y="5915025"/>
            <a:ext cx="6572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ClientKeyExchange,</a:t>
            </a:r>
            <a:r>
              <a:rPr lang="en-US" sz="18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ChangeCipherSpec,</a:t>
            </a:r>
            <a:r>
              <a:rPr lang="en-US" sz="18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Finished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639300" y="6477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36" name="Connector line-1792334772477-315489952"/>
          <p:cNvSpPr/>
          <p:nvPr/>
        </p:nvSpPr>
        <p:spPr>
          <a:xfrm flipH="1">
            <a:off x="9867900" y="6810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10496550" y="6677025"/>
            <a:ext cx="6572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NewSessionTicket,</a:t>
            </a:r>
            <a:r>
              <a:rPr lang="en-US" sz="18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ChangeCipherSpec, Finished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639300" y="7239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39" name="Connector line-1792334772480-585837035"/>
          <p:cNvSpPr/>
          <p:nvPr/>
        </p:nvSpPr>
        <p:spPr>
          <a:xfrm>
            <a:off x="9867900" y="7572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40" name="Text 38"/>
          <p:cNvSpPr/>
          <p:nvPr/>
        </p:nvSpPr>
        <p:spPr>
          <a:xfrm>
            <a:off x="10496550" y="7353300"/>
            <a:ext cx="2286000" cy="438150"/>
          </a:xfrm>
          <a:prstGeom prst="roundRect">
            <a:avLst>
              <a:gd name="adj" fmla="val 30435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8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8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14400" y="84201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Mũi</a:t>
            </a: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phải:</a:t>
            </a:r>
            <a:r>
              <a:rPr lang="en-US" sz="16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6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6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mũi</a:t>
            </a: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6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trái:</a:t>
            </a: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650" dirty="0"/>
          </a:p>
        </p:txBody>
      </p:sp>
      <p:sp>
        <p:nvSpPr>
          <p:cNvPr id="42" name="Connector line-1792334772484-61320771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4" name="Shape 4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5" name="Shape 4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6" name="Shape 4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7" name="Shape 4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8" name="Shape 46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9" name="Shape 4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4f8cbc89-2179-431d-895e-fd36444868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3048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72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vệ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đoạn</a:t>
            </a:r>
            <a:r>
              <a:rPr lang="en-US" sz="72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đường,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4667250"/>
            <a:ext cx="6705600" cy="4114800"/>
          </a:xfrm>
          <a:prstGeom prst="roundRect">
            <a:avLst>
              <a:gd name="adj" fmla="val 648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1100" y="4972050"/>
            <a:ext cx="17145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8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38800" y="4972050"/>
            <a:ext cx="17145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895600" y="5105400"/>
            <a:ext cx="2743200" cy="228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8" name="Text 6"/>
          <p:cNvSpPr/>
          <p:nvPr/>
        </p:nvSpPr>
        <p:spPr>
          <a:xfrm>
            <a:off x="2895600" y="5429250"/>
            <a:ext cx="2743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734050" y="5581650"/>
            <a:ext cx="1524000" cy="3810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65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1650" dirty="0"/>
          </a:p>
        </p:txBody>
      </p:sp>
      <p:sp>
        <p:nvSpPr>
          <p:cNvPr id="10" name="Connector line-1792334846908-846914346"/>
          <p:cNvSpPr/>
          <p:nvPr/>
        </p:nvSpPr>
        <p:spPr>
          <a:xfrm>
            <a:off x="4267200" y="5753100"/>
            <a:ext cx="0" cy="34290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2933700" y="6096000"/>
            <a:ext cx="2667000" cy="495300"/>
          </a:xfrm>
          <a:prstGeom prst="roundRect">
            <a:avLst>
              <a:gd name="adj" fmla="val 3076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localhost</a:t>
            </a:r>
            <a:r>
              <a:rPr lang="en-US" sz="18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(SNI)</a:t>
            </a:r>
            <a:endParaRPr lang="en-US" sz="1800" dirty="0"/>
          </a:p>
        </p:txBody>
      </p:sp>
      <p:sp>
        <p:nvSpPr>
          <p:cNvPr id="12" name="Connector line-1792334846910-955312726"/>
          <p:cNvSpPr/>
          <p:nvPr/>
        </p:nvSpPr>
        <p:spPr>
          <a:xfrm>
            <a:off x="4267200" y="6591300"/>
            <a:ext cx="0" cy="22860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933700" y="6819900"/>
            <a:ext cx="2667000" cy="495300"/>
          </a:xfrm>
          <a:prstGeom prst="roundRect">
            <a:avLst>
              <a:gd name="adj" fmla="val 3076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18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dài:</a:t>
            </a:r>
            <a:r>
              <a:rPr lang="en-US" sz="18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4348</a:t>
            </a:r>
            <a:r>
              <a:rPr lang="en-US" sz="18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1100" y="7524750"/>
            <a:ext cx="6172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181100" y="8248650"/>
            <a:ext cx="190500" cy="190500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485900" y="81915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2857500" y="8248650"/>
            <a:ext cx="190500" cy="19050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3162300" y="8191500"/>
            <a:ext cx="4000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6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8191500" y="914400"/>
            <a:ext cx="9182100" cy="2495550"/>
          </a:xfrm>
          <a:prstGeom prst="roundRect">
            <a:avLst>
              <a:gd name="adj" fmla="val 10687"/>
            </a:avLst>
          </a:prstGeom>
          <a:solidFill>
            <a:srgbClr val="F8D9D0"/>
          </a:solidFill>
          <a:ln/>
        </p:spPr>
      </p:sp>
      <p:sp>
        <p:nvSpPr>
          <p:cNvPr id="20" name="Shape 18"/>
          <p:cNvSpPr/>
          <p:nvPr/>
        </p:nvSpPr>
        <p:spPr>
          <a:xfrm>
            <a:off x="8477250" y="1200150"/>
            <a:ext cx="571500" cy="571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Text 19"/>
          <p:cNvSpPr/>
          <p:nvPr/>
        </p:nvSpPr>
        <p:spPr>
          <a:xfrm>
            <a:off x="8477250" y="1314450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9296400" y="12192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9296400" y="18669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(SNI)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8191500" y="3600450"/>
            <a:ext cx="9182100" cy="2495550"/>
          </a:xfrm>
          <a:prstGeom prst="roundRect">
            <a:avLst>
              <a:gd name="adj" fmla="val 10687"/>
            </a:avLst>
          </a:prstGeom>
          <a:solidFill>
            <a:srgbClr val="F8D9D0"/>
          </a:solidFill>
          <a:ln/>
        </p:spPr>
      </p:sp>
      <p:sp>
        <p:nvSpPr>
          <p:cNvPr id="25" name="Shape 23"/>
          <p:cNvSpPr/>
          <p:nvPr/>
        </p:nvSpPr>
        <p:spPr>
          <a:xfrm>
            <a:off x="8477250" y="3886200"/>
            <a:ext cx="571500" cy="571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Text 24"/>
          <p:cNvSpPr/>
          <p:nvPr/>
        </p:nvSpPr>
        <p:spPr>
          <a:xfrm>
            <a:off x="8477250" y="4000500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9296400" y="3905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9296400" y="455295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550" dirty="0"/>
          </a:p>
        </p:txBody>
      </p:sp>
      <p:sp>
        <p:nvSpPr>
          <p:cNvPr id="29" name="Shape 27"/>
          <p:cNvSpPr/>
          <p:nvPr/>
        </p:nvSpPr>
        <p:spPr>
          <a:xfrm>
            <a:off x="8191500" y="6286500"/>
            <a:ext cx="9182100" cy="2495550"/>
          </a:xfrm>
          <a:prstGeom prst="roundRect">
            <a:avLst>
              <a:gd name="adj" fmla="val 10687"/>
            </a:avLst>
          </a:prstGeom>
          <a:solidFill>
            <a:srgbClr val="F8D9D0"/>
          </a:solidFill>
          <a:ln/>
        </p:spPr>
      </p:sp>
      <p:sp>
        <p:nvSpPr>
          <p:cNvPr id="30" name="Shape 28"/>
          <p:cNvSpPr/>
          <p:nvPr/>
        </p:nvSpPr>
        <p:spPr>
          <a:xfrm>
            <a:off x="8477250" y="6572250"/>
            <a:ext cx="571500" cy="571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Text 29"/>
          <p:cNvSpPr/>
          <p:nvPr/>
        </p:nvSpPr>
        <p:spPr>
          <a:xfrm>
            <a:off x="8477250" y="6686550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296400" y="65913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850" dirty="0"/>
          </a:p>
        </p:txBody>
      </p:sp>
      <p:sp>
        <p:nvSpPr>
          <p:cNvPr id="33" name="Text 31"/>
          <p:cNvSpPr/>
          <p:nvPr/>
        </p:nvSpPr>
        <p:spPr>
          <a:xfrm>
            <a:off x="9296400" y="72390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HTTPS.</a:t>
            </a:r>
            <a:endParaRPr lang="en-US" sz="2550" dirty="0"/>
          </a:p>
        </p:txBody>
      </p:sp>
      <p:sp>
        <p:nvSpPr>
          <p:cNvPr id="34" name="Connector line-1792334846940-25119713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4d33b8a5-9aa0-4666-ae8b-c7763bf6c6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4859000" cy="1190625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7500" dirty="0"/>
          </a:p>
        </p:txBody>
      </p:sp>
      <p:sp>
        <p:nvSpPr>
          <p:cNvPr id="4" name="Connector line-1792334899282-606562622"/>
          <p:cNvSpPr/>
          <p:nvPr/>
        </p:nvSpPr>
        <p:spPr>
          <a:xfrm>
            <a:off x="914400" y="3048000"/>
            <a:ext cx="5105400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04875" y="2962275"/>
            <a:ext cx="171450" cy="1714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52800"/>
            <a:ext cx="5105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4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375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7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bit</a:t>
            </a:r>
            <a:endParaRPr lang="en-US" sz="3750" dirty="0"/>
          </a:p>
        </p:txBody>
      </p:sp>
      <p:sp>
        <p:nvSpPr>
          <p:cNvPr id="7" name="Text 5"/>
          <p:cNvSpPr/>
          <p:nvPr/>
        </p:nvSpPr>
        <p:spPr>
          <a:xfrm>
            <a:off x="914400" y="41719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4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ghi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24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25780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4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2400" dirty="0" spc="-3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nối: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bad</a:t>
            </a:r>
            <a:r>
              <a:rPr lang="en-US" sz="2400" dirty="0" spc="-2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record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63436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24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chữ</a:t>
            </a:r>
            <a:r>
              <a:rPr lang="en-US" sz="24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biết.</a:t>
            </a:r>
            <a:endParaRPr lang="en-US" sz="2400" dirty="0"/>
          </a:p>
        </p:txBody>
      </p:sp>
      <p:sp>
        <p:nvSpPr>
          <p:cNvPr id="10" name="Connector line-1792334899297-450610501"/>
          <p:cNvSpPr/>
          <p:nvPr/>
        </p:nvSpPr>
        <p:spPr>
          <a:xfrm>
            <a:off x="6591300" y="3048000"/>
            <a:ext cx="5105400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6581775" y="2962275"/>
            <a:ext cx="171450" cy="1714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91300" y="3352800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8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Tắt</a:t>
            </a:r>
            <a:r>
              <a:rPr lang="en-US" sz="37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375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37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endParaRPr lang="en-US" sz="3750" dirty="0"/>
          </a:p>
        </p:txBody>
      </p:sp>
      <p:sp>
        <p:nvSpPr>
          <p:cNvPr id="13" name="Text 11"/>
          <p:cNvSpPr/>
          <p:nvPr/>
        </p:nvSpPr>
        <p:spPr>
          <a:xfrm>
            <a:off x="6591300" y="41719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openssl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4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self-signed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</a:t>
            </a:r>
            <a:r>
              <a:rPr lang="en-US" sz="240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4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591300" y="525780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5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4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về,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 không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4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591300" y="63436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4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4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ai.</a:t>
            </a:r>
            <a:endParaRPr lang="en-US" sz="2400" dirty="0"/>
          </a:p>
        </p:txBody>
      </p:sp>
      <p:sp>
        <p:nvSpPr>
          <p:cNvPr id="16" name="Connector line-1792334899310-695844041"/>
          <p:cNvSpPr/>
          <p:nvPr/>
        </p:nvSpPr>
        <p:spPr>
          <a:xfrm>
            <a:off x="12268200" y="3048000"/>
            <a:ext cx="510540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2258675" y="2962275"/>
            <a:ext cx="171450" cy="1714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268200" y="3352800"/>
            <a:ext cx="5105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 chạy</a:t>
            </a:r>
            <a:endParaRPr lang="en-US" sz="3750" dirty="0"/>
          </a:p>
        </p:txBody>
      </p:sp>
      <p:sp>
        <p:nvSpPr>
          <p:cNvPr id="19" name="Text 17"/>
          <p:cNvSpPr/>
          <p:nvPr/>
        </p:nvSpPr>
        <p:spPr>
          <a:xfrm>
            <a:off x="12268200" y="41719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openssl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</a:t>
            </a:r>
            <a:r>
              <a:rPr lang="en-US" sz="24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4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268200" y="525780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4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2268200" y="63436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họa,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24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sánh.</a:t>
            </a:r>
            <a:endParaRPr lang="en-US" sz="2400" dirty="0"/>
          </a:p>
        </p:txBody>
      </p:sp>
      <p:sp>
        <p:nvSpPr>
          <p:cNvPr id="22" name="Connector line-1792334899321-520667546"/>
          <p:cNvSpPr/>
          <p:nvPr/>
        </p:nvSpPr>
        <p:spPr>
          <a:xfrm>
            <a:off x="914400" y="7677150"/>
            <a:ext cx="16459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914400" y="79629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hóa: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 không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chỉ: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ai.</a:t>
            </a:r>
            <a:endParaRPr lang="en-US" sz="2700" dirty="0"/>
          </a:p>
        </p:txBody>
      </p:sp>
      <p:sp>
        <p:nvSpPr>
          <p:cNvPr id="24" name="Connector line-1792334899324-77634477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6" name="Shape 2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4d1da957-97e3-4286-84be-e170700e20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525000" cy="10953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52700"/>
            <a:ext cx="9144000" cy="1809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HTTPS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quán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phê,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ngồi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cạnh</a:t>
            </a: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 mọi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Wi-Fi.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Họ</a:t>
            </a:r>
            <a:r>
              <a:rPr lang="en-US" sz="25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gì,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gì,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sửa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lén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 sao?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8991600" cy="4210050"/>
          </a:xfrm>
          <a:prstGeom prst="roundRect">
            <a:avLst>
              <a:gd name="adj" fmla="val 633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4895850"/>
            <a:ext cx="15240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8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115300" y="4895850"/>
            <a:ext cx="15240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8" name="Connector line-1792334951379-28420562"/>
          <p:cNvSpPr/>
          <p:nvPr/>
        </p:nvSpPr>
        <p:spPr>
          <a:xfrm>
            <a:off x="2705100" y="5143500"/>
            <a:ext cx="54102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3009900" y="493395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2450" y="493395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05500" y="4933950"/>
            <a:ext cx="590550" cy="419100"/>
          </a:xfrm>
          <a:prstGeom prst="roundRect">
            <a:avLst>
              <a:gd name="adj" fmla="val 2727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10350" y="4933950"/>
            <a:ext cx="590550" cy="419100"/>
          </a:xfrm>
          <a:prstGeom prst="roundRect">
            <a:avLst>
              <a:gd name="adj" fmla="val 2727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0" y="4933950"/>
            <a:ext cx="590550" cy="419100"/>
          </a:xfrm>
          <a:prstGeom prst="roundRect">
            <a:avLst>
              <a:gd name="adj" fmla="val 2727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09900" y="5562600"/>
            <a:ext cx="2590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715000" y="55626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16" name="Connector line-1792334951384-978475154"/>
          <p:cNvSpPr/>
          <p:nvPr/>
        </p:nvSpPr>
        <p:spPr>
          <a:xfrm>
            <a:off x="5657850" y="6096000"/>
            <a:ext cx="0" cy="571500"/>
          </a:xfrm>
          <a:prstGeom prst="line">
            <a:avLst/>
          </a:prstGeom>
          <a:noFill/>
          <a:ln w="28575">
            <a:solidFill>
              <a:srgbClr val="E8472B"/>
            </a:solidFill>
            <a:prstDash val="dash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3943350" y="6667500"/>
            <a:ext cx="3429000" cy="5524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19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81100" y="7372350"/>
            <a:ext cx="8991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181100" y="8248650"/>
            <a:ext cx="190500" cy="190500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1485900" y="81915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2857500" y="8248650"/>
            <a:ext cx="190500" cy="19050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3162300" y="8191500"/>
            <a:ext cx="4000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6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0477500" y="914400"/>
            <a:ext cx="6896100" cy="7867650"/>
          </a:xfrm>
          <a:prstGeom prst="roundRect">
            <a:avLst>
              <a:gd name="adj" fmla="val 3867"/>
            </a:avLst>
          </a:prstGeom>
          <a:solidFill>
            <a:srgbClr val="1F3FD1"/>
          </a:solidFill>
          <a:ln/>
        </p:spPr>
      </p:sp>
      <p:sp>
        <p:nvSpPr>
          <p:cNvPr id="24" name="Shape 22"/>
          <p:cNvSpPr/>
          <p:nvPr/>
        </p:nvSpPr>
        <p:spPr>
          <a:xfrm>
            <a:off x="10934700" y="1314450"/>
            <a:ext cx="571500" cy="5715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077575" y="1485900"/>
            <a:ext cx="295275" cy="219075"/>
          </a:xfrm>
          <a:custGeom>
            <a:avLst/>
            <a:gdLst/>
            <a:ahLst/>
            <a:cxnLst/>
            <a:rect l="l" t="t" r="r" b="b"/>
            <a:pathLst>
              <a:path w="295275" h="219075">
                <a:moveTo>
                  <a:pt x="0" y="114300"/>
                </a:moveTo>
                <a:lnTo>
                  <a:pt x="104775" y="219075"/>
                </a:lnTo>
                <a:lnTo>
                  <a:pt x="295275" y="0"/>
                </a:lnTo>
              </a:path>
            </a:pathLst>
          </a:custGeom>
          <a:ln w="381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34700" y="21526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BFCB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BFCB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934700" y="2533650"/>
            <a:ext cx="6096000" cy="1809750"/>
          </a:xfrm>
          <a:prstGeom prst="rect">
            <a:avLst/>
          </a:prstGeom>
          <a:noFill/>
          <a:ln/>
        </p:spPr>
        <p:txBody>
          <a:bodyPr wrap="square" lIns="0" tIns="37275" rIns="0" bIns="-37275" rtlCol="0" anchor="t"/>
          <a:lstStyle/>
          <a:p>
            <a:pPr algn="l" indent="0" marL="0">
              <a:lnSpc>
                <a:spcPts val="4568"/>
              </a:lnSpc>
              <a:buNone/>
            </a:pPr>
            <a:r>
              <a:rPr lang="en-US" sz="4350" dirty="0" spc="-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Thấy</a:t>
            </a:r>
            <a:r>
              <a:rPr lang="en-US" sz="4350" dirty="0" spc="-1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435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435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chủ,</a:t>
            </a:r>
            <a:endParaRPr lang="en-US" sz="4350" dirty="0"/>
          </a:p>
          <a:p>
            <a:pPr algn="l" indent="0" marL="0">
              <a:lnSpc>
                <a:spcPts val="4568"/>
              </a:lnSpc>
              <a:buNone/>
            </a:pPr>
            <a:r>
              <a:rPr lang="en-US" sz="435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35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endParaRPr lang="en-US" sz="4350" dirty="0"/>
          </a:p>
          <a:p>
            <a:pPr algn="l" indent="0" marL="0">
              <a:lnSpc>
                <a:spcPts val="4568"/>
              </a:lnSpc>
              <a:buNone/>
            </a:pPr>
            <a:r>
              <a:rPr lang="en-US" sz="435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nội</a:t>
            </a:r>
            <a:r>
              <a:rPr lang="en-US" sz="435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4350" dirty="0" spc="1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</a:t>
            </a:r>
            <a:endParaRPr lang="en-US" sz="4350" dirty="0"/>
          </a:p>
        </p:txBody>
      </p:sp>
      <p:sp>
        <p:nvSpPr>
          <p:cNvPr id="28" name="Connector line-1792334951409-535887878"/>
          <p:cNvSpPr/>
          <p:nvPr/>
        </p:nvSpPr>
        <p:spPr>
          <a:xfrm>
            <a:off x="10934700" y="4667250"/>
            <a:ext cx="5981700" cy="0"/>
          </a:xfrm>
          <a:prstGeom prst="line">
            <a:avLst/>
          </a:prstGeom>
          <a:noFill/>
          <a:ln w="19050">
            <a:solidFill>
              <a:srgbClr val="FFFFFF">
                <a:alpha val="3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10934700" y="4895850"/>
            <a:ext cx="600075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400" b="1" dirty="0" spc="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được: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ClientHello,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ServerHello, IP,</a:t>
            </a:r>
            <a:r>
              <a:rPr lang="en-US" sz="240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dài.</a:t>
            </a:r>
            <a:endParaRPr lang="en-US" sz="2400" dirty="0"/>
          </a:p>
        </p:txBody>
      </p:sp>
      <p:sp>
        <p:nvSpPr>
          <p:cNvPr id="30" name="Connector line-1792334951415-551467830"/>
          <p:cNvSpPr/>
          <p:nvPr/>
        </p:nvSpPr>
        <p:spPr>
          <a:xfrm>
            <a:off x="10934700" y="6057900"/>
            <a:ext cx="5981700" cy="0"/>
          </a:xfrm>
          <a:prstGeom prst="line">
            <a:avLst/>
          </a:prstGeom>
          <a:noFill/>
          <a:ln w="19050">
            <a:solidFill>
              <a:srgbClr val="FFFFFF">
                <a:alpha val="3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10934700" y="6286500"/>
            <a:ext cx="600075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b="1" dirty="0" spc="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được: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spc="-2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4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 HTTP.</a:t>
            </a:r>
            <a:endParaRPr lang="en-US" sz="2400" dirty="0"/>
          </a:p>
        </p:txBody>
      </p:sp>
      <p:sp>
        <p:nvSpPr>
          <p:cNvPr id="32" name="Connector line-1792334951418-165694885"/>
          <p:cNvSpPr/>
          <p:nvPr/>
        </p:nvSpPr>
        <p:spPr>
          <a:xfrm>
            <a:off x="10934700" y="7448550"/>
            <a:ext cx="5981700" cy="0"/>
          </a:xfrm>
          <a:prstGeom prst="line">
            <a:avLst/>
          </a:prstGeom>
          <a:noFill/>
          <a:ln w="19050">
            <a:solidFill>
              <a:srgbClr val="FFFFFF">
                <a:alpha val="3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Text 31"/>
          <p:cNvSpPr/>
          <p:nvPr/>
        </p:nvSpPr>
        <p:spPr>
          <a:xfrm>
            <a:off x="10934700" y="7677150"/>
            <a:ext cx="600075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40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bit: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ngắt</a:t>
            </a:r>
            <a:r>
              <a:rPr lang="en-US" sz="2400" dirty="0" spc="-3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nối.</a:t>
            </a:r>
            <a:endParaRPr lang="en-US" sz="2400" dirty="0"/>
          </a:p>
        </p:txBody>
      </p:sp>
      <p:sp>
        <p:nvSpPr>
          <p:cNvPr id="34" name="Connector line-1792334951422-24826039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c738d305-4e66-4355-bcab-9e01e82f7b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2382500" cy="10953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457450"/>
            <a:ext cx="3943350" cy="2495550"/>
          </a:xfrm>
          <a:prstGeom prst="roundRect">
            <a:avLst>
              <a:gd name="adj" fmla="val 9160"/>
            </a:avLst>
          </a:prstGeom>
          <a:solidFill>
            <a:srgbClr val="1E212B"/>
          </a:solidFill>
          <a:ln/>
        </p:spPr>
      </p:sp>
      <p:sp>
        <p:nvSpPr>
          <p:cNvPr id="5" name="Connector line-1792334995712-62172725"/>
          <p:cNvSpPr/>
          <p:nvPr/>
        </p:nvSpPr>
        <p:spPr>
          <a:xfrm>
            <a:off x="1181100" y="2743200"/>
            <a:ext cx="340995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181100" y="26574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1100" y="2933700"/>
            <a:ext cx="34099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1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750" dirty="0"/>
          </a:p>
        </p:txBody>
      </p:sp>
      <p:sp>
        <p:nvSpPr>
          <p:cNvPr id="8" name="Text 6"/>
          <p:cNvSpPr/>
          <p:nvPr/>
        </p:nvSpPr>
        <p:spPr>
          <a:xfrm>
            <a:off x="1181100" y="3600450"/>
            <a:ext cx="3409950" cy="5524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181100" y="4191000"/>
            <a:ext cx="34099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9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5086350" y="2457450"/>
            <a:ext cx="3943350" cy="2495550"/>
          </a:xfrm>
          <a:prstGeom prst="roundRect">
            <a:avLst>
              <a:gd name="adj" fmla="val 9160"/>
            </a:avLst>
          </a:prstGeom>
          <a:solidFill>
            <a:srgbClr val="1E212B"/>
          </a:solidFill>
          <a:ln/>
        </p:spPr>
      </p:sp>
      <p:sp>
        <p:nvSpPr>
          <p:cNvPr id="11" name="Connector line-1792334995721-924014578"/>
          <p:cNvSpPr/>
          <p:nvPr/>
        </p:nvSpPr>
        <p:spPr>
          <a:xfrm>
            <a:off x="5353050" y="2743200"/>
            <a:ext cx="340995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5353050" y="26574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53050" y="2933700"/>
            <a:ext cx="34099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3750" dirty="0"/>
          </a:p>
        </p:txBody>
      </p:sp>
      <p:sp>
        <p:nvSpPr>
          <p:cNvPr id="14" name="Text 12"/>
          <p:cNvSpPr/>
          <p:nvPr/>
        </p:nvSpPr>
        <p:spPr>
          <a:xfrm>
            <a:off x="5353050" y="3600450"/>
            <a:ext cx="3409950" cy="5524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353050" y="4191000"/>
            <a:ext cx="34099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258300" y="2457450"/>
            <a:ext cx="3943350" cy="2495550"/>
          </a:xfrm>
          <a:prstGeom prst="roundRect">
            <a:avLst>
              <a:gd name="adj" fmla="val 9160"/>
            </a:avLst>
          </a:prstGeom>
          <a:solidFill>
            <a:srgbClr val="1E212B"/>
          </a:solidFill>
          <a:ln/>
        </p:spPr>
      </p:sp>
      <p:sp>
        <p:nvSpPr>
          <p:cNvPr id="17" name="Connector line-1792334995732-755295203"/>
          <p:cNvSpPr/>
          <p:nvPr/>
        </p:nvSpPr>
        <p:spPr>
          <a:xfrm>
            <a:off x="9525000" y="2743200"/>
            <a:ext cx="340995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525000" y="26574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25000" y="2933700"/>
            <a:ext cx="34099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3750" dirty="0"/>
          </a:p>
        </p:txBody>
      </p:sp>
      <p:sp>
        <p:nvSpPr>
          <p:cNvPr id="20" name="Text 18"/>
          <p:cNvSpPr/>
          <p:nvPr/>
        </p:nvSpPr>
        <p:spPr>
          <a:xfrm>
            <a:off x="9525000" y="3600450"/>
            <a:ext cx="3409950" cy="5524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65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525000" y="4191000"/>
            <a:ext cx="34099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9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950" dirty="0" spc="-3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3430250" y="2457450"/>
            <a:ext cx="3943350" cy="2495550"/>
          </a:xfrm>
          <a:prstGeom prst="roundRect">
            <a:avLst>
              <a:gd name="adj" fmla="val 9160"/>
            </a:avLst>
          </a:prstGeom>
          <a:solidFill>
            <a:srgbClr val="1E212B"/>
          </a:solidFill>
          <a:ln/>
        </p:spPr>
      </p:sp>
      <p:sp>
        <p:nvSpPr>
          <p:cNvPr id="23" name="Connector line-1792334995739-943030291"/>
          <p:cNvSpPr/>
          <p:nvPr/>
        </p:nvSpPr>
        <p:spPr>
          <a:xfrm>
            <a:off x="13696950" y="2743200"/>
            <a:ext cx="3409950" cy="0"/>
          </a:xfrm>
          <a:prstGeom prst="line">
            <a:avLst/>
          </a:prstGeom>
          <a:noFill/>
          <a:ln w="28575">
            <a:solidFill>
              <a:srgbClr val="D8D3C4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3696950" y="26574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D8D3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696950" y="2933700"/>
            <a:ext cx="34099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1" kern="0">
                <a:solidFill>
                  <a:srgbClr val="D8D3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SSL</a:t>
            </a:r>
            <a:endParaRPr lang="en-US" sz="3750" dirty="0"/>
          </a:p>
        </p:txBody>
      </p:sp>
      <p:sp>
        <p:nvSpPr>
          <p:cNvPr id="26" name="Text 24"/>
          <p:cNvSpPr/>
          <p:nvPr/>
        </p:nvSpPr>
        <p:spPr>
          <a:xfrm>
            <a:off x="13696950" y="3600450"/>
            <a:ext cx="3409950" cy="5524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Sockets</a:t>
            </a:r>
            <a:r>
              <a:rPr lang="en-US" sz="1650" dirty="0" spc="-2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696950" y="4191000"/>
            <a:ext cx="34099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5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r>
              <a:rPr lang="en-US" sz="19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thế.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14400" y="5124450"/>
            <a:ext cx="3943350" cy="2495550"/>
          </a:xfrm>
          <a:prstGeom prst="roundRect">
            <a:avLst>
              <a:gd name="adj" fmla="val 9160"/>
            </a:avLst>
          </a:prstGeom>
          <a:solidFill>
            <a:srgbClr val="1E212B"/>
          </a:solidFill>
          <a:ln/>
        </p:spPr>
      </p:sp>
      <p:sp>
        <p:nvSpPr>
          <p:cNvPr id="29" name="Connector line-1792334995747-55961940"/>
          <p:cNvSpPr/>
          <p:nvPr/>
        </p:nvSpPr>
        <p:spPr>
          <a:xfrm>
            <a:off x="1181100" y="5410200"/>
            <a:ext cx="3409950" cy="0"/>
          </a:xfrm>
          <a:prstGeom prst="line">
            <a:avLst/>
          </a:prstGeom>
          <a:noFill/>
          <a:ln w="28575">
            <a:solidFill>
              <a:srgbClr val="D8D3C4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1181100" y="53244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D8D3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1100" y="5600700"/>
            <a:ext cx="34099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32" kern="0">
                <a:solidFill>
                  <a:srgbClr val="D8D3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TCP</a:t>
            </a:r>
            <a:endParaRPr lang="en-US" sz="3750" dirty="0"/>
          </a:p>
        </p:txBody>
      </p:sp>
      <p:sp>
        <p:nvSpPr>
          <p:cNvPr id="32" name="Text 30"/>
          <p:cNvSpPr/>
          <p:nvPr/>
        </p:nvSpPr>
        <p:spPr>
          <a:xfrm>
            <a:off x="1181100" y="6267450"/>
            <a:ext cx="3409950" cy="5524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Transmission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</a:t>
            </a:r>
            <a:r>
              <a:rPr lang="en-US" sz="165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181100" y="6858000"/>
            <a:ext cx="34099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4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cậy,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9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trên.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5086350" y="5124450"/>
            <a:ext cx="3943350" cy="2495550"/>
          </a:xfrm>
          <a:prstGeom prst="roundRect">
            <a:avLst>
              <a:gd name="adj" fmla="val 9160"/>
            </a:avLst>
          </a:prstGeom>
          <a:solidFill>
            <a:srgbClr val="1E212B"/>
          </a:solidFill>
          <a:ln/>
        </p:spPr>
      </p:sp>
      <p:sp>
        <p:nvSpPr>
          <p:cNvPr id="35" name="Connector line-1792334995755-523489448"/>
          <p:cNvSpPr/>
          <p:nvPr/>
        </p:nvSpPr>
        <p:spPr>
          <a:xfrm>
            <a:off x="5353050" y="5410200"/>
            <a:ext cx="340995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5353050" y="53244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53050" y="5600700"/>
            <a:ext cx="34099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3750" dirty="0"/>
          </a:p>
        </p:txBody>
      </p:sp>
      <p:sp>
        <p:nvSpPr>
          <p:cNvPr id="38" name="Text 36"/>
          <p:cNvSpPr/>
          <p:nvPr/>
        </p:nvSpPr>
        <p:spPr>
          <a:xfrm>
            <a:off x="5353050" y="6267450"/>
            <a:ext cx="3409950" cy="5524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5353050" y="6858000"/>
            <a:ext cx="34099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mạng.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9258300" y="5124450"/>
            <a:ext cx="3943350" cy="2495550"/>
          </a:xfrm>
          <a:prstGeom prst="roundRect">
            <a:avLst>
              <a:gd name="adj" fmla="val 9160"/>
            </a:avLst>
          </a:prstGeom>
          <a:solidFill>
            <a:srgbClr val="1E212B"/>
          </a:solidFill>
          <a:ln/>
        </p:spPr>
      </p:sp>
      <p:sp>
        <p:nvSpPr>
          <p:cNvPr id="41" name="Connector line-1792334995761-260738113"/>
          <p:cNvSpPr/>
          <p:nvPr/>
        </p:nvSpPr>
        <p:spPr>
          <a:xfrm>
            <a:off x="9525000" y="5410200"/>
            <a:ext cx="340995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9525000" y="53244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525000" y="5600700"/>
            <a:ext cx="34099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SNI</a:t>
            </a:r>
            <a:endParaRPr lang="en-US" sz="3750" dirty="0"/>
          </a:p>
        </p:txBody>
      </p:sp>
      <p:sp>
        <p:nvSpPr>
          <p:cNvPr id="44" name="Text 42"/>
          <p:cNvSpPr/>
          <p:nvPr/>
        </p:nvSpPr>
        <p:spPr>
          <a:xfrm>
            <a:off x="9525000" y="6267450"/>
            <a:ext cx="3409950" cy="5524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Indication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9525000" y="6858000"/>
            <a:ext cx="34099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ClientHello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9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 nối</a:t>
            </a: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13430250" y="5124450"/>
            <a:ext cx="3943350" cy="2495550"/>
          </a:xfrm>
          <a:prstGeom prst="roundRect">
            <a:avLst>
              <a:gd name="adj" fmla="val 9160"/>
            </a:avLst>
          </a:prstGeom>
          <a:solidFill>
            <a:srgbClr val="1E212B"/>
          </a:solidFill>
          <a:ln/>
        </p:spPr>
      </p:sp>
      <p:sp>
        <p:nvSpPr>
          <p:cNvPr id="47" name="Connector line-1792334995767-826334910"/>
          <p:cNvSpPr/>
          <p:nvPr/>
        </p:nvSpPr>
        <p:spPr>
          <a:xfrm>
            <a:off x="13696950" y="5410200"/>
            <a:ext cx="3409950" cy="0"/>
          </a:xfrm>
          <a:prstGeom prst="line">
            <a:avLst/>
          </a:prstGeom>
          <a:noFill/>
          <a:ln w="28575">
            <a:solidFill>
              <a:srgbClr val="D8D3C4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13696950" y="53244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D8D3C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3696950" y="5600700"/>
            <a:ext cx="34099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2" kern="0">
                <a:solidFill>
                  <a:srgbClr val="D8D3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HTML</a:t>
            </a:r>
            <a:endParaRPr lang="en-US" sz="3750" dirty="0"/>
          </a:p>
        </p:txBody>
      </p:sp>
      <p:sp>
        <p:nvSpPr>
          <p:cNvPr id="50" name="Text 48"/>
          <p:cNvSpPr/>
          <p:nvPr/>
        </p:nvSpPr>
        <p:spPr>
          <a:xfrm>
            <a:off x="13696950" y="6267450"/>
            <a:ext cx="3409950" cy="5524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Markup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3696950" y="6858000"/>
            <a:ext cx="34099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trang,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 quan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950" dirty="0"/>
          </a:p>
        </p:txBody>
      </p:sp>
      <p:sp>
        <p:nvSpPr>
          <p:cNvPr id="52" name="Text 50"/>
          <p:cNvSpPr/>
          <p:nvPr/>
        </p:nvSpPr>
        <p:spPr>
          <a:xfrm>
            <a:off x="914400" y="78676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914400" y="8210550"/>
            <a:ext cx="1428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endParaRPr lang="en-US" sz="2400" dirty="0"/>
          </a:p>
        </p:txBody>
      </p:sp>
      <p:sp>
        <p:nvSpPr>
          <p:cNvPr id="54" name="Text 52"/>
          <p:cNvSpPr/>
          <p:nvPr/>
        </p:nvSpPr>
        <p:spPr>
          <a:xfrm>
            <a:off x="914400" y="8705850"/>
            <a:ext cx="1428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55" name="Connector line-1792334995779-28808666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9" name="Shape 5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0" name="Shape 5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1" name="Shape 5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2" name="Shape 6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3" name="Shape 6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4" name="Shape 6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5" name="Shape 63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67" name="Shape 6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e7b4ffa4-2c80-41e7-8126-ce1b6e54be8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2026-10-18T14:50:29Z</dcterms:created>
  <dcterms:modified xsi:type="dcterms:W3CDTF">2026-10-18T14:50:29Z</dcterms:modified>
</cp:coreProperties>
</file>