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Netflix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giai</a:t>
            </a: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đoạn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ai?</a:t>
            </a:r>
            <a:endParaRPr lang="en-US" sz="3000" dirty="0"/>
          </a:p>
        </p:txBody>
      </p:sp>
      <p:sp>
        <p:nvSpPr>
          <p:cNvPr id="5" name="Connector line-1792382904326-56345255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1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100" dirty="0" spc="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Khối</a:t>
            </a:r>
            <a:r>
              <a:rPr lang="en-US" sz="315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315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thẳng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</a:t>
            </a:r>
            <a:r>
              <a:rPr lang="en-US" sz="3150" dirty="0" spc="-1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gộp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</a:t>
            </a:r>
            <a:r>
              <a:rPr lang="en-US" sz="315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liên</a:t>
            </a:r>
            <a:r>
              <a:rPr lang="en-US" sz="3150" dirty="0" spc="-2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1676d8ad-98a8-45cb-97fe-2bff2be560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giai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đoạn,</a:t>
            </a:r>
            <a:r>
              <a:rPr lang="en-US" sz="7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hỏi:</a:t>
            </a:r>
            <a:r>
              <a:rPr lang="en-US" sz="7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khách</a:t>
            </a:r>
            <a:r>
              <a:rPr lang="en-US" sz="72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72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ai?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4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4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4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40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042ce2db-c6dc-4c74-a1be-ed66f26d9b2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950" b="1" spc="28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195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Cả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khối</a:t>
            </a:r>
            <a:endParaRPr lang="en-US" sz="6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4000500"/>
                <a:gridCol w="12458700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Điều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8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Theo</a:t>
                      </a:r>
                      <a:r>
                        <a:rPr lang="en-US" sz="2400" b="1" dirty="0" spc="-6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nguồn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0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Đóng</a:t>
                      </a:r>
                      <a:r>
                        <a:rPr lang="en-US" sz="2400" b="1" dirty="0" spc="-5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gói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Cả</a:t>
                      </a:r>
                      <a:r>
                        <a:rPr lang="en-US" sz="2400" dirty="0" spc="2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40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r>
                        <a:rPr lang="en-US" sz="2400" dirty="0" spc="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triển</a:t>
                      </a: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khai</a:t>
                      </a: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thành</a:t>
                      </a:r>
                      <a:r>
                        <a:rPr lang="en-US" sz="240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một</a:t>
                      </a: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khối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0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Ví</a:t>
                      </a:r>
                      <a:r>
                        <a:rPr lang="en-US" sz="2400" b="1" dirty="0" spc="3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40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r>
                        <a:rPr lang="en-US" sz="2400" dirty="0" spc="-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Java</a:t>
                      </a:r>
                      <a:r>
                        <a:rPr lang="en-US" sz="2400" dirty="0" spc="-4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WAR,</a:t>
                      </a:r>
                      <a:r>
                        <a:rPr lang="en-US" sz="240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một</a:t>
                      </a:r>
                      <a:r>
                        <a:rPr lang="en-US" sz="2400" dirty="0" spc="2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40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r>
                        <a:rPr lang="en-US" sz="2400" dirty="0" spc="-2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Rails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3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Ai dùng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Phần</a:t>
                      </a: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lớn công</a:t>
                      </a:r>
                      <a:r>
                        <a:rPr lang="en-US" sz="240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ty</a:t>
                      </a: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khởi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nghiệp</a:t>
                      </a:r>
                      <a:r>
                        <a:rPr lang="en-US" sz="240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bắt</a:t>
                      </a:r>
                      <a:r>
                        <a:rPr lang="en-US" sz="240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đầu</a:t>
                      </a:r>
                      <a:r>
                        <a:rPr lang="en-US" sz="2400" dirty="0" spc="-2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vậy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 03/10</a:t>
            </a:r>
            <a:endParaRPr lang="en-US" sz="165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9af703a5-35fd-4df7-a35e-6d3a87bddb0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950" b="1" spc="28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khách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95750"/>
            <a:ext cx="4953000" cy="2286000"/>
          </a:xfrm>
          <a:prstGeom prst="roundRect">
            <a:avLst>
              <a:gd name="adj" fmla="val 13333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815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9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213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1910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thẳng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microservice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10896600" y="29527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7600" y="31623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80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77600" y="35433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3000" dirty="0"/>
          </a:p>
        </p:txBody>
      </p:sp>
      <p:sp>
        <p:nvSpPr>
          <p:cNvPr id="10" name="Connector line-1792382907109-745981609"/>
          <p:cNvSpPr/>
          <p:nvPr/>
        </p:nvSpPr>
        <p:spPr>
          <a:xfrm flipV="1">
            <a:off x="5867400" y="3619500"/>
            <a:ext cx="5029200" cy="142875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0896600" y="457200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277600" y="47815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80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80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277600" y="516255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3000" dirty="0"/>
          </a:p>
        </p:txBody>
      </p:sp>
      <p:sp>
        <p:nvSpPr>
          <p:cNvPr id="14" name="Connector line-1792382907114-257803846"/>
          <p:cNvSpPr/>
          <p:nvPr/>
        </p:nvSpPr>
        <p:spPr>
          <a:xfrm>
            <a:off x="5867400" y="5238750"/>
            <a:ext cx="5029200" cy="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0896600" y="61912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11277600" y="64008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80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TRĂM,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NGHÌN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277600" y="67818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Lộ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30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khách</a:t>
            </a:r>
            <a:endParaRPr lang="en-US" sz="3000" dirty="0"/>
          </a:p>
        </p:txBody>
      </p:sp>
      <p:sp>
        <p:nvSpPr>
          <p:cNvPr id="18" name="Connector line-1792382907119-885317543"/>
          <p:cNvSpPr/>
          <p:nvPr/>
        </p:nvSpPr>
        <p:spPr>
          <a:xfrm>
            <a:off x="5867400" y="5429250"/>
            <a:ext cx="5029200" cy="142875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4e01311-c7b0-47ff-9268-ef9dcd42dd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950" b="1" spc="28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màn</a:t>
            </a:r>
            <a:r>
              <a:rPr lang="en-US" sz="66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r>
              <a:rPr lang="en-US" sz="6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360997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448050"/>
            <a:ext cx="29241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3924300"/>
            <a:ext cx="292417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24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Gửi</a:t>
            </a:r>
            <a:r>
              <a:rPr lang="en-US" sz="3300" dirty="0" spc="-7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300" dirty="0" spc="2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3300" dirty="0" spc="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3300" dirty="0"/>
          </a:p>
        </p:txBody>
      </p:sp>
      <p:sp>
        <p:nvSpPr>
          <p:cNvPr id="7" name="Connector line-1792382907996-382502354"/>
          <p:cNvSpPr/>
          <p:nvPr/>
        </p:nvSpPr>
        <p:spPr>
          <a:xfrm>
            <a:off x="4600575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191125" y="3143250"/>
            <a:ext cx="3609975" cy="3048000"/>
          </a:xfrm>
          <a:prstGeom prst="roundRect">
            <a:avLst>
              <a:gd name="adj" fmla="val 8750"/>
            </a:avLst>
          </a:prstGeom>
          <a:solidFill>
            <a:srgbClr val="3DD6A0"/>
          </a:solidFill>
          <a:ln/>
        </p:spPr>
      </p:sp>
      <p:sp>
        <p:nvSpPr>
          <p:cNvPr id="9" name="Text 7"/>
          <p:cNvSpPr/>
          <p:nvPr/>
        </p:nvSpPr>
        <p:spPr>
          <a:xfrm>
            <a:off x="5534025" y="3448050"/>
            <a:ext cx="29241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180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534025" y="3924300"/>
            <a:ext cx="292417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 API</a:t>
            </a:r>
            <a:endParaRPr lang="en-US" sz="3300" dirty="0"/>
          </a:p>
        </p:txBody>
      </p:sp>
      <p:sp>
        <p:nvSpPr>
          <p:cNvPr id="11" name="Connector line-1792382908000-120402725"/>
          <p:cNvSpPr/>
          <p:nvPr/>
        </p:nvSpPr>
        <p:spPr>
          <a:xfrm>
            <a:off x="8877300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467850" y="3143250"/>
            <a:ext cx="360997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10750" y="3448050"/>
            <a:ext cx="29241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800" b="1" spc="22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810750" y="3924300"/>
            <a:ext cx="292417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Phim,</a:t>
            </a:r>
            <a:r>
              <a:rPr lang="en-US" sz="3300" dirty="0" spc="2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sản</a:t>
            </a:r>
            <a:r>
              <a:rPr lang="en-US" sz="3300" dirty="0" spc="6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xuất,</a:t>
            </a:r>
            <a:r>
              <a:rPr lang="en-US" sz="3300" dirty="0" spc="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diễn viên</a:t>
            </a:r>
            <a:endParaRPr lang="en-US" sz="3300" dirty="0"/>
          </a:p>
        </p:txBody>
      </p:sp>
      <p:sp>
        <p:nvSpPr>
          <p:cNvPr id="15" name="Connector line-1792382908004-304156172"/>
          <p:cNvSpPr/>
          <p:nvPr/>
        </p:nvSpPr>
        <p:spPr>
          <a:xfrm>
            <a:off x="13154025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3744575" y="3143250"/>
            <a:ext cx="360997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087475" y="3448050"/>
            <a:ext cx="29241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087475" y="3924300"/>
            <a:ext cx="292417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4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Nhận</a:t>
            </a:r>
            <a:r>
              <a:rPr lang="en-US" sz="3300" dirty="0" spc="-7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300" dirty="0" spc="-2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3300" dirty="0" spc="-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914400" y="6858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 của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diện</a:t>
            </a:r>
            <a:r>
              <a:rPr lang="en-US" sz="25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3ac0f821-1d2c-469d-bc0d-21fe2a08023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950" b="1" spc="28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66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66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gộp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 khó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4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VẤN</a:t>
            </a:r>
            <a:r>
              <a:rPr lang="en-US" sz="1950" b="1" spc="225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Lớp</a:t>
            </a:r>
            <a:r>
              <a:rPr lang="en-US" sz="39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gộp</a:t>
            </a:r>
            <a:r>
              <a:rPr lang="en-US" sz="3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</a:t>
            </a:r>
            <a:r>
              <a:rPr lang="en-US" sz="3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càng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</a:t>
            </a:r>
            <a:r>
              <a:rPr lang="en-US" sz="3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triển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GRAPHQL</a:t>
            </a:r>
            <a:r>
              <a:rPr lang="en-US" sz="1950" b="1" spc="20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FEDERATION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3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GraphQL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lấy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3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5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phức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tạp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8dbdf83-2a96-4fcf-9793-193af2c58a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</a:t>
            </a:r>
            <a:r>
              <a:rPr lang="en-US" sz="2700" dirty="0" spc="-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nào.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700" dirty="0" spc="-4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6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microservice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không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95fbdec2-586e-4d75-92f8-dbb6b01585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Trang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phim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5" kern="0">
                <a:solidFill>
                  <a:srgbClr val="F3DFB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thẳng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250" dirty="0" spc="3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tự</a:t>
            </a:r>
            <a:r>
              <a:rPr lang="en-US" sz="2250" dirty="0" spc="-10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gọi,</a:t>
            </a:r>
            <a:r>
              <a:rPr lang="en-US" sz="2250" dirty="0" spc="-1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-5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250" dirty="0" spc="2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dirty="0" spc="0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345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gộp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37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250" dirty="0" spc="-1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 sau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250" dirty="0" spc="-1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vụ,</a:t>
            </a:r>
            <a:r>
              <a:rPr lang="en-US" sz="2250" dirty="0" spc="-2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3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8aa02b8b-f196-44c3-b098-132b99fa79a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thẳng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766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 ĐỘNG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676900" y="3181350"/>
            <a:ext cx="11315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8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chậm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295400" y="4152900"/>
            <a:ext cx="15697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057900" y="4476750"/>
            <a:ext cx="10553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850" b="1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lời: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2850" b="1" dirty="0" spc="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676400" y="5448300"/>
            <a:ext cx="14935200" cy="1143000"/>
          </a:xfrm>
          <a:prstGeom prst="roundRect">
            <a:avLst>
              <a:gd name="adj" fmla="val 16667"/>
            </a:avLst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2057400" y="58674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LIÊN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38900" y="5772150"/>
            <a:ext cx="9791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69723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từ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3a8d1bfd-e502-475c-9176-1b4683599b4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7650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3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Application</a:t>
                      </a:r>
                      <a:r>
                        <a:rPr lang="en-US" sz="2250" dirty="0" spc="-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Programming</a:t>
                      </a: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giao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diện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lập</a:t>
                      </a:r>
                      <a:r>
                        <a:rPr lang="en-US" sz="2250" dirty="0" spc="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r>
                        <a:rPr lang="en-US" sz="2250" dirty="0" spc="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5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WAR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Web</a:t>
                      </a:r>
                      <a:r>
                        <a:rPr lang="en-US" sz="2250" dirty="0" spc="-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ARchive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tệp</a:t>
                      </a:r>
                      <a:r>
                        <a:rPr lang="en-US" sz="2250" dirty="0" spc="1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lưu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trữ</a:t>
                      </a:r>
                      <a:r>
                        <a:rPr lang="en-US" sz="225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web:</a:t>
                      </a:r>
                      <a:r>
                        <a:rPr lang="en-US" sz="2250" dirty="0" spc="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đóng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gói</a:t>
                      </a:r>
                      <a:r>
                        <a:rPr lang="en-US" sz="2250" dirty="0" spc="2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r>
                        <a:rPr lang="en-US" sz="2250" dirty="0" spc="-2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Java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Query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Language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ngôn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 GraphQL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6915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7334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7867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4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471d1b23-6fe9-4c47-9259-8ee6af2066e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2026-10-19T09:38:20Z</dcterms:created>
  <dcterms:modified xsi:type="dcterms:W3CDTF">2026-10-19T09:38:20Z</dcterms:modified>
</cp:coreProperties>
</file>