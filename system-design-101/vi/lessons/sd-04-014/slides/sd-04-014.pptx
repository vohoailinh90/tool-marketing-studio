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Semi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2001500" cy="4572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Nhiều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r>
              <a:rPr lang="en-US" sz="72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lần,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ít nhất</a:t>
            </a:r>
            <a:r>
              <a:rPr lang="en-US" sz="72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lần,</a:t>
            </a:r>
            <a:r>
              <a:rPr lang="en-US" sz="72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72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lần: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r>
              <a:rPr lang="en-US" sz="7200" dirty="0" spc="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nằm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 lưu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vị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trí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6572250"/>
            <a:ext cx="1143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Chết</a:t>
            </a: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300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chừng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30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7810500"/>
            <a:ext cx="4953000" cy="914400"/>
          </a:xfrm>
          <a:prstGeom prst="roundRect">
            <a:avLst>
              <a:gd name="adj" fmla="val 20833"/>
            </a:avLst>
          </a:prstGeom>
          <a:solidFill>
            <a:srgbClr val="1E212B"/>
          </a:solidFill>
          <a:ln w="19050">
            <a:solidFill>
              <a:srgbClr val="9AA0B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Sổ 9</a:t>
            </a:r>
            <a:r>
              <a:rPr lang="en-US" sz="22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dòng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22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6096000" y="7810500"/>
            <a:ext cx="4953000" cy="914400"/>
          </a:xfrm>
          <a:prstGeom prst="roundRect">
            <a:avLst>
              <a:gd name="adj" fmla="val 20833"/>
            </a:avLst>
          </a:prstGeom>
          <a:solidFill>
            <a:srgbClr val="1E212B"/>
          </a:solidFill>
          <a:ln w="19050">
            <a:solidFill>
              <a:srgbClr val="9AA0B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Sổ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</a:t>
            </a:r>
            <a:r>
              <a:rPr lang="en-US" sz="22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dòng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</a:t>
            </a:r>
            <a:r>
              <a:rPr lang="en-US" sz="22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1277600" y="7810500"/>
            <a:ext cx="4953000" cy="914400"/>
          </a:xfrm>
          <a:prstGeom prst="roundRect">
            <a:avLst>
              <a:gd name="adj" fmla="val 20833"/>
            </a:avLst>
          </a:prstGeom>
          <a:solidFill>
            <a:srgbClr val="1E212B"/>
          </a:solidFill>
          <a:ln w="19050">
            <a:solidFill>
              <a:srgbClr val="9AA0B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Sổ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11</a:t>
            </a:r>
            <a:r>
              <a:rPr lang="en-US" sz="22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dòng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 ít</a:t>
            </a:r>
            <a:r>
              <a:rPr lang="en-US" sz="22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5240000" y="3238500"/>
            <a:ext cx="1143000" cy="11430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9AA0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0" y="1428750"/>
            <a:ext cx="38100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10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10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10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716000" y="5334000"/>
            <a:ext cx="38100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1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1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100" b="1" dirty="0" spc="-1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716000" y="6477000"/>
            <a:ext cx="38100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100" b="1" dirty="0" spc="3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2100" dirty="0"/>
          </a:p>
        </p:txBody>
      </p:sp>
      <p:sp>
        <p:nvSpPr>
          <p:cNvPr id="12" name="Connector line-1792459690428-416368593"/>
          <p:cNvSpPr/>
          <p:nvPr/>
        </p:nvSpPr>
        <p:spPr>
          <a:xfrm>
            <a:off x="15811500" y="2228850"/>
            <a:ext cx="0" cy="1009650"/>
          </a:xfrm>
          <a:prstGeom prst="line">
            <a:avLst/>
          </a:prstGeom>
          <a:noFill/>
          <a:ln w="38100">
            <a:solidFill>
              <a:srgbClr val="9AA0B5"/>
            </a:solidFill>
            <a:prstDash val="solid"/>
            <a:headEnd type="none"/>
            <a:tailEnd type="none"/>
          </a:ln>
        </p:spPr>
      </p:sp>
      <p:sp>
        <p:nvSpPr>
          <p:cNvPr id="13" name="Connector line-1792459690429-119077082"/>
          <p:cNvSpPr/>
          <p:nvPr/>
        </p:nvSpPr>
        <p:spPr>
          <a:xfrm>
            <a:off x="15811500" y="4381500"/>
            <a:ext cx="0" cy="952500"/>
          </a:xfrm>
          <a:prstGeom prst="line">
            <a:avLst/>
          </a:prstGeom>
          <a:noFill/>
          <a:ln w="38100">
            <a:solidFill>
              <a:srgbClr val="9AA0B5"/>
            </a:solidFill>
            <a:prstDash val="solid"/>
            <a:headEnd type="none"/>
            <a:tailEnd type="none"/>
          </a:ln>
        </p:spPr>
      </p:sp>
      <p:sp>
        <p:nvSpPr>
          <p:cNvPr id="14" name="Connector line-1792459690429-192077788"/>
          <p:cNvSpPr/>
          <p:nvPr/>
        </p:nvSpPr>
        <p:spPr>
          <a:xfrm>
            <a:off x="15811500" y="6134100"/>
            <a:ext cx="0" cy="342900"/>
          </a:xfrm>
          <a:prstGeom prst="line">
            <a:avLst/>
          </a:prstGeom>
          <a:noFill/>
          <a:ln w="38100">
            <a:solidFill>
              <a:srgbClr val="9AA0B5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c2d29b7f-9b21-4eae-bfd6-14abc2fa422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809750"/>
            <a:ext cx="133350" cy="38100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714500"/>
            <a:ext cx="15430500" cy="40005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Lưu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vị trí</a:t>
            </a:r>
            <a:r>
              <a:rPr lang="en-US" sz="7800" dirty="0" spc="-7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trước,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78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xử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7800" dirty="0" spc="-9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trước?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428750" y="6191250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8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2850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428750" y="7429500"/>
            <a:ext cx="5143500" cy="85725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0" y="7429500"/>
            <a:ext cx="5143500" cy="85725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Ít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287250" y="7429500"/>
            <a:ext cx="4572000" cy="85725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Shape 9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2" name="Shape 10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3" name="Shape 11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4" name="Shape 12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5" name="Shape 13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6" name="Shape 14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7" name="Shape 15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1f8e0e86-a5a0-4ac9-9e93-ce2723ecfb4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 1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BÊN NHẬN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7200" dirty="0" spc="-5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tự,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72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7886700" cy="5334000"/>
          </a:xfrm>
          <a:prstGeom prst="roundRect">
            <a:avLst>
              <a:gd name="adj" fmla="val 5000"/>
            </a:avLst>
          </a:pr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86900" y="3048000"/>
            <a:ext cx="7886700" cy="5334000"/>
          </a:xfrm>
          <a:prstGeom prst="roundRect">
            <a:avLst>
              <a:gd name="adj" fmla="val 5000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4290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1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Lưu</a:t>
            </a:r>
            <a:r>
              <a:rPr lang="en-US" sz="39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vị</a:t>
            </a:r>
            <a:r>
              <a:rPr lang="en-US" sz="39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trí,</a:t>
            </a:r>
            <a:r>
              <a:rPr lang="en-US" sz="3900" dirty="0" spc="-1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39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xử</a:t>
            </a:r>
            <a:r>
              <a:rPr lang="en-US" sz="39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867900" y="34290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7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Xử</a:t>
            </a:r>
            <a:r>
              <a:rPr lang="en-US" sz="3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lý,</a:t>
            </a:r>
            <a:r>
              <a:rPr lang="en-US" sz="39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3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3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vị</a:t>
            </a:r>
            <a:r>
              <a:rPr lang="en-US" sz="3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trí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295400" y="4667250"/>
            <a:ext cx="7143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Chết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8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giữa: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bỏ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867900" y="4667250"/>
            <a:ext cx="7143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Chết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8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giữa: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 giao lại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295400" y="5810250"/>
            <a:ext cx="714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Sổ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9867900" y="5810250"/>
            <a:ext cx="714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Sổ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11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295400" y="7239000"/>
            <a:ext cx="4191000" cy="762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867900" y="7239000"/>
            <a:ext cx="3810000" cy="7620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Ít</a:t>
            </a:r>
            <a:r>
              <a:rPr lang="en-US" sz="225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25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6" name="Shape 14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8" name="Shape 16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9" name="Shape 17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0" name="Shape 18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1" name="Shape 19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2" name="Shape 20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53bd29b3-156e-4c15-8dbe-4100d06ffb5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180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màu,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5619750"/>
            <a:ext cx="164592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28750" y="3609975"/>
            <a:ext cx="1066800" cy="10668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7" name="Shape 5"/>
          <p:cNvSpPr/>
          <p:nvPr/>
        </p:nvSpPr>
        <p:spPr>
          <a:xfrm>
            <a:off x="1428750" y="6181725"/>
            <a:ext cx="1066800" cy="10668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8" name="Text 6"/>
          <p:cNvSpPr/>
          <p:nvPr/>
        </p:nvSpPr>
        <p:spPr>
          <a:xfrm>
            <a:off x="1428750" y="3810000"/>
            <a:ext cx="1066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364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364" dirty="0"/>
          </a:p>
        </p:txBody>
      </p:sp>
      <p:sp>
        <p:nvSpPr>
          <p:cNvPr id="9" name="Text 7"/>
          <p:cNvSpPr/>
          <p:nvPr/>
        </p:nvSpPr>
        <p:spPr>
          <a:xfrm>
            <a:off x="1428750" y="6381750"/>
            <a:ext cx="1066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364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364" dirty="0"/>
          </a:p>
        </p:txBody>
      </p:sp>
      <p:sp>
        <p:nvSpPr>
          <p:cNvPr id="10" name="Text 8"/>
          <p:cNvSpPr/>
          <p:nvPr/>
        </p:nvSpPr>
        <p:spPr>
          <a:xfrm>
            <a:off x="3048000" y="3429000"/>
            <a:ext cx="13811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34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4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r>
              <a:rPr lang="en-US" sz="34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4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3048000" y="4191000"/>
            <a:ext cx="13811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 lặp lại không</a:t>
            </a:r>
            <a:r>
              <a:rPr lang="en-US" sz="25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3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3048000" y="6000750"/>
            <a:ext cx="13811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5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34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3450" b="1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34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4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34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34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450" b="1" dirty="0" spc="-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4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3048000" y="6762750"/>
            <a:ext cx="13811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5" name="Shape 13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6" name="Shape 14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7" name="Shape 15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0" name="Shape 18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2" name="Shape 20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e1885113-5522-48cf-adc0-ca5f9076c2a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1800" b="1" spc="3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5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Gửi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ghi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2095500" y="2857500"/>
            <a:ext cx="3429000" cy="819150"/>
          </a:xfrm>
          <a:prstGeom prst="roundRect">
            <a:avLst>
              <a:gd name="adj" fmla="val 23256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Producer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763500" y="2857500"/>
            <a:ext cx="3429000" cy="819150"/>
          </a:xfrm>
          <a:prstGeom prst="roundRect">
            <a:avLst>
              <a:gd name="adj" fmla="val 23256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Broker</a:t>
            </a:r>
            <a:endParaRPr lang="en-US" sz="2700" dirty="0"/>
          </a:p>
        </p:txBody>
      </p:sp>
      <p:sp>
        <p:nvSpPr>
          <p:cNvPr id="6" name="Connector line-1792459723513-850300799"/>
          <p:cNvSpPr/>
          <p:nvPr/>
        </p:nvSpPr>
        <p:spPr>
          <a:xfrm>
            <a:off x="3810000" y="3676650"/>
            <a:ext cx="0" cy="489585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7" name="Connector line-1792459723513-59580048"/>
          <p:cNvSpPr/>
          <p:nvPr/>
        </p:nvSpPr>
        <p:spPr>
          <a:xfrm>
            <a:off x="14478000" y="3676650"/>
            <a:ext cx="0" cy="489585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4572000" y="4191000"/>
            <a:ext cx="914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5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Gửi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2400" dirty="0" spc="-2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kèm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endParaRPr lang="en-US" sz="2400" dirty="0"/>
          </a:p>
        </p:txBody>
      </p:sp>
      <p:sp>
        <p:nvSpPr>
          <p:cNvPr id="9" name="Connector line-1792459723516-41088143"/>
          <p:cNvSpPr/>
          <p:nvPr/>
        </p:nvSpPr>
        <p:spPr>
          <a:xfrm>
            <a:off x="3810000" y="4762500"/>
            <a:ext cx="10668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905500" y="5334000"/>
            <a:ext cx="4953000" cy="66675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225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4572000" y="6381750"/>
            <a:ext cx="914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5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Gửi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 số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endParaRPr lang="en-US" sz="2400" dirty="0"/>
          </a:p>
        </p:txBody>
      </p:sp>
      <p:sp>
        <p:nvSpPr>
          <p:cNvPr id="12" name="Connector line-1792459723520-60045382"/>
          <p:cNvSpPr/>
          <p:nvPr/>
        </p:nvSpPr>
        <p:spPr>
          <a:xfrm>
            <a:off x="3810000" y="6953250"/>
            <a:ext cx="10668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0763250" y="7524750"/>
            <a:ext cx="5334000" cy="857250"/>
          </a:xfrm>
          <a:prstGeom prst="roundRect">
            <a:avLst>
              <a:gd name="adj" fmla="val 22222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Broker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6" name="Shape 14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7" name="Shape 15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8" name="Shape 16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0" name="Shape 18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1" name="Shape 19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2" name="Shape 20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9e0059c1-3177-46cc-875d-46d937ce242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kỹ</a:t>
            </a:r>
            <a:r>
              <a:rPr lang="en-US" sz="7200" dirty="0" spc="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r>
              <a:rPr lang="en-US" sz="7200" dirty="0" spc="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72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kèm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181600" cy="3810000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53200" y="3143250"/>
            <a:ext cx="5181600" cy="3810000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92000" y="3143250"/>
            <a:ext cx="5181600" cy="3810000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3429000"/>
            <a:ext cx="190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750" dirty="0"/>
          </a:p>
        </p:txBody>
      </p:sp>
      <p:sp>
        <p:nvSpPr>
          <p:cNvPr id="8" name="Text 6"/>
          <p:cNvSpPr/>
          <p:nvPr/>
        </p:nvSpPr>
        <p:spPr>
          <a:xfrm>
            <a:off x="6934200" y="3429000"/>
            <a:ext cx="190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750" dirty="0"/>
          </a:p>
        </p:txBody>
      </p:sp>
      <p:sp>
        <p:nvSpPr>
          <p:cNvPr id="9" name="Text 7"/>
          <p:cNvSpPr/>
          <p:nvPr/>
        </p:nvSpPr>
        <p:spPr>
          <a:xfrm>
            <a:off x="12573000" y="3429000"/>
            <a:ext cx="190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750" dirty="0"/>
          </a:p>
        </p:txBody>
      </p:sp>
      <p:sp>
        <p:nvSpPr>
          <p:cNvPr id="10" name="Text 8"/>
          <p:cNvSpPr/>
          <p:nvPr/>
        </p:nvSpPr>
        <p:spPr>
          <a:xfrm>
            <a:off x="1295400" y="4667250"/>
            <a:ext cx="44196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Đúng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850" dirty="0" spc="-4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Kafka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phủ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chuỗi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đọc,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xử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lý, ghi</a:t>
            </a:r>
            <a:r>
              <a:rPr lang="en-US" sz="28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850" dirty="0" spc="-4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Kafka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6934200" y="4667250"/>
            <a:ext cx="44196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Hệ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thống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lần:</a:t>
            </a:r>
            <a:r>
              <a:rPr lang="en-US" sz="28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kỹ</a:t>
            </a:r>
            <a:r>
              <a:rPr lang="en-US" sz="2850" dirty="0" spc="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kiện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2573000" y="4667250"/>
            <a:ext cx="44196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Mặc</a:t>
            </a:r>
            <a:r>
              <a:rPr lang="en-US" sz="2850" dirty="0" spc="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ít</a:t>
            </a: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lần: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chịu</a:t>
            </a:r>
            <a:r>
              <a:rPr lang="en-US" sz="285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 trùng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4" name="Shape 12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5" name="Shape 13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6" name="Shape 14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7" name="Shape 15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8" name="Shape 16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0" name="Shape 18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1" name="Shape 19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eeeacd10-7290-4cbc-9d65-8f2b2890d33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Gửi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</a:t>
            </a:r>
            <a:r>
              <a:rPr lang="en-US" sz="6600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xác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nhận: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66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3429000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00650" y="3143250"/>
            <a:ext cx="3429000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86900" y="3143250"/>
            <a:ext cx="3429000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73150" y="3143250"/>
            <a:ext cx="3429000" cy="2381250"/>
          </a:xfrm>
          <a:prstGeom prst="roundRect">
            <a:avLst>
              <a:gd name="adj" fmla="val 9600"/>
            </a:avLst>
          </a:prstGeom>
          <a:solidFill>
            <a:srgbClr val="3DD6A0"/>
          </a:solidFill>
          <a:ln/>
        </p:spPr>
      </p:sp>
      <p:sp>
        <p:nvSpPr>
          <p:cNvPr id="8" name="Text 6"/>
          <p:cNvSpPr/>
          <p:nvPr/>
        </p:nvSpPr>
        <p:spPr>
          <a:xfrm>
            <a:off x="1200150" y="3524250"/>
            <a:ext cx="2857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Kiểm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đơn</a:t>
            </a:r>
            <a:r>
              <a:rPr lang="en-US" sz="27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700" dirty="0" spc="4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486400" y="3524250"/>
            <a:ext cx="2857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Gọi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nhà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cung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cấp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772650" y="3524250"/>
            <a:ext cx="2857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Ghi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đơn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4058900" y="3524250"/>
            <a:ext cx="2857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7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endParaRPr lang="en-US" sz="2700" dirty="0"/>
          </a:p>
        </p:txBody>
      </p:sp>
      <p:sp>
        <p:nvSpPr>
          <p:cNvPr id="12" name="Connector line-1792459761338-190986141"/>
          <p:cNvSpPr/>
          <p:nvPr/>
        </p:nvSpPr>
        <p:spPr>
          <a:xfrm>
            <a:off x="4400550" y="4333875"/>
            <a:ext cx="74295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3" name="Connector line-1792459761338-346198224"/>
          <p:cNvSpPr/>
          <p:nvPr/>
        </p:nvSpPr>
        <p:spPr>
          <a:xfrm>
            <a:off x="8686800" y="4333875"/>
            <a:ext cx="74295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459761338-313675072"/>
          <p:cNvSpPr/>
          <p:nvPr/>
        </p:nvSpPr>
        <p:spPr>
          <a:xfrm>
            <a:off x="12973050" y="4333875"/>
            <a:ext cx="74295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14400" y="6191250"/>
            <a:ext cx="1619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Ít</a:t>
            </a:r>
            <a:r>
              <a:rPr lang="en-US" sz="30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 một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lần:</a:t>
            </a:r>
            <a:r>
              <a:rPr lang="en-US" sz="30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mất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</a:t>
            </a:r>
            <a:r>
              <a:rPr lang="en-US" sz="30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tệ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3000" dirty="0" spc="5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trùng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14400" y="7048500"/>
            <a:ext cx="9334500" cy="914400"/>
          </a:xfrm>
          <a:prstGeom prst="roundRect">
            <a:avLst>
              <a:gd name="adj" fmla="val 2083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Khe hở:</a:t>
            </a:r>
            <a:r>
              <a:rPr lang="en-US" sz="2400" dirty="0" spc="-5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chết</a:t>
            </a:r>
            <a:r>
              <a:rPr lang="en-US" sz="2400" dirty="0" spc="7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2400" dirty="0" spc="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400" dirty="0" spc="-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400" dirty="0" spc="-4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mã,</a:t>
            </a:r>
            <a:r>
              <a:rPr lang="en-US" sz="2400" dirty="0" spc="0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</a:t>
            </a:r>
            <a:r>
              <a:rPr lang="en-US" sz="2400" dirty="0" spc="-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2400" dirty="0" spc="-1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vẫn</a:t>
            </a:r>
            <a:r>
              <a:rPr lang="en-US" sz="2400" dirty="0" spc="40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2400" dirty="0" spc="-2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9" name="Shape 17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0" name="Shape 18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1" name="Shape 19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2" name="Shape 20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3" name="Shape 21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5" name="Shape 23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91afdc0b-69da-4f91-b5d5-2fbfeb2f431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8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-7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</a:t>
            </a:r>
            <a:r>
              <a:rPr lang="en-US" sz="69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r>
              <a:rPr lang="en-US" sz="6900" dirty="0" spc="-8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endParaRPr lang="en-US" sz="6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048000"/>
          <a:ext cx="13716000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9875520"/>
              </a:tblGrid>
              <a:tr h="9144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Việc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Cách</a:t>
                      </a:r>
                      <a:r>
                        <a:rPr lang="en-US" sz="2550" b="1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chọn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Số</a:t>
                      </a:r>
                      <a:r>
                        <a:rPr lang="en-US" sz="2550" dirty="0" spc="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đo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giám</a:t>
                      </a:r>
                      <a:r>
                        <a:rPr lang="en-US" sz="2550" dirty="0" spc="-1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sát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Nhiều</a:t>
                      </a:r>
                      <a:r>
                        <a:rPr lang="en-US" sz="2550" dirty="0" spc="-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nhất</a:t>
                      </a:r>
                      <a:r>
                        <a:rPr lang="en-US" sz="255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một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lần:</a:t>
                      </a:r>
                      <a:r>
                        <a:rPr lang="en-US" sz="25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chịu</a:t>
                      </a:r>
                      <a:r>
                        <a:rPr lang="en-US" sz="255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mất</a:t>
                      </a:r>
                      <a:r>
                        <a:rPr lang="en-US" sz="2550" dirty="0" spc="-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vài</a:t>
                      </a:r>
                      <a:r>
                        <a:rPr lang="en-US" sz="2550" dirty="0" spc="2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điểm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Có</a:t>
                      </a:r>
                      <a:r>
                        <a:rPr lang="en-US" sz="25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khóa</a:t>
                      </a:r>
                      <a:r>
                        <a:rPr lang="en-US" sz="2550" dirty="0" spc="1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để</a:t>
                      </a:r>
                      <a:r>
                        <a:rPr lang="en-US" sz="2550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bỏ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trùng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Ít</a:t>
                      </a:r>
                      <a:r>
                        <a:rPr lang="en-US" sz="2550" dirty="0" spc="-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nhất</a:t>
                      </a:r>
                      <a:r>
                        <a:rPr lang="en-US" sz="255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một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lần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là</a:t>
                      </a:r>
                      <a:r>
                        <a:rPr lang="en-US" sz="25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đủ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Tiền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Lưu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vị</a:t>
                      </a:r>
                      <a:r>
                        <a:rPr lang="en-US" sz="2550" dirty="0" spc="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trí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cùng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giao dịch</a:t>
                      </a:r>
                      <a:r>
                        <a:rPr lang="en-US" sz="2550" dirty="0" spc="-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với</a:t>
                      </a:r>
                      <a:r>
                        <a:rPr lang="en-US" sz="2550" dirty="0" spc="-3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kết</a:t>
                      </a:r>
                      <a:r>
                        <a:rPr lang="en-US" sz="25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quả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Đích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là</a:t>
                      </a:r>
                      <a:r>
                        <a:rPr lang="en-US" sz="255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topic</a:t>
                      </a:r>
                      <a:r>
                        <a:rPr lang="en-US" sz="2550" dirty="0" spc="-4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Kafka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Dùng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giao dịch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2550" dirty="0" spc="-4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Kafka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6" name="Shape 3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7" name="Shape 4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8" name="Shape 5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9" name="Shape 6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0" name="Shape 7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1" name="Shape 8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2" name="Shape 9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3" name="Shape 10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2cb05a8f-4d8c-40a6-91af-c38c9aeec74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72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72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72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72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86125"/>
            <a:ext cx="7239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SQL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=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ngôn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ngữ truy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vấn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cấu trúc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525000" y="3143250"/>
            <a:ext cx="7848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7" name="Text richtext-1792459765299-365456127"/>
          <p:cNvSpPr/>
          <p:nvPr/>
        </p:nvSpPr>
        <p:spPr>
          <a:xfrm>
            <a:off x="9525000" y="3714750"/>
            <a:ext cx="78486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23850" indent="-231371"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550" dirty="0"/>
          </a:p>
          <a:p>
            <a:pPr algn="l" marL="323850" indent="-231371"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Apache</a:t>
            </a:r>
            <a:r>
              <a:rPr lang="en-US" sz="2550" dirty="0" spc="-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Kafka: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Design,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Message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Delivery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Semantics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9" name="Shape 7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0" name="Shape 8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1" name="Shape 9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2" name="Shape 10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3" name="Shape 11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6" name="Shape 14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4416bede-035f-4af9-948c-b49e44ddba9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2026-10-20T01:29:42Z</dcterms:created>
  <dcterms:modified xsi:type="dcterms:W3CDTF">2026-10-20T01:29:42Z</dcterms:modified>
</cp:coreProperties>
</file>