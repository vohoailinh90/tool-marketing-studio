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Extra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459200" cy="257175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8748"/>
              </a:lnSpc>
              <a:buNone/>
            </a:pPr>
            <a:r>
              <a:rPr lang="en-US" sz="8100" dirty="0" spc="-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Big</a:t>
            </a:r>
            <a:r>
              <a:rPr lang="en-US" sz="8100" dirty="0" spc="8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endian</a:t>
            </a:r>
            <a:pPr algn="l" indent="0" marL="0">
              <a:lnSpc>
                <a:spcPts val="8748"/>
              </a:lnSpc>
              <a:buNone/>
            </a:pPr>
            <a:r>
              <a:rPr lang="en-US" sz="81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8748"/>
              </a:lnSpc>
              <a:buNone/>
            </a:pPr>
            <a:r>
              <a:rPr lang="en-US" sz="81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little</a:t>
            </a:r>
            <a:r>
              <a:rPr lang="en-US" sz="8100" dirty="0" spc="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endian</a:t>
            </a:r>
            <a:pPr algn="l" indent="0" marL="0">
              <a:lnSpc>
                <a:spcPts val="8748"/>
              </a:lnSpc>
              <a:buNone/>
            </a:pPr>
            <a:r>
              <a:rPr lang="en-US" sz="81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:</a:t>
            </a:r>
            <a:endParaRPr lang="en-US" sz="8100" dirty="0"/>
          </a:p>
          <a:p>
            <a:pPr algn="l" indent="0" marL="0">
              <a:lnSpc>
                <a:spcPts val="8748"/>
              </a:lnSpc>
              <a:buNone/>
            </a:pP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thứ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81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byte</a:t>
            </a:r>
            <a:r>
              <a:rPr lang="en-US" sz="81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47675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4895850"/>
            <a:ext cx="8953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40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40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số,</a:t>
            </a:r>
            <a:r>
              <a:rPr lang="en-US" sz="40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4050" b="1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40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40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40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40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4050" dirty="0"/>
          </a:p>
        </p:txBody>
      </p:sp>
      <p:sp>
        <p:nvSpPr>
          <p:cNvPr id="6" name="Shape 4"/>
          <p:cNvSpPr/>
          <p:nvPr/>
        </p:nvSpPr>
        <p:spPr>
          <a:xfrm>
            <a:off x="914400" y="6667500"/>
            <a:ext cx="20574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7048500"/>
            <a:ext cx="2057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1023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914400" y="7962900"/>
            <a:ext cx="2057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195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3124200" y="6667500"/>
            <a:ext cx="20574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24200" y="7048500"/>
            <a:ext cx="2057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dirty="0" spc="-28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0x3ff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124200" y="7962900"/>
            <a:ext cx="2057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thập lục</a:t>
            </a: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5334000" y="6667500"/>
            <a:ext cx="20574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34000" y="7048500"/>
            <a:ext cx="2057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dirty="0" spc="-9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r>
              <a:rPr lang="en-US" sz="4800" dirty="0" spc="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ff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5334000" y="7962900"/>
            <a:ext cx="2057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big</a:t>
            </a:r>
            <a:r>
              <a:rPr lang="en-US" sz="19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endian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7543800" y="6667500"/>
            <a:ext cx="20574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43800" y="7048500"/>
            <a:ext cx="2057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dirty="0" spc="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ff</a:t>
            </a:r>
            <a:r>
              <a:rPr lang="en-US" sz="4800" dirty="0" spc="-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03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7543800" y="7962900"/>
            <a:ext cx="2057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little</a:t>
            </a:r>
            <a:r>
              <a:rPr lang="en-US" sz="19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endian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0363200" y="4476750"/>
            <a:ext cx="70104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06100" y="4667250"/>
            <a:ext cx="438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BIG</a:t>
            </a:r>
            <a:r>
              <a:rPr lang="en-US" sz="180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ENDIAN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706100" y="5029200"/>
            <a:ext cx="4476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8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850" dirty="0"/>
          </a:p>
        </p:txBody>
      </p:sp>
      <p:sp>
        <p:nvSpPr>
          <p:cNvPr id="21" name="Text 19"/>
          <p:cNvSpPr/>
          <p:nvPr/>
        </p:nvSpPr>
        <p:spPr>
          <a:xfrm>
            <a:off x="15316200" y="4752975"/>
            <a:ext cx="838200" cy="685800"/>
          </a:xfrm>
          <a:prstGeom prst="roundRect">
            <a:avLst>
              <a:gd name="adj" fmla="val 19444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03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6230600" y="4752975"/>
            <a:ext cx="838200" cy="685800"/>
          </a:xfrm>
          <a:prstGeom prst="roundRect">
            <a:avLst>
              <a:gd name="adj" fmla="val 19444"/>
            </a:avLst>
          </a:prstGeom>
          <a:solidFill>
            <a:srgbClr val="26305F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ff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10363200" y="5905500"/>
            <a:ext cx="70104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06100" y="6096000"/>
            <a:ext cx="438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LITTLE</a:t>
            </a:r>
            <a:r>
              <a:rPr lang="en-US" sz="180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ENDIAN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706100" y="6457950"/>
            <a:ext cx="4476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8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850" dirty="0"/>
          </a:p>
        </p:txBody>
      </p:sp>
      <p:sp>
        <p:nvSpPr>
          <p:cNvPr id="26" name="Text 24"/>
          <p:cNvSpPr/>
          <p:nvPr/>
        </p:nvSpPr>
        <p:spPr>
          <a:xfrm>
            <a:off x="15316200" y="6181725"/>
            <a:ext cx="838200" cy="685800"/>
          </a:xfrm>
          <a:prstGeom prst="roundRect">
            <a:avLst>
              <a:gd name="adj" fmla="val 19444"/>
            </a:avLst>
          </a:prstGeom>
          <a:solidFill>
            <a:srgbClr val="4A3820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ff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16230600" y="6181725"/>
            <a:ext cx="838200" cy="685800"/>
          </a:xfrm>
          <a:prstGeom prst="roundRect">
            <a:avLst>
              <a:gd name="adj" fmla="val 19444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03</a:t>
            </a:r>
            <a:endParaRPr lang="en-US" sz="3000" dirty="0"/>
          </a:p>
        </p:txBody>
      </p:sp>
      <p:sp>
        <p:nvSpPr>
          <p:cNvPr id="28" name="Shape 26"/>
          <p:cNvSpPr/>
          <p:nvPr/>
        </p:nvSpPr>
        <p:spPr>
          <a:xfrm>
            <a:off x="10363200" y="7334250"/>
            <a:ext cx="70104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06100" y="7524750"/>
            <a:ext cx="438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RẮC</a:t>
            </a:r>
            <a:r>
              <a:rPr lang="en-US" sz="1800" b="1" spc="20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706100" y="7886700"/>
            <a:ext cx="476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endParaRPr lang="en-US" sz="2850" dirty="0"/>
          </a:p>
        </p:txBody>
      </p:sp>
      <p:sp>
        <p:nvSpPr>
          <p:cNvPr id="31" name="Connector line-1792338737996-903223531"/>
          <p:cNvSpPr/>
          <p:nvPr/>
        </p:nvSpPr>
        <p:spPr>
          <a:xfrm>
            <a:off x="15544800" y="7791450"/>
            <a:ext cx="1447800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32" name="Connector line-1792338737997-186017575"/>
          <p:cNvSpPr/>
          <p:nvPr/>
        </p:nvSpPr>
        <p:spPr>
          <a:xfrm flipH="1">
            <a:off x="15544800" y="8172450"/>
            <a:ext cx="1447800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914400" y="969645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mềm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c5380cda-5cd6-41f3-a578-b8b90f6a4b3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2190750"/>
          </a:xfrm>
          <a:prstGeom prst="rect">
            <a:avLst/>
          </a:prstGeom>
          <a:noFill/>
          <a:ln/>
        </p:spPr>
        <p:txBody>
          <a:bodyPr wrap="square" lIns="0" tIns="52578" rIns="0" bIns="-52578" rtlCol="0" anchor="t"/>
          <a:lstStyle/>
          <a:p>
            <a:pPr algn="l" indent="0" marL="0">
              <a:lnSpc>
                <a:spcPts val="7452"/>
              </a:lnSpc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số,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695700"/>
            <a:ext cx="7810500" cy="21907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tự.</a:t>
            </a:r>
            <a:r>
              <a:rPr lang="en-US" sz="285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Rắc</a:t>
            </a:r>
            <a:r>
              <a:rPr lang="en-US" sz="28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rối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dirty="0" spc="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6191250"/>
            <a:ext cx="7620000" cy="2571750"/>
          </a:xfrm>
          <a:prstGeom prst="roundRect">
            <a:avLst>
              <a:gd name="adj" fmla="val 10370"/>
            </a:avLst>
          </a:prstGeom>
          <a:solidFill>
            <a:srgbClr val="E8E0CF"/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645795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7" name="Text richtext-1792339040787-75571422"/>
          <p:cNvSpPr/>
          <p:nvPr/>
        </p:nvSpPr>
        <p:spPr>
          <a:xfrm>
            <a:off x="1238250" y="6896100"/>
            <a:ext cx="7048500" cy="1714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Hiểu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endian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little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endian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tự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1023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nào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180975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180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 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0" y="2209800"/>
            <a:ext cx="400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Big</a:t>
            </a:r>
            <a:r>
              <a:rPr lang="en-US" sz="4200" dirty="0" spc="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endian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13716000" y="2047875"/>
            <a:ext cx="1238250" cy="1047750"/>
          </a:xfrm>
          <a:prstGeom prst="roundRect">
            <a:avLst>
              <a:gd name="adj" fmla="val 16364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 spc="-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03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5030450" y="2047875"/>
            <a:ext cx="1238250" cy="1047750"/>
          </a:xfrm>
          <a:prstGeom prst="roundRect">
            <a:avLst>
              <a:gd name="adj" fmla="val 16364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 spc="-76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ff</a:t>
            </a:r>
            <a:endParaRPr lang="en-US" sz="4200" dirty="0"/>
          </a:p>
        </p:txBody>
      </p:sp>
      <p:sp>
        <p:nvSpPr>
          <p:cNvPr id="13" name="Connector line-1792339040823-740815164"/>
          <p:cNvSpPr/>
          <p:nvPr/>
        </p:nvSpPr>
        <p:spPr>
          <a:xfrm>
            <a:off x="13258800" y="3352800"/>
            <a:ext cx="0" cy="62865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0782300" y="4038600"/>
            <a:ext cx="4953000" cy="6096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250" b="1" dirty="0" spc="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endParaRPr lang="en-US" sz="2250" dirty="0"/>
          </a:p>
        </p:txBody>
      </p:sp>
      <p:sp>
        <p:nvSpPr>
          <p:cNvPr id="15" name="Connector line-1792339040826-714119096"/>
          <p:cNvSpPr/>
          <p:nvPr/>
        </p:nvSpPr>
        <p:spPr>
          <a:xfrm>
            <a:off x="13258800" y="4686300"/>
            <a:ext cx="0" cy="59055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601200" y="552450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180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80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0" y="5924550"/>
            <a:ext cx="400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Little</a:t>
            </a:r>
            <a:r>
              <a:rPr lang="en-US" sz="4200" dirty="0" spc="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endian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13716000" y="5762625"/>
            <a:ext cx="1238250" cy="1047750"/>
          </a:xfrm>
          <a:prstGeom prst="roundRect">
            <a:avLst>
              <a:gd name="adj" fmla="val 16364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 spc="-76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ff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15030450" y="5762625"/>
            <a:ext cx="1238250" cy="1047750"/>
          </a:xfrm>
          <a:prstGeom prst="roundRect">
            <a:avLst>
              <a:gd name="adj" fmla="val 16364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 spc="-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03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9601200" y="7524750"/>
            <a:ext cx="7315200" cy="857250"/>
          </a:xfrm>
          <a:prstGeom prst="roundRect">
            <a:avLst>
              <a:gd name="adj" fmla="val 26667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3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Rắc</a:t>
            </a:r>
            <a:r>
              <a:rPr lang="en-US" sz="2550" b="1" dirty="0" spc="-1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rối:</a:t>
            </a:r>
            <a:r>
              <a:rPr lang="en-US" sz="25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b="1" dirty="0" spc="-7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55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55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5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ae019703-8190-4a3c-85af-6ad31d2b188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195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1950" b="1" spc="22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3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9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1023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1023</a:t>
            </a:r>
            <a:r>
              <a:rPr lang="en-US" sz="7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=</a:t>
            </a:r>
            <a:r>
              <a:rPr lang="en-US" sz="7800" dirty="0" spc="-4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0x3ff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781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3300" b="1" dirty="0" spc="-1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byte:</a:t>
            </a:r>
            <a:r>
              <a:rPr lang="en-US" sz="33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3300" b="1" dirty="0" spc="-3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300" b="1" dirty="0" spc="-3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ff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3581400"/>
            <a:ext cx="7810500" cy="11430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1023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thập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lục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0x3ff,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4953000"/>
            <a:ext cx="3714750" cy="6858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</a:t>
            </a: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nhất: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4819650" y="4953000"/>
            <a:ext cx="3714750" cy="685800"/>
          </a:xfrm>
          <a:prstGeom prst="roundRect">
            <a:avLst>
              <a:gd name="adj" fmla="val 50000"/>
            </a:avLst>
          </a:prstGeom>
          <a:solidFill>
            <a:srgbClr val="1D4A41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</a:t>
            </a:r>
            <a:r>
              <a:rPr lang="en-US" sz="225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2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nhất:</a:t>
            </a:r>
            <a:r>
              <a:rPr lang="en-US" sz="2250" b="1" dirty="0" spc="-2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ff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6477000"/>
            <a:ext cx="76200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38250" y="674370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0" name="Text richtext-1792339091392-977727898"/>
          <p:cNvSpPr/>
          <p:nvPr/>
        </p:nvSpPr>
        <p:spPr>
          <a:xfrm>
            <a:off x="1238250" y="7181850"/>
            <a:ext cx="7048500" cy="1333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mô-đun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struct của</a:t>
            </a:r>
            <a:r>
              <a:rPr lang="en-US" sz="25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endian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ff,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little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endian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ff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E32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0" y="1428750"/>
            <a:ext cx="3238500" cy="1333500"/>
          </a:xfrm>
          <a:prstGeom prst="roundRect">
            <a:avLst>
              <a:gd name="adj" fmla="val 17143"/>
            </a:avLst>
          </a:prstGeom>
          <a:solidFill>
            <a:srgbClr val="14161C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428750"/>
            <a:ext cx="3238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spc="230" kern="0" dirty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1023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12839700" y="1619250"/>
            <a:ext cx="838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=</a:t>
            </a:r>
            <a:endParaRPr lang="en-US" sz="6000" dirty="0"/>
          </a:p>
        </p:txBody>
      </p:sp>
      <p:sp>
        <p:nvSpPr>
          <p:cNvPr id="15" name="Shape 13"/>
          <p:cNvSpPr/>
          <p:nvPr/>
        </p:nvSpPr>
        <p:spPr>
          <a:xfrm>
            <a:off x="13677900" y="1428750"/>
            <a:ext cx="3238500" cy="1333500"/>
          </a:xfrm>
          <a:prstGeom prst="roundRect">
            <a:avLst>
              <a:gd name="adj" fmla="val 17143"/>
            </a:avLst>
          </a:prstGeom>
          <a:solidFill>
            <a:srgbClr val="14161C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677900" y="1428750"/>
            <a:ext cx="3238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spc="191" kern="0" dirty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0x3ff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9601200" y="289560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195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3677900" y="289560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thập lục</a:t>
            </a: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endParaRPr lang="en-US" sz="1950" dirty="0"/>
          </a:p>
        </p:txBody>
      </p:sp>
      <p:sp>
        <p:nvSpPr>
          <p:cNvPr id="19" name="Connector line-1792339091416-848678341"/>
          <p:cNvSpPr/>
          <p:nvPr/>
        </p:nvSpPr>
        <p:spPr>
          <a:xfrm>
            <a:off x="13258800" y="3390900"/>
            <a:ext cx="0" cy="59055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20" name="Connector line-1792339091416-77429092"/>
          <p:cNvSpPr/>
          <p:nvPr/>
        </p:nvSpPr>
        <p:spPr>
          <a:xfrm>
            <a:off x="11572875" y="3981450"/>
            <a:ext cx="337185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21" name="Connector line-1792339091416-101739980"/>
          <p:cNvSpPr/>
          <p:nvPr/>
        </p:nvSpPr>
        <p:spPr>
          <a:xfrm>
            <a:off x="11572875" y="3981450"/>
            <a:ext cx="0" cy="45720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22" name="Connector line-1792339091416-200570491"/>
          <p:cNvSpPr/>
          <p:nvPr/>
        </p:nvSpPr>
        <p:spPr>
          <a:xfrm>
            <a:off x="14944725" y="3981450"/>
            <a:ext cx="0" cy="45720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13525500" y="346710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1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100" b="1" dirty="0" spc="-1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0001250" y="4533900"/>
            <a:ext cx="3143250" cy="2190750"/>
          </a:xfrm>
          <a:prstGeom prst="roundRect">
            <a:avLst>
              <a:gd name="adj" fmla="val 10435"/>
            </a:avLst>
          </a:prstGeom>
          <a:solidFill>
            <a:srgbClr val="3DD6A0"/>
          </a:solidFill>
          <a:ln/>
        </p:spPr>
      </p:sp>
      <p:sp>
        <p:nvSpPr>
          <p:cNvPr id="25" name="Text 23"/>
          <p:cNvSpPr/>
          <p:nvPr/>
        </p:nvSpPr>
        <p:spPr>
          <a:xfrm>
            <a:off x="10001250" y="4533900"/>
            <a:ext cx="314325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0" spc="206" kern="0" dirty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9750" dirty="0"/>
          </a:p>
        </p:txBody>
      </p:sp>
      <p:sp>
        <p:nvSpPr>
          <p:cNvPr id="26" name="Shape 24"/>
          <p:cNvSpPr/>
          <p:nvPr/>
        </p:nvSpPr>
        <p:spPr>
          <a:xfrm>
            <a:off x="13373100" y="4533900"/>
            <a:ext cx="3143250" cy="2190750"/>
          </a:xfrm>
          <a:prstGeom prst="roundRect">
            <a:avLst>
              <a:gd name="adj" fmla="val 10435"/>
            </a:avLst>
          </a:prstGeom>
          <a:solidFill>
            <a:srgbClr val="1D4A41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373100" y="4533900"/>
            <a:ext cx="314325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0" spc="454" kern="0" dirty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ff</a:t>
            </a:r>
            <a:endParaRPr lang="en-US" sz="9750" dirty="0"/>
          </a:p>
        </p:txBody>
      </p:sp>
      <p:sp>
        <p:nvSpPr>
          <p:cNvPr id="28" name="Text 26"/>
          <p:cNvSpPr/>
          <p:nvPr/>
        </p:nvSpPr>
        <p:spPr>
          <a:xfrm>
            <a:off x="10001250" y="6896100"/>
            <a:ext cx="3143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1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</a:t>
            </a:r>
            <a:r>
              <a:rPr lang="en-US" sz="255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55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550" dirty="0"/>
          </a:p>
        </p:txBody>
      </p:sp>
      <p:sp>
        <p:nvSpPr>
          <p:cNvPr id="29" name="Text 27"/>
          <p:cNvSpPr/>
          <p:nvPr/>
        </p:nvSpPr>
        <p:spPr>
          <a:xfrm>
            <a:off x="13373100" y="6896100"/>
            <a:ext cx="3143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1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</a:t>
            </a:r>
            <a:r>
              <a:rPr lang="en-US" sz="25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55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550" dirty="0"/>
          </a:p>
        </p:txBody>
      </p:sp>
      <p:sp>
        <p:nvSpPr>
          <p:cNvPr id="30" name="Text 28"/>
          <p:cNvSpPr/>
          <p:nvPr/>
        </p:nvSpPr>
        <p:spPr>
          <a:xfrm>
            <a:off x="9601200" y="7848600"/>
            <a:ext cx="7315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Màu</a:t>
            </a:r>
            <a:r>
              <a:rPr lang="en-US" sz="195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đậm:</a:t>
            </a:r>
            <a:r>
              <a:rPr lang="en-US" sz="19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19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Màu</a:t>
            </a:r>
            <a:r>
              <a:rPr lang="en-US" sz="19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nhạt:</a:t>
            </a:r>
            <a:r>
              <a:rPr lang="en-US" sz="19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19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 03/09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cab8fc1f-c742-46af-8edf-91bed347dee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LITTLE</a:t>
            </a:r>
            <a:r>
              <a:rPr lang="en-US" sz="19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ENDIAN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Little</a:t>
            </a:r>
            <a:r>
              <a:rPr lang="en-US" sz="78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endian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781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1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</a:t>
            </a:r>
            <a:r>
              <a:rPr lang="en-US" sz="3300" b="1" dirty="0" spc="-8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3300" b="1" dirty="0" spc="-1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3300" b="1" dirty="0" spc="1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3581400"/>
            <a:ext cx="7810500" cy="11430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1023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ff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03.</a:t>
            </a:r>
            <a:endParaRPr lang="en-US" sz="2850" dirty="0"/>
          </a:p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8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Intel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x86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thứ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4953000"/>
            <a:ext cx="2857500" cy="6858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Intel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x86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3962400" y="4953000"/>
            <a:ext cx="3619500" cy="68580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25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1023:</a:t>
            </a:r>
            <a:r>
              <a:rPr lang="en-US" sz="2250" b="1" dirty="0" spc="-2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ff</a:t>
            </a:r>
            <a:r>
              <a:rPr lang="en-US" sz="2250" b="1" dirty="0" spc="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6477000"/>
            <a:ext cx="7620000" cy="2190750"/>
          </a:xfrm>
          <a:prstGeom prst="roundRect">
            <a:avLst>
              <a:gd name="adj" fmla="val 12174"/>
            </a:avLst>
          </a:prstGeom>
          <a:solidFill>
            <a:srgbClr val="F3DFB8"/>
          </a:solidFill>
          <a:ln/>
        </p:spPr>
      </p:sp>
      <p:sp>
        <p:nvSpPr>
          <p:cNvPr id="9" name="Text 7"/>
          <p:cNvSpPr/>
          <p:nvPr/>
        </p:nvSpPr>
        <p:spPr>
          <a:xfrm>
            <a:off x="1238250" y="674370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0" name="Text richtext-1792339141390-422399297"/>
          <p:cNvSpPr/>
          <p:nvPr/>
        </p:nvSpPr>
        <p:spPr>
          <a:xfrm>
            <a:off x="1238250" y="7181850"/>
            <a:ext cx="7048500" cy="1333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thấp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0" y="1390650"/>
            <a:ext cx="7315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1023</a:t>
            </a: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10001250" y="2381250"/>
            <a:ext cx="3143250" cy="2190750"/>
          </a:xfrm>
          <a:prstGeom prst="roundRect">
            <a:avLst>
              <a:gd name="adj" fmla="val 10435"/>
            </a:avLst>
          </a:prstGeom>
          <a:solidFill>
            <a:srgbClr val="F3DFB8"/>
          </a:solidFill>
          <a:ln w="381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01250" y="2381250"/>
            <a:ext cx="314325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0" spc="454" kern="0" dirty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ff</a:t>
            </a:r>
            <a:endParaRPr lang="en-US" sz="9750" dirty="0"/>
          </a:p>
        </p:txBody>
      </p:sp>
      <p:sp>
        <p:nvSpPr>
          <p:cNvPr id="15" name="Shape 13"/>
          <p:cNvSpPr/>
          <p:nvPr/>
        </p:nvSpPr>
        <p:spPr>
          <a:xfrm>
            <a:off x="13373100" y="2381250"/>
            <a:ext cx="3143250" cy="2190750"/>
          </a:xfrm>
          <a:prstGeom prst="roundRect">
            <a:avLst>
              <a:gd name="adj" fmla="val 10435"/>
            </a:avLst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13373100" y="2381250"/>
            <a:ext cx="314325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0" spc="206" kern="0" dirty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9750" dirty="0"/>
          </a:p>
        </p:txBody>
      </p:sp>
      <p:sp>
        <p:nvSpPr>
          <p:cNvPr id="17" name="Text 15"/>
          <p:cNvSpPr/>
          <p:nvPr/>
        </p:nvSpPr>
        <p:spPr>
          <a:xfrm>
            <a:off x="10001250" y="4762500"/>
            <a:ext cx="3143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1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</a:t>
            </a:r>
            <a:r>
              <a:rPr lang="en-US" sz="2550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550" b="1" dirty="0" spc="-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3373100" y="4762500"/>
            <a:ext cx="3143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1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</a:t>
            </a:r>
            <a:r>
              <a:rPr lang="en-US" sz="2550" b="1" dirty="0" spc="-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550" b="1" dirty="0" spc="-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550" dirty="0"/>
          </a:p>
        </p:txBody>
      </p:sp>
      <p:sp>
        <p:nvSpPr>
          <p:cNvPr id="19" name="Connector line-1792339141417-480295587"/>
          <p:cNvSpPr/>
          <p:nvPr/>
        </p:nvSpPr>
        <p:spPr>
          <a:xfrm>
            <a:off x="10001250" y="6096000"/>
            <a:ext cx="65151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0001250" y="6343650"/>
            <a:ext cx="3143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thấp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3373100" y="6343650"/>
            <a:ext cx="3143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100" b="1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601200" y="7905750"/>
            <a:ext cx="7315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Màu</a:t>
            </a:r>
            <a:r>
              <a:rPr lang="en-US" sz="195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đậm:</a:t>
            </a:r>
            <a:r>
              <a:rPr lang="en-US" sz="19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19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Màu</a:t>
            </a:r>
            <a:r>
              <a:rPr lang="en-US" sz="19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nhạt:</a:t>
            </a:r>
            <a:r>
              <a:rPr lang="en-US" sz="19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19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09dfae2d-ec26-42d9-bab0-6f752294196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BIG ENDIAN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Big</a:t>
            </a:r>
            <a:r>
              <a:rPr lang="en-US" sz="78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endian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781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1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</a:t>
            </a:r>
            <a:r>
              <a:rPr lang="en-US" sz="3300" b="1" dirty="0" spc="-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3300" b="1" dirty="0" spc="-1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3300" b="1" dirty="0" spc="1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3581400"/>
            <a:ext cx="7810500" cy="11430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1023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ff,</a:t>
            </a:r>
            <a:endParaRPr lang="en-US" sz="2850" dirty="0"/>
          </a:p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8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4953000"/>
            <a:ext cx="6096000" cy="6858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PowerPC</a:t>
            </a:r>
            <a:r>
              <a:rPr lang="en-US" sz="225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Motorola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68k</a:t>
            </a:r>
            <a:r>
              <a:rPr lang="en-US" sz="22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14400" y="5791200"/>
            <a:ext cx="3429000" cy="685800"/>
          </a:xfrm>
          <a:prstGeom prst="roundRect">
            <a:avLst>
              <a:gd name="adj" fmla="val 50000"/>
            </a:avLst>
          </a:prstGeom>
          <a:solidFill>
            <a:srgbClr val="26305F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2250" b="1" dirty="0" spc="-1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b="1" dirty="0" spc="3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25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6819900"/>
            <a:ext cx="7620000" cy="2038350"/>
          </a:xfrm>
          <a:prstGeom prst="roundRect">
            <a:avLst>
              <a:gd name="adj" fmla="val 13084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38250" y="706755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0" name="Text richtext-1792339177770-556881855"/>
          <p:cNvSpPr/>
          <p:nvPr/>
        </p:nvSpPr>
        <p:spPr>
          <a:xfrm>
            <a:off x="1238250" y="7486650"/>
            <a:ext cx="7048500" cy="1238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thấp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E32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0" y="1390650"/>
            <a:ext cx="7315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1023</a:t>
            </a:r>
            <a:r>
              <a:rPr lang="en-US" sz="27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10001250" y="2381250"/>
            <a:ext cx="3143250" cy="2190750"/>
          </a:xfrm>
          <a:prstGeom prst="roundRect">
            <a:avLst>
              <a:gd name="adj" fmla="val 10435"/>
            </a:avLst>
          </a:prstGeom>
          <a:solidFill>
            <a:srgbClr val="7C93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001250" y="2381250"/>
            <a:ext cx="314325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0" spc="206" kern="0" dirty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9750" dirty="0"/>
          </a:p>
        </p:txBody>
      </p:sp>
      <p:sp>
        <p:nvSpPr>
          <p:cNvPr id="15" name="Shape 13"/>
          <p:cNvSpPr/>
          <p:nvPr/>
        </p:nvSpPr>
        <p:spPr>
          <a:xfrm>
            <a:off x="13373100" y="2381250"/>
            <a:ext cx="3143250" cy="2190750"/>
          </a:xfrm>
          <a:prstGeom prst="roundRect">
            <a:avLst>
              <a:gd name="adj" fmla="val 10435"/>
            </a:avLst>
          </a:prstGeom>
          <a:solidFill>
            <a:srgbClr val="26305F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373100" y="2381250"/>
            <a:ext cx="314325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0" spc="454" kern="0" dirty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ff</a:t>
            </a:r>
            <a:endParaRPr lang="en-US" sz="9750" dirty="0"/>
          </a:p>
        </p:txBody>
      </p:sp>
      <p:sp>
        <p:nvSpPr>
          <p:cNvPr id="17" name="Text 15"/>
          <p:cNvSpPr/>
          <p:nvPr/>
        </p:nvSpPr>
        <p:spPr>
          <a:xfrm>
            <a:off x="10001250" y="4762500"/>
            <a:ext cx="3143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1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</a:t>
            </a:r>
            <a:r>
              <a:rPr lang="en-US" sz="255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55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3373100" y="4762500"/>
            <a:ext cx="3143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1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</a:t>
            </a:r>
            <a:r>
              <a:rPr lang="en-US" sz="255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55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550" dirty="0"/>
          </a:p>
        </p:txBody>
      </p:sp>
      <p:sp>
        <p:nvSpPr>
          <p:cNvPr id="19" name="Connector line-1792339177788-437815290"/>
          <p:cNvSpPr/>
          <p:nvPr/>
        </p:nvSpPr>
        <p:spPr>
          <a:xfrm>
            <a:off x="10001250" y="6096000"/>
            <a:ext cx="651510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0001250" y="6343650"/>
            <a:ext cx="3143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thấp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3373100" y="6343650"/>
            <a:ext cx="3143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100" b="1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r>
              <a:rPr lang="en-US" sz="21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601200" y="7905750"/>
            <a:ext cx="7315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Màu</a:t>
            </a:r>
            <a:r>
              <a:rPr lang="en-US" sz="195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đậm:</a:t>
            </a:r>
            <a:r>
              <a:rPr lang="en-US" sz="19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19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Màu</a:t>
            </a:r>
            <a:r>
              <a:rPr lang="en-US" sz="19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nhạt:</a:t>
            </a:r>
            <a:r>
              <a:rPr lang="en-US" sz="19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19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45e5cdbd-47ae-46c2-a051-fc6abceb0db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 TỰ</a:t>
            </a:r>
            <a:r>
              <a:rPr lang="en-US" sz="1950" b="1" spc="20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 quan</a:t>
            </a:r>
            <a:r>
              <a:rPr lang="en-US" sz="78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trọng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781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 dữ</a:t>
            </a:r>
            <a:r>
              <a:rPr lang="en-US" sz="330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300" b="1" dirty="0" spc="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3300" b="1" dirty="0" spc="-1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3300" b="1" dirty="0" spc="-1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3581400"/>
            <a:ext cx="7810500" cy="16192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thống, hoặc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bởi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thứ tự khác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14400" y="6096000"/>
            <a:ext cx="7620000" cy="2628900"/>
          </a:xfrm>
          <a:prstGeom prst="roundRect">
            <a:avLst>
              <a:gd name="adj" fmla="val 10145"/>
            </a:avLst>
          </a:prstGeom>
          <a:solidFill>
            <a:srgbClr val="E8E0CF"/>
          </a:solidFill>
          <a:ln/>
        </p:spPr>
      </p:sp>
      <p:sp>
        <p:nvSpPr>
          <p:cNvPr id="7" name="Text 5"/>
          <p:cNvSpPr/>
          <p:nvPr/>
        </p:nvSpPr>
        <p:spPr>
          <a:xfrm>
            <a:off x="1238250" y="636270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8" name="Text richtext-1792339226045-716629603"/>
          <p:cNvSpPr/>
          <p:nvPr/>
        </p:nvSpPr>
        <p:spPr>
          <a:xfrm>
            <a:off x="1238250" y="6800850"/>
            <a:ext cx="7048500" cy="18097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Rắc</a:t>
            </a:r>
            <a:r>
              <a:rPr lang="en-US" sz="25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rối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 thứ tự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0" y="1428750"/>
            <a:ext cx="7315200" cy="1714500"/>
          </a:xfrm>
          <a:prstGeom prst="roundRect">
            <a:avLst>
              <a:gd name="adj" fmla="val 13333"/>
            </a:avLst>
          </a:prstGeom>
          <a:solidFill>
            <a:srgbClr val="F3EEE3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06000" y="1885950"/>
            <a:ext cx="800100" cy="8001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11049000" y="1714500"/>
            <a:ext cx="5562600" cy="1143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endParaRPr lang="en-US" sz="2700" dirty="0"/>
          </a:p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giữa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601200" y="3333750"/>
            <a:ext cx="7315200" cy="1714500"/>
          </a:xfrm>
          <a:prstGeom prst="roundRect">
            <a:avLst>
              <a:gd name="adj" fmla="val 13333"/>
            </a:avLst>
          </a:prstGeom>
          <a:solidFill>
            <a:srgbClr val="F3EEE3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06000" y="3790950"/>
            <a:ext cx="800100" cy="8001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1049000" y="3619500"/>
            <a:ext cx="5562600" cy="1143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bởi</a:t>
            </a:r>
            <a:endParaRPr lang="en-US" sz="2700" dirty="0"/>
          </a:p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nhau</a:t>
            </a:r>
            <a:endParaRPr lang="en-US" sz="2700" dirty="0"/>
          </a:p>
        </p:txBody>
      </p:sp>
      <p:sp>
        <p:nvSpPr>
          <p:cNvPr id="16" name="Connector line-1792339226061-761185347"/>
          <p:cNvSpPr/>
          <p:nvPr/>
        </p:nvSpPr>
        <p:spPr>
          <a:xfrm>
            <a:off x="13258800" y="5162550"/>
            <a:ext cx="0" cy="60960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601200" y="5848350"/>
            <a:ext cx="7315200" cy="2190750"/>
          </a:xfrm>
          <a:prstGeom prst="roundRect">
            <a:avLst>
              <a:gd name="adj" fmla="val 10435"/>
            </a:avLst>
          </a:prstGeom>
          <a:solidFill>
            <a:srgbClr val="14161C"/>
          </a:solidFill>
          <a:ln/>
        </p:spPr>
      </p:sp>
      <p:sp>
        <p:nvSpPr>
          <p:cNvPr id="18" name="Text 16"/>
          <p:cNvSpPr/>
          <p:nvPr/>
        </p:nvSpPr>
        <p:spPr>
          <a:xfrm>
            <a:off x="9906000" y="6191250"/>
            <a:ext cx="670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-6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33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33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33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33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33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9906000" y="6953250"/>
            <a:ext cx="6705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để</a:t>
            </a:r>
            <a:r>
              <a:rPr lang="en-US" sz="2550" dirty="0" spc="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5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5c6bbfdf-a1e3-444e-8d2d-bb02317a187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 TỰ</a:t>
            </a:r>
            <a:r>
              <a:rPr lang="en-US" sz="1950" b="1" spc="20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 nhớ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781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Byte,</a:t>
            </a:r>
            <a:r>
              <a:rPr lang="en-US" sz="3300" b="1" dirty="0" spc="-1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300" b="1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330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3581400"/>
            <a:ext cx="7810500" cy="11430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8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8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8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nhớ.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14400" y="5905500"/>
            <a:ext cx="7620000" cy="2628900"/>
          </a:xfrm>
          <a:prstGeom prst="roundRect">
            <a:avLst>
              <a:gd name="adj" fmla="val 10145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238250" y="617220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8" name="Text richtext-1792339395757-14647258"/>
          <p:cNvSpPr/>
          <p:nvPr/>
        </p:nvSpPr>
        <p:spPr>
          <a:xfrm>
            <a:off x="1238250" y="6610350"/>
            <a:ext cx="7048500" cy="18097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byte,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tự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nói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 hơn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 thuộc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E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0" y="1371600"/>
            <a:ext cx="7315200" cy="2286000"/>
          </a:xfrm>
          <a:prstGeom prst="roundRect">
            <a:avLst>
              <a:gd name="adj" fmla="val 10000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0" y="1543050"/>
            <a:ext cx="6705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2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906000" y="1943100"/>
            <a:ext cx="6705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95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1950" dirty="0" spc="-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95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95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439400" y="2514600"/>
            <a:ext cx="952500" cy="857250"/>
          </a:xfrm>
          <a:prstGeom prst="roundRect">
            <a:avLst>
              <a:gd name="adj" fmla="val 17778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03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1468100" y="2514600"/>
            <a:ext cx="952500" cy="857250"/>
          </a:xfrm>
          <a:prstGeom prst="roundRect">
            <a:avLst>
              <a:gd name="adj" fmla="val 17778"/>
            </a:avLst>
          </a:prstGeom>
          <a:solidFill>
            <a:srgbClr val="26305F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6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ff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2668250" y="2724150"/>
            <a:ext cx="1333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hoặc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4249400" y="2514600"/>
            <a:ext cx="952500" cy="857250"/>
          </a:xfrm>
          <a:prstGeom prst="roundRect">
            <a:avLst>
              <a:gd name="adj" fmla="val 17778"/>
            </a:avLst>
          </a:prstGeom>
          <a:solidFill>
            <a:srgbClr val="4A3820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6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ff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5278100" y="2514600"/>
            <a:ext cx="952500" cy="857250"/>
          </a:xfrm>
          <a:prstGeom prst="roundRect">
            <a:avLst>
              <a:gd name="adj" fmla="val 17778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03</a:t>
            </a:r>
            <a:endParaRPr lang="en-US" sz="3300" dirty="0"/>
          </a:p>
        </p:txBody>
      </p:sp>
      <p:sp>
        <p:nvSpPr>
          <p:cNvPr id="18" name="Shape 16"/>
          <p:cNvSpPr/>
          <p:nvPr/>
        </p:nvSpPr>
        <p:spPr>
          <a:xfrm>
            <a:off x="9601200" y="3848100"/>
            <a:ext cx="7315200" cy="1714500"/>
          </a:xfrm>
          <a:prstGeom prst="roundRect">
            <a:avLst>
              <a:gd name="adj" fmla="val 13333"/>
            </a:avLst>
          </a:prstGeom>
          <a:solidFill>
            <a:srgbClr val="14161C"/>
          </a:solidFill>
          <a:ln/>
        </p:spPr>
      </p:sp>
      <p:sp>
        <p:nvSpPr>
          <p:cNvPr id="19" name="Text 17"/>
          <p:cNvSpPr/>
          <p:nvPr/>
        </p:nvSpPr>
        <p:spPr>
          <a:xfrm>
            <a:off x="9906000" y="4400550"/>
            <a:ext cx="2476500" cy="6096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2611100" y="4133850"/>
            <a:ext cx="4000500" cy="1143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bit</a:t>
            </a:r>
            <a:endParaRPr lang="en-US" sz="2550" dirty="0"/>
          </a:p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9601200" y="5753100"/>
            <a:ext cx="7315200" cy="2552700"/>
          </a:xfrm>
          <a:prstGeom prst="roundRect">
            <a:avLst>
              <a:gd name="adj" fmla="val 8955"/>
            </a:avLst>
          </a:prstGeom>
          <a:solidFill>
            <a:srgbClr val="14161C"/>
          </a:solidFill>
          <a:ln/>
        </p:spPr>
      </p:sp>
      <p:sp>
        <p:nvSpPr>
          <p:cNvPr id="22" name="Text 20"/>
          <p:cNvSpPr/>
          <p:nvPr/>
        </p:nvSpPr>
        <p:spPr>
          <a:xfrm>
            <a:off x="9906000" y="6210300"/>
            <a:ext cx="2762250" cy="800100"/>
          </a:xfrm>
          <a:prstGeom prst="roundRect">
            <a:avLst>
              <a:gd name="adj" fmla="val 50000"/>
            </a:avLst>
          </a:prstGeom>
          <a:solidFill>
            <a:srgbClr val="26305F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big</a:t>
            </a:r>
            <a:r>
              <a:rPr lang="en-US" sz="24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endian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2668250" y="6181725"/>
            <a:ext cx="11811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?</a:t>
            </a:r>
            <a:endParaRPr lang="en-US" sz="5400" dirty="0"/>
          </a:p>
        </p:txBody>
      </p:sp>
      <p:sp>
        <p:nvSpPr>
          <p:cNvPr id="24" name="Text 22"/>
          <p:cNvSpPr/>
          <p:nvPr/>
        </p:nvSpPr>
        <p:spPr>
          <a:xfrm>
            <a:off x="13849350" y="6210300"/>
            <a:ext cx="2762250" cy="800100"/>
          </a:xfrm>
          <a:prstGeom prst="roundRect">
            <a:avLst>
              <a:gd name="adj" fmla="val 50000"/>
            </a:avLst>
          </a:prstGeom>
          <a:solidFill>
            <a:srgbClr val="4A3820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little</a:t>
            </a:r>
            <a:r>
              <a:rPr lang="en-US" sz="240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endian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906000" y="7353300"/>
            <a:ext cx="670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550" b="1" dirty="0" spc="-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550" b="1" dirty="0" spc="-1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5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255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550" dirty="0"/>
          </a:p>
        </p:txBody>
      </p:sp>
      <p:sp>
        <p:nvSpPr>
          <p:cNvPr id="26" name="Shape 24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ca9117f0-4d24-478a-9c12-e926b5cd9b7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0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Chuyện</a:t>
            </a:r>
            <a:r>
              <a:rPr lang="en-US" sz="78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7800" dirty="0" spc="-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xảy</a:t>
            </a:r>
            <a:r>
              <a:rPr lang="en-US" sz="7800" dirty="0" spc="-7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ra?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7810500" cy="21907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little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endian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1023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2850" dirty="0"/>
          </a:p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rồi</a:t>
            </a:r>
            <a:r>
              <a:rPr lang="en-US" sz="2850" dirty="0" spc="4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endian.</a:t>
            </a:r>
            <a:endParaRPr lang="en-US" sz="2850" dirty="0"/>
          </a:p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tự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6286500"/>
            <a:ext cx="7620000" cy="2247900"/>
          </a:xfrm>
          <a:prstGeom prst="roundRect">
            <a:avLst>
              <a:gd name="adj" fmla="val 11864"/>
            </a:avLst>
          </a:prstGeom>
          <a:solidFill>
            <a:srgbClr val="E8E0CF"/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655320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7" name="Text richtext-1792339434875-791895188"/>
          <p:cNvSpPr/>
          <p:nvPr/>
        </p:nvSpPr>
        <p:spPr>
          <a:xfrm>
            <a:off x="1238250" y="6991350"/>
            <a:ext cx="7048500" cy="14287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tự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endian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tự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0" y="1371600"/>
            <a:ext cx="7315200" cy="1905000"/>
          </a:xfrm>
          <a:prstGeom prst="roundRect">
            <a:avLst>
              <a:gd name="adj" fmla="val 12000"/>
            </a:avLst>
          </a:prstGeom>
          <a:solidFill>
            <a:srgbClr val="F3EEE3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06000" y="1924050"/>
            <a:ext cx="800100" cy="8001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0934700" y="1638300"/>
            <a:ext cx="3733800" cy="13716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little endian</a:t>
            </a:r>
            <a:endParaRPr lang="en-US" sz="24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5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400" b="1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ff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4820900" y="1924050"/>
            <a:ext cx="914400" cy="800100"/>
          </a:xfrm>
          <a:prstGeom prst="roundRect">
            <a:avLst>
              <a:gd name="adj" fmla="val 19048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ff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5811500" y="1924050"/>
            <a:ext cx="914400" cy="800100"/>
          </a:xfrm>
          <a:prstGeom prst="roundRect">
            <a:avLst>
              <a:gd name="adj" fmla="val 19048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9601200" y="3467100"/>
            <a:ext cx="7315200" cy="1905000"/>
          </a:xfrm>
          <a:prstGeom prst="roundRect">
            <a:avLst>
              <a:gd name="adj" fmla="val 12000"/>
            </a:avLst>
          </a:prstGeom>
          <a:solidFill>
            <a:srgbClr val="F3EEE3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06000" y="4019550"/>
            <a:ext cx="800100" cy="8001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10934700" y="3733800"/>
            <a:ext cx="3733800" cy="13716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big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endian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coi</a:t>
            </a:r>
            <a:r>
              <a:rPr lang="en-US" sz="24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24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4820900" y="4019550"/>
            <a:ext cx="914400" cy="800100"/>
          </a:xfrm>
          <a:prstGeom prst="roundRect">
            <a:avLst>
              <a:gd name="adj" fmla="val 19048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ff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5811500" y="4019550"/>
            <a:ext cx="914400" cy="800100"/>
          </a:xfrm>
          <a:prstGeom prst="roundRect">
            <a:avLst>
              <a:gd name="adj" fmla="val 19048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9601200" y="5562600"/>
            <a:ext cx="7315200" cy="2743200"/>
          </a:xfrm>
          <a:prstGeom prst="roundRect">
            <a:avLst>
              <a:gd name="adj" fmla="val 8333"/>
            </a:avLst>
          </a:prstGeom>
          <a:solidFill>
            <a:srgbClr val="F8D9D0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06000" y="5905500"/>
            <a:ext cx="800100" cy="8001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10934700" y="5867400"/>
            <a:ext cx="5715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4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42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0xff03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10934700" y="6629400"/>
            <a:ext cx="571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2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tức</a:t>
            </a:r>
            <a:r>
              <a:rPr lang="en-US" sz="3150" b="1" dirty="0" spc="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65283,</a:t>
            </a:r>
            <a:r>
              <a:rPr lang="en-US" sz="3150" b="1" dirty="0" spc="-1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31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315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1023</a:t>
            </a:r>
            <a:endParaRPr lang="en-US" sz="3150" dirty="0"/>
          </a:p>
        </p:txBody>
      </p:sp>
      <p:sp>
        <p:nvSpPr>
          <p:cNvPr id="23" name="Text 21"/>
          <p:cNvSpPr/>
          <p:nvPr/>
        </p:nvSpPr>
        <p:spPr>
          <a:xfrm>
            <a:off x="10934700" y="73152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nếu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 nguyên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1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0934700" y="76962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Phép tính của</a:t>
            </a:r>
            <a:r>
              <a:rPr lang="en-US" sz="19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9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f459f7bb-9b81-4b0c-b65d-fa8e62fb364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0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1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1430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0" dirty="0" spc="-6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78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 nhớ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334000" cy="3143250"/>
          </a:xfrm>
          <a:prstGeom prst="roundRect">
            <a:avLst>
              <a:gd name="adj" fmla="val 8485"/>
            </a:avLst>
          </a:prstGeom>
          <a:solidFill>
            <a:srgbClr val="1E212B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19200" y="3067050"/>
            <a:ext cx="47244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1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byte</a:t>
            </a:r>
            <a:r>
              <a:rPr lang="en-US" sz="3600" dirty="0" spc="-2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lớn</a:t>
            </a:r>
            <a:r>
              <a:rPr lang="en-US" sz="36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19200" y="3771900"/>
            <a:ext cx="4724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most</a:t>
            </a: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significant</a:t>
            </a:r>
            <a:r>
              <a:rPr lang="en-US" sz="1950" dirty="0" spc="-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1950" dirty="0"/>
          </a:p>
        </p:txBody>
      </p:sp>
      <p:sp>
        <p:nvSpPr>
          <p:cNvPr id="7" name="Text richtext-1792339488020-390383395"/>
          <p:cNvSpPr/>
          <p:nvPr/>
        </p:nvSpPr>
        <p:spPr>
          <a:xfrm>
            <a:off x="1219200" y="4343400"/>
            <a:ext cx="4724400" cy="1333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Đứng</a:t>
            </a:r>
            <a:r>
              <a:rPr lang="en-US" sz="24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4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big endian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1023:</a:t>
            </a:r>
            <a:r>
              <a:rPr lang="en-US" sz="24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77000" y="2762250"/>
            <a:ext cx="5334000" cy="3143250"/>
          </a:xfrm>
          <a:prstGeom prst="roundRect">
            <a:avLst>
              <a:gd name="adj" fmla="val 8485"/>
            </a:avLst>
          </a:prstGeom>
          <a:solidFill>
            <a:srgbClr val="1E212B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81800" y="3067050"/>
            <a:ext cx="47244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1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byte</a:t>
            </a:r>
            <a:r>
              <a:rPr lang="en-US" sz="36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 nhất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781800" y="3771900"/>
            <a:ext cx="4724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least</a:t>
            </a: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significant</a:t>
            </a:r>
            <a:r>
              <a:rPr lang="en-US" sz="195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1950" dirty="0"/>
          </a:p>
        </p:txBody>
      </p:sp>
      <p:sp>
        <p:nvSpPr>
          <p:cNvPr id="11" name="Text richtext-1792339488046-681254723"/>
          <p:cNvSpPr/>
          <p:nvPr/>
        </p:nvSpPr>
        <p:spPr>
          <a:xfrm>
            <a:off x="6781800" y="4343400"/>
            <a:ext cx="4724400" cy="1333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Đứng</a:t>
            </a:r>
            <a:r>
              <a:rPr lang="en-US" sz="24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4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little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endian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1023:</a:t>
            </a:r>
            <a:r>
              <a:rPr lang="en-US" sz="24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24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ff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2039600" y="2762250"/>
            <a:ext cx="5334000" cy="3143250"/>
          </a:xfrm>
          <a:prstGeom prst="roundRect">
            <a:avLst>
              <a:gd name="adj" fmla="val 8485"/>
            </a:avLst>
          </a:prstGeom>
          <a:solidFill>
            <a:srgbClr val="1E212B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0" y="3067050"/>
            <a:ext cx="47244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địa</a:t>
            </a:r>
            <a:r>
              <a:rPr lang="en-US" sz="3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thấp nhất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2344400" y="3771900"/>
            <a:ext cx="4724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</a:t>
            </a:r>
            <a:r>
              <a:rPr lang="en-US" sz="19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19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9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1950" dirty="0" spc="1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19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1950" dirty="0"/>
          </a:p>
        </p:txBody>
      </p:sp>
      <p:sp>
        <p:nvSpPr>
          <p:cNvPr id="15" name="Text richtext-1792339488056-89708104"/>
          <p:cNvSpPr/>
          <p:nvPr/>
        </p:nvSpPr>
        <p:spPr>
          <a:xfrm>
            <a:off x="12344400" y="4343400"/>
            <a:ext cx="4724400" cy="1333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Big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endian:</a:t>
            </a:r>
            <a:r>
              <a:rPr lang="en-US" sz="24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Little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endian:</a:t>
            </a:r>
            <a:r>
              <a:rPr lang="en-US" sz="24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14400" y="6191250"/>
            <a:ext cx="16459200" cy="2571750"/>
          </a:xfrm>
          <a:prstGeom prst="roundRect">
            <a:avLst>
              <a:gd name="adj" fmla="val 10370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238250" y="6438900"/>
            <a:ext cx="571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8" name="Text richtext-1792339488072-118261133"/>
          <p:cNvSpPr/>
          <p:nvPr/>
        </p:nvSpPr>
        <p:spPr>
          <a:xfrm>
            <a:off x="1238250" y="6877050"/>
            <a:ext cx="15811500" cy="10477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system-design-101: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byte,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-7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24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struct: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1023,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238250" y="8115300"/>
            <a:ext cx="1581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9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2026-10-18.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950" dirty="0" spc="-3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0abac318-a3c6-47ff-b667-a9bec211b9c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2026-10-18T22:31:10Z</dcterms:created>
  <dcterms:modified xsi:type="dcterms:W3CDTF">2026-10-18T22:31:10Z</dcterms:modified>
</cp:coreProperties>
</file>