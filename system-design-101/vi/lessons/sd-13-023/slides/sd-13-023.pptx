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8288000" cy="10287000"/>
  <p:notesSz cx="10287000" cy="18288000"/>
  <p:embeddedFontLst>
    <p:embeddedFont>
      <p:font typeface="Be Vietnam Pro"/>
      <p:regular r:id="rId17"/>
      <p:bold r:id="rId15"/>
    </p:embeddedFont>
    <p:embeddedFont>
      <p:font typeface="Bricolage Grotesque ExtraBold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38125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NoOps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DevOps: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hosting khác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81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b="1" spc="1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4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906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Nhà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4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4200" dirty="0"/>
          </a:p>
        </p:txBody>
      </p:sp>
      <p:sp>
        <p:nvSpPr>
          <p:cNvPr id="8" name="Shape 6"/>
          <p:cNvSpPr/>
          <p:nvPr/>
        </p:nvSpPr>
        <p:spPr>
          <a:xfrm>
            <a:off x="9372600" y="5334000"/>
            <a:ext cx="8001000" cy="3048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5715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1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1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6381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13335" rIns="0" bIns="-13335" rtlCol="0" anchor="t"/>
          <a:lstStyle/>
          <a:p>
            <a:pPr algn="l" indent="0" marL="0">
              <a:lnSpc>
                <a:spcPts val="4830"/>
              </a:lnSpc>
              <a:buNone/>
            </a:pP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lý?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bd83c23a-3303-4824-afc6-555be67c94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trục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1203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HOSTING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53340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4107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3487400" y="3333750"/>
            <a:ext cx="3886200" cy="1047750"/>
          </a:xfrm>
          <a:prstGeom prst="roundRect">
            <a:avLst>
              <a:gd name="adj" fmla="val 2181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14400" y="466725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53340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866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1" name="Shape 9"/>
          <p:cNvSpPr/>
          <p:nvPr/>
        </p:nvSpPr>
        <p:spPr>
          <a:xfrm>
            <a:off x="94107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633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Shape 11"/>
          <p:cNvSpPr/>
          <p:nvPr/>
        </p:nvSpPr>
        <p:spPr>
          <a:xfrm>
            <a:off x="13487400" y="466725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240000" y="528637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6477000"/>
            <a:ext cx="4191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53340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07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633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3487400" y="6477000"/>
            <a:ext cx="3886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240000" y="7096125"/>
            <a:ext cx="381000" cy="3810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0957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0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14400" y="8477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được;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02/08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e37ab36-67c6-44c1-99c5-154748120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1714500"/>
            <a:ext cx="15849600" cy="285750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200" dirty="0" spc="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nhà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cung cấp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</a:t>
            </a:r>
            <a:r>
              <a:rPr lang="en-US" sz="7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4770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</a:t>
            </a:r>
            <a:r>
              <a:rPr lang="en-US" sz="27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8580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39600" y="5334000"/>
            <a:ext cx="5334000" cy="3238500"/>
          </a:xfrm>
          <a:prstGeom prst="roundRect">
            <a:avLst>
              <a:gd name="adj" fmla="val 941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20600" y="5667375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7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420600" y="6477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Runtime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045bd8f5-ad29-444a-9016-174ad870e8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TRỤC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</a:t>
            </a:r>
            <a:r>
              <a:rPr lang="en-US" sz="2100" b="1" spc="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00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Bàn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3524250"/>
          </a:xfrm>
          <a:prstGeom prst="roundRect">
            <a:avLst>
              <a:gd name="adj" fmla="val 8649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33375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848850" y="4000500"/>
            <a:ext cx="7048500" cy="114300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r>
              <a:rPr lang="en-US" sz="4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848850" y="53340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685800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90650" y="71437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b="1" spc="14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90650" y="7715250"/>
            <a:ext cx="15621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quyền,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3754952-b127-4ac2-91e6-3779bb8167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Hosting không</a:t>
            </a:r>
            <a:r>
              <a:rPr lang="en-US" sz="7200" dirty="0" spc="-10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vận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Vẫn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36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 cảnh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 chi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36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3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3048000"/>
            <a:ext cx="5334000" cy="56197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429000"/>
            <a:ext cx="4572000" cy="1428750"/>
          </a:xfrm>
          <a:prstGeom prst="rect">
            <a:avLst/>
          </a:prstGeom>
          <a:noFill/>
          <a:ln/>
        </p:spPr>
        <p:txBody>
          <a:bodyPr wrap="square" lIns="0" tIns="18288" rIns="0" bIns="-18288" rtlCol="0" anchor="t"/>
          <a:lstStyle/>
          <a:p>
            <a:pPr algn="l" indent="0" marL="0">
              <a:lnSpc>
                <a:spcPts val="4032"/>
              </a:lnSpc>
              <a:buNone/>
            </a:pPr>
            <a:r>
              <a:rPr lang="en-US" sz="36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Mức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 không loại</a:t>
            </a:r>
            <a:r>
              <a:rPr lang="en-US" sz="36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mức.</a:t>
            </a:r>
            <a:endParaRPr lang="en-US" sz="2550" dirty="0"/>
          </a:p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Xét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trễ,</a:t>
            </a:r>
            <a:r>
              <a:rPr lang="en-US" sz="25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05/08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f49e4a5-0b65-42a4-960c-fb3c49e4dda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nhật?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8229600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Trường</a:t>
                      </a:r>
                      <a:r>
                        <a:rPr lang="en-US" sz="240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40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(theo</a:t>
                      </a:r>
                      <a:r>
                        <a:rPr lang="en-US" sz="240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40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b="1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Container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image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2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Nhóm bạn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do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Lambda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quản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lý, 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Auto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Lambda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áp dụng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Chế</a:t>
                      </a:r>
                      <a:r>
                        <a:rPr lang="en-US" sz="24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Function</a:t>
                      </a:r>
                      <a:r>
                        <a:rPr lang="en-US" sz="24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update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Manual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Bạn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cập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nhật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chọn phiên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Runtime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400" dirty="0" spc="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ngừng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2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Đừng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chờ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vá:</a:t>
                      </a:r>
                      <a:r>
                        <a:rPr lang="en-US" sz="24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chuyển</a:t>
                      </a:r>
                      <a:r>
                        <a:rPr lang="en-US" sz="240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runtime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còn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hỗ</a:t>
                      </a:r>
                      <a:r>
                        <a:rPr lang="en-US" sz="240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trợ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06/08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6dc36ead-65f2-480d-99ad-59c2137707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trách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nhiệm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09562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spc="1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366712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Những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04775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33500" y="5095875"/>
            <a:ext cx="971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2100" b="1" spc="1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spc="11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33500" y="5667375"/>
            <a:ext cx="971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thân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047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811000" y="2857500"/>
            <a:ext cx="5562600" cy="5810250"/>
          </a:xfrm>
          <a:prstGeom prst="roundRect">
            <a:avLst>
              <a:gd name="adj" fmla="val 5479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2230100" y="32385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NOOPS?</a:t>
            </a:r>
            <a:endParaRPr lang="en-US" sz="2100" dirty="0"/>
          </a:p>
        </p:txBody>
      </p:sp>
      <p:sp>
        <p:nvSpPr>
          <p:cNvPr id="13" name="Text richtext-1792373526592-224548907"/>
          <p:cNvSpPr/>
          <p:nvPr/>
        </p:nvSpPr>
        <p:spPr>
          <a:xfrm>
            <a:off x="12230100" y="3810000"/>
            <a:ext cx="4762500" cy="4572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nhà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 cấp.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hosting.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07/08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5b897e1-3881-470d-be3f-5b13be4151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38400"/>
          <a:ext cx="13716000" cy="914400"/>
        </p:xfrm>
        <a:graphic>
          <a:graphicData uri="http://schemas.openxmlformats.org/drawingml/2006/table">
            <a:tbl>
              <a:tblPr/>
              <a:tblGrid>
                <a:gridCol w="2095500"/>
                <a:gridCol w="8382000"/>
              </a:tblGrid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19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19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No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nhóm</a:t>
                      </a:r>
                      <a:r>
                        <a:rPr lang="en-US" sz="195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DevOps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Development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and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Operations: phát</a:t>
                      </a:r>
                      <a:r>
                        <a:rPr lang="en-US" sz="1950" dirty="0" spc="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195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195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Platform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</a:t>
                      </a:r>
                      <a:r>
                        <a:rPr lang="en-US" sz="195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nền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tảng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Function as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 Service: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một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BaaS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as a Service: phần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 phía</a:t>
                      </a:r>
                      <a:r>
                        <a:rPr lang="en-US" sz="195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195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như</a:t>
                      </a:r>
                      <a:r>
                        <a:rPr lang="en-US" sz="19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6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AWS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340"/>
                        </a:lnSpc>
                        <a:buNone/>
                      </a:pP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Amazon</a:t>
                      </a:r>
                      <a:r>
                        <a:rPr lang="en-US" sz="1950" dirty="0" spc="-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Web</a:t>
                      </a:r>
                      <a:r>
                        <a:rPr lang="en-US" sz="195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Services:</a:t>
                      </a:r>
                      <a:r>
                        <a:rPr lang="en-US" sz="1950" dirty="0" spc="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đám</a:t>
                      </a:r>
                      <a:r>
                        <a:rPr lang="en-US" sz="19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mây</a:t>
                      </a:r>
                      <a:r>
                        <a:rPr lang="en-US" sz="195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 Amazon</a:t>
                      </a:r>
                      <a:endParaRPr lang="en-US" sz="1200" dirty="0"/>
                    </a:p>
                  </a:txBody>
                  <a:tcPr marL="190500" marR="190500" marT="190500" marB="1905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1772900" y="2438400"/>
            <a:ext cx="5600700" cy="6400800"/>
          </a:xfrm>
          <a:prstGeom prst="roundRect">
            <a:avLst>
              <a:gd name="adj" fmla="val 4082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2153900" y="2724150"/>
            <a:ext cx="4857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541354-606896300"/>
          <p:cNvSpPr/>
          <p:nvPr/>
        </p:nvSpPr>
        <p:spPr>
          <a:xfrm>
            <a:off x="12153900" y="3295650"/>
            <a:ext cx="4953000" cy="533400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025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Lambda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AWS:</a:t>
            </a:r>
            <a:r>
              <a:rPr lang="en-US" sz="202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trách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025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runtime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08/08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9c42841d-a786-484e-b746-31db76ed0d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2026-10-19T02:54:03Z</dcterms:created>
  <dcterms:modified xsi:type="dcterms:W3CDTF">2026-10-19T02:54:03Z</dcterms:modified>
</cp:coreProperties>
</file>