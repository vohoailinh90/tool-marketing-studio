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embeddedFontLst>
    <p:embeddedFont>
      <p:font typeface="Be Vietnam Pro"/>
      <p:regular r:id="rId17"/>
      <p:bold r:id="rId15"/>
    </p:embeddedFont>
    <p:embeddedFont>
      <p:font typeface="Bricolage Grotesque ExtraBold"/>
      <p:regular r:id="rId16"/>
    </p:embeddedFont>
    <p:embeddedFont>
      <p:font typeface="Bricolage Grotesque"/>
      <p:bold r:id="rId18"/>
    </p:embeddedFont>
    <p:embeddedFont>
      <p:font typeface="Be Vietnam Pro SemiBold"/>
      <p:regular r:id="rId19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906000" cy="400050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75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75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kho: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75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 ở</a:t>
            </a:r>
            <a:r>
              <a:rPr lang="en-US" sz="75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952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30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phối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hợp?</a:t>
            </a:r>
            <a:endParaRPr lang="en-US" sz="3000" dirty="0"/>
          </a:p>
        </p:txBody>
      </p:sp>
      <p:sp>
        <p:nvSpPr>
          <p:cNvPr id="5" name="Connector line-1792420246159-300607201"/>
          <p:cNvSpPr/>
          <p:nvPr/>
        </p:nvSpPr>
        <p:spPr>
          <a:xfrm>
            <a:off x="914400" y="7715250"/>
            <a:ext cx="95250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9629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chung,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dịch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991850" y="4419600"/>
            <a:ext cx="1447800" cy="1447800"/>
          </a:xfrm>
          <a:prstGeom prst="ellipse">
            <a:avLst/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Mã</a:t>
            </a:r>
            <a:r>
              <a:rPr lang="en-US" sz="2100" b="1" dirty="0" spc="-2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nguồn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335000" y="38100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10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1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335000" y="57531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1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</a:t>
            </a:r>
            <a:r>
              <a:rPr lang="en-US" sz="2100" b="1" dirty="0" spc="-1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endParaRPr lang="en-US" sz="2100" dirty="0"/>
          </a:p>
        </p:txBody>
      </p:sp>
      <p:sp>
        <p:nvSpPr>
          <p:cNvPr id="11" name="Connector line-1792420246181-896644532"/>
          <p:cNvSpPr/>
          <p:nvPr/>
        </p:nvSpPr>
        <p:spPr>
          <a:xfrm flipV="1">
            <a:off x="12439650" y="4171950"/>
            <a:ext cx="895350" cy="971550"/>
          </a:xfrm>
          <a:prstGeom prst="curvedConnector3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2" name="Connector line-1792420246182-140769723"/>
          <p:cNvSpPr/>
          <p:nvPr/>
        </p:nvSpPr>
        <p:spPr>
          <a:xfrm>
            <a:off x="12439650" y="5143500"/>
            <a:ext cx="895350" cy="971550"/>
          </a:xfrm>
          <a:prstGeom prst="curvedConnector3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4" name="Moda image moda-export-watermark-8570daeb-3e4e-418f-88a3-0f73af43184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BỐI</a:t>
            </a:r>
            <a:r>
              <a:rPr lang="en-US" sz="1800" b="1" spc="28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190750"/>
            <a:ext cx="133350" cy="2857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190750"/>
            <a:ext cx="15716250" cy="2857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793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Cả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6900" dirty="0" spc="-7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được;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 chỗ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nằm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đâu.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428750" y="5905500"/>
            <a:ext cx="15716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-2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45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3450" b="1" dirty="0" spc="-1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345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3450" b="1" dirty="0" spc="-1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34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3450" b="1" dirty="0" spc="-2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45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kỷ</a:t>
            </a:r>
            <a:r>
              <a:rPr lang="en-US" sz="345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r>
              <a:rPr lang="en-US" sz="345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chung.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1428750" y="6858000"/>
            <a:ext cx="15716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345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3450" b="1" dirty="0" spc="-1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345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345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3450" b="1" dirty="0" spc="-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345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3450" b="1" dirty="0" spc="1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345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kho.</a:t>
            </a:r>
            <a:endParaRPr lang="en-US" sz="3450" dirty="0"/>
          </a:p>
        </p:txBody>
      </p:sp>
      <p:sp>
        <p:nvSpPr>
          <p:cNvPr id="7" name="Shape 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02/08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8780348c-66a8-4846-a5c4-7aaf7789ba3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800" b="1" spc="30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Mọi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 vụ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r>
              <a:rPr lang="en-US" sz="63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63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3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352550" y="3400425"/>
            <a:ext cx="914400" cy="9144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62250" y="3143250"/>
            <a:ext cx="1428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28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chạm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 dịch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nằm</a:t>
            </a:r>
            <a:r>
              <a:rPr lang="en-US" sz="28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commit.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14400" y="4857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1352550" y="5114925"/>
            <a:ext cx="914400" cy="9144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762250" y="4857750"/>
            <a:ext cx="1428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Có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8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áp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phiên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viện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chung:</a:t>
            </a:r>
            <a:r>
              <a:rPr lang="en-US" sz="285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đó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sách.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14400" y="65722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1352550" y="6829425"/>
            <a:ext cx="914400" cy="914400"/>
          </a:xfrm>
          <a:prstGeom prst="ellipse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762250" y="6572250"/>
            <a:ext cx="1428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Cái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giá: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build</a:t>
            </a:r>
            <a:r>
              <a:rPr lang="en-US" sz="28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chế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sở</a:t>
            </a:r>
            <a:r>
              <a:rPr lang="en-US" sz="2850" dirty="0" spc="3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hữu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mục.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03/08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a5120a96-ea42-4583-8317-4217a08041c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180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</a:t>
            </a:r>
            <a:r>
              <a:rPr lang="en-US" sz="180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Ranh</a:t>
            </a:r>
            <a:r>
              <a:rPr lang="en-US" sz="63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giới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</a:t>
            </a:r>
            <a:r>
              <a:rPr lang="en-US" sz="6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trùng</a:t>
            </a:r>
            <a:r>
              <a:rPr lang="en-US" sz="63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ranh</a:t>
            </a:r>
            <a:r>
              <a:rPr lang="en-US" sz="63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giới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vụ.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16192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0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đội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 lúc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nâng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 của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476750"/>
            <a:ext cx="45720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6858000" y="4476750"/>
            <a:ext cx="45720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2801600" y="4476750"/>
            <a:ext cx="45720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Từng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nâng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850" dirty="0"/>
          </a:p>
        </p:txBody>
      </p:sp>
      <p:sp>
        <p:nvSpPr>
          <p:cNvPr id="8" name="Connector line-1792420286119-89203677"/>
          <p:cNvSpPr/>
          <p:nvPr/>
        </p:nvSpPr>
        <p:spPr>
          <a:xfrm>
            <a:off x="5486400" y="5191125"/>
            <a:ext cx="137160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9" name="Connector line-1792420286119-26389235"/>
          <p:cNvSpPr/>
          <p:nvPr/>
        </p:nvSpPr>
        <p:spPr>
          <a:xfrm>
            <a:off x="11430000" y="5191125"/>
            <a:ext cx="137160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14400" y="68580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2A2E3B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6858000"/>
            <a:ext cx="15621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14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Lúc</a:t>
            </a:r>
            <a:r>
              <a:rPr lang="en-US" sz="2850" dirty="0" spc="9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đó,</a:t>
            </a:r>
            <a:r>
              <a:rPr lang="en-US" sz="2850" dirty="0" spc="5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2850" dirty="0" spc="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dịch</a:t>
            </a:r>
            <a:r>
              <a:rPr lang="en-US" sz="2850" dirty="0" spc="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r>
              <a:rPr lang="en-US" sz="2850" dirty="0" spc="-7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850" dirty="0" spc="-4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phiên</a:t>
            </a:r>
            <a:r>
              <a:rPr lang="en-US" sz="285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850" dirty="0" spc="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r>
              <a:rPr lang="en-US" sz="285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nhau.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04/08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94028469-627c-40e1-acd1-641324b9dd5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Kho</a:t>
            </a:r>
            <a:r>
              <a:rPr lang="en-US" sz="63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r>
              <a:rPr lang="en-US" sz="63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đòi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63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63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</a:t>
            </a: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63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CFE8E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143250"/>
            <a:ext cx="8001000" cy="1333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354330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Cái</a:t>
            </a:r>
            <a:r>
              <a:rPr lang="en-US" sz="285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giá</a:t>
            </a:r>
            <a:r>
              <a:rPr lang="en-US" sz="2850" dirty="0" spc="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của</a:t>
            </a:r>
            <a:r>
              <a:rPr lang="en-US" sz="2850" dirty="0" spc="-1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một</a:t>
            </a:r>
            <a:r>
              <a:rPr lang="en-US" sz="2850" dirty="0" spc="-5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kho</a:t>
            </a:r>
            <a:endParaRPr lang="en-US" sz="2850" dirty="0"/>
          </a:p>
        </p:txBody>
      </p:sp>
      <p:sp>
        <p:nvSpPr>
          <p:cNvPr id="7" name="Text richtext-1792420322301-299372179"/>
          <p:cNvSpPr/>
          <p:nvPr/>
        </p:nvSpPr>
        <p:spPr>
          <a:xfrm>
            <a:off x="1333500" y="4381500"/>
            <a:ext cx="7239000" cy="3810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</a:t>
            </a:r>
            <a:r>
              <a:rPr lang="en-US" sz="28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mã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khỏe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 nhiên hợp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nhỏ.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372600" y="314325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F8D9D0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3143250"/>
            <a:ext cx="8001000" cy="1333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9791700" y="354330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Hai</a:t>
            </a:r>
            <a:r>
              <a:rPr lang="en-US" sz="2850" dirty="0" spc="1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điều</a:t>
            </a:r>
            <a:r>
              <a:rPr lang="en-US" sz="2850" dirty="0" spc="-1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không</a:t>
            </a:r>
            <a:r>
              <a:rPr lang="en-US" sz="2850" dirty="0" spc="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bị</a:t>
            </a:r>
            <a:r>
              <a:rPr lang="en-US" sz="2850" dirty="0" spc="-6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khóa</a:t>
            </a:r>
            <a:endParaRPr lang="en-US" sz="2850" dirty="0"/>
          </a:p>
        </p:txBody>
      </p:sp>
      <p:sp>
        <p:nvSpPr>
          <p:cNvPr id="11" name="Text richtext-1792420322333-826482984"/>
          <p:cNvSpPr/>
          <p:nvPr/>
        </p:nvSpPr>
        <p:spPr>
          <a:xfrm>
            <a:off x="9791700" y="4381500"/>
            <a:ext cx="7239000" cy="3810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Bazel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kho.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khối.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05/08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96380da0-07db-4d2b-9eae-abc6b337723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905000"/>
            <a:ext cx="133350" cy="2095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905000"/>
            <a:ext cx="15716250" cy="209550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Đội</a:t>
            </a:r>
            <a:r>
              <a:rPr lang="en-US" sz="63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nhỏ,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 dịch</a:t>
            </a:r>
            <a:r>
              <a:rPr lang="en-US" sz="6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vụ,</a:t>
            </a:r>
            <a:r>
              <a:rPr lang="en-US" sz="6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hiếm</a:t>
            </a:r>
            <a:r>
              <a:rPr lang="en-US" sz="63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chung:</a:t>
            </a: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mấy</a:t>
            </a:r>
            <a:r>
              <a:rPr lang="en-US" sz="63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kho?</a:t>
            </a:r>
            <a:endParaRPr lang="en-US" sz="6300" dirty="0"/>
          </a:p>
        </p:txBody>
      </p:sp>
      <p:sp>
        <p:nvSpPr>
          <p:cNvPr id="5" name="Shape 3"/>
          <p:cNvSpPr/>
          <p:nvPr/>
        </p:nvSpPr>
        <p:spPr>
          <a:xfrm>
            <a:off x="914400" y="4953000"/>
            <a:ext cx="16459200" cy="3619500"/>
          </a:xfrm>
          <a:prstGeom prst="roundRect">
            <a:avLst>
              <a:gd name="adj" fmla="val 7368"/>
            </a:avLst>
          </a:prstGeom>
          <a:solidFill>
            <a:srgbClr val="CFE8E2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5295900"/>
            <a:ext cx="156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4800" dirty="0" spc="-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</a:t>
            </a:r>
            <a:r>
              <a:rPr lang="en-US" sz="4800" dirty="0" spc="-4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thường</a:t>
            </a:r>
            <a:r>
              <a:rPr lang="en-US" sz="4800" dirty="0" spc="8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đủ.</a:t>
            </a:r>
            <a:endParaRPr lang="en-US" sz="4800" dirty="0"/>
          </a:p>
        </p:txBody>
      </p:sp>
      <p:sp>
        <p:nvSpPr>
          <p:cNvPr id="7" name="Text richtext-1792420323659-827203198"/>
          <p:cNvSpPr/>
          <p:nvPr/>
        </p:nvSpPr>
        <p:spPr>
          <a:xfrm>
            <a:off x="1333500" y="6381750"/>
            <a:ext cx="15621000" cy="1809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marL="381000" indent="-272202">
              <a:lnSpc>
                <a:spcPts val="390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300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Lợi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 lớn</a:t>
            </a:r>
            <a:r>
              <a:rPr lang="en-US" sz="30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 hiếm khi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0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tới.</a:t>
            </a:r>
            <a:endParaRPr lang="en-US" sz="3000" dirty="0"/>
          </a:p>
          <a:p>
            <a:pPr algn="l" marL="381000" indent="-272202">
              <a:lnSpc>
                <a:spcPts val="3900"/>
              </a:lnSpc>
              <a:buSzPct val="100000"/>
              <a:buFont typeface="Arial"/>
              <a:buChar char="•"/>
            </a:pPr>
            <a:r>
              <a:rPr lang="en-US" sz="30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 thì</a:t>
            </a:r>
            <a:r>
              <a:rPr lang="en-US" sz="30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0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06/08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f111a56c-9ffd-40dc-a750-02ce3e52e73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THỬ: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1800" b="1" spc="28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CHUNG</a:t>
            </a:r>
            <a:r>
              <a:rPr lang="en-US" sz="1800" b="1" spc="30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800" b="1" spc="29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Đổi</a:t>
            </a: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chung:</a:t>
            </a:r>
            <a:r>
              <a:rPr lang="en-US" sz="63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63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 bốn.</a:t>
            </a:r>
            <a:endParaRPr lang="en-US" sz="6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143250"/>
          <a:ext cx="1371600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4937760"/>
                <a:gridCol w="6583680"/>
              </a:tblGrid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​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-14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Một</a:t>
                      </a:r>
                      <a:r>
                        <a:rPr lang="en-US" sz="2850" b="1" dirty="0" spc="-5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0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Nhiều</a:t>
                      </a:r>
                      <a:r>
                        <a:rPr lang="en-US" sz="2850" b="1" dirty="0" spc="-6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472B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Số</a:t>
                      </a:r>
                      <a:r>
                        <a:rPr lang="en-US" sz="2850" b="1" dirty="0" spc="-1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thay</a:t>
                      </a:r>
                      <a:r>
                        <a:rPr lang="en-US" sz="2850" b="1" dirty="0" spc="9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đổi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Thứ</a:t>
                      </a:r>
                      <a:r>
                        <a:rPr lang="en-US" sz="2850" b="1" dirty="0" spc="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tự</a:t>
                      </a:r>
                      <a:r>
                        <a:rPr lang="en-US" sz="2850" b="1" dirty="0" spc="-7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bắt</a:t>
                      </a:r>
                      <a:r>
                        <a:rPr lang="en-US" sz="2850" b="1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buộc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Không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Thư</a:t>
                      </a:r>
                      <a:r>
                        <a:rPr lang="en-US" sz="2850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viện</a:t>
                      </a:r>
                      <a:r>
                        <a:rPr lang="en-US" sz="2850" dirty="0" spc="7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trước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-5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Mã</a:t>
                      </a:r>
                      <a:r>
                        <a:rPr lang="en-US" sz="2850" b="1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lẫn</a:t>
                      </a:r>
                      <a:r>
                        <a:rPr lang="en-US" sz="2850" b="1" dirty="0" spc="-7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lộn</a:t>
                      </a:r>
                      <a:r>
                        <a:rPr lang="en-US" sz="2850" b="1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phiên</a:t>
                      </a:r>
                      <a:r>
                        <a:rPr lang="en-US" sz="2850" b="1" dirty="0" spc="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bản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Không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Có,</a:t>
                      </a:r>
                      <a:r>
                        <a:rPr lang="en-US" sz="2850" dirty="0" spc="-15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tới</a:t>
                      </a:r>
                      <a:r>
                        <a:rPr lang="en-US" sz="2850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khi</a:t>
                      </a:r>
                      <a:r>
                        <a:rPr lang="en-US" sz="2850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cả</a:t>
                      </a:r>
                      <a:r>
                        <a:rPr lang="en-US" sz="2850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ba</a:t>
                      </a:r>
                      <a:r>
                        <a:rPr lang="en-US" sz="2850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nâng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81915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2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kho,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2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khai: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2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2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2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2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25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2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ngược.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250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luận.</a:t>
            </a:r>
            <a:endParaRPr lang="en-US" sz="2250" dirty="0"/>
          </a:p>
        </p:txBody>
      </p:sp>
      <p:sp>
        <p:nvSpPr>
          <p:cNvPr id="6" name="Shape 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07/08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dc949300-e25c-4ee4-a086-84d1fc796b6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7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22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76200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2533650"/>
            <a:ext cx="7048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Monorepo</a:t>
            </a:r>
            <a:pPr algn="l" indent="0" marL="0">
              <a:buNone/>
            </a:pPr>
            <a:r>
              <a:rPr lang="en-US" sz="25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 chung</a:t>
            </a: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76200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8250" y="4819650"/>
            <a:ext cx="7048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5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550" b="1" dirty="0" spc="-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(polyrepo)</a:t>
            </a:r>
            <a:pPr algn="l" indent="0" marL="0">
              <a:buNone/>
            </a:pPr>
            <a:r>
              <a:rPr lang="en-US" sz="25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dịch</a:t>
            </a: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55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372600" y="161925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25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372600" y="2286000"/>
            <a:ext cx="80010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9715500" y="2286000"/>
            <a:ext cx="7334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 cố</a:t>
            </a:r>
            <a:r>
              <a:rPr lang="en-US" sz="240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372600" y="3810000"/>
            <a:ext cx="80010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9715500" y="3810000"/>
            <a:ext cx="7334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Potvin,</a:t>
            </a:r>
            <a:r>
              <a:rPr lang="en-US" sz="2400" dirty="0" spc="-2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Levenberg:</a:t>
            </a:r>
            <a:r>
              <a:rPr lang="en-US" sz="24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Why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Google</a:t>
            </a:r>
            <a:r>
              <a:rPr lang="en-US" sz="240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Stores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Billions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Lines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 in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Single</a:t>
            </a:r>
            <a:r>
              <a:rPr lang="en-US" sz="24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Repository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372600" y="5524500"/>
            <a:ext cx="8001000" cy="952500"/>
          </a:xfrm>
          <a:prstGeom prst="roundRect">
            <a:avLst>
              <a:gd name="adj" fmla="val 24000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9715500" y="5524500"/>
            <a:ext cx="7334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7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Bazel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08/08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979ebc48-a959-4dea-a73c-91e2af82a33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2026-10-19T15:41:33Z</dcterms:created>
  <dcterms:modified xsi:type="dcterms:W3CDTF">2026-10-19T15:41:33Z</dcterms:modified>
</cp:coreProperties>
</file>