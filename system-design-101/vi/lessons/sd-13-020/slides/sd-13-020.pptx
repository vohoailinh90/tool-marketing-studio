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4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4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thật,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4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4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4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400" dirty="0" spc="-1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4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4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4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biết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43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43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43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14400" y="2238375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Tùy</a:t>
            </a:r>
            <a:r>
              <a:rPr lang="en-US" sz="28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cột.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An</a:t>
            </a:r>
            <a:r>
              <a:rPr lang="en-US" sz="28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8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8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85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850" dirty="0" spc="-2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850" dirty="0" spc="-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8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47675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2026-10-19T12:34:16Z</dcterms:created>
  <dcterms:modified xsi:type="dcterms:W3CDTF">2026-10-19T12:34:16Z</dcterms:modified>
</cp:coreProperties>
</file>