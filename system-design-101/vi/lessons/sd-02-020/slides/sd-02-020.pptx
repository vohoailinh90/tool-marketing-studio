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334500" cy="381000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9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TikTok</a:t>
            </a:r>
            <a:r>
              <a:rPr lang="en-US" sz="7500" dirty="0" spc="-8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</a:t>
            </a: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200</a:t>
            </a:r>
            <a:r>
              <a:rPr lang="en-US" sz="75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nghìn</a:t>
            </a:r>
            <a:r>
              <a:rPr lang="en-US" sz="75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 càng lớn, Git càng chậm?</a:t>
            </a:r>
            <a:endParaRPr lang="en-US" sz="3000" dirty="0"/>
          </a:p>
        </p:txBody>
      </p:sp>
      <p:sp>
        <p:nvSpPr>
          <p:cNvPr id="5" name="Connector line-1792379798843-778757431"/>
          <p:cNvSpPr/>
          <p:nvPr/>
        </p:nvSpPr>
        <p:spPr>
          <a:xfrm>
            <a:off x="914400" y="72390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5247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Monorepo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21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Sparo.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6680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37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53750" y="27622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Monorepo</a:t>
            </a:r>
            <a:r>
              <a:rPr lang="en-US" sz="3150" dirty="0" spc="-4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3150" dirty="0" spc="-1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141351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208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420850" y="27622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Cái</a:t>
            </a:r>
            <a:r>
              <a:rPr lang="en-US" sz="315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endParaRPr lang="en-US" sz="3150" dirty="0"/>
          </a:p>
        </p:txBody>
      </p:sp>
      <p:sp>
        <p:nvSpPr>
          <p:cNvPr id="14" name="Shape 12"/>
          <p:cNvSpPr/>
          <p:nvPr/>
        </p:nvSpPr>
        <p:spPr>
          <a:xfrm>
            <a:off x="106680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537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53750" y="62293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1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Sparo</a:t>
            </a:r>
            <a:endParaRPr lang="en-US" sz="3150" dirty="0"/>
          </a:p>
        </p:txBody>
      </p:sp>
      <p:sp>
        <p:nvSpPr>
          <p:cNvPr id="17" name="Shape 15"/>
          <p:cNvSpPr/>
          <p:nvPr/>
        </p:nvSpPr>
        <p:spPr>
          <a:xfrm>
            <a:off x="141351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208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420850" y="62293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Lệnh</a:t>
            </a:r>
            <a:r>
              <a:rPr lang="en-US" sz="315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3150" dirty="0" spc="-1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lợi</a:t>
            </a:r>
            <a:r>
              <a:rPr lang="en-US" sz="315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endParaRPr lang="en-US" sz="31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a99e00b6-c998-4ee2-ac32-25f36485994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52400" cy="3429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381250"/>
            <a:ext cx="15240000" cy="381000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2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 có ích,</a:t>
            </a:r>
            <a:r>
              <a:rPr lang="en-US" sz="72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nhưng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càng</a:t>
            </a:r>
            <a:r>
              <a:rPr lang="en-US" sz="72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Git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càng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428750" y="6858000"/>
            <a:ext cx="14287500" cy="952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hỏi:</a:t>
            </a:r>
            <a:r>
              <a:rPr lang="en-US" sz="24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chậm,</a:t>
            </a:r>
            <a:r>
              <a:rPr lang="en-US" sz="24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Sparo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rút</a:t>
            </a:r>
            <a:r>
              <a:rPr lang="en-US" sz="24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89c0d97e-a8c5-4d3a-9820-349aef8185c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MONOREPO</a:t>
            </a:r>
            <a:r>
              <a:rPr lang="en-US" sz="195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kho,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án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766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676900" y="3181350"/>
            <a:ext cx="11315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1295400" y="4152900"/>
            <a:ext cx="15697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76400" y="45720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r>
              <a:rPr lang="en-US" sz="1950" b="1" spc="22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057900" y="4476750"/>
            <a:ext cx="10553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8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676400" y="5448300"/>
            <a:ext cx="14935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58674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r>
              <a:rPr lang="en-US" sz="19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438900" y="5772150"/>
            <a:ext cx="9791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8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2057400" y="6743700"/>
            <a:ext cx="14173200" cy="1143000"/>
          </a:xfrm>
          <a:prstGeom prst="roundRect">
            <a:avLst>
              <a:gd name="adj" fmla="val 16667"/>
            </a:avLst>
          </a:prstGeom>
          <a:solidFill>
            <a:srgbClr val="1F3FD1"/>
          </a:solidFill>
          <a:ln/>
        </p:spPr>
      </p:sp>
      <p:sp>
        <p:nvSpPr>
          <p:cNvPr id="14" name="Text 12"/>
          <p:cNvSpPr/>
          <p:nvPr/>
        </p:nvSpPr>
        <p:spPr>
          <a:xfrm>
            <a:off x="2438400" y="71628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4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950" b="1" spc="225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819900" y="7067550"/>
            <a:ext cx="9029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án,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 viện,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0b9cb70d-dbaa-4a8b-b60c-10f2f466f2b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64592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0" dirty="0" spc="-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200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nghìn</a:t>
            </a:r>
            <a:r>
              <a:rPr lang="en-US" sz="48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r>
              <a:rPr lang="en-US" sz="4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TypeScript,</a:t>
            </a:r>
            <a:r>
              <a:rPr lang="en-US" sz="48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685800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550" dirty="0" spc="-2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frontend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3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TikTok.</a:t>
            </a:r>
            <a:r>
              <a:rPr lang="en-US" sz="25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càng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lớn,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5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càng chậm.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888bfc86-db6e-4ab1-86eb-8f731e829ff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SPARO</a:t>
            </a:r>
            <a:r>
              <a:rPr lang="en-US" sz="195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b="1" spc="28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195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Sparo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rút</a:t>
            </a:r>
            <a:r>
              <a:rPr lang="en-US" sz="69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ngắn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Git</a:t>
            </a:r>
            <a:endParaRPr lang="en-US" sz="6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952750"/>
          <a:ext cx="137160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5760720"/>
                <a:gridCol w="5760720"/>
              </a:tblGrid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21" kern="0">
                          <a:solidFill>
                            <a:srgbClr val="6B6A6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Lệnh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2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5" kern="0">
                          <a:solidFill>
                            <a:srgbClr val="6B6A6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Trước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2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5" kern="0">
                          <a:solidFill>
                            <a:srgbClr val="6B6A6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Sau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2D2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9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clone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40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phút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phút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6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checkout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1,5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phút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30</a:t>
                      </a:r>
                      <a:r>
                        <a:rPr lang="en-US" sz="24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giây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9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status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7</a:t>
                      </a:r>
                      <a:r>
                        <a:rPr lang="en-US" sz="24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giây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</a:t>
                      </a:r>
                      <a:r>
                        <a:rPr lang="en-US" sz="24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giây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5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commit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15</a:t>
                      </a:r>
                      <a:r>
                        <a:rPr lang="en-US" sz="24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giây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11</a:t>
                      </a:r>
                      <a:r>
                        <a:rPr lang="en-US" sz="24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giây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828675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fa8fdbcd-166e-492e-8aa2-15d587c06a0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950" b="1" spc="29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3528" rIns="0" bIns="-33528" rtlCol="0" anchor="t"/>
          <a:lstStyle/>
          <a:p>
            <a:pPr algn="l" indent="0" marL="0">
              <a:lnSpc>
                <a:spcPts val="7392"/>
              </a:lnSpc>
              <a:buNone/>
            </a:pPr>
            <a:r>
              <a:rPr lang="en-US" sz="6600" dirty="0" spc="-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Lợi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r>
              <a:rPr lang="en-US" sz="6600" dirty="0" spc="-7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ít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CLONE</a:t>
            </a:r>
            <a:r>
              <a:rPr lang="en-US" sz="1950" b="1" spc="22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0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</a:t>
            </a:r>
            <a:r>
              <a:rPr lang="en-US" sz="1950" b="1" spc="22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50" b="1" spc="18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71600" y="4191000"/>
            <a:ext cx="7086600" cy="2762250"/>
          </a:xfrm>
          <a:prstGeom prst="rect">
            <a:avLst/>
          </a:prstGeom>
          <a:noFill/>
          <a:ln/>
        </p:spPr>
        <p:txBody>
          <a:bodyPr wrap="square" lIns="0" tIns="24384" rIns="0" bIns="-24384" rtlCol="0" anchor="t"/>
          <a:lstStyle/>
          <a:p>
            <a:pPr algn="l" indent="0" marL="0">
              <a:lnSpc>
                <a:spcPts val="5376"/>
              </a:lnSpc>
              <a:buNone/>
            </a:pPr>
            <a:r>
              <a:rPr lang="en-US" sz="48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40</a:t>
            </a:r>
            <a:r>
              <a:rPr lang="en-US" sz="4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phút</a:t>
            </a:r>
            <a:r>
              <a:rPr lang="en-US" sz="4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→</a:t>
            </a:r>
            <a:r>
              <a:rPr lang="en-US" sz="4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</a:t>
            </a:r>
            <a:r>
              <a:rPr lang="en-US" sz="4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phút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3726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298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COMMIT</a:t>
            </a:r>
            <a:r>
              <a:rPr lang="en-US" sz="1950" b="1" spc="22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0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1950" b="1" spc="18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829800" y="4191000"/>
            <a:ext cx="7086600" cy="2762250"/>
          </a:xfrm>
          <a:prstGeom prst="rect">
            <a:avLst/>
          </a:prstGeom>
          <a:noFill/>
          <a:ln/>
        </p:spPr>
        <p:txBody>
          <a:bodyPr wrap="square" lIns="0" tIns="24384" rIns="0" bIns="-24384" rtlCol="0" anchor="t"/>
          <a:lstStyle/>
          <a:p>
            <a:pPr algn="l" indent="0" marL="0">
              <a:lnSpc>
                <a:spcPts val="5376"/>
              </a:lnSpc>
              <a:buNone/>
            </a:pPr>
            <a:r>
              <a:rPr lang="en-US" sz="4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15</a:t>
            </a: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</a:t>
            </a:r>
            <a:r>
              <a:rPr lang="en-US" sz="4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→</a:t>
            </a:r>
            <a:r>
              <a:rPr lang="en-US" sz="4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11</a:t>
            </a: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914400" y="7810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Commit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tư.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c4370ebc-032d-4fa5-99a8-f829f973745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17" kern="0">
                <a:solidFill>
                  <a:srgbClr val="F8D9D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29540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Sparo</a:t>
            </a: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 thế</a:t>
            </a:r>
            <a:r>
              <a:rPr lang="en-US" sz="34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29540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1" kern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5" kern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6" kern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2" kern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53415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1515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691515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Đo</a:t>
            </a:r>
            <a:r>
              <a:rPr lang="en-US" sz="345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34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34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691515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5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6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15390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3490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253490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Đo</a:t>
            </a:r>
            <a:r>
              <a:rPr lang="en-US" sz="34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lúc</a:t>
            </a:r>
            <a:r>
              <a:rPr lang="en-US" sz="34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1253490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5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6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771525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“nhiều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nhất,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tư”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4e7afe83-5ca3-4f8f-8122-b7e1fcfd9f6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3528" rIns="0" bIns="-33528" rtlCol="0" anchor="t"/>
          <a:lstStyle/>
          <a:p>
            <a:pPr algn="l" indent="0" marL="0">
              <a:lnSpc>
                <a:spcPts val="7392"/>
              </a:lnSpc>
              <a:buNone/>
            </a:pPr>
            <a:r>
              <a:rPr lang="en-US" sz="6600" dirty="0" spc="-1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Tốn</a:t>
            </a:r>
            <a:r>
              <a:rPr lang="en-US" sz="66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nhất,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nhất?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038725" cy="3048000"/>
          </a:xfrm>
          <a:prstGeom prst="roundRect">
            <a:avLst>
              <a:gd name="adj" fmla="val 875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3448050"/>
            <a:ext cx="43529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NGÀY</a:t>
            </a:r>
            <a:r>
              <a:rPr lang="en-US" sz="1800" b="1" spc="20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80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0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1800" b="1" spc="18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7300" y="3924300"/>
            <a:ext cx="435292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clone:</a:t>
            </a:r>
            <a:r>
              <a:rPr lang="en-US" sz="33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40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phút</a:t>
            </a:r>
            <a:r>
              <a:rPr lang="en-US" sz="33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33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Sparo</a:t>
            </a:r>
            <a:endParaRPr lang="en-US" sz="3300" dirty="0"/>
          </a:p>
        </p:txBody>
      </p:sp>
      <p:sp>
        <p:nvSpPr>
          <p:cNvPr id="7" name="Connector line-1792379849401-425392994"/>
          <p:cNvSpPr/>
          <p:nvPr/>
        </p:nvSpPr>
        <p:spPr>
          <a:xfrm>
            <a:off x="6029325" y="466725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619875" y="3143250"/>
            <a:ext cx="5038725" cy="3048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62775" y="3448050"/>
            <a:ext cx="43529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800" b="1" spc="19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62775" y="3924300"/>
            <a:ext cx="435292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3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status:</a:t>
            </a:r>
            <a:r>
              <a:rPr lang="en-US" sz="3300" dirty="0" spc="-1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7</a:t>
            </a:r>
            <a:r>
              <a:rPr lang="en-US" sz="3300" dirty="0" spc="0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</a:t>
            </a:r>
            <a:r>
              <a:rPr lang="en-US" sz="3300" dirty="0" spc="-5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→</a:t>
            </a:r>
            <a:r>
              <a:rPr lang="en-US" sz="3300" dirty="0" spc="-3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</a:t>
            </a:r>
            <a:r>
              <a:rPr lang="en-US" sz="3300" dirty="0" spc="0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</a:t>
            </a:r>
            <a:endParaRPr lang="en-US" sz="3300" dirty="0"/>
          </a:p>
        </p:txBody>
      </p:sp>
      <p:sp>
        <p:nvSpPr>
          <p:cNvPr id="11" name="Connector line-1792379849405-482124954"/>
          <p:cNvSpPr/>
          <p:nvPr/>
        </p:nvSpPr>
        <p:spPr>
          <a:xfrm>
            <a:off x="11734800" y="466725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325350" y="3143250"/>
            <a:ext cx="5038725" cy="3048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68250" y="3448050"/>
            <a:ext cx="43529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800" b="1" spc="19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668250" y="3924300"/>
            <a:ext cx="435292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4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commit:</a:t>
            </a:r>
            <a:r>
              <a:rPr lang="en-US" sz="3300" dirty="0" spc="-2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15</a:t>
            </a:r>
            <a:r>
              <a:rPr lang="en-US" sz="3300" dirty="0" spc="-4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→</a:t>
            </a:r>
            <a:r>
              <a:rPr lang="en-US" sz="3300" dirty="0" spc="-3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11</a:t>
            </a:r>
            <a:r>
              <a:rPr lang="en-US" sz="3300" dirty="0" spc="0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14400" y="6858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3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Vài</a:t>
            </a:r>
            <a:r>
              <a:rPr lang="en-US" sz="25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</a:t>
            </a:r>
            <a:r>
              <a:rPr lang="en-US" sz="25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</a:t>
            </a:r>
            <a:r>
              <a:rPr lang="en-US" sz="255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nhiều.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255aa368-daa7-486a-a2aa-1c87d3a3a43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 sao kho</a:t>
            </a:r>
            <a:r>
              <a:rPr lang="en-US" sz="69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Git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5277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38400" y="334327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clone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77202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38400" y="496252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status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7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096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39127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38400" y="658177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giảm: chỉ</a:t>
            </a:r>
            <a:r>
              <a:rPr lang="en-US" sz="27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 cần.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80010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21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từ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a4e91826-4084-4361-8e94-fd8747051e5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6205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476500"/>
          <a:ext cx="137160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6254496"/>
                <a:gridCol w="7900416"/>
              </a:tblGrid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75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Từ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38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Trong</a:t>
                      </a:r>
                      <a:r>
                        <a:rPr lang="en-US" sz="2250" b="1" dirty="0" spc="3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5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monorepo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kho</a:t>
                      </a: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mã</a:t>
                      </a:r>
                      <a:r>
                        <a:rPr lang="en-US" sz="225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nguyên</a:t>
                      </a: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khối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một</a:t>
                      </a:r>
                      <a:r>
                        <a:rPr lang="en-US" sz="225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kho,</a:t>
                      </a: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nhiều</a:t>
                      </a:r>
                      <a:r>
                        <a:rPr lang="en-US" sz="2250" dirty="0" spc="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dự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án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clone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lấy</a:t>
                      </a: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kho</a:t>
                      </a:r>
                      <a:r>
                        <a:rPr lang="en-US" sz="2250" dirty="0" spc="-1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về</a:t>
                      </a:r>
                      <a:r>
                        <a:rPr lang="en-US" sz="2250" dirty="0" spc="-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40 phút → 2 phút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8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status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xem</a:t>
                      </a:r>
                      <a:r>
                        <a:rPr lang="en-US" sz="2250" dirty="0" spc="-1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tệp</a:t>
                      </a: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nào</a:t>
                      </a:r>
                      <a:r>
                        <a:rPr lang="en-US" sz="2250" dirty="0" spc="1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đã</a:t>
                      </a:r>
                      <a:r>
                        <a:rPr lang="en-US" sz="2250" dirty="0" spc="1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đổi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7 giây → 1 giây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691515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14400" y="7334250"/>
            <a:ext cx="16459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system-design-101,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914400" y="786765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4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Sparo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6eb8e083-d1ad-46dd-9a21-983618b3e31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2026-10-19T03:18:16Z</dcterms:created>
  <dcterms:modified xsi:type="dcterms:W3CDTF">2026-10-19T03:18:16Z</dcterms:modified>
</cp:coreProperties>
</file>