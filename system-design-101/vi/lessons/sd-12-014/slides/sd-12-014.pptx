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096500" cy="447675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6300" dirty="0" spc="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 sàn</a:t>
            </a:r>
            <a:r>
              <a:rPr lang="en-US" sz="63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63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khoán:</a:t>
            </a:r>
            <a:r>
              <a:rPr lang="en-US" sz="63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3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găng</a:t>
            </a:r>
            <a:r>
              <a:rPr lang="en-US" sz="63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6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7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 lệnh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được?</a:t>
            </a:r>
            <a:endParaRPr lang="en-US" sz="2700" dirty="0"/>
          </a:p>
        </p:txBody>
      </p:sp>
      <p:sp>
        <p:nvSpPr>
          <p:cNvPr id="5" name="Connector line-1792423736668-289862901"/>
          <p:cNvSpPr/>
          <p:nvPr/>
        </p:nvSpPr>
        <p:spPr>
          <a:xfrm>
            <a:off x="914400" y="762000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05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 2.000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0" y="4476750"/>
            <a:ext cx="2857500" cy="2857500"/>
          </a:xfrm>
          <a:prstGeom prst="ellipse">
            <a:avLst/>
          </a:prstGeom>
          <a:noFill/>
          <a:ln w="28575">
            <a:solidFill>
              <a:srgbClr val="3DD6A0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3625" y="4905375"/>
            <a:ext cx="2000250" cy="2000250"/>
          </a:xfrm>
          <a:prstGeom prst="ellipse">
            <a:avLst/>
          </a:prstGeom>
          <a:noFill/>
          <a:ln w="28575">
            <a:solidFill>
              <a:srgbClr val="3DD6A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3200" y="5314950"/>
            <a:ext cx="1181100" cy="11811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63200" y="5695950"/>
            <a:ext cx="1181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544300" y="419100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1619250"/>
                </a:moveTo>
                <a:cubicBezTo>
                  <a:pt x="838200" y="161925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44300" y="600075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0"/>
                </a:moveTo>
                <a:cubicBezTo>
                  <a:pt x="838200" y="0"/>
                  <a:pt x="838200" y="1619250"/>
                  <a:pt x="1600200" y="161925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44500" y="3829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19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144500" y="7258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r>
              <a:rPr lang="en-US" sz="19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19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 lại</a:t>
            </a:r>
            <a:r>
              <a:rPr lang="en-US" sz="1950" b="1" dirty="0" spc="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8c96cfbf-04dc-4c96-8c6d-1778c69f4f4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133350" cy="400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66700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78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78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găng.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</a:t>
            </a:r>
            <a:r>
              <a:rPr lang="en-US" sz="300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nhanh,</a:t>
            </a:r>
            <a:r>
              <a:rPr lang="en-US" sz="3000" b="1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3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300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300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b="1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61f3b515-9823-4295-8894-f16de4398e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GĂNG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69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luồng,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100" b="1" spc="20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2100" dirty="0"/>
          </a:p>
        </p:txBody>
      </p:sp>
      <p:sp>
        <p:nvSpPr>
          <p:cNvPr id="6" name="Text richtext-1792423740864-364499188"/>
          <p:cNvSpPr/>
          <p:nvPr/>
        </p:nvSpPr>
        <p:spPr>
          <a:xfrm>
            <a:off x="13335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b="1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Mười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7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bước,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chặt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Nằm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găng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100" b="1" spc="21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TRƯỜNG,</a:t>
            </a:r>
            <a:r>
              <a:rPr lang="en-US" sz="210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b="1" spc="18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endParaRPr lang="en-US" sz="2100" dirty="0"/>
          </a:p>
        </p:txBody>
      </p:sp>
      <p:sp>
        <p:nvSpPr>
          <p:cNvPr id="9" name="Text richtext-1792423740886-473972715"/>
          <p:cNvSpPr/>
          <p:nvPr/>
        </p:nvSpPr>
        <p:spPr>
          <a:xfrm>
            <a:off x="97917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b="1" dirty="0" spc="-9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găng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790575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luồng,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db005524-731b-420d-ac1e-201d277303a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 ĐI</a:t>
            </a:r>
            <a:r>
              <a:rPr lang="en-US" sz="1800" b="1" spc="29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2981325" cy="3143250"/>
          </a:xfrm>
          <a:prstGeom prst="roundRect">
            <a:avLst>
              <a:gd name="adj" fmla="val 10224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3448050"/>
            <a:ext cx="2409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00150" y="3943350"/>
            <a:ext cx="2409825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550" dirty="0"/>
          </a:p>
        </p:txBody>
      </p:sp>
      <p:sp>
        <p:nvSpPr>
          <p:cNvPr id="7" name="Connector line-1792423741788-713772774"/>
          <p:cNvSpPr/>
          <p:nvPr/>
        </p:nvSpPr>
        <p:spPr>
          <a:xfrm>
            <a:off x="3933825" y="4714875"/>
            <a:ext cx="3048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76725" y="3143250"/>
            <a:ext cx="2981325" cy="3143250"/>
          </a:xfrm>
          <a:prstGeom prst="roundRect">
            <a:avLst>
              <a:gd name="adj" fmla="val 10224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2475" y="3448050"/>
            <a:ext cx="2409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562475" y="3943350"/>
            <a:ext cx="2409825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550" dirty="0"/>
          </a:p>
        </p:txBody>
      </p:sp>
      <p:sp>
        <p:nvSpPr>
          <p:cNvPr id="11" name="Connector line-1792423741793-573682852"/>
          <p:cNvSpPr/>
          <p:nvPr/>
        </p:nvSpPr>
        <p:spPr>
          <a:xfrm>
            <a:off x="7296150" y="4714875"/>
            <a:ext cx="3048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639050" y="3143250"/>
            <a:ext cx="2981325" cy="3143250"/>
          </a:xfrm>
          <a:prstGeom prst="roundRect">
            <a:avLst>
              <a:gd name="adj" fmla="val 10224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4800" y="3448050"/>
            <a:ext cx="2409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924800" y="3943350"/>
            <a:ext cx="2409825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550" dirty="0"/>
          </a:p>
        </p:txBody>
      </p:sp>
      <p:sp>
        <p:nvSpPr>
          <p:cNvPr id="15" name="Connector line-1792423741797-94932809"/>
          <p:cNvSpPr/>
          <p:nvPr/>
        </p:nvSpPr>
        <p:spPr>
          <a:xfrm>
            <a:off x="10658475" y="4714875"/>
            <a:ext cx="3048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1001375" y="3143250"/>
            <a:ext cx="2981325" cy="3143250"/>
          </a:xfrm>
          <a:prstGeom prst="roundRect">
            <a:avLst>
              <a:gd name="adj" fmla="val 10224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87125" y="3448050"/>
            <a:ext cx="2409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287125" y="3943350"/>
            <a:ext cx="2409825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550" dirty="0"/>
          </a:p>
        </p:txBody>
      </p:sp>
      <p:sp>
        <p:nvSpPr>
          <p:cNvPr id="19" name="Connector line-1792423741800-70714546"/>
          <p:cNvSpPr/>
          <p:nvPr/>
        </p:nvSpPr>
        <p:spPr>
          <a:xfrm>
            <a:off x="14020800" y="4714875"/>
            <a:ext cx="3048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4363700" y="3143250"/>
            <a:ext cx="2981325" cy="3143250"/>
          </a:xfrm>
          <a:prstGeom prst="roundRect">
            <a:avLst>
              <a:gd name="adj" fmla="val 10224"/>
            </a:avLst>
          </a:prstGeom>
          <a:solidFill>
            <a:srgbClr val="0F766E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49450" y="3448050"/>
            <a:ext cx="2409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3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4649450" y="3943350"/>
            <a:ext cx="2409825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6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550" b="1" dirty="0" spc="-3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7048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Rủi</a:t>
            </a:r>
            <a:r>
              <a:rPr lang="en-US" sz="30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30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0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30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khớp.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247a7e42-f0f0-40ad-a97d-691a81b8f2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bán,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mua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38250" y="276225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0" y="27622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b="1" spc="2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33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8250" y="333375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Bán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100,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333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857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8250" y="485775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Bán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100,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525000" y="4857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6381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638175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Mua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100,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525000" y="6381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8001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Ưu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giá,</a:t>
            </a:r>
            <a:r>
              <a:rPr lang="en-US" sz="27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f0c46475-ea3c-4b41-89de-34241c31f2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ĐỔI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 liền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001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0" dirty="0" spc="-25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51</a:t>
            </a:r>
            <a:endParaRPr lang="en-US" sz="285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0" y="3048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3048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dãy:</a:t>
            </a:r>
            <a:r>
              <a:rPr lang="en-US" sz="255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hệt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0" y="4953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0" y="4953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lệnh: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0" y="6858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0" y="6858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5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r>
              <a:rPr lang="en-US" sz="25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4cf7484c-cb5b-431f-877c-2871783f96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Sổ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-1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2.000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295400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524625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5625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1.442</a:t>
            </a:r>
            <a:endParaRPr lang="en-US" sz="11250" dirty="0"/>
          </a:p>
        </p:txBody>
      </p:sp>
      <p:sp>
        <p:nvSpPr>
          <p:cNvPr id="9" name="Text 7"/>
          <p:cNvSpPr/>
          <p:nvPr/>
        </p:nvSpPr>
        <p:spPr>
          <a:xfrm>
            <a:off x="6905625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34850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15850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4.373</a:t>
            </a:r>
            <a:endParaRPr lang="en-US" sz="11250" dirty="0"/>
          </a:p>
        </p:txBody>
      </p:sp>
      <p:sp>
        <p:nvSpPr>
          <p:cNvPr id="12" name="Text 10"/>
          <p:cNvSpPr/>
          <p:nvPr/>
        </p:nvSpPr>
        <p:spPr>
          <a:xfrm>
            <a:off x="12515850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5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838200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nhiên,</a:t>
            </a:r>
            <a:r>
              <a:rPr lang="en-US" sz="22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2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fe3ce33f-e0e1-457c-81eb-fb70545d4ca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song song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956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0956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0958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952750" y="509587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quản:</a:t>
            </a:r>
            <a:r>
              <a:rPr lang="en-US" sz="270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mâu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thuẫn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0961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2952750" y="70961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dãy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45e8249-6541-45b9-92df-dcc802af37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42900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găng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429000" y="304800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1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1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85775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429000" y="447675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628650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9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429000" y="590550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khớp.</a:t>
            </a:r>
            <a:endParaRPr lang="en-US" sz="2100" dirty="0"/>
          </a:p>
        </p:txBody>
      </p:sp>
      <p:sp>
        <p:nvSpPr>
          <p:cNvPr id="13" name="Connector line-1792423778114-446774229"/>
          <p:cNvSpPr/>
          <p:nvPr/>
        </p:nvSpPr>
        <p:spPr>
          <a:xfrm>
            <a:off x="12382500" y="3048000"/>
            <a:ext cx="0" cy="533400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858750" y="30480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5" name="Text richtext-1792423778116-487681397"/>
          <p:cNvSpPr/>
          <p:nvPr/>
        </p:nvSpPr>
        <p:spPr>
          <a:xfrm>
            <a:off x="12858750" y="361950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858750" y="666750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995474b-e871-448c-a752-00514c45de9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2026-10-19T16:26:03Z</dcterms:created>
  <dcterms:modified xsi:type="dcterms:W3CDTF">2026-10-19T16:26:03Z</dcterms:modified>
</cp:coreProperties>
</file>