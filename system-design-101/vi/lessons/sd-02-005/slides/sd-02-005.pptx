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6004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SapFix: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8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8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xuất,</a:t>
            </a:r>
            <a:r>
              <a:rPr lang="en-US" sz="78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8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bản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vá.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nhận?</a:t>
            </a:r>
            <a:endParaRPr lang="en-US" sz="3000" dirty="0"/>
          </a:p>
        </p:txBody>
      </p:sp>
      <p:sp>
        <p:nvSpPr>
          <p:cNvPr id="5" name="Connector line-1792373954000-680210321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 Meta.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858500" y="142875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39500" y="1676400"/>
            <a:ext cx="571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6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1239500" y="22860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crash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858500" y="32385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39500" y="3486150"/>
            <a:ext cx="571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Đề</a:t>
            </a: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1239500" y="40957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858500" y="504825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5295900"/>
            <a:ext cx="571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3600" dirty="0" spc="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239500" y="59055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0858500" y="68580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239500" y="7105650"/>
            <a:ext cx="571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</a:t>
            </a: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1239500" y="77152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đợt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73954031-611955897"/>
          <p:cNvSpPr/>
          <p:nvPr/>
        </p:nvSpPr>
        <p:spPr>
          <a:xfrm>
            <a:off x="10477500" y="2143125"/>
            <a:ext cx="0" cy="5429250"/>
          </a:xfrm>
          <a:prstGeom prst="line">
            <a:avLst/>
          </a:prstGeom>
          <a:noFill/>
          <a:ln w="3810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0363200" y="2028825"/>
            <a:ext cx="228600" cy="2286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363200" y="3838575"/>
            <a:ext cx="228600" cy="2286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363200" y="5648325"/>
            <a:ext cx="228600" cy="2286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63200" y="7458075"/>
            <a:ext cx="228600" cy="2286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25b3bfeb-9b4c-4900-a047-73a6078fd1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5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vá,</a:t>
            </a:r>
            <a:r>
              <a:rPr lang="en-US" sz="7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chờ</a:t>
            </a:r>
            <a:r>
              <a:rPr lang="en-US" sz="75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3970301-551883051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SapFix.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lỗi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chuyền.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d3d6a13-ae1a-418c-9c19-02d4feb5da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crash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 thay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76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PHABRICATOR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76250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(Diff)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76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SAPIENZ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915150" y="476250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SapFix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76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534900" y="476250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Phabricator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77797cd3-72ec-434f-82c8-a4bfd49372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1950" b="1" spc="2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3619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3619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b="1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4953000" y="3429000"/>
            <a:ext cx="59055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34000" y="371475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Đột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334000" y="438150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1239500" y="3429000"/>
            <a:ext cx="59055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20500" y="371475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620500" y="438150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4953000" y="5619750"/>
            <a:ext cx="59055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4000" y="590550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Hoàn</a:t>
            </a:r>
            <a:r>
              <a:rPr lang="en-US" sz="36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34000" y="65722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1239500" y="5619750"/>
            <a:ext cx="5905500" cy="2000250"/>
          </a:xfrm>
          <a:prstGeom prst="roundRect">
            <a:avLst>
              <a:gd name="adj" fmla="val 11429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1620500" y="590550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Hoàn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620500" y="65722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14400" y="8096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bản</a:t>
            </a:r>
            <a:r>
              <a:rPr lang="en-US" sz="22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2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4b2526a-bb83-4278-9999-7017a1f33f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714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38250" y="4572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1816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05450" y="3714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505450" y="4572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4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Phabricator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4488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72650" y="3714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772650" y="4572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thay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3716000" y="3429000"/>
            <a:ext cx="3657600" cy="2857500"/>
          </a:xfrm>
          <a:prstGeom prst="roundRect">
            <a:avLst>
              <a:gd name="adj" fmla="val 9333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4039850" y="3714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4039850" y="4572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400" dirty="0"/>
          </a:p>
        </p:txBody>
      </p:sp>
      <p:sp>
        <p:nvSpPr>
          <p:cNvPr id="16" name="Connector line-1792374033468-653562868"/>
          <p:cNvSpPr/>
          <p:nvPr/>
        </p:nvSpPr>
        <p:spPr>
          <a:xfrm>
            <a:off x="4591050" y="4857750"/>
            <a:ext cx="533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4033469-246989967"/>
          <p:cNvSpPr/>
          <p:nvPr/>
        </p:nvSpPr>
        <p:spPr>
          <a:xfrm>
            <a:off x="8858250" y="4857750"/>
            <a:ext cx="533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4033469-26496722"/>
          <p:cNvSpPr/>
          <p:nvPr/>
        </p:nvSpPr>
        <p:spPr>
          <a:xfrm>
            <a:off x="13125450" y="4857750"/>
            <a:ext cx="533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4400" y="6953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277100"/>
            <a:ext cx="15716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viết?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4fa4242-0fd5-451b-9a2f-670d98dd2f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b="1" spc="3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0477500" cy="36195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4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69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857750"/>
            <a:ext cx="9525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phút,</a:t>
            </a:r>
            <a:r>
              <a:rPr lang="en-US" sz="5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9334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11239500" y="1905000"/>
            <a:ext cx="61341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582400" y="2095500"/>
            <a:ext cx="5524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165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48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1582400" y="2952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57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1239500" y="3810000"/>
            <a:ext cx="61341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582400" y="4000500"/>
            <a:ext cx="5524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90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1582400" y="4857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đợt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1239500" y="5715000"/>
            <a:ext cx="61341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582400" y="5905500"/>
            <a:ext cx="5524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r>
              <a:rPr lang="en-US" sz="48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1582400" y="6762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chục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809625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con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nguồn;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2287524-c537-4c6d-b3d4-d1a0feb249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165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165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2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42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42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4200" dirty="0"/>
          </a:p>
        </p:txBody>
      </p:sp>
      <p:sp>
        <p:nvSpPr>
          <p:cNvPr id="7" name="Text richtext-1792374074754-525838561"/>
          <p:cNvSpPr/>
          <p:nvPr/>
        </p:nvSpPr>
        <p:spPr>
          <a:xfrm>
            <a:off x="1371600" y="5524500"/>
            <a:ext cx="70866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2,9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4200" dirty="0"/>
          </a:p>
        </p:txBody>
      </p:sp>
      <p:sp>
        <p:nvSpPr>
          <p:cNvPr id="11" name="Text richtext-1792374074771-434237566"/>
          <p:cNvSpPr/>
          <p:nvPr/>
        </p:nvSpPr>
        <p:spPr>
          <a:xfrm>
            <a:off x="9829800" y="5524500"/>
            <a:ext cx="70866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tính năng.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28298bb-0402-4a9d-bcc4-a308247ccf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"hoàn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4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4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bộ"</a:t>
            </a:r>
            <a:r>
              <a:rPr lang="en-US" sz="4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4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thử.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4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524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 án:</a:t>
            </a:r>
            <a:r>
              <a:rPr lang="en-US" sz="240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667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838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2476500" y="5010150"/>
            <a:ext cx="1447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 kiểm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1722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476500" y="6343650"/>
            <a:ext cx="1447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472B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7505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476500" y="7677150"/>
            <a:ext cx="1447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crash,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e2f66ef-53e1-4bf1-8445-af12e0e4b2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0955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5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xuất,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5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524500"/>
            <a:ext cx="11430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richtext-1792374105510-970437802"/>
          <p:cNvSpPr/>
          <p:nvPr/>
        </p:nvSpPr>
        <p:spPr>
          <a:xfrm>
            <a:off x="1333500" y="5524500"/>
            <a:ext cx="14287500" cy="22860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thuật,</a:t>
            </a:r>
            <a:r>
              <a:rPr lang="en-US" sz="27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5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Trách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81915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9479141d-6f64-4c57-bc18-6ceb011974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1185062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400" b="1" dirty="0" spc="-1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40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Diff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400" dirty="0" spc="4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dirty="0" spc="3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</a:t>
                      </a:r>
                      <a:r>
                        <a:rPr lang="en-US" sz="240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review,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cách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Meta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Phabricator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nơi</a:t>
                      </a:r>
                      <a:r>
                        <a:rPr lang="en-US" sz="2400" dirty="0" spc="4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Diff</a:t>
                      </a:r>
                      <a:r>
                        <a:rPr lang="en-US" sz="240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duyệt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vá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Sapienz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thiết</a:t>
                      </a:r>
                      <a:r>
                        <a:rPr lang="en-US" sz="2400" dirty="0" spc="-3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SapFix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1e2a99fc-edb8-4434-b580-be17e13577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2026-10-19T01:42:21Z</dcterms:created>
  <dcterms:modified xsi:type="dcterms:W3CDTF">2026-10-19T01:42:21Z</dcterms:modified>
</cp:coreProperties>
</file>