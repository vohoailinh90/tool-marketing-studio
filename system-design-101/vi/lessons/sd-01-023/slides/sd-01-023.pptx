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953500" cy="38100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81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tình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huống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81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 ba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5" name="Connector line-1792369711336-84757175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7230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858500" y="19050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0858500" y="36195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Cung</a:t>
            </a:r>
            <a:r>
              <a:rPr lang="en-US" sz="25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5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 như</a:t>
            </a:r>
            <a:r>
              <a:rPr lang="en-US" sz="25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0858500" y="5334000"/>
            <a:ext cx="64770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5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8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0858500" y="7239000"/>
            <a:ext cx="6477000" cy="1238250"/>
          </a:xfrm>
          <a:prstGeom prst="roundRect">
            <a:avLst>
              <a:gd name="adj" fmla="val 21538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</a:t>
            </a:r>
            <a:endParaRPr lang="en-US" sz="39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befc193e-3687-4f90-b3b3-435e6eef96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7488"/>
              </a:lnSpc>
              <a:buNone/>
            </a:pP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2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gõ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72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628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7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700" dirty="0" spc="-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16459200" cy="5334000"/>
          </a:xfrm>
          <a:prstGeom prst="roundRect">
            <a:avLst>
              <a:gd name="adj" fmla="val 571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4095750"/>
            <a:ext cx="4953000" cy="1143000"/>
          </a:xfrm>
          <a:prstGeom prst="roundRect">
            <a:avLst>
              <a:gd name="adj" fmla="val 21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0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24000" y="5715000"/>
            <a:ext cx="4953000" cy="1143000"/>
          </a:xfrm>
          <a:prstGeom prst="roundRect">
            <a:avLst>
              <a:gd name="adj" fmla="val 21667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</a:t>
            </a:r>
            <a:r>
              <a:rPr lang="en-US" sz="27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524000" y="7334250"/>
            <a:ext cx="4953000" cy="1143000"/>
          </a:xfrm>
          <a:prstGeom prst="roundRect">
            <a:avLst>
              <a:gd name="adj" fmla="val 21667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r>
              <a:rPr lang="en-US" sz="2700" b="1" dirty="0" spc="-2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7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572500" y="5334000"/>
            <a:ext cx="3810000" cy="1905000"/>
          </a:xfrm>
          <a:prstGeom prst="roundRect">
            <a:avLst>
              <a:gd name="adj" fmla="val 15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4097000" y="5334000"/>
            <a:ext cx="2857500" cy="1905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550" dirty="0"/>
          </a:p>
        </p:txBody>
      </p:sp>
      <p:sp>
        <p:nvSpPr>
          <p:cNvPr id="11" name="Connector line-1792369731576-765140376"/>
          <p:cNvSpPr/>
          <p:nvPr/>
        </p:nvSpPr>
        <p:spPr>
          <a:xfrm>
            <a:off x="6477000" y="4667250"/>
            <a:ext cx="2095500" cy="1619250"/>
          </a:xfrm>
          <a:prstGeom prst="curvedConnector3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69731577-899992790"/>
          <p:cNvSpPr/>
          <p:nvPr/>
        </p:nvSpPr>
        <p:spPr>
          <a:xfrm>
            <a:off x="6477000" y="6286500"/>
            <a:ext cx="2095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69731577-113155630"/>
          <p:cNvSpPr/>
          <p:nvPr/>
        </p:nvSpPr>
        <p:spPr>
          <a:xfrm flipV="1">
            <a:off x="6477000" y="6286500"/>
            <a:ext cx="2095500" cy="1619250"/>
          </a:xfrm>
          <a:prstGeom prst="curvedConnector3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69731577-995655657"/>
          <p:cNvSpPr/>
          <p:nvPr/>
        </p:nvSpPr>
        <p:spPr>
          <a:xfrm>
            <a:off x="12382500" y="6286500"/>
            <a:ext cx="17145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e3d842f-4ef9-4122-8b13-6034921d039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NỐI ĐỐI</a:t>
            </a:r>
            <a:r>
              <a:rPr lang="en-US" sz="1800" b="1" spc="24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90500" cy="4762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1714500"/>
            <a:ext cx="15716250" cy="4000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6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mở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cửa;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7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2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619250" y="4476750"/>
            <a:ext cx="133350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dụ: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hãng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 chuyển</a:t>
            </a:r>
            <a:r>
              <a:rPr lang="en-US" sz="22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2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2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</a:t>
            </a:r>
            <a:r>
              <a:rPr lang="en-US" sz="22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đơn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619250" y="581025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550" dirty="0" spc="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550" dirty="0" spc="-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5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5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5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d4279bde-70ec-4e9d-8ea9-bd701112b5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CUNG</a:t>
            </a:r>
            <a:r>
              <a:rPr lang="en-US" sz="1800" b="1" spc="28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80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1800" b="1" spc="28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Portal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809625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38671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0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PORTAL</a:t>
            </a:r>
            <a:endParaRPr lang="en-US" sz="2100" dirty="0"/>
          </a:p>
        </p:txBody>
      </p:sp>
      <p:sp>
        <p:nvSpPr>
          <p:cNvPr id="7" name="Text richtext-1792369758343-531577222"/>
          <p:cNvSpPr/>
          <p:nvPr/>
        </p:nvSpPr>
        <p:spPr>
          <a:xfrm>
            <a:off x="1333500" y="43815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marL="419100" indent="-299422">
              <a:lnSpc>
                <a:spcPts val="445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33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33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API</a:t>
            </a:r>
            <a:endParaRPr lang="en-US" sz="3300" dirty="0"/>
          </a:p>
          <a:p>
            <a:pPr algn="l" marL="419100" indent="-299422">
              <a:lnSpc>
                <a:spcPts val="4455"/>
              </a:lnSpc>
              <a:buSzPct val="100000"/>
              <a:buFont typeface="Arial"/>
              <a:buChar char="•"/>
            </a:pP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33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3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 dụng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9277350" y="3524250"/>
            <a:ext cx="8096250" cy="3810000"/>
          </a:xfrm>
          <a:prstGeom prst="roundRect">
            <a:avLst>
              <a:gd name="adj" fmla="val 7000"/>
            </a:avLst>
          </a:prstGeom>
          <a:solidFill>
            <a:srgbClr val="7C93FF"/>
          </a:solidFill>
          <a:ln/>
        </p:spPr>
      </p:sp>
      <p:sp>
        <p:nvSpPr>
          <p:cNvPr id="9" name="Text 7"/>
          <p:cNvSpPr/>
          <p:nvPr/>
        </p:nvSpPr>
        <p:spPr>
          <a:xfrm>
            <a:off x="9696450" y="386715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6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endParaRPr lang="en-US" sz="2100" dirty="0"/>
          </a:p>
        </p:txBody>
      </p:sp>
      <p:sp>
        <p:nvSpPr>
          <p:cNvPr id="10" name="Text richtext-1792369758365-709006535"/>
          <p:cNvSpPr/>
          <p:nvPr/>
        </p:nvSpPr>
        <p:spPr>
          <a:xfrm>
            <a:off x="9696450" y="4381500"/>
            <a:ext cx="7334250" cy="2667000"/>
          </a:xfrm>
          <a:prstGeom prst="rect">
            <a:avLst/>
          </a:prstGeom>
          <a:noFill/>
          <a:ln/>
        </p:spPr>
        <p:txBody>
          <a:bodyPr wrap="square" lIns="0" tIns="12573" rIns="0" bIns="-12573" rtlCol="0" anchor="t"/>
          <a:lstStyle/>
          <a:p>
            <a:pPr algn="l" marL="419100" indent="-299422">
              <a:lnSpc>
                <a:spcPts val="445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3300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3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3300" dirty="0"/>
          </a:p>
          <a:p>
            <a:pPr algn="l" marL="419100" indent="-299422">
              <a:lnSpc>
                <a:spcPts val="4455"/>
              </a:lnSpc>
              <a:buSzPct val="100000"/>
              <a:buFont typeface="Arial"/>
              <a:buChar char="•"/>
            </a:pPr>
            <a:r>
              <a:rPr lang="en-US" sz="33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33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3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30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3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endParaRPr lang="en-US" sz="3300" dirty="0"/>
          </a:p>
        </p:txBody>
      </p:sp>
      <p:sp>
        <p:nvSpPr>
          <p:cNvPr id="11" name="Shape 9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7829550"/>
            <a:ext cx="15716250" cy="857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Cài</a:t>
            </a:r>
            <a:r>
              <a:rPr lang="en-US" sz="2700" dirty="0" spc="-3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-4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chợ API</a:t>
            </a:r>
            <a:r>
              <a:rPr lang="en-US" sz="27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46db57a-52cf-48c4-bb0b-d09152e507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b="1" spc="26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6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cửa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524250"/>
            <a:ext cx="3238500" cy="1143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Web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24000" y="5429250"/>
            <a:ext cx="3238500" cy="11430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048500" y="4095750"/>
            <a:ext cx="4191000" cy="1905000"/>
          </a:xfrm>
          <a:prstGeom prst="roundRect">
            <a:avLst>
              <a:gd name="adj" fmla="val 15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Gateway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13525500" y="3524250"/>
            <a:ext cx="32385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525500" y="5429250"/>
            <a:ext cx="32385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</p:txBody>
      </p:sp>
      <p:sp>
        <p:nvSpPr>
          <p:cNvPr id="10" name="Connector line-1792369781574-412726741"/>
          <p:cNvSpPr/>
          <p:nvPr/>
        </p:nvSpPr>
        <p:spPr>
          <a:xfrm>
            <a:off x="4762500" y="4095750"/>
            <a:ext cx="2286000" cy="952500"/>
          </a:xfrm>
          <a:prstGeom prst="curvedConnector3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69781574-196063637"/>
          <p:cNvSpPr/>
          <p:nvPr/>
        </p:nvSpPr>
        <p:spPr>
          <a:xfrm flipV="1">
            <a:off x="4762500" y="5048250"/>
            <a:ext cx="2286000" cy="952500"/>
          </a:xfrm>
          <a:prstGeom prst="curvedConnector3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69781575-959674558"/>
          <p:cNvSpPr/>
          <p:nvPr/>
        </p:nvSpPr>
        <p:spPr>
          <a:xfrm flipV="1">
            <a:off x="11239500" y="4095750"/>
            <a:ext cx="2286000" cy="95250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Connector line-1792369781575-101738913"/>
          <p:cNvSpPr/>
          <p:nvPr/>
        </p:nvSpPr>
        <p:spPr>
          <a:xfrm>
            <a:off x="11239500" y="5048250"/>
            <a:ext cx="2286000" cy="952500"/>
          </a:xfrm>
          <a:prstGeom prst="curvedConnector3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477000" y="619125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cấu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14400" y="7429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3DFB8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762875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thiết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4d1b38ab-9741-4500-8b78-a9acd31518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19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400" y="4476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743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267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14400" y="7524750"/>
            <a:ext cx="16459200" cy="1295400"/>
          </a:xfrm>
          <a:prstGeom prst="roundRect">
            <a:avLst>
              <a:gd name="adj" fmla="val 17647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791450"/>
            <a:ext cx="8572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3333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trừ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2476500" y="4857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chặng: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thành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nghẽn.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2476500" y="6381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Chặn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backend.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476500" y="7905750"/>
            <a:ext cx="1447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đủ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13a84f8-cf59-485d-bbf6-3bfda6e4ae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34290" rIns="0" bIns="-34290" rtlCol="0" anchor="t"/>
          <a:lstStyle/>
          <a:p>
            <a:pPr algn="l" indent="0" marL="0">
              <a:lnSpc>
                <a:spcPts val="5940"/>
              </a:lnSpc>
              <a:buNone/>
            </a:pP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54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gateway,</a:t>
            </a:r>
            <a:r>
              <a:rPr lang="en-US" sz="54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54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54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5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9624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100" dirty="0"/>
          </a:p>
        </p:txBody>
      </p:sp>
      <p:sp>
        <p:nvSpPr>
          <p:cNvPr id="6" name="Text richtext-1792369809768-283739340"/>
          <p:cNvSpPr/>
          <p:nvPr/>
        </p:nvSpPr>
        <p:spPr>
          <a:xfrm>
            <a:off x="1333500" y="4476750"/>
            <a:ext cx="7334250" cy="2857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marL="381000" indent="-272202">
              <a:lnSpc>
                <a:spcPts val="40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Gateway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3000" dirty="0"/>
          </a:p>
          <a:p>
            <a:pPr algn="l" marL="381000" indent="-272202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277350" y="3619500"/>
            <a:ext cx="8096250" cy="5143500"/>
          </a:xfrm>
          <a:prstGeom prst="roundRect">
            <a:avLst>
              <a:gd name="adj" fmla="val 5926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6450" y="3962400"/>
            <a:ext cx="733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1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THIẾU:</a:t>
            </a:r>
            <a:r>
              <a:rPr lang="en-US" sz="21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KHÁM PHÁ</a:t>
            </a:r>
            <a:r>
              <a:rPr lang="en-US" sz="2100" b="1" spc="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spc="14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10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100" dirty="0"/>
          </a:p>
        </p:txBody>
      </p:sp>
      <p:sp>
        <p:nvSpPr>
          <p:cNvPr id="9" name="Text richtext-1792369809785-132826917"/>
          <p:cNvSpPr/>
          <p:nvPr/>
        </p:nvSpPr>
        <p:spPr>
          <a:xfrm>
            <a:off x="9696450" y="4476750"/>
            <a:ext cx="7334250" cy="2857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marL="381000" indent="-272202">
              <a:lnSpc>
                <a:spcPts val="40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Portal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30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3000" dirty="0"/>
          </a:p>
          <a:p>
            <a:pPr algn="l" marL="381000" indent="-272202">
              <a:lnSpc>
                <a:spcPts val="405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000" dirty="0"/>
          </a:p>
          <a:p>
            <a:pPr algn="l" marL="381000" indent="-272202">
              <a:lnSpc>
                <a:spcPts val="4050"/>
              </a:lnSpc>
              <a:buSzPct val="100000"/>
              <a:buFont typeface="Arial"/>
              <a:buChar char="•"/>
            </a:pP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30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30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30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374f7b37-7613-4286-b5d9-376b1080f19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6000750"/>
          </a:xfrm>
          <a:prstGeom prst="roundRect">
            <a:avLst>
              <a:gd name="adj" fmla="val 444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Connector line-1792369824244-869153744"/>
          <p:cNvSpPr/>
          <p:nvPr/>
        </p:nvSpPr>
        <p:spPr>
          <a:xfrm>
            <a:off x="914400" y="49530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Connector line-1792369824245-40029392"/>
          <p:cNvSpPr/>
          <p:nvPr/>
        </p:nvSpPr>
        <p:spPr>
          <a:xfrm>
            <a:off x="914400" y="69532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95400" y="3590925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Portal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810250" y="3381375"/>
            <a:ext cx="1123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 tin cho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5810250" y="4000500"/>
            <a:ext cx="1123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195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gateway,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95400" y="5591175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 phẩm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810250" y="5381625"/>
            <a:ext cx="1123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Azure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Management:</a:t>
            </a:r>
            <a:r>
              <a:rPr lang="en-US" sz="255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developer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portal.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810250" y="6000750"/>
            <a:ext cx="1123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 không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quy</a:t>
            </a:r>
            <a:r>
              <a:rPr lang="en-US" sz="19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95400" y="7591425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b="1" dirty="0" spc="-3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(AWS)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810250" y="7381875"/>
            <a:ext cx="1123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5810250" y="8001000"/>
            <a:ext cx="1123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quyền;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217578e-ef3b-4bd1-9db6-60b121ee68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0477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0477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38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33500" y="409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33500" y="4619625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 diện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6000750"/>
            <a:ext cx="10477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2865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3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AWS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33500" y="7143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Amazon</a:t>
            </a:r>
            <a:r>
              <a:rPr lang="en-US" sz="180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7667625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endParaRPr lang="en-US" sz="2550" dirty="0"/>
          </a:p>
        </p:txBody>
      </p:sp>
      <p:sp>
        <p:nvSpPr>
          <p:cNvPr id="12" name="Connector line-1792369837135-965587498"/>
          <p:cNvSpPr/>
          <p:nvPr/>
        </p:nvSpPr>
        <p:spPr>
          <a:xfrm>
            <a:off x="11906250" y="2952750"/>
            <a:ext cx="0" cy="581025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287250" y="2952750"/>
            <a:ext cx="5143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Text richtext-1792369837138-463958246"/>
          <p:cNvSpPr/>
          <p:nvPr/>
        </p:nvSpPr>
        <p:spPr>
          <a:xfrm>
            <a:off x="12287250" y="3429000"/>
            <a:ext cx="5143500" cy="47625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Management,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1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Routing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5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AWS: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Usage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plans</a:t>
            </a: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1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keys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8bf24f1-e301-4a98-a084-acd2beefcb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2026-10-19T00:53:21Z</dcterms:created>
  <dcterms:modified xsi:type="dcterms:W3CDTF">2026-10-19T00:53:21Z</dcterms:modified>
</cp:coreProperties>
</file>