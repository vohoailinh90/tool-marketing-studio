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26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8572500" cy="2286000"/>
          </a:xfrm>
          <a:prstGeom prst="rect">
            <a:avLst/>
          </a:prstGeom>
          <a:noFill/>
          <a:ln/>
        </p:spPr>
        <p:txBody>
          <a:bodyPr wrap="square" lIns="0" tIns="64294" rIns="0" bIns="-64294" rtlCol="0" anchor="t"/>
          <a:lstStyle/>
          <a:p>
            <a:pPr algn="l" indent="0" marL="0">
              <a:lnSpc>
                <a:spcPts val="7875"/>
              </a:lnSpc>
              <a:buNone/>
            </a:pPr>
            <a:r>
              <a:rPr lang="en-US" sz="75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Sáu mô</a:t>
            </a:r>
            <a:r>
              <a:rPr lang="en-US" sz="7500" dirty="0" spc="-1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r>
              <a:rPr lang="en-US" sz="75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dữ</a:t>
            </a:r>
            <a:r>
              <a:rPr lang="en-US" sz="7500" dirty="0" spc="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914400" y="2762250"/>
            <a:ext cx="8382000" cy="1047750"/>
          </a:xfrm>
          <a:prstGeom prst="rect">
            <a:avLst/>
          </a:prstGeom>
          <a:noFill/>
          <a:ln/>
        </p:spPr>
        <p:txBody>
          <a:bodyPr wrap="square" lIns="0" tIns="11430" rIns="0" bIns="-1143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300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3000" dirty="0" spc="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cửa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nhỏ,</a:t>
            </a:r>
            <a:r>
              <a:rPr lang="en-US" sz="300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sáu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300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xếp.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3619500"/>
            <a:ext cx="8382000" cy="457200"/>
          </a:xfrm>
          <a:prstGeom prst="rect">
            <a:avLst/>
          </a:prstGeom>
          <a:noFill/>
          <a:ln/>
        </p:spPr>
        <p:txBody>
          <a:bodyPr wrap="square" lIns="0" tIns="4667" rIns="0" bIns="-4667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Sáu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cái</a:t>
            </a:r>
            <a:r>
              <a:rPr lang="en-US" sz="210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 này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cùng</a:t>
            </a:r>
            <a:r>
              <a:rPr lang="en-US" sz="210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 tầng.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14400" y="9525000"/>
            <a:ext cx="8572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sd-04-026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10096500" y="914400"/>
            <a:ext cx="7277100" cy="3714750"/>
          </a:xfrm>
          <a:prstGeom prst="roundRect">
            <a:avLst>
              <a:gd name="adj" fmla="val 7179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10477500" y="1200150"/>
            <a:ext cx="65151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78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TẦNG</a:t>
            </a:r>
            <a:r>
              <a:rPr lang="en-US" sz="1800" b="1" spc="22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1800" b="1" spc="22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2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1800" b="1" spc="216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QUẢN</a:t>
            </a:r>
            <a:r>
              <a:rPr lang="en-US" sz="1800" b="1" spc="223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r>
              <a:rPr lang="en-US" sz="1800" b="1" spc="226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NHÌN</a:t>
            </a:r>
            <a:r>
              <a:rPr lang="en-US" sz="1800" b="1" spc="22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1800" b="1" spc="22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477500" y="1771650"/>
            <a:ext cx="314325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Bảng</a:t>
            </a:r>
            <a:r>
              <a:rPr lang="en-US" sz="2100" b="1" dirty="0" spc="-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phẳng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3849350" y="1771650"/>
            <a:ext cx="314325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Phân</a:t>
            </a:r>
            <a:r>
              <a:rPr lang="en-US" sz="2100" b="1" dirty="0" spc="-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cấp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0477500" y="2724150"/>
            <a:ext cx="314325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Mạng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3849350" y="2724150"/>
            <a:ext cx="314325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0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Quan</a:t>
            </a:r>
            <a:r>
              <a:rPr lang="en-US" sz="2100" b="1" dirty="0" spc="-6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0477500" y="3810000"/>
            <a:ext cx="6515100" cy="457200"/>
          </a:xfrm>
          <a:prstGeom prst="rect">
            <a:avLst/>
          </a:prstGeom>
          <a:noFill/>
          <a:ln/>
        </p:spPr>
        <p:txBody>
          <a:bodyPr wrap="square" lIns="0" tIns="4667" rIns="0" bIns="-4667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</a:t>
            </a:r>
            <a:r>
              <a:rPr lang="en-US" sz="21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1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quản</a:t>
            </a:r>
            <a:r>
              <a:rPr lang="en-US" sz="2100" dirty="0" spc="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r>
              <a:rPr lang="en-US" sz="21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nhìn</a:t>
            </a:r>
            <a:r>
              <a:rPr lang="en-US" sz="21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1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2100" dirty="0"/>
          </a:p>
        </p:txBody>
      </p:sp>
      <p:sp>
        <p:nvSpPr>
          <p:cNvPr id="14" name="Connector line-1792369751605-796999795"/>
          <p:cNvSpPr/>
          <p:nvPr/>
        </p:nvSpPr>
        <p:spPr>
          <a:xfrm>
            <a:off x="13735050" y="4762500"/>
            <a:ext cx="0" cy="1333500"/>
          </a:xfrm>
          <a:prstGeom prst="line">
            <a:avLst/>
          </a:prstGeom>
          <a:noFill/>
          <a:ln w="38100">
            <a:solidFill>
              <a:srgbClr val="9AA0B5"/>
            </a:solidFill>
            <a:prstDash val="solid"/>
            <a:headEnd type="none"/>
            <a:tailEnd type="triangle" w="lg" len="lg"/>
          </a:ln>
        </p:spPr>
      </p:sp>
      <p:sp>
        <p:nvSpPr>
          <p:cNvPr id="15" name="Shape 13"/>
          <p:cNvSpPr/>
          <p:nvPr/>
        </p:nvSpPr>
        <p:spPr>
          <a:xfrm>
            <a:off x="10096500" y="6229350"/>
            <a:ext cx="7277100" cy="2857500"/>
          </a:xfrm>
          <a:prstGeom prst="roundRect">
            <a:avLst>
              <a:gd name="adj" fmla="val 9333"/>
            </a:avLst>
          </a:prstGeom>
          <a:solidFill>
            <a:srgbClr val="1E212B"/>
          </a:solidFill>
          <a:ln/>
        </p:spPr>
      </p:sp>
      <p:sp>
        <p:nvSpPr>
          <p:cNvPr id="16" name="Text 14"/>
          <p:cNvSpPr/>
          <p:nvPr/>
        </p:nvSpPr>
        <p:spPr>
          <a:xfrm>
            <a:off x="10477500" y="6515100"/>
            <a:ext cx="65151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78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TẦNG</a:t>
            </a:r>
            <a:r>
              <a:rPr lang="en-US" sz="1800" b="1" spc="22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r>
              <a:rPr lang="en-US" sz="1800" b="1" spc="22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2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XẾP</a:t>
            </a:r>
            <a:r>
              <a:rPr lang="en-US" sz="1800" b="1" spc="221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</a:t>
            </a:r>
            <a:r>
              <a:rPr lang="en-US" sz="1800" b="1" spc="216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1800" b="1" spc="22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477500" y="7086600"/>
            <a:ext cx="314325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Sao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3849350" y="7086600"/>
            <a:ext cx="314325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7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Bông</a:t>
            </a:r>
            <a:r>
              <a:rPr lang="en-US" sz="2100" b="1" dirty="0" spc="-17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tuyết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0477500" y="8153400"/>
            <a:ext cx="6515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</a:t>
            </a:r>
            <a:r>
              <a:rPr lang="en-US" sz="2100" dirty="0" spc="-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xếp</a:t>
            </a:r>
            <a:r>
              <a:rPr lang="en-US" sz="210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</a:t>
            </a:r>
            <a:r>
              <a:rPr lang="en-US" sz="21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 việc phân</a:t>
            </a: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tích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223b0d87-7023-4ab1-88ac-fa8957c960d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95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950" b="1" spc="17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2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95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495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6900" dirty="0" spc="-6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cửa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hàng</a:t>
            </a:r>
            <a:r>
              <a:rPr lang="en-US" sz="6900" dirty="0" spc="-2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nhỏ,</a:t>
            </a:r>
            <a:r>
              <a:rPr lang="en-US" sz="6900" dirty="0" spc="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dựng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theo</a:t>
            </a:r>
            <a:r>
              <a:rPr lang="en-US" sz="6900" dirty="0" spc="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từng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cách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5181600" cy="3143250"/>
          </a:xfrm>
          <a:prstGeom prst="roundRect">
            <a:avLst>
              <a:gd name="adj" fmla="val 8485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333750"/>
            <a:ext cx="4419600" cy="156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295400" y="4572000"/>
            <a:ext cx="44196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khách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295400" y="5143500"/>
            <a:ext cx="44196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An</a:t>
            </a:r>
            <a:r>
              <a:rPr lang="en-US" sz="2250" dirty="0" spc="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2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Huế,</a:t>
            </a:r>
            <a:r>
              <a:rPr lang="en-US" sz="22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Bình</a:t>
            </a:r>
            <a:r>
              <a:rPr lang="en-US" sz="22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2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Vinh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6553200" y="3048000"/>
            <a:ext cx="5181600" cy="3143250"/>
          </a:xfrm>
          <a:prstGeom prst="roundRect">
            <a:avLst>
              <a:gd name="adj" fmla="val 8485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34200" y="3333750"/>
            <a:ext cx="4419600" cy="156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7200" dirty="0"/>
          </a:p>
        </p:txBody>
      </p:sp>
      <p:sp>
        <p:nvSpPr>
          <p:cNvPr id="10" name="Text 8"/>
          <p:cNvSpPr/>
          <p:nvPr/>
        </p:nvSpPr>
        <p:spPr>
          <a:xfrm>
            <a:off x="6934200" y="4572000"/>
            <a:ext cx="44196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sản</a:t>
            </a:r>
            <a:r>
              <a:rPr lang="en-US" sz="27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phẩm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6934200" y="5143500"/>
            <a:ext cx="44196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Ấm</a:t>
            </a:r>
            <a:r>
              <a:rPr lang="en-US" sz="2250" dirty="0" spc="-2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trà,</a:t>
            </a:r>
            <a:r>
              <a:rPr lang="en-US" sz="22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chén,</a:t>
            </a:r>
            <a:r>
              <a:rPr lang="en-US" sz="2250" dirty="0" spc="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đèn</a:t>
            </a:r>
            <a:r>
              <a:rPr lang="en-US" sz="22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bàn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12192000" y="3048000"/>
            <a:ext cx="5181600" cy="3143250"/>
          </a:xfrm>
          <a:prstGeom prst="roundRect">
            <a:avLst>
              <a:gd name="adj" fmla="val 8485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573000" y="3333750"/>
            <a:ext cx="4419600" cy="156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7200" dirty="0"/>
          </a:p>
        </p:txBody>
      </p:sp>
      <p:sp>
        <p:nvSpPr>
          <p:cNvPr id="14" name="Text 12"/>
          <p:cNvSpPr/>
          <p:nvPr/>
        </p:nvSpPr>
        <p:spPr>
          <a:xfrm>
            <a:off x="12573000" y="4572000"/>
            <a:ext cx="44196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món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12573000" y="5143500"/>
            <a:ext cx="44196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2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trong</a:t>
            </a:r>
            <a:r>
              <a:rPr lang="en-US" sz="22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250" dirty="0" spc="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914400" y="6572250"/>
            <a:ext cx="164592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1800" b="1" spc="20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1800" b="1" spc="22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1800" b="1" spc="22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80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1800" b="1" spc="2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14400" y="7048500"/>
            <a:ext cx="8001000" cy="1143000"/>
          </a:xfrm>
          <a:prstGeom prst="roundRect">
            <a:avLst>
              <a:gd name="adj" fmla="val 23333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8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850" b="1" dirty="0" spc="3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285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mấy</a:t>
            </a: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lần?</a:t>
            </a:r>
            <a:endParaRPr lang="en-US" sz="2850" dirty="0"/>
          </a:p>
        </p:txBody>
      </p:sp>
      <p:sp>
        <p:nvSpPr>
          <p:cNvPr id="18" name="Text 16"/>
          <p:cNvSpPr/>
          <p:nvPr/>
        </p:nvSpPr>
        <p:spPr>
          <a:xfrm>
            <a:off x="9372600" y="7048500"/>
            <a:ext cx="8001000" cy="1143000"/>
          </a:xfrm>
          <a:prstGeom prst="roundRect">
            <a:avLst>
              <a:gd name="adj" fmla="val 23333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9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28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sản</a:t>
            </a:r>
            <a:r>
              <a:rPr lang="en-US" sz="28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phẩm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850" b="1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mua</a:t>
            </a: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8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dễ?</a:t>
            </a:r>
            <a:endParaRPr lang="en-US" sz="2850" dirty="0"/>
          </a:p>
        </p:txBody>
      </p:sp>
      <p:sp>
        <p:nvSpPr>
          <p:cNvPr id="19" name="Text 17"/>
          <p:cNvSpPr/>
          <p:nvPr/>
        </p:nvSpPr>
        <p:spPr>
          <a:xfrm>
            <a:off x="914400" y="8477250"/>
            <a:ext cx="164592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Phép thử</a:t>
            </a:r>
            <a:r>
              <a:rPr lang="en-US" sz="195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19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SQLite</a:t>
            </a:r>
            <a:r>
              <a:rPr lang="en-US" sz="19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1950" dirty="0" spc="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Python</a:t>
            </a:r>
            <a:r>
              <a:rPr lang="en-US" sz="19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3.13</a:t>
            </a:r>
            <a:r>
              <a:rPr lang="en-US" sz="19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2026-10-18.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0671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969645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26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2" name="Moda image moda-export-watermark-00f09f19-1a34-4cbd-8e3f-406836559b5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77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TẦNG</a:t>
            </a:r>
            <a:r>
              <a:rPr lang="en-US" sz="1950" b="1" spc="227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1950" b="1" spc="22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6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1950" b="1" spc="195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1950" b="1" spc="206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495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Bảng</a:t>
            </a:r>
            <a:r>
              <a:rPr lang="en-US" sz="6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phẳng</a:t>
            </a:r>
            <a:r>
              <a:rPr lang="en-US" sz="6900" dirty="0" spc="-7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phân</a:t>
            </a:r>
            <a:r>
              <a:rPr lang="en-US" sz="69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cấp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8001000" cy="5715000"/>
          </a:xfrm>
          <a:prstGeom prst="roundRect">
            <a:avLst>
              <a:gd name="adj" fmla="val 4667"/>
            </a:avLst>
          </a:prstGeom>
          <a:solidFill>
            <a:srgbClr val="FBF8F2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390900"/>
            <a:ext cx="7239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1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BẢNG</a:t>
            </a:r>
            <a:r>
              <a:rPr lang="en-US" sz="1800" b="1" spc="224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PHẲNG</a:t>
            </a:r>
            <a:r>
              <a:rPr lang="en-US" sz="1800" b="1" spc="227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04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800" b="1" spc="22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</a:t>
            </a:r>
            <a:r>
              <a:rPr lang="en-US" sz="1800" b="1" spc="233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</a:t>
            </a:r>
            <a:r>
              <a:rPr lang="en-US" sz="1800" b="1" spc="188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95400" y="3905250"/>
            <a:ext cx="7239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0" dirty="0" spc="4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r>
              <a:rPr lang="en-US" sz="6600" dirty="0" spc="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dòng</a:t>
            </a:r>
            <a:endParaRPr lang="en-US" sz="6600" dirty="0"/>
          </a:p>
        </p:txBody>
      </p:sp>
      <p:sp>
        <p:nvSpPr>
          <p:cNvPr id="7" name="Text 5"/>
          <p:cNvSpPr/>
          <p:nvPr/>
        </p:nvSpPr>
        <p:spPr>
          <a:xfrm>
            <a:off x="1295400" y="4953000"/>
            <a:ext cx="72390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cùng</a:t>
            </a:r>
            <a:r>
              <a:rPr lang="en-US" sz="22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2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chữ</a:t>
            </a:r>
            <a:r>
              <a:rPr lang="en-US" sz="22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"Huế"</a:t>
            </a:r>
            <a:endParaRPr lang="en-US" sz="2250" dirty="0"/>
          </a:p>
        </p:txBody>
      </p:sp>
      <p:sp>
        <p:nvSpPr>
          <p:cNvPr id="8" name="Text richtext-1792369802079-417562592"/>
          <p:cNvSpPr/>
          <p:nvPr/>
        </p:nvSpPr>
        <p:spPr>
          <a:xfrm>
            <a:off x="1295400" y="5715000"/>
            <a:ext cx="7239000" cy="266700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marL="323850" indent="-231371">
              <a:lnSpc>
                <a:spcPts val="3570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món,</a:t>
            </a:r>
            <a:r>
              <a:rPr lang="en-US" sz="2550" dirty="0" spc="-2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kèm</a:t>
            </a:r>
            <a:r>
              <a:rPr lang="en-US" sz="25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tên,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 phố khách</a:t>
            </a:r>
            <a:endParaRPr lang="en-US" sz="2550" dirty="0"/>
          </a:p>
          <a:p>
            <a:pPr algn="l" marL="323850" indent="-231371">
              <a:lnSpc>
                <a:spcPts val="3570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5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Sửa</a:t>
            </a:r>
            <a:r>
              <a:rPr lang="en-US" sz="25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sót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dòng: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 hai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 phố</a:t>
            </a:r>
            <a:endParaRPr lang="en-US" sz="2550" dirty="0"/>
          </a:p>
          <a:p>
            <a:pPr algn="l" marL="323850" indent="-231371">
              <a:lnSpc>
                <a:spcPts val="3570"/>
              </a:lnSpc>
              <a:buSzPct val="100000"/>
              <a:buFont typeface="Arial"/>
              <a:buChar char="•"/>
            </a:pP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 chỗ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5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</a:t>
            </a:r>
            <a:r>
              <a:rPr lang="en-US" sz="25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9372600" y="3048000"/>
            <a:ext cx="8001000" cy="5715000"/>
          </a:xfrm>
          <a:prstGeom prst="roundRect">
            <a:avLst>
              <a:gd name="adj" fmla="val 4667"/>
            </a:avLst>
          </a:prstGeom>
          <a:solidFill>
            <a:srgbClr val="CFE8E2"/>
          </a:solidFill>
          <a:ln/>
        </p:spPr>
      </p:sp>
      <p:sp>
        <p:nvSpPr>
          <p:cNvPr id="10" name="Text 8"/>
          <p:cNvSpPr/>
          <p:nvPr/>
        </p:nvSpPr>
        <p:spPr>
          <a:xfrm>
            <a:off x="9753600" y="3390900"/>
            <a:ext cx="7239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4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PHÂN</a:t>
            </a:r>
            <a:r>
              <a:rPr lang="en-US" sz="1800" b="1" spc="207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CẤP</a:t>
            </a:r>
            <a:r>
              <a:rPr lang="en-US" sz="1800" b="1" spc="226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04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800" b="1" spc="165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753600" y="3905250"/>
            <a:ext cx="7239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0" dirty="0" spc="6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r>
              <a:rPr lang="en-US" sz="6600" dirty="0" spc="3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/</a:t>
            </a:r>
            <a:r>
              <a:rPr lang="en-US" sz="6600" dirty="0" spc="4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4</a:t>
            </a:r>
            <a:r>
              <a:rPr lang="en-US" sz="6600" dirty="0" spc="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món</a:t>
            </a:r>
            <a:endParaRPr lang="en-US" sz="6600" dirty="0"/>
          </a:p>
        </p:txBody>
      </p:sp>
      <p:sp>
        <p:nvSpPr>
          <p:cNvPr id="12" name="Text 10"/>
          <p:cNvSpPr/>
          <p:nvPr/>
        </p:nvSpPr>
        <p:spPr>
          <a:xfrm>
            <a:off x="9753600" y="4953000"/>
            <a:ext cx="72390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phải</a:t>
            </a:r>
            <a:r>
              <a:rPr lang="en-US" sz="2250" dirty="0" spc="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250" dirty="0" spc="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25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2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22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mua</a:t>
            </a:r>
            <a:r>
              <a:rPr lang="en-US" sz="22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ấm</a:t>
            </a:r>
            <a:r>
              <a:rPr lang="en-US" sz="2250" dirty="0" spc="-2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trà</a:t>
            </a:r>
            <a:endParaRPr lang="en-US" sz="2250" dirty="0"/>
          </a:p>
        </p:txBody>
      </p:sp>
      <p:sp>
        <p:nvSpPr>
          <p:cNvPr id="13" name="Text richtext-1792369802121-402944671"/>
          <p:cNvSpPr/>
          <p:nvPr/>
        </p:nvSpPr>
        <p:spPr>
          <a:xfrm>
            <a:off x="9753600" y="5715000"/>
            <a:ext cx="7239000" cy="266700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marL="323850" indent="-231371">
              <a:lnSpc>
                <a:spcPts val="3570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Khách</a:t>
            </a:r>
            <a:r>
              <a:rPr lang="en-US" sz="25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chứa</a:t>
            </a:r>
            <a:r>
              <a:rPr lang="en-US" sz="25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đơn,</a:t>
            </a:r>
            <a:r>
              <a:rPr lang="en-US" sz="255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r>
              <a:rPr lang="en-US" sz="25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chứa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món,</a:t>
            </a:r>
            <a:r>
              <a:rPr lang="en-US" sz="25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cha</a:t>
            </a:r>
            <a:endParaRPr lang="en-US" sz="2550" dirty="0"/>
          </a:p>
          <a:p>
            <a:pPr algn="l" marL="323850" indent="-231371">
              <a:lnSpc>
                <a:spcPts val="3570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Hỏi theo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chiều</a:t>
            </a:r>
            <a:r>
              <a:rPr lang="en-US" sz="25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cây,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55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An: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nhanh</a:t>
            </a:r>
            <a:endParaRPr lang="en-US" sz="2550" dirty="0"/>
          </a:p>
          <a:p>
            <a:pPr algn="l" marL="323850" indent="-231371">
              <a:lnSpc>
                <a:spcPts val="3570"/>
              </a:lnSpc>
              <a:buSzPct val="100000"/>
              <a:buFont typeface="Arial"/>
              <a:buChar char="•"/>
            </a:pPr>
            <a:r>
              <a:rPr lang="en-US" sz="2550" dirty="0" spc="-7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Tên</a:t>
            </a:r>
            <a:r>
              <a:rPr lang="en-US" sz="25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sản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phẩm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chép</a:t>
            </a:r>
            <a:r>
              <a:rPr lang="en-US" sz="25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55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endParaRPr lang="en-US" sz="2550" dirty="0"/>
          </a:p>
        </p:txBody>
      </p:sp>
      <p:sp>
        <p:nvSpPr>
          <p:cNvPr id="14" name="Shape 12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0671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969645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26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03/10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e235a307-dc87-4325-87fb-fe8a9b4a14b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MẠNG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495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1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69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ghi</a:t>
            </a: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6900" dirty="0" spc="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nhiều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cha</a:t>
            </a:r>
            <a:endParaRPr lang="en-US" sz="6900" dirty="0"/>
          </a:p>
        </p:txBody>
      </p:sp>
      <p:sp>
        <p:nvSpPr>
          <p:cNvPr id="4" name="Connector line-1792369833262-107651208"/>
          <p:cNvSpPr/>
          <p:nvPr/>
        </p:nvSpPr>
        <p:spPr>
          <a:xfrm flipH="1">
            <a:off x="2571750" y="4095750"/>
            <a:ext cx="1809750" cy="1047750"/>
          </a:xfrm>
          <a:prstGeom prst="line">
            <a:avLst/>
          </a:prstGeom>
          <a:noFill/>
          <a:ln w="47625">
            <a:solidFill>
              <a:srgbClr val="FF6A4D"/>
            </a:solidFill>
            <a:prstDash val="solid"/>
            <a:headEnd type="none"/>
            <a:tailEnd type="triangle"/>
          </a:ln>
        </p:spPr>
      </p:sp>
      <p:sp>
        <p:nvSpPr>
          <p:cNvPr id="5" name="Connector line-1792369833263-486894354"/>
          <p:cNvSpPr/>
          <p:nvPr/>
        </p:nvSpPr>
        <p:spPr>
          <a:xfrm>
            <a:off x="4381500" y="4095750"/>
            <a:ext cx="1809750" cy="1047750"/>
          </a:xfrm>
          <a:prstGeom prst="line">
            <a:avLst/>
          </a:prstGeom>
          <a:noFill/>
          <a:ln w="47625">
            <a:solidFill>
              <a:srgbClr val="FF6A4D"/>
            </a:solidFill>
            <a:prstDash val="solid"/>
            <a:headEnd type="none"/>
            <a:tailEnd type="triangle"/>
          </a:ln>
        </p:spPr>
      </p:sp>
      <p:sp>
        <p:nvSpPr>
          <p:cNvPr id="6" name="Connector line-1792369833263-282913587"/>
          <p:cNvSpPr/>
          <p:nvPr/>
        </p:nvSpPr>
        <p:spPr>
          <a:xfrm>
            <a:off x="2571750" y="6096000"/>
            <a:ext cx="0" cy="104775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7" name="Connector line-1792369833263-512367572"/>
          <p:cNvSpPr/>
          <p:nvPr/>
        </p:nvSpPr>
        <p:spPr>
          <a:xfrm>
            <a:off x="6191250" y="6096000"/>
            <a:ext cx="0" cy="104775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2952750" y="3143250"/>
            <a:ext cx="2857500" cy="9525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Ấm</a:t>
            </a:r>
            <a:r>
              <a:rPr lang="en-US" sz="255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trà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1143000" y="5143500"/>
            <a:ext cx="2857500" cy="95250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Món</a:t>
            </a:r>
            <a:r>
              <a:rPr lang="en-US" sz="24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762500" y="5143500"/>
            <a:ext cx="2857500" cy="95250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Món</a:t>
            </a:r>
            <a:r>
              <a:rPr lang="en-US" sz="24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143000" y="7143750"/>
            <a:ext cx="2857500" cy="95250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Đơn</a:t>
            </a:r>
            <a:r>
              <a:rPr lang="en-US" sz="2400" b="1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2400" b="1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An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762500" y="7143750"/>
            <a:ext cx="2857500" cy="95250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Đơn</a:t>
            </a:r>
            <a:r>
              <a:rPr lang="en-US" sz="2400" b="1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2400" b="1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Bình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143000" y="8382000"/>
            <a:ext cx="6667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món: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cha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8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sản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phẩm,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cha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800" dirty="0" spc="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144000" y="3143250"/>
            <a:ext cx="8229600" cy="5619750"/>
          </a:xfrm>
          <a:prstGeom prst="roundRect">
            <a:avLst>
              <a:gd name="adj" fmla="val 4746"/>
            </a:avLst>
          </a:prstGeom>
          <a:solidFill>
            <a:srgbClr val="1E212B"/>
          </a:solidFill>
          <a:ln/>
        </p:spPr>
      </p:sp>
      <p:sp>
        <p:nvSpPr>
          <p:cNvPr id="15" name="Text 13"/>
          <p:cNvSpPr/>
          <p:nvPr/>
        </p:nvSpPr>
        <p:spPr>
          <a:xfrm>
            <a:off x="9525000" y="3467100"/>
            <a:ext cx="74676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800" b="1" spc="22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ẤM</a:t>
            </a:r>
            <a:r>
              <a:rPr lang="en-US" sz="1800" b="1" spc="22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TRÀ, THEO</a:t>
            </a:r>
            <a:r>
              <a:rPr lang="en-US" sz="1800" b="1" spc="22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</a:t>
            </a:r>
            <a:r>
              <a:rPr lang="en-US" sz="1800" b="1" spc="21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TRỎ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525000" y="3905250"/>
            <a:ext cx="7467600" cy="156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5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r>
              <a:rPr lang="en-US" sz="7200" dirty="0" spc="-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món</a:t>
            </a:r>
            <a:endParaRPr lang="en-US" sz="7200" dirty="0"/>
          </a:p>
        </p:txBody>
      </p:sp>
      <p:sp>
        <p:nvSpPr>
          <p:cNvPr id="17" name="Text 15"/>
          <p:cNvSpPr/>
          <p:nvPr/>
        </p:nvSpPr>
        <p:spPr>
          <a:xfrm>
            <a:off x="9525000" y="5048250"/>
            <a:ext cx="74676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là</a:t>
            </a:r>
            <a:r>
              <a:rPr lang="en-US" sz="24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</a:t>
            </a:r>
            <a:r>
              <a:rPr lang="en-US" sz="2400" dirty="0" spc="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40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</a:t>
            </a:r>
            <a:r>
              <a:rPr lang="en-US" sz="2400" dirty="0" spc="-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Bình</a:t>
            </a:r>
            <a:r>
              <a:rPr lang="en-US" sz="24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mua</a:t>
            </a:r>
            <a:endParaRPr lang="en-US" sz="2400" dirty="0"/>
          </a:p>
        </p:txBody>
      </p:sp>
      <p:sp>
        <p:nvSpPr>
          <p:cNvPr id="18" name="Text richtext-1792369833289-807005123"/>
          <p:cNvSpPr/>
          <p:nvPr/>
        </p:nvSpPr>
        <p:spPr>
          <a:xfrm>
            <a:off x="9525000" y="5905500"/>
            <a:ext cx="7467600" cy="247650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marL="323850" indent="-231371">
              <a:lnSpc>
                <a:spcPts val="3570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món thuộc</a:t>
            </a:r>
            <a:r>
              <a:rPr lang="en-US" sz="25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r>
              <a:rPr lang="en-US" sz="255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sản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phẩm</a:t>
            </a:r>
            <a:endParaRPr lang="en-US" sz="2550" dirty="0"/>
          </a:p>
          <a:p>
            <a:pPr algn="l" marL="323850" indent="-231371">
              <a:lnSpc>
                <a:spcPts val="3570"/>
              </a:lnSpc>
              <a:buSzPct val="100000"/>
              <a:buFont typeface="Arial"/>
              <a:buChar char="•"/>
            </a:pP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Cái giá:</a:t>
            </a:r>
            <a:r>
              <a:rPr lang="en-US" sz="25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chương</a:t>
            </a:r>
            <a:r>
              <a:rPr lang="en-US" sz="25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5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5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</a:t>
            </a:r>
            <a:r>
              <a:rPr lang="en-US" sz="25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2550" dirty="0" spc="3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endParaRPr lang="en-US" sz="2550" dirty="0"/>
          </a:p>
        </p:txBody>
      </p:sp>
      <p:sp>
        <p:nvSpPr>
          <p:cNvPr id="19" name="Shape 17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0671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969645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26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04/10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d075dd8b-cd49-49a3-956d-f0b2cfb63bc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13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QUAN</a:t>
            </a:r>
            <a:r>
              <a:rPr lang="en-US" sz="1950" b="1" spc="224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495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Bốn</a:t>
            </a:r>
            <a:r>
              <a:rPr lang="en-US" sz="6900" dirty="0" spc="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bảng,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nối</a:t>
            </a:r>
            <a:r>
              <a:rPr lang="en-US" sz="6900" dirty="0" spc="-8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với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nhau</a:t>
            </a: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bằng</a:t>
            </a:r>
            <a:r>
              <a:rPr lang="en-US" sz="6900" dirty="0" spc="-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khóa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3886200" cy="3143250"/>
          </a:xfrm>
          <a:prstGeom prst="roundRect">
            <a:avLst>
              <a:gd name="adj" fmla="val 7273"/>
            </a:avLst>
          </a:prstGeom>
          <a:solidFill>
            <a:srgbClr val="FBF8F2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3048000"/>
            <a:ext cx="3886200" cy="762000"/>
          </a:xfrm>
          <a:prstGeom prst="roundRect">
            <a:avLst>
              <a:gd name="adj" fmla="val 3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khách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200150" y="4000500"/>
            <a:ext cx="3314700" cy="2047875"/>
          </a:xfrm>
          <a:prstGeom prst="rect">
            <a:avLst/>
          </a:prstGeom>
          <a:noFill/>
          <a:ln/>
        </p:spPr>
        <p:txBody>
          <a:bodyPr wrap="square" lIns="0" tIns="-8668" rIns="0" bIns="8668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1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21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</a:t>
            </a:r>
            <a:r>
              <a:rPr lang="en-US" sz="21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Huế</a:t>
            </a:r>
            <a:endParaRPr lang="en-US" sz="2100" dirty="0"/>
          </a:p>
          <a:p>
            <a:pPr algn="l" indent="0" marL="0">
              <a:lnSpc>
                <a:spcPts val="3360"/>
              </a:lnSpc>
              <a:buNone/>
            </a:pPr>
            <a:r>
              <a:rPr lang="en-US" sz="210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r>
              <a:rPr lang="en-US" sz="21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Bình</a:t>
            </a:r>
            <a:r>
              <a:rPr lang="en-US" sz="21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Vinh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5105400" y="3048000"/>
            <a:ext cx="3886200" cy="3143250"/>
          </a:xfrm>
          <a:prstGeom prst="roundRect">
            <a:avLst>
              <a:gd name="adj" fmla="val 727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05400" y="3048000"/>
            <a:ext cx="3886200" cy="762000"/>
          </a:xfrm>
          <a:prstGeom prst="roundRect">
            <a:avLst>
              <a:gd name="adj" fmla="val 30000"/>
            </a:avLst>
          </a:prstGeom>
          <a:solidFill>
            <a:srgbClr val="DDE3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0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sản</a:t>
            </a:r>
            <a:r>
              <a:rPr lang="en-US" sz="2400" b="1" dirty="0" spc="-3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phẩm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391150" y="4000500"/>
            <a:ext cx="3314700" cy="2047875"/>
          </a:xfrm>
          <a:prstGeom prst="rect">
            <a:avLst/>
          </a:prstGeom>
          <a:noFill/>
          <a:ln/>
        </p:spPr>
        <p:txBody>
          <a:bodyPr wrap="square" lIns="0" tIns="-8668" rIns="0" bIns="8668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1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21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Ấm</a:t>
            </a:r>
            <a:r>
              <a:rPr lang="en-US" sz="2100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trà</a:t>
            </a:r>
            <a:endParaRPr lang="en-US" sz="2100" dirty="0"/>
          </a:p>
          <a:p>
            <a:pPr algn="l" indent="0" marL="0">
              <a:lnSpc>
                <a:spcPts val="3360"/>
              </a:lnSpc>
              <a:buNone/>
            </a:pPr>
            <a:r>
              <a:rPr lang="en-US" sz="210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r>
              <a:rPr lang="en-US" sz="21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Chén</a:t>
            </a:r>
            <a:endParaRPr lang="en-US" sz="2100" dirty="0"/>
          </a:p>
          <a:p>
            <a:pPr algn="l" indent="0" marL="0">
              <a:lnSpc>
                <a:spcPts val="3360"/>
              </a:lnSpc>
              <a:buNone/>
            </a:pP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r>
              <a:rPr lang="en-US" sz="21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Đèn</a:t>
            </a:r>
            <a:r>
              <a:rPr lang="en-US" sz="21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bàn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9296400" y="3048000"/>
            <a:ext cx="3886200" cy="3143250"/>
          </a:xfrm>
          <a:prstGeom prst="roundRect">
            <a:avLst>
              <a:gd name="adj" fmla="val 727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96400" y="3048000"/>
            <a:ext cx="3886200" cy="762000"/>
          </a:xfrm>
          <a:prstGeom prst="roundRect">
            <a:avLst>
              <a:gd name="adj" fmla="val 30000"/>
            </a:avLst>
          </a:prstGeom>
          <a:solidFill>
            <a:srgbClr val="DDE3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9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đơn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582150" y="4000500"/>
            <a:ext cx="3314700" cy="2047875"/>
          </a:xfrm>
          <a:prstGeom prst="rect">
            <a:avLst/>
          </a:prstGeom>
          <a:noFill/>
          <a:ln/>
        </p:spPr>
        <p:txBody>
          <a:bodyPr wrap="square" lIns="0" tIns="-8668" rIns="0" bIns="8668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10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đơn</a:t>
            </a:r>
            <a:r>
              <a:rPr lang="en-US" sz="21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21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khách</a:t>
            </a:r>
            <a:r>
              <a:rPr lang="en-US" sz="21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endParaRPr lang="en-US" sz="2100" dirty="0"/>
          </a:p>
          <a:p>
            <a:pPr algn="l" indent="0" marL="0">
              <a:lnSpc>
                <a:spcPts val="3360"/>
              </a:lnSpc>
              <a:buNone/>
            </a:pPr>
            <a:r>
              <a:rPr lang="en-US" sz="210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đơn</a:t>
            </a:r>
            <a:r>
              <a:rPr lang="en-US" sz="21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r>
              <a:rPr lang="en-US" sz="21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khách</a:t>
            </a:r>
            <a:r>
              <a:rPr lang="en-US" sz="21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endParaRPr lang="en-US" sz="2100" dirty="0"/>
          </a:p>
          <a:p>
            <a:pPr algn="l" indent="0" marL="0">
              <a:lnSpc>
                <a:spcPts val="3360"/>
              </a:lnSpc>
              <a:buNone/>
            </a:pPr>
            <a:r>
              <a:rPr lang="en-US" sz="210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đơn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21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khách</a:t>
            </a: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13487400" y="3048000"/>
            <a:ext cx="3886200" cy="3143250"/>
          </a:xfrm>
          <a:prstGeom prst="roundRect">
            <a:avLst>
              <a:gd name="adj" fmla="val 727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487400" y="3048000"/>
            <a:ext cx="3886200" cy="762000"/>
          </a:xfrm>
          <a:prstGeom prst="roundRect">
            <a:avLst>
              <a:gd name="adj" fmla="val 30000"/>
            </a:avLst>
          </a:prstGeom>
          <a:solidFill>
            <a:srgbClr val="DDE3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9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món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3773150" y="4000500"/>
            <a:ext cx="3314700" cy="2047875"/>
          </a:xfrm>
          <a:prstGeom prst="rect">
            <a:avLst/>
          </a:prstGeom>
          <a:noFill/>
          <a:ln/>
        </p:spPr>
        <p:txBody>
          <a:bodyPr wrap="square" lIns="0" tIns="-8668" rIns="0" bIns="8668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10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đơn</a:t>
            </a:r>
            <a:r>
              <a:rPr lang="en-US" sz="21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21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sản</a:t>
            </a:r>
            <a:r>
              <a:rPr lang="en-US" sz="21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phẩm</a:t>
            </a:r>
            <a:r>
              <a:rPr lang="en-US" sz="21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endParaRPr lang="en-US" sz="2100" dirty="0"/>
          </a:p>
          <a:p>
            <a:pPr algn="l" indent="0" marL="0">
              <a:lnSpc>
                <a:spcPts val="3360"/>
              </a:lnSpc>
              <a:buNone/>
            </a:pPr>
            <a:r>
              <a:rPr lang="en-US" sz="210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đơn</a:t>
            </a:r>
            <a:r>
              <a:rPr lang="en-US" sz="21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21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sản</a:t>
            </a:r>
            <a:r>
              <a:rPr lang="en-US" sz="21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phẩm</a:t>
            </a: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2100" dirty="0"/>
          </a:p>
          <a:p>
            <a:pPr algn="l" indent="0" marL="0">
              <a:lnSpc>
                <a:spcPts val="3360"/>
              </a:lnSpc>
              <a:buNone/>
            </a:pPr>
            <a:r>
              <a:rPr lang="en-US" sz="210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đơn</a:t>
            </a:r>
            <a:r>
              <a:rPr lang="en-US" sz="21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r>
              <a:rPr lang="en-US" sz="21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sản</a:t>
            </a:r>
            <a:r>
              <a:rPr lang="en-US" sz="21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phẩm 3</a:t>
            </a:r>
            <a:endParaRPr lang="en-US" sz="2100" dirty="0"/>
          </a:p>
          <a:p>
            <a:pPr algn="l" indent="0" marL="0">
              <a:lnSpc>
                <a:spcPts val="3360"/>
              </a:lnSpc>
              <a:buNone/>
            </a:pPr>
            <a:r>
              <a:rPr lang="en-US" sz="210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đơn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21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sản</a:t>
            </a:r>
            <a:r>
              <a:rPr lang="en-US" sz="21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phẩm</a:t>
            </a:r>
            <a:r>
              <a:rPr lang="en-US" sz="21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914400" y="6572250"/>
            <a:ext cx="8001000" cy="2190750"/>
          </a:xfrm>
          <a:prstGeom prst="roundRect">
            <a:avLst>
              <a:gd name="adj" fmla="val 12174"/>
            </a:avLst>
          </a:prstGeom>
          <a:solidFill>
            <a:srgbClr val="1F3FD1"/>
          </a:solidFill>
          <a:ln/>
        </p:spPr>
      </p:sp>
      <p:sp>
        <p:nvSpPr>
          <p:cNvPr id="17" name="Text 15"/>
          <p:cNvSpPr/>
          <p:nvPr/>
        </p:nvSpPr>
        <p:spPr>
          <a:xfrm>
            <a:off x="1295400" y="6858000"/>
            <a:ext cx="7239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97" kern="0" dirty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1800" b="1" spc="227" kern="0" dirty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1800" b="1" spc="222" kern="0" dirty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VIỆC,</a:t>
            </a:r>
            <a:r>
              <a:rPr lang="en-US" sz="1800" b="1" spc="204" kern="0" dirty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800" b="1" spc="229" kern="0" dirty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CHỖ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95400" y="7334250"/>
            <a:ext cx="7239000" cy="1000125"/>
          </a:xfrm>
          <a:prstGeom prst="rect">
            <a:avLst/>
          </a:prstGeom>
          <a:noFill/>
          <a:ln/>
        </p:spPr>
        <p:txBody>
          <a:bodyPr wrap="square" lIns="0" tIns="10287" rIns="0" bIns="-10287" rtlCol="0" anchor="t"/>
          <a:lstStyle/>
          <a:p>
            <a:pPr algn="l" indent="0" marL="0">
              <a:lnSpc>
                <a:spcPts val="3645"/>
              </a:lnSpc>
              <a:buNone/>
            </a:pP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Thành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phố của An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 đúng</a:t>
            </a:r>
            <a:r>
              <a:rPr lang="en-US" sz="27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dòng:</a:t>
            </a:r>
            <a:r>
              <a:rPr lang="en-US" sz="270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27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lần.</a:t>
            </a:r>
            <a:endParaRPr lang="en-US" sz="2700" dirty="0"/>
          </a:p>
        </p:txBody>
      </p:sp>
      <p:sp>
        <p:nvSpPr>
          <p:cNvPr id="19" name="Shape 17"/>
          <p:cNvSpPr/>
          <p:nvPr/>
        </p:nvSpPr>
        <p:spPr>
          <a:xfrm>
            <a:off x="9372600" y="6572250"/>
            <a:ext cx="8001000" cy="2190750"/>
          </a:xfrm>
          <a:prstGeom prst="roundRect">
            <a:avLst>
              <a:gd name="adj" fmla="val 12174"/>
            </a:avLst>
          </a:prstGeom>
          <a:solidFill>
            <a:srgbClr val="E8E0CF"/>
          </a:solidFill>
          <a:ln/>
        </p:spPr>
      </p:sp>
      <p:sp>
        <p:nvSpPr>
          <p:cNvPr id="20" name="Text 18"/>
          <p:cNvSpPr/>
          <p:nvPr/>
        </p:nvSpPr>
        <p:spPr>
          <a:xfrm>
            <a:off x="9753600" y="6858000"/>
            <a:ext cx="7239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1800" b="1" spc="21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MUA</a:t>
            </a:r>
            <a:r>
              <a:rPr lang="en-US" sz="1800" b="1" spc="22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ẤM TRÀ?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753600" y="7334250"/>
            <a:ext cx="7239000" cy="1000125"/>
          </a:xfrm>
          <a:prstGeom prst="rect">
            <a:avLst/>
          </a:prstGeom>
          <a:noFill/>
          <a:ln/>
        </p:spPr>
        <p:txBody>
          <a:bodyPr wrap="square" lIns="0" tIns="10231" rIns="0" bIns="-10231" rtlCol="0" anchor="t"/>
          <a:lstStyle/>
          <a:p>
            <a:pPr algn="l" indent="0" marL="0">
              <a:lnSpc>
                <a:spcPts val="3635"/>
              </a:lnSpc>
              <a:buNone/>
            </a:pPr>
            <a:r>
              <a:rPr lang="en-US" sz="2692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Viết</a:t>
            </a:r>
            <a:r>
              <a:rPr lang="en-US" sz="2692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692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SQL,</a:t>
            </a:r>
            <a:r>
              <a:rPr lang="en-US" sz="2692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692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692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692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 đường</a:t>
            </a:r>
            <a:r>
              <a:rPr lang="en-US" sz="2692" dirty="0" spc="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đi:</a:t>
            </a:r>
            <a:r>
              <a:rPr lang="en-US" sz="2692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2692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 nối.</a:t>
            </a:r>
            <a:endParaRPr lang="en-US" sz="2692" dirty="0"/>
          </a:p>
        </p:txBody>
      </p:sp>
      <p:sp>
        <p:nvSpPr>
          <p:cNvPr id="22" name="Shape 20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0671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4400" y="969645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26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33" name="Shape 3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4" name="Moda image moda-export-watermark-2555894c-a7ae-47a8-841d-c35b27c3068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333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77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TẦNG</a:t>
            </a:r>
            <a:r>
              <a:rPr lang="en-US" sz="1950" b="1" spc="223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r>
              <a:rPr lang="en-US" sz="1950" b="1" spc="22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196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1950" b="1" spc="174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1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BÔNG</a:t>
            </a:r>
            <a:r>
              <a:rPr lang="en-US" sz="1950" b="1" spc="22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TUYẾT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2438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Bảng</a:t>
            </a:r>
            <a:r>
              <a:rPr lang="en-US" sz="66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bán</a:t>
            </a:r>
            <a:r>
              <a:rPr lang="en-US" sz="66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hàng</a:t>
            </a:r>
            <a:r>
              <a:rPr lang="en-US" sz="66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ở</a:t>
            </a:r>
            <a:r>
              <a:rPr lang="en-US" sz="6600" dirty="0" spc="-3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giữa,</a:t>
            </a:r>
            <a:r>
              <a:rPr lang="en-US" sz="66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bảng</a:t>
            </a:r>
            <a:r>
              <a:rPr lang="en-US" sz="66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chiều</a:t>
            </a:r>
            <a:r>
              <a:rPr lang="en-US" sz="66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quanh</a:t>
            </a:r>
            <a:r>
              <a:rPr lang="en-US" sz="66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nó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914400" y="2495550"/>
            <a:ext cx="164592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Đều</a:t>
            </a:r>
            <a:r>
              <a:rPr lang="en-US" sz="22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2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</a:t>
            </a:r>
            <a:r>
              <a:rPr lang="en-US" sz="22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2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hệ,</a:t>
            </a:r>
            <a:r>
              <a:rPr lang="en-US" sz="2250" dirty="0" spc="-1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xếp</a:t>
            </a:r>
            <a:r>
              <a:rPr lang="en-US" sz="22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2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2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2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OLAP.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4762500" y="3333750"/>
            <a:ext cx="6096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HỎI</a:t>
            </a:r>
            <a:r>
              <a:rPr lang="en-US" sz="1800" b="1" spc="22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1800" b="1" spc="22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NGÀNH</a:t>
            </a:r>
            <a:r>
              <a:rPr lang="en-US" sz="1800" b="1" spc="20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277600" y="3333750"/>
            <a:ext cx="6096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3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CHỮ</a:t>
            </a:r>
            <a:r>
              <a:rPr lang="en-US" sz="1800" b="1" spc="22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"GIA</a:t>
            </a:r>
            <a:r>
              <a:rPr lang="en-US" sz="180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DỤNG"</a:t>
            </a:r>
            <a:r>
              <a:rPr lang="en-US" sz="1800" b="1" spc="24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3810000"/>
            <a:ext cx="3524250" cy="1905000"/>
          </a:xfrm>
          <a:prstGeom prst="roundRect">
            <a:avLst>
              <a:gd name="adj" fmla="val 12000"/>
            </a:avLst>
          </a:prstGeom>
          <a:solidFill>
            <a:srgbClr val="B45309"/>
          </a:solidFill>
          <a:ln/>
        </p:spPr>
      </p:sp>
      <p:sp>
        <p:nvSpPr>
          <p:cNvPr id="8" name="Text 6"/>
          <p:cNvSpPr/>
          <p:nvPr/>
        </p:nvSpPr>
        <p:spPr>
          <a:xfrm>
            <a:off x="1200150" y="4095750"/>
            <a:ext cx="304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Sao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1200150" y="4857750"/>
            <a:ext cx="3048000" cy="72390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dirty="0" spc="-14" kern="0">
                <a:solidFill>
                  <a:srgbClr val="F3DF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gộp</a:t>
            </a:r>
            <a:r>
              <a:rPr lang="en-US" sz="1950" dirty="0" spc="-4" kern="0">
                <a:solidFill>
                  <a:srgbClr val="F3DF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sản</a:t>
            </a:r>
            <a:r>
              <a:rPr lang="en-US" sz="1950" dirty="0" spc="0" kern="0">
                <a:solidFill>
                  <a:srgbClr val="F3DF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phẩm, danh</a:t>
            </a:r>
            <a:r>
              <a:rPr lang="en-US" sz="1950" dirty="0" spc="1" kern="0">
                <a:solidFill>
                  <a:srgbClr val="F3DF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mục,</a:t>
            </a:r>
            <a:r>
              <a:rPr lang="en-US" sz="1950" dirty="0" spc="-5" kern="0">
                <a:solidFill>
                  <a:srgbClr val="F3DF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ngành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914400" y="5905500"/>
            <a:ext cx="3524250" cy="1905000"/>
          </a:xfrm>
          <a:prstGeom prst="roundRect">
            <a:avLst>
              <a:gd name="adj" fmla="val 12000"/>
            </a:avLst>
          </a:prstGeom>
          <a:solidFill>
            <a:srgbClr val="F3DFB8"/>
          </a:solidFill>
          <a:ln/>
        </p:spPr>
      </p:sp>
      <p:sp>
        <p:nvSpPr>
          <p:cNvPr id="11" name="Text 9"/>
          <p:cNvSpPr/>
          <p:nvPr/>
        </p:nvSpPr>
        <p:spPr>
          <a:xfrm>
            <a:off x="1200150" y="6191250"/>
            <a:ext cx="304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0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Bông</a:t>
            </a:r>
            <a:r>
              <a:rPr lang="en-US" sz="4200" dirty="0" spc="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tuyết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1200150" y="6953250"/>
            <a:ext cx="3048000" cy="428625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tách</a:t>
            </a:r>
            <a:r>
              <a:rPr lang="en-US" sz="1950" dirty="0" spc="-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19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19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4762500" y="3810000"/>
            <a:ext cx="6096000" cy="1905000"/>
          </a:xfrm>
          <a:prstGeom prst="roundRect">
            <a:avLst>
              <a:gd name="adj" fmla="val 12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r>
              <a:rPr lang="en-US" sz="48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phép</a:t>
            </a:r>
            <a:r>
              <a:rPr lang="en-US" sz="4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nối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11277600" y="3810000"/>
            <a:ext cx="6096000" cy="1905000"/>
          </a:xfrm>
          <a:prstGeom prst="roundRect">
            <a:avLst>
              <a:gd name="adj" fmla="val 12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 spc="0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r>
              <a:rPr lang="en-US" sz="4800" dirty="0" spc="-3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lần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4762500" y="5905500"/>
            <a:ext cx="6096000" cy="1905000"/>
          </a:xfrm>
          <a:prstGeom prst="roundRect">
            <a:avLst>
              <a:gd name="adj" fmla="val 12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 spc="0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r>
              <a:rPr lang="en-US" sz="4800" dirty="0" spc="6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phép</a:t>
            </a:r>
            <a:r>
              <a:rPr lang="en-US" sz="4800" dirty="0" spc="-2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nối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11277600" y="5905500"/>
            <a:ext cx="6096000" cy="1905000"/>
          </a:xfrm>
          <a:prstGeom prst="roundRect">
            <a:avLst>
              <a:gd name="adj" fmla="val 12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r>
              <a:rPr lang="en-US" sz="48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lần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914400" y="8096250"/>
            <a:ext cx="16459200" cy="762000"/>
          </a:xfrm>
          <a:prstGeom prst="roundRect">
            <a:avLst>
              <a:gd name="adj" fmla="val 25000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4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 cùng</a:t>
            </a:r>
            <a:r>
              <a:rPr lang="en-US" sz="2400" b="1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đáp</a:t>
            </a:r>
            <a:r>
              <a:rPr lang="en-US" sz="24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án:</a:t>
            </a:r>
            <a:r>
              <a:rPr lang="en-US" sz="24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8</a:t>
            </a:r>
            <a:r>
              <a:rPr lang="en-US" sz="24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món.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0671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969645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26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0" name="Moda image moda-export-watermark-2c63a7b0-498f-491e-995a-b70a2524d7d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950" b="1" spc="22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950" b="1" spc="20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9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495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6900" dirty="0" spc="2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điều</a:t>
            </a:r>
            <a:r>
              <a:rPr lang="en-US" sz="6900" dirty="0" spc="-6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cửa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hàng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nhỏ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nói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143250"/>
            <a:ext cx="16459200" cy="1619250"/>
          </a:xfrm>
          <a:prstGeom prst="roundRect">
            <a:avLst>
              <a:gd name="adj" fmla="val 16471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448050"/>
            <a:ext cx="1333500" cy="1295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dirty="0" spc="-19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01</a:t>
            </a:r>
            <a:endParaRPr lang="en-US" sz="6000" dirty="0"/>
          </a:p>
        </p:txBody>
      </p:sp>
      <p:sp>
        <p:nvSpPr>
          <p:cNvPr id="6" name="Shape 4"/>
          <p:cNvSpPr/>
          <p:nvPr/>
        </p:nvSpPr>
        <p:spPr>
          <a:xfrm>
            <a:off x="914400" y="5048250"/>
            <a:ext cx="16459200" cy="1619250"/>
          </a:xfrm>
          <a:prstGeom prst="roundRect">
            <a:avLst>
              <a:gd name="adj" fmla="val 16471"/>
            </a:avLst>
          </a:prstGeom>
          <a:solidFill>
            <a:srgbClr val="1E212B"/>
          </a:solidFill>
          <a:ln/>
        </p:spPr>
      </p:sp>
      <p:sp>
        <p:nvSpPr>
          <p:cNvPr id="7" name="Text 5"/>
          <p:cNvSpPr/>
          <p:nvPr/>
        </p:nvSpPr>
        <p:spPr>
          <a:xfrm>
            <a:off x="1295400" y="5353050"/>
            <a:ext cx="1333500" cy="1295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dirty="0" spc="-2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02</a:t>
            </a:r>
            <a:endParaRPr lang="en-US" sz="6000" dirty="0"/>
          </a:p>
        </p:txBody>
      </p:sp>
      <p:sp>
        <p:nvSpPr>
          <p:cNvPr id="8" name="Shape 6"/>
          <p:cNvSpPr/>
          <p:nvPr/>
        </p:nvSpPr>
        <p:spPr>
          <a:xfrm>
            <a:off x="914400" y="6953250"/>
            <a:ext cx="16459200" cy="1619250"/>
          </a:xfrm>
          <a:prstGeom prst="roundRect">
            <a:avLst>
              <a:gd name="adj" fmla="val 16471"/>
            </a:avLst>
          </a:prstGeom>
          <a:solidFill>
            <a:srgbClr val="1E212B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7258050"/>
            <a:ext cx="1333500" cy="1295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dirty="0" spc="-10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03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2857500" y="3657600"/>
            <a:ext cx="140970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Bốn</a:t>
            </a:r>
            <a:r>
              <a:rPr lang="en-US" sz="30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món</a:t>
            </a:r>
            <a:r>
              <a:rPr lang="en-US" sz="30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 cho</a:t>
            </a:r>
            <a:r>
              <a:rPr lang="en-US" sz="300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30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chỗ</a:t>
            </a:r>
            <a:r>
              <a:rPr lang="en-US" sz="30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lặp, không</a:t>
            </a:r>
            <a:r>
              <a:rPr lang="en-US" sz="3000" dirty="0" spc="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300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tốc</a:t>
            </a:r>
            <a:r>
              <a:rPr lang="en-US" sz="3000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độ.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857500" y="5562600"/>
            <a:ext cx="140970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Phân</a:t>
            </a:r>
            <a:r>
              <a:rPr lang="en-US" sz="30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cấp</a:t>
            </a:r>
            <a:r>
              <a:rPr lang="en-US" sz="300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0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r>
              <a:rPr lang="en-US" sz="300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30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đây</a:t>
            </a:r>
            <a:r>
              <a:rPr lang="en-US" sz="30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 lập</a:t>
            </a:r>
            <a:r>
              <a:rPr lang="en-US" sz="30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300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Python.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857500" y="7467600"/>
            <a:ext cx="140970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4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Lặp</a:t>
            </a:r>
            <a:r>
              <a:rPr lang="en-US" sz="30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luôn</a:t>
            </a:r>
            <a:r>
              <a:rPr lang="en-US" sz="300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xấu:</a:t>
            </a:r>
            <a:r>
              <a:rPr lang="en-US" sz="30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kiểu</a:t>
            </a:r>
            <a:r>
              <a:rPr lang="en-US" sz="30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30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lặp</a:t>
            </a:r>
            <a:r>
              <a:rPr lang="en-US" sz="3000" dirty="0" spc="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30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ít</a:t>
            </a:r>
            <a:r>
              <a:rPr lang="en-US" sz="30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30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nối.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0671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969645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26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a12ba594-b36e-48ba-b22c-c30df73122e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950" b="1" spc="22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95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195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950" b="1" spc="20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2209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dirty="0" spc="-3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50.000</a:t>
            </a:r>
            <a:r>
              <a:rPr lang="en-US" sz="60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sản</a:t>
            </a:r>
            <a:r>
              <a:rPr lang="en-US" sz="60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phẩm,</a:t>
            </a:r>
            <a:r>
              <a:rPr lang="en-US" sz="6000" dirty="0" spc="-2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tên</a:t>
            </a:r>
            <a:r>
              <a:rPr lang="en-US" sz="60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ngành</a:t>
            </a:r>
            <a:r>
              <a:rPr lang="en-US" sz="60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hay</a:t>
            </a:r>
            <a:r>
              <a:rPr lang="en-US" sz="6000" dirty="0" spc="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đổi:</a:t>
            </a:r>
            <a:r>
              <a:rPr lang="en-US" sz="60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sao</a:t>
            </a:r>
            <a:r>
              <a:rPr lang="en-US" sz="60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hay</a:t>
            </a:r>
            <a:r>
              <a:rPr lang="en-US" sz="60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bông</a:t>
            </a:r>
            <a:r>
              <a:rPr lang="en-US" sz="60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tuyết?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914400" y="3429000"/>
            <a:ext cx="8001000" cy="4191000"/>
          </a:xfrm>
          <a:prstGeom prst="roundRect">
            <a:avLst>
              <a:gd name="adj" fmla="val 6364"/>
            </a:avLst>
          </a:prstGeom>
          <a:solidFill>
            <a:srgbClr val="B45309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752850"/>
            <a:ext cx="7239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F3DF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KIỂU</a:t>
            </a:r>
            <a:r>
              <a:rPr lang="en-US" sz="1800" b="1" spc="198" kern="0" dirty="0">
                <a:solidFill>
                  <a:srgbClr val="F3DF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95400" y="4191000"/>
            <a:ext cx="723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Câu</a:t>
            </a:r>
            <a:r>
              <a:rPr lang="en-US" sz="42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hỏi</a:t>
            </a:r>
            <a:r>
              <a:rPr lang="en-US" sz="42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ngắn,</a:t>
            </a:r>
            <a:r>
              <a:rPr lang="en-US" sz="42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ít</a:t>
            </a:r>
            <a:r>
              <a:rPr lang="en-US" sz="42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nối</a:t>
            </a:r>
            <a:endParaRPr lang="en-US" sz="4200" dirty="0"/>
          </a:p>
        </p:txBody>
      </p:sp>
      <p:sp>
        <p:nvSpPr>
          <p:cNvPr id="7" name="Text richtext-1792369914758-33253201"/>
          <p:cNvSpPr/>
          <p:nvPr/>
        </p:nvSpPr>
        <p:spPr>
          <a:xfrm>
            <a:off x="1295400" y="5238750"/>
            <a:ext cx="7239000" cy="219075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marL="323850" indent="-231371">
              <a:lnSpc>
                <a:spcPts val="3570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Đổi</a:t>
            </a:r>
            <a:r>
              <a:rPr lang="en-US" sz="25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5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ngành:</a:t>
            </a:r>
            <a:r>
              <a:rPr lang="en-US" sz="25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 dòng</a:t>
            </a:r>
            <a:r>
              <a:rPr lang="en-US" sz="25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sản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phẩm</a:t>
            </a:r>
            <a:endParaRPr lang="en-US" sz="2550" dirty="0"/>
          </a:p>
          <a:p>
            <a:pPr algn="l" marL="323850" indent="-231371">
              <a:lnSpc>
                <a:spcPts val="3570"/>
              </a:lnSpc>
              <a:buSzPct val="100000"/>
              <a:buFont typeface="Arial"/>
              <a:buChar char="•"/>
            </a:pPr>
            <a:r>
              <a:rPr lang="en-US" sz="25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Sửa</a:t>
            </a:r>
            <a:r>
              <a:rPr lang="en-US" sz="25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sót: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5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5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ngành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372600" y="3429000"/>
            <a:ext cx="8001000" cy="4191000"/>
          </a:xfrm>
          <a:prstGeom prst="roundRect">
            <a:avLst>
              <a:gd name="adj" fmla="val 6364"/>
            </a:avLst>
          </a:prstGeom>
          <a:solidFill>
            <a:srgbClr val="F3DFB8"/>
          </a:solidFill>
          <a:ln/>
        </p:spPr>
      </p:sp>
      <p:sp>
        <p:nvSpPr>
          <p:cNvPr id="9" name="Text 7"/>
          <p:cNvSpPr/>
          <p:nvPr/>
        </p:nvSpPr>
        <p:spPr>
          <a:xfrm>
            <a:off x="9753600" y="3752850"/>
            <a:ext cx="7239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KIỂU</a:t>
            </a:r>
            <a:r>
              <a:rPr lang="en-US" sz="1800" b="1" spc="22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BÔNG</a:t>
            </a:r>
            <a:r>
              <a:rPr lang="en-US" sz="1800" b="1" spc="22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TUYẾT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753600" y="4191000"/>
            <a:ext cx="723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4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Sửa</a:t>
            </a:r>
            <a:r>
              <a:rPr lang="en-US" sz="4200" dirty="0" spc="-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4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dòng</a:t>
            </a:r>
            <a:endParaRPr lang="en-US" sz="4200" dirty="0"/>
          </a:p>
        </p:txBody>
      </p:sp>
      <p:sp>
        <p:nvSpPr>
          <p:cNvPr id="11" name="Text richtext-1792369914777-884773374"/>
          <p:cNvSpPr/>
          <p:nvPr/>
        </p:nvSpPr>
        <p:spPr>
          <a:xfrm>
            <a:off x="9753600" y="5238750"/>
            <a:ext cx="7239000" cy="219075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marL="323850" indent="-231371">
              <a:lnSpc>
                <a:spcPts val="3570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5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</a:t>
            </a:r>
            <a:r>
              <a:rPr lang="en-US" sz="25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ngành</a:t>
            </a:r>
            <a:endParaRPr lang="en-US" sz="2550" dirty="0"/>
          </a:p>
          <a:p>
            <a:pPr algn="l" marL="323850" indent="-231371">
              <a:lnSpc>
                <a:spcPts val="3570"/>
              </a:lnSpc>
              <a:buSzPct val="100000"/>
              <a:buFont typeface="Arial"/>
              <a:buChar char="•"/>
            </a:pP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Mọi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 theo</a:t>
            </a:r>
            <a:r>
              <a:rPr lang="en-US" sz="25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ngành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914400" y="7905750"/>
            <a:ext cx="16459200" cy="952500"/>
          </a:xfrm>
          <a:prstGeom prst="roundRect">
            <a:avLst>
              <a:gd name="adj" fmla="val 2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5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b="1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đáp</a:t>
            </a:r>
            <a:r>
              <a:rPr lang="en-US" sz="25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</a:t>
            </a:r>
            <a:r>
              <a:rPr lang="en-US" sz="25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nhất: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550" b="1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255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hơn?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0671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969645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26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08/10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df43833d-5d8b-4de7-bebf-27d6b83ed76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1950" b="1" spc="21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195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1950" dirty="0"/>
          </a:p>
        </p:txBody>
      </p:sp>
      <p:sp>
        <p:nvSpPr>
          <p:cNvPr id="3" name="Shape 1"/>
          <p:cNvSpPr/>
          <p:nvPr/>
        </p:nvSpPr>
        <p:spPr>
          <a:xfrm>
            <a:off x="914400" y="1619250"/>
            <a:ext cx="114300" cy="2857500"/>
          </a:xfrm>
          <a:prstGeom prst="rect">
            <a:avLst/>
          </a:prstGeom>
          <a:solidFill>
            <a:srgbClr val="E8472B"/>
          </a:solidFill>
          <a:ln/>
        </p:spPr>
      </p:sp>
      <p:sp>
        <p:nvSpPr>
          <p:cNvPr id="4" name="Text 2"/>
          <p:cNvSpPr/>
          <p:nvPr/>
        </p:nvSpPr>
        <p:spPr>
          <a:xfrm>
            <a:off x="1428750" y="1524000"/>
            <a:ext cx="15811500" cy="3143250"/>
          </a:xfrm>
          <a:prstGeom prst="rect">
            <a:avLst/>
          </a:prstGeom>
          <a:noFill/>
          <a:ln/>
        </p:spPr>
        <p:txBody>
          <a:bodyPr wrap="square" lIns="0" tIns="59436" rIns="0" bIns="-59436" rtlCol="0" anchor="t"/>
          <a:lstStyle/>
          <a:p>
            <a:pPr algn="l" indent="0" marL="0">
              <a:lnSpc>
                <a:spcPts val="8424"/>
              </a:lnSpc>
              <a:buNone/>
            </a:pPr>
            <a:r>
              <a:rPr lang="en-US" sz="7800" dirty="0" spc="-2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Đáp</a:t>
            </a:r>
            <a:r>
              <a:rPr lang="en-US" sz="78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án</a:t>
            </a:r>
            <a:r>
              <a:rPr lang="en-US" sz="7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như</a:t>
            </a:r>
            <a:r>
              <a:rPr lang="en-US" sz="7800" dirty="0" spc="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nhau;</a:t>
            </a:r>
            <a:r>
              <a:rPr lang="en-US" sz="78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khác</a:t>
            </a:r>
            <a:r>
              <a:rPr lang="en-US" sz="7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ở</a:t>
            </a:r>
            <a:r>
              <a:rPr lang="en-US" sz="78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số</a:t>
            </a:r>
            <a:r>
              <a:rPr lang="en-US" sz="78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</a:t>
            </a:r>
            <a:r>
              <a:rPr lang="en-US" sz="78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ghi</a:t>
            </a:r>
            <a:r>
              <a:rPr lang="en-US" sz="78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phải</a:t>
            </a:r>
            <a:r>
              <a:rPr lang="en-US" sz="7800" dirty="0" spc="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đọc.</a:t>
            </a:r>
            <a:endParaRPr lang="en-US" sz="7800" dirty="0"/>
          </a:p>
        </p:txBody>
      </p:sp>
      <p:sp>
        <p:nvSpPr>
          <p:cNvPr id="5" name="Shape 3"/>
          <p:cNvSpPr/>
          <p:nvPr/>
        </p:nvSpPr>
        <p:spPr>
          <a:xfrm>
            <a:off x="914400" y="5334000"/>
            <a:ext cx="8001000" cy="2857500"/>
          </a:xfrm>
          <a:prstGeom prst="roundRect">
            <a:avLst>
              <a:gd name="adj" fmla="val 933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95400" y="5657850"/>
            <a:ext cx="7239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1800" b="1" spc="21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MUA</a:t>
            </a:r>
            <a:r>
              <a:rPr lang="en-US" sz="1800" b="1" spc="22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ẤM TRÀ?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95400" y="6134100"/>
            <a:ext cx="7239000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An</a:t>
            </a:r>
            <a:r>
              <a:rPr lang="en-US" sz="4800" dirty="0" spc="-5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4800" dirty="0" spc="-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Bình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1295400" y="7143750"/>
            <a:ext cx="72390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ở</a:t>
            </a:r>
            <a:r>
              <a:rPr lang="en-US" sz="24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4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4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cấp,</a:t>
            </a:r>
            <a:r>
              <a:rPr lang="en-US" sz="24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r>
              <a:rPr lang="en-US" sz="240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4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9372600" y="5334000"/>
            <a:ext cx="8001000" cy="2857500"/>
          </a:xfrm>
          <a:prstGeom prst="roundRect">
            <a:avLst>
              <a:gd name="adj" fmla="val 9333"/>
            </a:avLst>
          </a:prstGeom>
          <a:solidFill>
            <a:srgbClr val="F3DFB8"/>
          </a:solidFill>
          <a:ln/>
        </p:spPr>
      </p:sp>
      <p:sp>
        <p:nvSpPr>
          <p:cNvPr id="10" name="Text 8"/>
          <p:cNvSpPr/>
          <p:nvPr/>
        </p:nvSpPr>
        <p:spPr>
          <a:xfrm>
            <a:off x="9753600" y="5657850"/>
            <a:ext cx="7239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7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HỎI</a:t>
            </a:r>
            <a:r>
              <a:rPr lang="en-US" sz="1800" b="1" spc="223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1800" b="1" spc="224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NGÀNH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753600" y="6134100"/>
            <a:ext cx="7239000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Gia</a:t>
            </a:r>
            <a:r>
              <a:rPr lang="en-US" sz="4800" dirty="0" spc="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dụng,</a:t>
            </a:r>
            <a:r>
              <a:rPr lang="en-US" sz="48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8</a:t>
            </a:r>
            <a:r>
              <a:rPr lang="en-US" sz="48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món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9753600" y="7143750"/>
            <a:ext cx="72390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ở</a:t>
            </a:r>
            <a:r>
              <a:rPr lang="en-US" sz="24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4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kiểu</a:t>
            </a:r>
            <a:r>
              <a:rPr lang="en-US" sz="24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4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lẫn</a:t>
            </a:r>
            <a:r>
              <a:rPr lang="en-US" sz="24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bông</a:t>
            </a:r>
            <a:r>
              <a:rPr lang="en-US" sz="2400" dirty="0" spc="-1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tuyết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0671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969645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26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ed423682-5158-46e2-bde5-27ea67622d5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7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</a:t>
            </a:r>
            <a:r>
              <a:rPr lang="en-US" sz="1950" b="1" spc="22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1950" b="1" spc="17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495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5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viết</a:t>
            </a:r>
            <a:r>
              <a:rPr lang="en-US" sz="69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tắt</a:t>
            </a:r>
            <a:r>
              <a:rPr lang="en-US" sz="6900" dirty="0" spc="-7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r>
              <a:rPr lang="en-US" sz="6900" dirty="0" spc="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đối</a:t>
            </a:r>
            <a:r>
              <a:rPr lang="en-US" sz="69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chiếu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10477500" cy="2762250"/>
          </a:xfrm>
          <a:prstGeom prst="roundRect">
            <a:avLst>
              <a:gd name="adj" fmla="val 9655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333750"/>
            <a:ext cx="2857500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-6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SQL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295400" y="4286250"/>
            <a:ext cx="97155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Structured</a:t>
            </a:r>
            <a:r>
              <a:rPr lang="en-US" sz="22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Query</a:t>
            </a:r>
            <a:r>
              <a:rPr lang="en-US" sz="2250" dirty="0" spc="-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Language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295400" y="4810125"/>
            <a:ext cx="97155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Ngôn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25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trúc: hỏi</a:t>
            </a:r>
            <a:r>
              <a:rPr lang="en-US" sz="255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liệu.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14400" y="6000750"/>
            <a:ext cx="10477500" cy="2762250"/>
          </a:xfrm>
          <a:prstGeom prst="roundRect">
            <a:avLst>
              <a:gd name="adj" fmla="val 9655"/>
            </a:avLst>
          </a:prstGeom>
          <a:solidFill>
            <a:srgbClr val="1E212B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6286500"/>
            <a:ext cx="2857500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15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OLAP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1295400" y="7239000"/>
            <a:ext cx="97155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OnLine</a:t>
            </a:r>
            <a:r>
              <a:rPr lang="en-US" sz="22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Analytical</a:t>
            </a:r>
            <a:r>
              <a:rPr lang="en-US" sz="22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Processing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295400" y="7762875"/>
            <a:ext cx="97155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4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Xử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 phân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tích</a:t>
            </a:r>
            <a:r>
              <a:rPr lang="en-US" sz="25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trực</a:t>
            </a:r>
            <a:r>
              <a:rPr lang="en-US" sz="25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tuyến:</a:t>
            </a:r>
            <a:r>
              <a:rPr lang="en-US" sz="25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tổng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550" dirty="0" spc="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cáo.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11849100" y="3048000"/>
            <a:ext cx="5524500" cy="5715000"/>
          </a:xfrm>
          <a:prstGeom prst="roundRect">
            <a:avLst>
              <a:gd name="adj" fmla="val 4828"/>
            </a:avLst>
          </a:prstGeom>
          <a:solidFill>
            <a:srgbClr val="1E212B"/>
          </a:solidFill>
          <a:ln/>
        </p:spPr>
      </p:sp>
      <p:sp>
        <p:nvSpPr>
          <p:cNvPr id="13" name="Text 11"/>
          <p:cNvSpPr/>
          <p:nvPr/>
        </p:nvSpPr>
        <p:spPr>
          <a:xfrm>
            <a:off x="12230100" y="3390900"/>
            <a:ext cx="476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800" b="1" spc="22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230100" y="4000500"/>
            <a:ext cx="47625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-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ByteByteGo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12230100" y="4762500"/>
            <a:ext cx="4762500" cy="523875"/>
          </a:xfrm>
          <a:prstGeom prst="rect">
            <a:avLst/>
          </a:prstGeom>
          <a:noFill/>
          <a:ln/>
        </p:spPr>
        <p:txBody>
          <a:bodyPr wrap="square" lIns="0" tIns="5334" rIns="0" bIns="-5334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40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4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400" dirty="0" spc="2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2230100" y="6667500"/>
            <a:ext cx="4762500" cy="723900"/>
          </a:xfrm>
          <a:prstGeom prst="rect">
            <a:avLst/>
          </a:prstGeom>
          <a:noFill/>
          <a:ln/>
        </p:spPr>
        <p:txBody>
          <a:bodyPr wrap="square" lIns="0" tIns="4334" rIns="0" bIns="-4334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19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Phép</a:t>
            </a:r>
            <a:r>
              <a:rPr lang="en-US" sz="19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thử:</a:t>
            </a:r>
            <a:r>
              <a:rPr lang="en-US" sz="19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SQLite</a:t>
            </a:r>
            <a:r>
              <a:rPr lang="en-US" sz="19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1950" dirty="0" spc="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Python</a:t>
            </a:r>
            <a:r>
              <a:rPr lang="en-US" sz="19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3.13,</a:t>
            </a:r>
            <a:r>
              <a:rPr lang="en-US" sz="19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9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2026-10-18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067175" y="9439275"/>
            <a:ext cx="133350" cy="1333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969645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26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88c8de33-b8d9-417b-a8b7-0fb428ffce2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2026-10-19T00:32:43Z</dcterms:created>
  <dcterms:modified xsi:type="dcterms:W3CDTF">2026-10-19T00:32:43Z</dcterms:modified>
</cp:coreProperties>
</file>