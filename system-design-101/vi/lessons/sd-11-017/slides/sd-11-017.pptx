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1915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953500" cy="5334000"/>
          </a:xfrm>
          <a:prstGeom prst="rect">
            <a:avLst/>
          </a:prstGeom>
          <a:noFill/>
          <a:ln/>
        </p:spPr>
        <p:txBody>
          <a:bodyPr wrap="square" lIns="0" tIns="48863" rIns="0" bIns="-48863" rtlCol="0" anchor="t"/>
          <a:lstStyle/>
          <a:p>
            <a:pPr algn="l" indent="0" marL="0">
              <a:lnSpc>
                <a:spcPts val="5985"/>
              </a:lnSpc>
              <a:buNone/>
            </a:pP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khối</a:t>
            </a:r>
            <a:r>
              <a:rPr lang="en-US" sz="5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nền</a:t>
            </a:r>
            <a:r>
              <a:rPr lang="en-US" sz="57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57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dựng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 phân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tán,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sáu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14400" y="7048500"/>
            <a:ext cx="895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30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3000" dirty="0" spc="-3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kế?</a:t>
            </a:r>
            <a:endParaRPr lang="en-US" sz="3000" dirty="0"/>
          </a:p>
        </p:txBody>
      </p:sp>
      <p:sp>
        <p:nvSpPr>
          <p:cNvPr id="5" name="Connector line-1792423668395-680314831"/>
          <p:cNvSpPr/>
          <p:nvPr/>
        </p:nvSpPr>
        <p:spPr>
          <a:xfrm>
            <a:off x="914400" y="809625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36295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10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952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277600" y="3429000"/>
            <a:ext cx="1485900" cy="1524000"/>
          </a:xfrm>
          <a:custGeom>
            <a:avLst/>
            <a:gdLst/>
            <a:ahLst/>
            <a:cxnLst/>
            <a:rect l="l" t="t" r="r" b="b"/>
            <a:pathLst>
              <a:path w="1485900" h="1524000">
                <a:moveTo>
                  <a:pt x="0" y="1524000"/>
                </a:moveTo>
                <a:cubicBezTo>
                  <a:pt x="723900" y="1524000"/>
                  <a:pt x="723900" y="0"/>
                  <a:pt x="148590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77600" y="4953000"/>
            <a:ext cx="1485900" cy="9144"/>
          </a:xfrm>
          <a:custGeom>
            <a:avLst/>
            <a:gdLst/>
            <a:ahLst/>
            <a:cxnLst/>
            <a:rect l="l" t="t" r="r" b="b"/>
            <a:pathLst>
              <a:path w="1485900" h="9144">
                <a:moveTo>
                  <a:pt x="0" y="0"/>
                </a:moveTo>
                <a:cubicBezTo>
                  <a:pt x="723900" y="0"/>
                  <a:pt x="723900" y="0"/>
                  <a:pt x="1485900" y="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7600" y="4953000"/>
            <a:ext cx="1485900" cy="1524000"/>
          </a:xfrm>
          <a:custGeom>
            <a:avLst/>
            <a:gdLst/>
            <a:ahLst/>
            <a:cxnLst/>
            <a:rect l="l" t="t" r="r" b="b"/>
            <a:pathLst>
              <a:path w="1485900" h="1524000">
                <a:moveTo>
                  <a:pt x="0" y="0"/>
                </a:moveTo>
                <a:cubicBezTo>
                  <a:pt x="723900" y="0"/>
                  <a:pt x="723900" y="1524000"/>
                  <a:pt x="1485900" y="152400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77400" y="4152900"/>
            <a:ext cx="1600200" cy="16002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2" name="Text 10"/>
          <p:cNvSpPr/>
          <p:nvPr/>
        </p:nvSpPr>
        <p:spPr>
          <a:xfrm>
            <a:off x="9715500" y="4572000"/>
            <a:ext cx="15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Khối</a:t>
            </a:r>
            <a:r>
              <a:rPr lang="en-US" sz="22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nền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763500" y="3067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1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100" b="1" dirty="0" spc="-1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100" b="1" dirty="0" spc="-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63500" y="4591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100" b="1" dirty="0" spc="-1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763500" y="6115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b="1" dirty="0" spc="-1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10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3c98fc98-0cac-42cd-8bd6-50f0597fd4d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190750"/>
            <a:ext cx="15716250" cy="5334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7590"/>
              </a:lnSpc>
              <a:buNone/>
            </a:pPr>
            <a:r>
              <a:rPr lang="en-US" sz="6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Nhớ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khối</a:t>
            </a:r>
            <a:endParaRPr lang="en-US" sz="6600" dirty="0"/>
          </a:p>
          <a:p>
            <a:pPr algn="l" indent="0" marL="0">
              <a:lnSpc>
                <a:spcPts val="7590"/>
              </a:lnSpc>
              <a:buNone/>
            </a:pPr>
            <a:r>
              <a:rPr lang="en-US" sz="6600" dirty="0" spc="-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giải</a:t>
            </a:r>
            <a:r>
              <a:rPr lang="en-US" sz="660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600" dirty="0" spc="-2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pPr algn="l" indent="0" marL="0">
              <a:lnSpc>
                <a:spcPts val="7590"/>
              </a:lnSpc>
              <a:buNone/>
            </a:pP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endParaRPr lang="en-US" sz="6600" dirty="0"/>
          </a:p>
          <a:p>
            <a:pPr algn="l" indent="0" marL="0">
              <a:lnSpc>
                <a:spcPts val="7590"/>
              </a:lnSpc>
              <a:buNone/>
            </a:pP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học</a:t>
            </a:r>
            <a:r>
              <a:rPr lang="en-US" sz="6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thuộc</a:t>
            </a: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 sách.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edb01cc0-462a-4fb5-9b6d-b9a356b50d2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 1</a:t>
            </a:r>
            <a:r>
              <a:rPr lang="en-US" sz="1800" b="1" spc="25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Tính</a:t>
            </a:r>
            <a:r>
              <a:rPr lang="en-US" sz="69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toán,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rộng,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hiệu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1435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5715000"/>
            <a:ext cx="51435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6515100" y="2857500"/>
            <a:ext cx="51435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15100" y="5715000"/>
            <a:ext cx="51435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12115800" y="2857500"/>
            <a:ext cx="51435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115800" y="5715000"/>
            <a:ext cx="51435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200150" y="28575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400" b="1" dirty="0" spc="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4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tán:</a:t>
            </a:r>
            <a:r>
              <a:rPr lang="en-US" sz="24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dịch</a:t>
            </a:r>
            <a:r>
              <a:rPr lang="en-US" sz="240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4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4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rời</a:t>
            </a:r>
            <a:r>
              <a:rPr lang="en-US" sz="24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800850" y="28575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4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4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tán:</a:t>
            </a:r>
            <a:r>
              <a:rPr lang="en-US" sz="240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b="1" dirty="0" spc="-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4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401550" y="28575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4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 lịch:</a:t>
            </a:r>
            <a:r>
              <a:rPr lang="en-US" sz="24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b="1" dirty="0" spc="-1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b="1" dirty="0" spc="1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r>
              <a:rPr lang="en-US" sz="24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b="1" dirty="0" spc="-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00150" y="57150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co giãn: công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suất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nhu cầu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00850" y="57150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CDN: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4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401550" y="57150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quán: ít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c4a1e321-9fde-49e8-abc6-75a1fd8107d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 3</a:t>
            </a:r>
            <a:r>
              <a:rPr lang="en-US" sz="1800" b="1" spc="25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Tìm nhau,</a:t>
            </a:r>
            <a:r>
              <a:rPr lang="en-US" sz="6900" dirty="0" spc="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KHỐI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6000" y="27622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18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endParaRPr lang="en-US" sz="1800" dirty="0"/>
          </a:p>
        </p:txBody>
      </p:sp>
      <p:sp>
        <p:nvSpPr>
          <p:cNvPr id="6" name="Connector line-1792423671597-515650252"/>
          <p:cNvSpPr/>
          <p:nvPr/>
        </p:nvSpPr>
        <p:spPr>
          <a:xfrm>
            <a:off x="914400" y="3200400"/>
            <a:ext cx="16459200" cy="0"/>
          </a:xfrm>
          <a:prstGeom prst="line">
            <a:avLst/>
          </a:prstGeom>
          <a:noFill/>
          <a:ln w="190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14400" y="34480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CFE6D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6863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CFE6DF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59245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CFE6DF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71628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CFE6DF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344805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Khám</a:t>
            </a:r>
            <a:r>
              <a:rPr lang="en-US" sz="255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</a:t>
            </a:r>
            <a:r>
              <a:rPr lang="en-US" sz="25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6096000" y="3448050"/>
            <a:ext cx="10953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tìm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nhau,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ghi</a:t>
            </a:r>
            <a:r>
              <a:rPr lang="en-US" sz="240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</a:t>
            </a:r>
            <a:r>
              <a:rPr lang="en-US" sz="240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38250" y="468630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DNS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6096000" y="4686300"/>
            <a:ext cx="10953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38250" y="592455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6096000" y="5924550"/>
            <a:ext cx="10953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4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38250" y="716280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25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6096000" y="7162800"/>
            <a:ext cx="10953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0214084f-8aff-4374-887c-53717714920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 liệu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nhìn</a:t>
            </a:r>
            <a:r>
              <a:rPr lang="en-US" sz="6900" dirty="0" spc="-5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2A1E1C"/>
          </a:solidFill>
          <a:ln/>
        </p:spPr>
      </p:sp>
      <p:sp>
        <p:nvSpPr>
          <p:cNvPr id="5" name="Shape 3"/>
          <p:cNvSpPr/>
          <p:nvPr/>
        </p:nvSpPr>
        <p:spPr>
          <a:xfrm>
            <a:off x="1485900" y="4762500"/>
            <a:ext cx="15316200" cy="1428750"/>
          </a:xfrm>
          <a:prstGeom prst="roundRect">
            <a:avLst>
              <a:gd name="adj" fmla="val 18667"/>
            </a:avLst>
          </a:prstGeom>
          <a:solidFill>
            <a:srgbClr val="4A2A22"/>
          </a:solidFill>
          <a:ln/>
        </p:spPr>
      </p:sp>
      <p:sp>
        <p:nvSpPr>
          <p:cNvPr id="6" name="Shape 4"/>
          <p:cNvSpPr/>
          <p:nvPr/>
        </p:nvSpPr>
        <p:spPr>
          <a:xfrm>
            <a:off x="2057400" y="6477000"/>
            <a:ext cx="14173200" cy="1428750"/>
          </a:xfrm>
          <a:prstGeom prst="roundRect">
            <a:avLst>
              <a:gd name="adj" fmla="val 18667"/>
            </a:avLst>
          </a:prstGeom>
          <a:solidFill>
            <a:srgbClr val="7A3A2C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048000"/>
            <a:ext cx="15716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850" b="1" dirty="0" spc="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 tượng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866900" y="4762500"/>
            <a:ext cx="14763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2438400" y="6477000"/>
            <a:ext cx="13525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8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đo,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ký,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85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vết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2cb77903-cd9b-4269-9739-90d94bebb0e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 TÍNH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1800" b="1" spc="26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1800" b="1" spc="29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Thêm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nút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nút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524250"/>
            <a:ext cx="4572000" cy="2286000"/>
          </a:xfrm>
          <a:prstGeom prst="roundRect">
            <a:avLst>
              <a:gd name="adj" fmla="val 11667"/>
            </a:avLst>
          </a:prstGeom>
          <a:solidFill>
            <a:srgbClr val="E6DFCD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 dư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858000" y="3524250"/>
            <a:ext cx="4572000" cy="2286000"/>
          </a:xfrm>
          <a:prstGeom prst="roundRect">
            <a:avLst>
              <a:gd name="adj" fmla="val 11667"/>
            </a:avLst>
          </a:prstGeom>
          <a:solidFill>
            <a:srgbClr val="E6DFCD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Khoảng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80%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801600" y="3524250"/>
            <a:ext cx="4572000" cy="2286000"/>
          </a:xfrm>
          <a:prstGeom prst="roundRect">
            <a:avLst>
              <a:gd name="adj" fmla="val 11667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quán: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20%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524500" y="4667250"/>
            <a:ext cx="1295400" cy="9144"/>
          </a:xfrm>
          <a:custGeom>
            <a:avLst/>
            <a:gdLst/>
            <a:ahLst/>
            <a:cxnLst/>
            <a:rect l="l" t="t" r="r" b="b"/>
            <a:pathLst>
              <a:path w="1295400" h="9144">
                <a:moveTo>
                  <a:pt x="0" y="0"/>
                </a:moveTo>
                <a:lnTo>
                  <a:pt x="1295400" y="0"/>
                </a:lnTo>
              </a:path>
            </a:pathLst>
          </a:custGeom>
          <a:ln w="571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8100" y="4667250"/>
            <a:ext cx="1295400" cy="9144"/>
          </a:xfrm>
          <a:custGeom>
            <a:avLst/>
            <a:gdLst/>
            <a:ahLst/>
            <a:cxnLst/>
            <a:rect l="l" t="t" r="r" b="b"/>
            <a:pathLst>
              <a:path w="1295400" h="9144">
                <a:moveTo>
                  <a:pt x="0" y="0"/>
                </a:moveTo>
                <a:lnTo>
                  <a:pt x="1295400" y="0"/>
                </a:lnTo>
              </a:path>
            </a:pathLst>
          </a:custGeom>
          <a:ln w="57150">
            <a:solidFill>
              <a:srgbClr val="1416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66675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5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5e733c4a-6eee-405d-b630-7e4721873d9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295400" y="3257550"/>
            <a:ext cx="723900" cy="723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25755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14400" y="466725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1295400" y="5067300"/>
            <a:ext cx="723900" cy="723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506730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14400" y="647700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295400" y="6877050"/>
            <a:ext cx="723900" cy="723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7705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381250" y="2857500"/>
            <a:ext cx="14668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 hai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381250" y="4667250"/>
            <a:ext cx="14668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850" b="1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28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381250" y="6477000"/>
            <a:ext cx="14668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a811f002-4ed0-415c-9726-04ced157f8e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Trang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</a:t>
            </a:r>
            <a:r>
              <a:rPr lang="en-US" sz="6900" dirty="0" spc="-8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CFE6DF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3048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F6D5C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715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F3DFB8"/>
          </a:solidFill>
          <a:ln/>
        </p:spPr>
      </p:sp>
      <p:sp>
        <p:nvSpPr>
          <p:cNvPr id="7" name="Shape 5"/>
          <p:cNvSpPr/>
          <p:nvPr/>
        </p:nvSpPr>
        <p:spPr>
          <a:xfrm>
            <a:off x="9372600" y="5715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D6DCF7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3048000"/>
            <a:ext cx="7429500" cy="2286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696450" y="3048000"/>
            <a:ext cx="7429500" cy="2286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27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238250" y="5715000"/>
            <a:ext cx="7429500" cy="2286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Khối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dùng: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CDN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696450" y="5715000"/>
            <a:ext cx="7429500" cy="2286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Nhóm: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7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7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0ff14e4e-abf1-4e86-a33f-0b9c5802f48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sắp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6900" dirty="0"/>
          </a:p>
        </p:txBody>
      </p:sp>
      <p:sp>
        <p:nvSpPr>
          <p:cNvPr id="4" name="Connector line-1792423703956-539668327"/>
          <p:cNvSpPr/>
          <p:nvPr/>
        </p:nvSpPr>
        <p:spPr>
          <a:xfrm>
            <a:off x="1428750" y="4953000"/>
            <a:ext cx="154305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857500" y="4667250"/>
            <a:ext cx="571500" cy="5715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Shape 4"/>
          <p:cNvSpPr/>
          <p:nvPr/>
        </p:nvSpPr>
        <p:spPr>
          <a:xfrm>
            <a:off x="8858250" y="4667250"/>
            <a:ext cx="571500" cy="5715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7" name="Shape 5"/>
          <p:cNvSpPr/>
          <p:nvPr/>
        </p:nvSpPr>
        <p:spPr>
          <a:xfrm>
            <a:off x="14859000" y="4667250"/>
            <a:ext cx="571500" cy="5715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904875" y="561975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4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905625" y="561975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Gộp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906375" y="561975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89bc5c5e-4a81-4782-8f10-25c03d4294f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 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79095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91490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603885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2667000"/>
            <a:ext cx="160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CDN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phối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181100" y="3790950"/>
            <a:ext cx="160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DNS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181100" y="4914900"/>
            <a:ext cx="160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IP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 mạng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81100" y="6038850"/>
            <a:ext cx="160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2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14400" y="75247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14400" y="79819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nguồn)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12f2319b-e6b2-4cec-902e-d237333a79a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2026-10-19T15:28:44Z</dcterms:created>
  <dcterms:modified xsi:type="dcterms:W3CDTF">2026-10-19T15:28:44Z</dcterms:modified>
</cp:coreProperties>
</file>