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Cookie,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session,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PASETO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cần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5" name="Connector line-1792338762608-417650811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38762609-788808499"/>
          <p:cNvSpPr/>
          <p:nvPr/>
        </p:nvSpPr>
        <p:spPr>
          <a:xfrm>
            <a:off x="914400" y="7429500"/>
            <a:ext cx="24765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Connector line-1792338762614-251883255"/>
          <p:cNvSpPr/>
          <p:nvPr/>
        </p:nvSpPr>
        <p:spPr>
          <a:xfrm>
            <a:off x="4248150" y="7429500"/>
            <a:ext cx="2476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8" name="Connector line-1792338762615-428825842"/>
          <p:cNvSpPr/>
          <p:nvPr/>
        </p:nvSpPr>
        <p:spPr>
          <a:xfrm>
            <a:off x="7581900" y="7429500"/>
            <a:ext cx="2476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63250" y="23812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r>
              <a:rPr lang="en-US" sz="16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763250" y="2762250"/>
            <a:ext cx="2381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8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18" name="Connector line-1792338762636-972465531"/>
          <p:cNvSpPr/>
          <p:nvPr/>
        </p:nvSpPr>
        <p:spPr>
          <a:xfrm>
            <a:off x="13182600" y="3067050"/>
            <a:ext cx="7810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4001750" y="276225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session</a:t>
            </a:r>
            <a:r>
              <a:rPr lang="en-US" sz="18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8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63250" y="3467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thu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63250" y="40767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763250" y="445770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header: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287500" y="4457700"/>
            <a:ext cx="3143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payload:</a:t>
            </a:r>
            <a:r>
              <a:rPr lang="en-US" sz="18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63250" y="5162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cũng</a:t>
            </a:r>
            <a:r>
              <a:rPr lang="en-US" sz="165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 khóa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0763250" y="5772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6153150"/>
            <a:ext cx="1047750" cy="6096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906250" y="6153150"/>
            <a:ext cx="2762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local</a:t>
            </a:r>
            <a:r>
              <a:rPr lang="en-US" sz="18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public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763750" y="6153150"/>
            <a:ext cx="26670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76325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73745a2-ac50-498a-a8ae-bc5c6cee6d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192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192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0863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539115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911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3911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3086100"/>
            <a:ext cx="685800" cy="6858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5631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5631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302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3735050" y="3086100"/>
            <a:ext cx="685800" cy="6858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7350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7350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770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295400" y="7258050"/>
            <a:ext cx="15716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PASETO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 so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JWT,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14400" y="8382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1.10.0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1950" dirty="0"/>
          </a:p>
        </p:txBody>
      </p:sp>
      <p:sp>
        <p:nvSpPr>
          <p:cNvPr id="24" name="Connector line-1792338941241-6471479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e9396093-c3d6-4146-9f4e-ed8d1e2b0b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382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382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950" dirty="0"/>
          </a:p>
        </p:txBody>
      </p:sp>
      <p:sp>
        <p:nvSpPr>
          <p:cNvPr id="8" name="Connector line-1792339386208-164228327"/>
          <p:cNvSpPr/>
          <p:nvPr/>
        </p:nvSpPr>
        <p:spPr>
          <a:xfrm>
            <a:off x="476250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476250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950" dirty="0" spc="-8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42950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950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42950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3" name="Connector line-1792339386221-596037704"/>
          <p:cNvSpPr/>
          <p:nvPr/>
        </p:nvSpPr>
        <p:spPr>
          <a:xfrm>
            <a:off x="1095375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095375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950" dirty="0" spc="-1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195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36207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36207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6207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" y="523875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 chỉ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9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mã;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1440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6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95400" y="70485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31545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650" dirty="0"/>
          </a:p>
        </p:txBody>
      </p:sp>
      <p:sp>
        <p:nvSpPr>
          <p:cNvPr id="24" name="Text richtext-1792339386242-947863990"/>
          <p:cNvSpPr/>
          <p:nvPr/>
        </p:nvSpPr>
        <p:spPr>
          <a:xfrm>
            <a:off x="9696450" y="70485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máy*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14400" y="86296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*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1800" dirty="0"/>
          </a:p>
        </p:txBody>
      </p:sp>
      <p:sp>
        <p:nvSpPr>
          <p:cNvPr id="26" name="Connector line-1792339386269-92833726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7602c20-d779-4d10-9b7f-20dc9d5d15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16459200" cy="3000375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6200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333500" y="3276600"/>
            <a:ext cx="6096000" cy="800100"/>
          </a:xfrm>
          <a:prstGeom prst="roundRect">
            <a:avLst>
              <a:gd name="adj" fmla="val 2142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32766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{"alg":"HS256","typ":"JWT"}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7620000" y="3276600"/>
            <a:ext cx="3619500" cy="8001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000" y="3276600"/>
            <a:ext cx="3619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525250" y="3276600"/>
            <a:ext cx="5524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base64url,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2" name="Connector line-1792363423415-663678606"/>
          <p:cNvSpPr/>
          <p:nvPr/>
        </p:nvSpPr>
        <p:spPr>
          <a:xfrm>
            <a:off x="2857500" y="4133850"/>
            <a:ext cx="0" cy="30480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1333500" y="4476750"/>
            <a:ext cx="6191250" cy="914400"/>
          </a:xfrm>
          <a:prstGeom prst="roundRect">
            <a:avLst>
              <a:gd name="adj" fmla="val 1875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4476750"/>
            <a:ext cx="6191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4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endParaRPr lang="en-US" sz="2400" dirty="0"/>
          </a:p>
        </p:txBody>
      </p:sp>
      <p:sp>
        <p:nvSpPr>
          <p:cNvPr id="15" name="Connector line-1792363423419-927020818"/>
          <p:cNvSpPr/>
          <p:nvPr/>
        </p:nvSpPr>
        <p:spPr>
          <a:xfrm>
            <a:off x="7620000" y="4933950"/>
            <a:ext cx="762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8477250" y="4476750"/>
            <a:ext cx="8572500" cy="9144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7250" y="4476750"/>
            <a:ext cx="857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chấp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6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1650" dirty="0"/>
          </a:p>
        </p:txBody>
      </p:sp>
      <p:sp>
        <p:nvSpPr>
          <p:cNvPr id="20" name="Text richtext-1792363423426-381133899"/>
          <p:cNvSpPr/>
          <p:nvPr/>
        </p:nvSpPr>
        <p:spPr>
          <a:xfrm>
            <a:off x="129540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69645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650" dirty="0"/>
          </a:p>
        </p:txBody>
      </p:sp>
      <p:sp>
        <p:nvSpPr>
          <p:cNvPr id="23" name="Text richtext-1792363423452-67480174"/>
          <p:cNvSpPr/>
          <p:nvPr/>
        </p:nvSpPr>
        <p:spPr>
          <a:xfrm>
            <a:off x="969645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algorithms.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534400"/>
            <a:ext cx="16459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viện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dạng.</a:t>
            </a:r>
            <a:endParaRPr lang="en-US" sz="2250" dirty="0"/>
          </a:p>
        </p:txBody>
      </p:sp>
      <p:sp>
        <p:nvSpPr>
          <p:cNvPr id="25" name="Connector line-1792363423465-99536106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d3152d9-90fe-4e0d-b41e-96a4251487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75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905000" cy="952500"/>
          </a:xfrm>
          <a:prstGeom prst="roundRect">
            <a:avLst>
              <a:gd name="adj" fmla="val 22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8575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29718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Shape 5"/>
          <p:cNvSpPr/>
          <p:nvPr/>
        </p:nvSpPr>
        <p:spPr>
          <a:xfrm>
            <a:off x="3276600" y="2857500"/>
            <a:ext cx="5143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76600" y="2857500"/>
            <a:ext cx="514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5725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300" y="2857500"/>
            <a:ext cx="4762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77300" y="28575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3792200" y="3257550"/>
            <a:ext cx="152400" cy="152400"/>
          </a:xfrm>
          <a:prstGeom prst="ellipse">
            <a:avLst/>
          </a:prstGeom>
          <a:solidFill>
            <a:srgbClr val="9A98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4097000" y="2857500"/>
            <a:ext cx="32766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097000" y="2857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footer,</a:t>
            </a:r>
            <a:r>
              <a:rPr lang="en-US" sz="2100" dirty="0" spc="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100" dirty="0" spc="-4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95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3276600" y="39433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1950" dirty="0" spc="1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46291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cặp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85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định.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1440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9540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v4.local</a:t>
            </a:r>
            <a:endParaRPr lang="en-US" sz="4200" dirty="0"/>
          </a:p>
        </p:txBody>
      </p:sp>
      <p:sp>
        <p:nvSpPr>
          <p:cNvPr id="20" name="Text richtext-1792363492551-115133631"/>
          <p:cNvSpPr/>
          <p:nvPr/>
        </p:nvSpPr>
        <p:spPr>
          <a:xfrm>
            <a:off x="129540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645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v4.public</a:t>
            </a:r>
            <a:endParaRPr lang="en-US" sz="4200" dirty="0"/>
          </a:p>
        </p:txBody>
      </p:sp>
      <p:sp>
        <p:nvSpPr>
          <p:cNvPr id="23" name="Text richtext-1792363492570-925952513"/>
          <p:cNvSpPr/>
          <p:nvPr/>
        </p:nvSpPr>
        <p:spPr>
          <a:xfrm>
            <a:off x="969645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Ed25519.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2677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alg:</a:t>
            </a:r>
            <a:r>
              <a:rPr lang="en-US" sz="270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700" dirty="0"/>
          </a:p>
        </p:txBody>
      </p:sp>
      <p:sp>
        <p:nvSpPr>
          <p:cNvPr id="25" name="Connector line-1792363492581-34100031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b41719-0013-472e-89ab-d1eb81a928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76550"/>
            <a:ext cx="1714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857500" y="3048000"/>
            <a:ext cx="5715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2.14.0</a:t>
            </a:r>
            <a:endParaRPr lang="en-US" sz="2100" dirty="0"/>
          </a:p>
          <a:p>
            <a:pPr algn="l" indent="0" marL="0">
              <a:buNone/>
            </a:pP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29540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310515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9540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10515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9540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10515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1545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696450" y="2876550"/>
            <a:ext cx="2476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287250" y="30480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69645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645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50620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v4.public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v4.local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69645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150620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admin,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footer.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69645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6" name="Text 24"/>
          <p:cNvSpPr/>
          <p:nvPr/>
        </p:nvSpPr>
        <p:spPr>
          <a:xfrm>
            <a:off x="969645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50620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914400" y="7381875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29" name="Text 27"/>
          <p:cNvSpPr/>
          <p:nvPr/>
        </p:nvSpPr>
        <p:spPr>
          <a:xfrm>
            <a:off x="1295400" y="7496175"/>
            <a:ext cx="15716250" cy="9144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algorithms=[...]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14400" y="86868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đo:</a:t>
            </a:r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1950" dirty="0"/>
          </a:p>
        </p:txBody>
      </p:sp>
      <p:sp>
        <p:nvSpPr>
          <p:cNvPr id="31" name="Connector line-1792363572634-9582873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ddd8d304-8e74-4f05-9d1a-47d1a24fb9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500" dirty="0"/>
          </a:p>
        </p:txBody>
      </p:sp>
      <p:sp>
        <p:nvSpPr>
          <p:cNvPr id="4" name="Connector line-1792365271068-724183659"/>
          <p:cNvSpPr/>
          <p:nvPr/>
        </p:nvSpPr>
        <p:spPr>
          <a:xfrm>
            <a:off x="914400" y="415290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5" name="Connector line-1792365271069-600708099"/>
          <p:cNvSpPr/>
          <p:nvPr/>
        </p:nvSpPr>
        <p:spPr>
          <a:xfrm>
            <a:off x="914400" y="5629275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65271069-712298225"/>
          <p:cNvSpPr/>
          <p:nvPr/>
        </p:nvSpPr>
        <p:spPr>
          <a:xfrm>
            <a:off x="914400" y="710565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52500" y="289560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962150" y="283845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962150" y="340995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không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" y="437197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962150" y="431482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962150" y="488632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2500" y="584835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962150" y="579120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962150" y="636270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local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 đọc</a:t>
            </a:r>
            <a:r>
              <a:rPr lang="en-US" sz="21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Footer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52500" y="732472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962150" y="726757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 cất</a:t>
            </a:r>
            <a:r>
              <a:rPr lang="en-US" sz="3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962150" y="783907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dặn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session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localStorage.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2714625"/>
            <a:ext cx="72771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77500" y="29813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16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6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477500" y="3390900"/>
            <a:ext cx="657225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1.10.0,</a:t>
            </a:r>
            <a:r>
              <a:rPr lang="en-US" sz="21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1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exp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giờ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477500" y="4333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495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763250" y="4914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10477500" y="5857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63250" y="6019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deserializer=json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0763250" y="6438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chối:</a:t>
            </a:r>
            <a:r>
              <a:rPr lang="en-US" sz="3000" b="1" dirty="0" spc="-7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30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expired.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477500" y="7410450"/>
            <a:ext cx="6515100" cy="1104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mặc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 là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dạng.</a:t>
            </a:r>
            <a:endParaRPr lang="en-US" sz="1950" dirty="0"/>
          </a:p>
        </p:txBody>
      </p:sp>
      <p:sp>
        <p:nvSpPr>
          <p:cNvPr id="29" name="Connector line-1792365271148-43862965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cf3b1fa6-7fcd-413a-be39-39222002c1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8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5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3362325"/>
            <a:ext cx="1571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Tôi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cần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3600" dirty="0"/>
          </a:p>
        </p:txBody>
      </p:sp>
      <p:sp>
        <p:nvSpPr>
          <p:cNvPr id="9" name="Text richtext-1792366419824-786424051"/>
          <p:cNvSpPr/>
          <p:nvPr/>
        </p:nvSpPr>
        <p:spPr>
          <a:xfrm>
            <a:off x="12192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 giá: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4770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67818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3600" dirty="0" spc="-7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3600" dirty="0"/>
          </a:p>
        </p:txBody>
      </p:sp>
      <p:sp>
        <p:nvSpPr>
          <p:cNvPr id="12" name="Text richtext-1792366419847-676865068"/>
          <p:cNvSpPr/>
          <p:nvPr/>
        </p:nvSpPr>
        <p:spPr>
          <a:xfrm>
            <a:off x="67818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0396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36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endParaRPr lang="en-US" sz="3600" dirty="0"/>
          </a:p>
        </p:txBody>
      </p:sp>
      <p:sp>
        <p:nvSpPr>
          <p:cNvPr id="15" name="Text richtext-1792366419859-69191918"/>
          <p:cNvSpPr/>
          <p:nvPr/>
        </p:nvSpPr>
        <p:spPr>
          <a:xfrm>
            <a:off x="123444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thư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48625"/>
            <a:ext cx="164592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 nhắc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“không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thái”.</a:t>
            </a:r>
            <a:endParaRPr lang="en-US" sz="1950" dirty="0"/>
          </a:p>
        </p:txBody>
      </p:sp>
      <p:sp>
        <p:nvSpPr>
          <p:cNvPr id="17" name="Connector line-1792366419868-2468393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Shape 1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Shape 1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b2ef417-93da-418f-80f5-b157c16367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19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38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69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86750" cy="2095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v4.public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“loại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toán”.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857750"/>
            <a:ext cx="8191500" cy="333375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1054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650" dirty="0"/>
          </a:p>
        </p:txBody>
      </p:sp>
      <p:sp>
        <p:nvSpPr>
          <p:cNvPr id="7" name="Connector line-1792368442187-473104557"/>
          <p:cNvSpPr/>
          <p:nvPr/>
        </p:nvSpPr>
        <p:spPr>
          <a:xfrm>
            <a:off x="1619250" y="6667500"/>
            <a:ext cx="2476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8" name="Connector line-1792368442188-826362162"/>
          <p:cNvSpPr/>
          <p:nvPr/>
        </p:nvSpPr>
        <p:spPr>
          <a:xfrm>
            <a:off x="4095750" y="6667500"/>
            <a:ext cx="4095750" cy="0"/>
          </a:xfrm>
          <a:prstGeom prst="line">
            <a:avLst/>
          </a:prstGeom>
          <a:noFill/>
          <a:ln w="1333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495425" y="6543675"/>
            <a:ext cx="247650" cy="2476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Shape 8"/>
          <p:cNvSpPr/>
          <p:nvPr/>
        </p:nvSpPr>
        <p:spPr>
          <a:xfrm>
            <a:off x="3924300" y="64960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8067675" y="6543675"/>
            <a:ext cx="247650" cy="2476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057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v4.public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286250" y="60579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143250" y="702945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nghỉ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3143250" y="7410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29500" y="7029450"/>
            <a:ext cx="1428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420100"/>
            <a:ext cx="8191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 thời gian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 còn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0" y="952500"/>
            <a:ext cx="7848600" cy="7810500"/>
          </a:xfrm>
          <a:prstGeom prst="roundRect">
            <a:avLst>
              <a:gd name="adj" fmla="val 3415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4100" y="1352550"/>
            <a:ext cx="647700" cy="6477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15550" y="1543050"/>
            <a:ext cx="323850" cy="266700"/>
          </a:xfrm>
          <a:custGeom>
            <a:avLst/>
            <a:gdLst/>
            <a:ahLst/>
            <a:cxnLst/>
            <a:rect l="l" t="t" r="r" b="b"/>
            <a:pathLst>
              <a:path w="323850" h="266700">
                <a:moveTo>
                  <a:pt x="0" y="142875"/>
                </a:moveTo>
                <a:lnTo>
                  <a:pt x="114300" y="266700"/>
                </a:lnTo>
                <a:lnTo>
                  <a:pt x="3238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20400" y="15240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9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906000" y="2686050"/>
            <a:ext cx="7086600" cy="762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4200" dirty="0" spc="-1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42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này.</a:t>
            </a:r>
            <a:endParaRPr lang="en-US" sz="4200" dirty="0"/>
          </a:p>
        </p:txBody>
      </p:sp>
      <p:sp>
        <p:nvSpPr>
          <p:cNvPr id="23" name="Text richtext-1792368442223-978302195"/>
          <p:cNvSpPr/>
          <p:nvPr/>
        </p:nvSpPr>
        <p:spPr>
          <a:xfrm>
            <a:off x="9906000" y="3733800"/>
            <a:ext cx="70866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</p:txBody>
      </p:sp>
      <p:sp>
        <p:nvSpPr>
          <p:cNvPr id="24" name="Connector line-1792368442243-135858627"/>
          <p:cNvSpPr/>
          <p:nvPr/>
        </p:nvSpPr>
        <p:spPr>
          <a:xfrm>
            <a:off x="9906000" y="5715000"/>
            <a:ext cx="708660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906000" y="5905500"/>
            <a:ext cx="7086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Muốn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22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ngay,</a:t>
            </a:r>
            <a:r>
              <a:rPr lang="en-US" sz="22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2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ba: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906000" y="65151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7" name="Text 25"/>
          <p:cNvSpPr/>
          <p:nvPr/>
        </p:nvSpPr>
        <p:spPr>
          <a:xfrm>
            <a:off x="10153650" y="6515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1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21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0" y="72390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53650" y="72390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10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906000" y="79629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31" name="Text 29"/>
          <p:cNvSpPr/>
          <p:nvPr/>
        </p:nvSpPr>
        <p:spPr>
          <a:xfrm>
            <a:off x="10153650" y="7962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Quay</a:t>
            </a:r>
            <a:r>
              <a:rPr lang="en-US" sz="210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1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32" name="Connector line-1792368442254-61068582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bc8c65a0-48d7-4de9-b10a-cbf139295f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Connector line-1792368507745-460421029"/>
          <p:cNvSpPr/>
          <p:nvPr/>
        </p:nvSpPr>
        <p:spPr>
          <a:xfrm>
            <a:off x="1295400" y="3048000"/>
            <a:ext cx="32385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2096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192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Platform-Agnostic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92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thuật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0863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1" name="Connector line-1792368507754-59150397"/>
          <p:cNvSpPr/>
          <p:nvPr/>
        </p:nvSpPr>
        <p:spPr>
          <a:xfrm>
            <a:off x="5467350" y="3048000"/>
            <a:ext cx="32385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3816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11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3911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4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11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mang dữ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583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7" name="Connector line-1792368507761-802584146"/>
          <p:cNvSpPr/>
          <p:nvPr/>
        </p:nvSpPr>
        <p:spPr>
          <a:xfrm>
            <a:off x="963930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535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631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5631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631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cặp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34302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23" name="Connector line-1792368507768-64536618"/>
          <p:cNvSpPr/>
          <p:nvPr/>
        </p:nvSpPr>
        <p:spPr>
          <a:xfrm>
            <a:off x="1381125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37255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350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37350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350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9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666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71247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 các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Lucidity</a:t>
            </a:r>
            <a:endParaRPr lang="en-US" sz="195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19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HTML5 Security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PyJWT: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sử dụng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14400" y="81915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1" name="Connector line-1792368507793-21128140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786c4d7f-624b-4ee3-b810-5d746df6d1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2026-10-19T12:34:53Z</dcterms:created>
  <dcterms:modified xsi:type="dcterms:W3CDTF">2026-10-19T12:34:53Z</dcterms:modified>
</cp:coreProperties>
</file>