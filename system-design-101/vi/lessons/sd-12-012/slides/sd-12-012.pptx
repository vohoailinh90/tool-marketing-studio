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3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3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r>
              <a:rPr lang="en-US" sz="63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6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63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700" dirty="0"/>
          </a:p>
        </p:txBody>
      </p:sp>
      <p:sp>
        <p:nvSpPr>
          <p:cNvPr id="5" name="Connector line-1792423477751-5281519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 ô theo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phóng,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7C93FF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7C93FF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2ec143a-1ffa-4099-a45a-9c04fb2ca2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Vị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trí,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thị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đồ,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78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8977b93-90c2-4ce5-99ee-9c17192d32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543050" y="2762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5" name="Connector line-1792423481960-723298107"/>
          <p:cNvSpPr/>
          <p:nvPr/>
        </p:nvSpPr>
        <p:spPr>
          <a:xfrm>
            <a:off x="2971800" y="3429000"/>
            <a:ext cx="0" cy="552450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657850" y="2762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100" dirty="0"/>
          </a:p>
        </p:txBody>
      </p:sp>
      <p:sp>
        <p:nvSpPr>
          <p:cNvPr id="7" name="Connector line-1792423481963-422895844"/>
          <p:cNvSpPr/>
          <p:nvPr/>
        </p:nvSpPr>
        <p:spPr>
          <a:xfrm>
            <a:off x="7086600" y="3429000"/>
            <a:ext cx="0" cy="552450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9772650" y="2762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CDN</a:t>
            </a:r>
            <a:endParaRPr lang="en-US" sz="2100" dirty="0"/>
          </a:p>
        </p:txBody>
      </p:sp>
      <p:sp>
        <p:nvSpPr>
          <p:cNvPr id="9" name="Connector line-1792423481966-654232286"/>
          <p:cNvSpPr/>
          <p:nvPr/>
        </p:nvSpPr>
        <p:spPr>
          <a:xfrm>
            <a:off x="11201400" y="3429000"/>
            <a:ext cx="0" cy="552450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3887450" y="2762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100" dirty="0"/>
          </a:p>
        </p:txBody>
      </p:sp>
      <p:sp>
        <p:nvSpPr>
          <p:cNvPr id="11" name="Connector line-1792423481969-775035876"/>
          <p:cNvSpPr/>
          <p:nvPr/>
        </p:nvSpPr>
        <p:spPr>
          <a:xfrm>
            <a:off x="15316200" y="3429000"/>
            <a:ext cx="0" cy="552450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2" name="Connector line-1792423481969-731715826"/>
          <p:cNvSpPr/>
          <p:nvPr/>
        </p:nvSpPr>
        <p:spPr>
          <a:xfrm>
            <a:off x="3028950" y="4572000"/>
            <a:ext cx="39624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067050" y="4114800"/>
            <a:ext cx="3924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14" name="Connector line-1792423481972-186455615"/>
          <p:cNvSpPr/>
          <p:nvPr/>
        </p:nvSpPr>
        <p:spPr>
          <a:xfrm>
            <a:off x="3028950" y="5524500"/>
            <a:ext cx="8077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67050" y="5067300"/>
            <a:ext cx="803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950" dirty="0"/>
          </a:p>
        </p:txBody>
      </p:sp>
      <p:sp>
        <p:nvSpPr>
          <p:cNvPr id="16" name="Connector line-1792423481976-431535475"/>
          <p:cNvSpPr/>
          <p:nvPr/>
        </p:nvSpPr>
        <p:spPr>
          <a:xfrm flipH="1">
            <a:off x="3067050" y="6477000"/>
            <a:ext cx="8077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067050" y="6019800"/>
            <a:ext cx="8039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endParaRPr lang="en-US" sz="1950" dirty="0"/>
          </a:p>
        </p:txBody>
      </p:sp>
      <p:sp>
        <p:nvSpPr>
          <p:cNvPr id="18" name="Connector line-1792423481979-318280758"/>
          <p:cNvSpPr/>
          <p:nvPr/>
        </p:nvSpPr>
        <p:spPr>
          <a:xfrm>
            <a:off x="3028950" y="7429500"/>
            <a:ext cx="12192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067050" y="6972300"/>
            <a:ext cx="1215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20" name="Connector line-1792423481981-35057581"/>
          <p:cNvSpPr/>
          <p:nvPr/>
        </p:nvSpPr>
        <p:spPr>
          <a:xfrm flipH="1">
            <a:off x="3067050" y="8382000"/>
            <a:ext cx="12192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067050" y="7924800"/>
            <a:ext cx="1215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19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1804954-385f-49ae-ae0a-d73acf0ca6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đồ: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Dẫn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tọa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3a55382-da34-4d78-bde9-733ca4253f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 phóng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PHÓNG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0" y="27622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3333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525000" y="3333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8250" y="4857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525000" y="4857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1.048.576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6381750"/>
            <a:ext cx="762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525000" y="6381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</a:t>
            </a:r>
            <a:r>
              <a:rPr lang="en-US" sz="24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1,07</a:t>
            </a:r>
            <a:r>
              <a:rPr lang="en-US" sz="24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4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6b31680-761d-4120-9543-315e348b4c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80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ô,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15: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terabyte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CDN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d102e52-00b8-4db9-a5ff-1c23734dc2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Tuyến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b="1" spc="2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100" dirty="0"/>
          </a:p>
        </p:txBody>
      </p:sp>
      <p:sp>
        <p:nvSpPr>
          <p:cNvPr id="6" name="Text richtext-1792423514951-962087401"/>
          <p:cNvSpPr/>
          <p:nvPr/>
        </p:nvSpPr>
        <p:spPr>
          <a:xfrm>
            <a:off x="13335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61,65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61,67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61,68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4476750"/>
          </a:xfrm>
          <a:prstGeom prst="roundRect">
            <a:avLst>
              <a:gd name="adj" fmla="val 6809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333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 XE</a:t>
            </a:r>
            <a:endParaRPr lang="en-US" sz="2100" dirty="0"/>
          </a:p>
        </p:txBody>
      </p:sp>
      <p:sp>
        <p:nvSpPr>
          <p:cNvPr id="9" name="Text richtext-1792423514972-254435364"/>
          <p:cNvSpPr/>
          <p:nvPr/>
        </p:nvSpPr>
        <p:spPr>
          <a:xfrm>
            <a:off x="97917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101,23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101,25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Tuyến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97,57,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0bf492b-08ba-4740-9640-53fe601331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Tuyến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km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kẹt,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12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 gợi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af18ba2-9a54-46c0-9c8e-5c1b68ec17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100" dirty="0"/>
          </a:p>
        </p:txBody>
      </p:sp>
      <p:sp>
        <p:nvSpPr>
          <p:cNvPr id="7" name="Connector line-1792423516847-232805502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9" name="Text richtext-1792423516850-55982568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8733430-332e-4ea4-b9f6-f8c0269c31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2026-10-19T15:25:32Z</dcterms:created>
  <dcterms:modified xsi:type="dcterms:W3CDTF">2026-10-19T15:25:32Z</dcterms:modified>
</cp:coreProperties>
</file>