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1906250" cy="4381500"/>
          </a:xfrm>
          <a:prstGeom prst="rect">
            <a:avLst/>
          </a:prstGeom>
          <a:noFill/>
          <a:ln/>
        </p:spPr>
        <p:txBody>
          <a:bodyPr wrap="square" lIns="0" tIns="61430" rIns="0" bIns="-61430" rtlCol="0" anchor="t"/>
          <a:lstStyle/>
          <a:p>
            <a:pPr algn="l" indent="0" marL="0">
              <a:lnSpc>
                <a:spcPts val="7523"/>
              </a:lnSpc>
              <a:buNone/>
            </a:pPr>
            <a:r>
              <a:rPr lang="en-US" sz="7165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r>
              <a:rPr lang="en-US" sz="716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16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mất tin</a:t>
            </a:r>
            <a:r>
              <a:rPr lang="en-US" sz="716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r>
              <a:rPr lang="en-US" sz="7165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Có,</a:t>
            </a:r>
            <a:r>
              <a:rPr lang="en-US" sz="716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165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165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chỗ,</a:t>
            </a:r>
            <a:r>
              <a:rPr lang="en-US" sz="7165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165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r>
              <a:rPr lang="en-US" sz="716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cách</a:t>
            </a:r>
            <a:r>
              <a:rPr lang="en-US" sz="716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165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tận</a:t>
            </a:r>
            <a:r>
              <a:rPr lang="en-US" sz="716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endParaRPr lang="en-US" sz="7165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 nếu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cấu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73100" y="1619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9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“đã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commit”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73100" y="2762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(khung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73100" y="3905250"/>
            <a:ext cx="4000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9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9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(khung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7620000"/>
            <a:ext cx="3429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34000" y="7620000"/>
            <a:ext cx="3429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r>
              <a:rPr lang="en-US" sz="240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53600" y="7620000"/>
            <a:ext cx="3429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r>
              <a:rPr lang="en-US" sz="24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11" name="Connector line-1792460023632-158635350"/>
          <p:cNvSpPr/>
          <p:nvPr/>
        </p:nvSpPr>
        <p:spPr>
          <a:xfrm>
            <a:off x="4343400" y="8143875"/>
            <a:ext cx="9906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2" name="Connector line-1792460023633-221198622"/>
          <p:cNvSpPr/>
          <p:nvPr/>
        </p:nvSpPr>
        <p:spPr>
          <a:xfrm>
            <a:off x="8763000" y="8143875"/>
            <a:ext cx="9906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f0058670-ce9b-4464-a422-5aa6a2cf94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005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191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75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75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75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5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428750" y="638175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sống.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4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5252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1c7ee73-9fff-4547-88b2-816ded90c6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b="1" spc="2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“ĐÃ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72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chờ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7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7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Bên</a:t>
                      </a:r>
                      <a:r>
                        <a:rPr lang="en-US" sz="2700" b="1" dirty="0" spc="4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7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acks=0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7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acks=1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7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7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acks=all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</a:t>
                      </a:r>
                      <a:r>
                        <a:rPr lang="en-US" sz="27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7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700" b="1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7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ISR</a:t>
                      </a:r>
                      <a:r>
                        <a:rPr lang="en-US" sz="270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r>
                        <a:rPr lang="en-US" sz="27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min.insync.replicas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acks=all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7" name="Shape 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417a009-ce50-44c7-bafe-1346023e83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(KHUNG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Connector line-1792460031757-703623421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52650" y="36766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6248400" y="36766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10344150" y="36766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14439900" y="36766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37719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286500" y="37719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382250" y="37719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4478000" y="3771900"/>
            <a:ext cx="57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4762500"/>
            <a:ext cx="381000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150" y="4762500"/>
            <a:ext cx="381000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05900" y="4762500"/>
            <a:ext cx="381000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01650" y="4762500"/>
            <a:ext cx="4171950" cy="3429000"/>
          </a:xfrm>
          <a:prstGeom prst="roundRect">
            <a:avLst>
              <a:gd name="adj" fmla="val 6667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5048250"/>
            <a:ext cx="3276600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Đủ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broker: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276850" y="5048250"/>
            <a:ext cx="3276600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Dừng</a:t>
            </a:r>
            <a:r>
              <a:rPr lang="en-US" sz="25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broker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3: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 nào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372600" y="5048250"/>
            <a:ext cx="3276600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leader: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nhận,</a:t>
            </a:r>
            <a:r>
              <a:rPr lang="en-US" sz="25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5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468350" y="5048250"/>
            <a:ext cx="3638550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Giết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leader,</a:t>
            </a: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broker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8" name="Shape 26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db1cefe-6447-4118-9a33-0373c567de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(KHUNG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8160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3143250"/>
            <a:ext cx="518160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3143250"/>
            <a:ext cx="5181600" cy="4476750"/>
          </a:xfrm>
          <a:prstGeom prst="roundRect">
            <a:avLst>
              <a:gd name="adj" fmla="val 595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3900" dirty="0" spc="2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934200" y="3429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Broker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2573000" y="3429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95400" y="447675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acks=1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acks=0,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934200" y="447675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leader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73000" y="447675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32e3f999-2db2-4e2b-979e-ed8c5a01b7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 sàng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bền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953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4950" y="3400425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504950" y="5305425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Shape 7"/>
          <p:cNvSpPr/>
          <p:nvPr/>
        </p:nvSpPr>
        <p:spPr>
          <a:xfrm>
            <a:off x="1504950" y="7210425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581150" y="36004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740" dirty="0"/>
          </a:p>
        </p:txBody>
      </p:sp>
      <p:sp>
        <p:nvSpPr>
          <p:cNvPr id="11" name="Text 9"/>
          <p:cNvSpPr/>
          <p:nvPr/>
        </p:nvSpPr>
        <p:spPr>
          <a:xfrm>
            <a:off x="1581150" y="55054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740" dirty="0"/>
          </a:p>
        </p:txBody>
      </p:sp>
      <p:sp>
        <p:nvSpPr>
          <p:cNvPr id="12" name="Text 10"/>
          <p:cNvSpPr/>
          <p:nvPr/>
        </p:nvSpPr>
        <p:spPr>
          <a:xfrm>
            <a:off x="1581150" y="74104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740" dirty="0"/>
          </a:p>
        </p:txBody>
      </p:sp>
      <p:sp>
        <p:nvSpPr>
          <p:cNvPr id="13" name="Text 11"/>
          <p:cNvSpPr/>
          <p:nvPr/>
        </p:nvSpPr>
        <p:spPr>
          <a:xfrm>
            <a:off x="2952750" y="34290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Dưới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bộ: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acks=all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952750" y="53340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fsync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 ghi:</a:t>
            </a:r>
            <a:r>
              <a:rPr lang="en-US" sz="28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8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952750" y="72390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broker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sao: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</a:t>
            </a:r>
            <a:r>
              <a:rPr lang="en-US" sz="28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461002f-e08a-435e-83e9-f8962ef4be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Không:</a:t>
            </a:r>
            <a:r>
              <a:rPr lang="en-US" sz="6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min.insync.replicas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0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acks=all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86700" cy="51435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3048000"/>
            <a:ext cx="7886700" cy="5143500"/>
          </a:xfrm>
          <a:prstGeom prst="roundRect">
            <a:avLst>
              <a:gd name="adj" fmla="val 5185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acks=1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867900" y="3429000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acks=all,</a:t>
            </a:r>
            <a:r>
              <a:rPr lang="en-US" sz="34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min.insync.replicas=2</a:t>
            </a:r>
            <a:endParaRPr lang="en-US" sz="3450" dirty="0"/>
          </a:p>
        </p:txBody>
      </p:sp>
      <p:sp>
        <p:nvSpPr>
          <p:cNvPr id="8" name="Text richtext-1792460070330-117355530"/>
          <p:cNvSpPr/>
          <p:nvPr/>
        </p:nvSpPr>
        <p:spPr>
          <a:xfrm>
            <a:off x="1295400" y="4572000"/>
            <a:ext cx="71437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850" dirty="0"/>
          </a:p>
        </p:txBody>
      </p:sp>
      <p:sp>
        <p:nvSpPr>
          <p:cNvPr id="9" name="Text richtext-1792460070348-414629843"/>
          <p:cNvSpPr/>
          <p:nvPr/>
        </p:nvSpPr>
        <p:spPr>
          <a:xfrm>
            <a:off x="9867900" y="4572000"/>
            <a:ext cx="71437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4858169-33f2-4a14-969d-cbf66c881a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Kafka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0" y="5048250"/>
            <a:ext cx="14935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0" y="7048500"/>
            <a:ext cx="13411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81375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850" dirty="0" spc="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057400" y="5381625"/>
            <a:ext cx="1417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Kafka:</a:t>
            </a:r>
            <a:r>
              <a:rPr lang="en-US" sz="28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bền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sao,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fsync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819400" y="7381875"/>
            <a:ext cx="1264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-4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Kafka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4.4.0;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57cce4e-4a2b-45dd-8535-10a542afd2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ISR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80010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71487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ELR =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 cách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leader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0" y="3143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460074337-342088537"/>
          <p:cNvSpPr/>
          <p:nvPr/>
        </p:nvSpPr>
        <p:spPr>
          <a:xfrm>
            <a:off x="9525000" y="3714750"/>
            <a:ext cx="78486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(Replication,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Unclean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election,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Durability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Guarantees)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Eligible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 Replicas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9243cac-3a78-4c47-a88a-db512c62f4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2026-10-20T01:34:51Z</dcterms:created>
  <dcterms:modified xsi:type="dcterms:W3CDTF">2026-10-20T01:34:51Z</dcterms:modified>
</cp:coreProperties>
</file>