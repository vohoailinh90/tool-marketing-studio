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SemiBold"/>
      <p:regular r:id="rId19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Cụm</a:t>
            </a:r>
            <a:r>
              <a:rPr lang="en-US" sz="81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8100" dirty="0" spc="-7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trước:</a:t>
            </a:r>
            <a:r>
              <a:rPr lang="en-US" sz="8100" dirty="0" spc="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81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30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30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spc="217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</a:t>
            </a:r>
            <a:r>
              <a:rPr lang="en-US" sz="1800" spc="226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TRIỆU</a:t>
            </a:r>
            <a:r>
              <a:rPr lang="en-US" sz="1800" spc="242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6629400"/>
            <a:ext cx="5143500" cy="8763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2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2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6343650" y="6629400"/>
            <a:ext cx="4953000" cy="8763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biết</a:t>
            </a:r>
            <a:r>
              <a:rPr lang="en-US" sz="22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250" b="1" dirty="0" spc="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1582400" y="6629400"/>
            <a:ext cx="4381500" cy="8763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2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2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0" name="Moda image moda-export-watermark-b83ffa79-e3e0-43f4-a3d4-d6372c71c9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240000" cy="4191000"/>
          </a:xfrm>
          <a:prstGeom prst="rect">
            <a:avLst/>
          </a:prstGeom>
          <a:noFill/>
          <a:ln/>
        </p:spPr>
        <p:txBody>
          <a:bodyPr wrap="square" lIns="0" tIns="53340" rIns="0" bIns="-53340" rtlCol="0" anchor="t"/>
          <a:lstStyle/>
          <a:p>
            <a:pPr algn="l" indent="0" marL="0">
              <a:lnSpc>
                <a:spcPts val="9240"/>
              </a:lnSpc>
              <a:buNone/>
            </a:pP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84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8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84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84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84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r>
              <a:rPr lang="en-US" sz="84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đang</a:t>
            </a:r>
            <a:r>
              <a:rPr lang="en-US" sz="84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gặp.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914400" y="6572250"/>
            <a:ext cx="49530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6572250"/>
            <a:ext cx="43053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</a:t>
            </a:r>
            <a:r>
              <a:rPr lang="en-US" sz="27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triệu</a:t>
            </a:r>
            <a:r>
              <a:rPr lang="en-US" sz="2700" dirty="0" spc="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chứng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gợi</a:t>
            </a:r>
            <a:r>
              <a:rPr lang="en-US" sz="270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nhu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248400" y="6572250"/>
            <a:ext cx="49530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6572250" y="6572250"/>
            <a:ext cx="43053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nhu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27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độc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lập,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 tự.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11582400" y="6572250"/>
            <a:ext cx="49530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11906250" y="6572250"/>
            <a:ext cx="43053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 phải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7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sinh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thái.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c5d9079b-c41c-4819-a678-8378a4618fa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TRIỆU</a:t>
            </a:r>
            <a:r>
              <a:rPr lang="en-US" sz="1950" b="1" spc="31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 chạy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6900" dirty="0"/>
          </a:p>
        </p:txBody>
      </p:sp>
      <p:sp>
        <p:nvSpPr>
          <p:cNvPr id="4" name="Connector line-1792370525424-239853270"/>
          <p:cNvSpPr/>
          <p:nvPr/>
        </p:nvSpPr>
        <p:spPr>
          <a:xfrm>
            <a:off x="2857500" y="4095750"/>
            <a:ext cx="125730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23622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590" dirty="0"/>
          </a:p>
        </p:txBody>
      </p:sp>
      <p:sp>
        <p:nvSpPr>
          <p:cNvPr id="6" name="Text 4"/>
          <p:cNvSpPr/>
          <p:nvPr/>
        </p:nvSpPr>
        <p:spPr>
          <a:xfrm>
            <a:off x="86487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590" dirty="0"/>
          </a:p>
        </p:txBody>
      </p:sp>
      <p:sp>
        <p:nvSpPr>
          <p:cNvPr id="7" name="Text 5"/>
          <p:cNvSpPr/>
          <p:nvPr/>
        </p:nvSpPr>
        <p:spPr>
          <a:xfrm>
            <a:off x="149352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590" dirty="0"/>
          </a:p>
        </p:txBody>
      </p:sp>
      <p:sp>
        <p:nvSpPr>
          <p:cNvPr id="8" name="Shape 6"/>
          <p:cNvSpPr/>
          <p:nvPr/>
        </p:nvSpPr>
        <p:spPr>
          <a:xfrm>
            <a:off x="914400" y="5143500"/>
            <a:ext cx="38862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5143500"/>
            <a:ext cx="3238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7200900" y="5143500"/>
            <a:ext cx="38862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7524750" y="5143500"/>
            <a:ext cx="3238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Argo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Flux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13487400" y="5143500"/>
            <a:ext cx="38862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13" name="Text 11"/>
          <p:cNvSpPr/>
          <p:nvPr/>
        </p:nvSpPr>
        <p:spPr>
          <a:xfrm>
            <a:off x="13811250" y="5143500"/>
            <a:ext cx="3238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914400" y="7715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CD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liên tục.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Text 22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d83603b5-e837-41e8-a727-ebdb1591a70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TRIỆU</a:t>
            </a:r>
            <a:r>
              <a:rPr lang="en-US" sz="1950" b="1" spc="31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 biết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4381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Prometheus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953250" y="4000500"/>
            <a:ext cx="4381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Alertmanager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2992100" y="4000500"/>
            <a:ext cx="4381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Email, PagerDuty</a:t>
            </a:r>
            <a:endParaRPr lang="en-US" sz="3300" dirty="0"/>
          </a:p>
        </p:txBody>
      </p:sp>
      <p:sp>
        <p:nvSpPr>
          <p:cNvPr id="8" name="Connector line-1792370536075-869953684"/>
          <p:cNvSpPr/>
          <p:nvPr/>
        </p:nvSpPr>
        <p:spPr>
          <a:xfrm>
            <a:off x="5391150" y="4953000"/>
            <a:ext cx="14668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370536075-311042356"/>
          <p:cNvSpPr/>
          <p:nvPr/>
        </p:nvSpPr>
        <p:spPr>
          <a:xfrm>
            <a:off x="11430000" y="4953000"/>
            <a:ext cx="14668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914400" y="6191250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4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6953250" y="6191250"/>
            <a:ext cx="4381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nhóm,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trùng,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2992100" y="6191250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Text 20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869aa91-753c-4232-aea3-0aaa623b072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TRIỆU</a:t>
            </a:r>
            <a:r>
              <a:rPr lang="en-US" sz="1950" b="1" spc="31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Bí mật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Git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30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30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30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ngoài,</a:t>
            </a:r>
            <a:r>
              <a:rPr lang="en-US" sz="30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30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4191000" cy="2095500"/>
          </a:xfrm>
          <a:prstGeom prst="roundRect">
            <a:avLst>
              <a:gd name="adj" fmla="val 1272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Kho</a:t>
            </a:r>
            <a:r>
              <a:rPr lang="en-US" sz="300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bí</a:t>
            </a:r>
            <a:r>
              <a:rPr lang="en-US" sz="30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mật</a:t>
            </a:r>
            <a:r>
              <a:rPr lang="en-US" sz="300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bên</a:t>
            </a:r>
            <a:r>
              <a:rPr lang="en-US" sz="30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ngoài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048500" y="4000500"/>
            <a:ext cx="4191000" cy="2095500"/>
          </a:xfrm>
          <a:prstGeom prst="roundRect">
            <a:avLst>
              <a:gd name="adj" fmla="val 1272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External</a:t>
            </a: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Secrets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Operator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Secrets</a:t>
            </a: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Store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CSI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Driver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3182600" y="4000500"/>
            <a:ext cx="4191000" cy="2095500"/>
          </a:xfrm>
          <a:prstGeom prst="roundRect">
            <a:avLst>
              <a:gd name="adj" fmla="val 1272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Cụm</a:t>
            </a:r>
            <a:r>
              <a:rPr lang="en-US" sz="3000" dirty="0" spc="-2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Kubernetes</a:t>
            </a:r>
            <a:endParaRPr lang="en-US" sz="3000" dirty="0"/>
          </a:p>
        </p:txBody>
      </p:sp>
      <p:sp>
        <p:nvSpPr>
          <p:cNvPr id="8" name="Connector line-1792370545291-488586805"/>
          <p:cNvSpPr/>
          <p:nvPr/>
        </p:nvSpPr>
        <p:spPr>
          <a:xfrm>
            <a:off x="5200650" y="5048250"/>
            <a:ext cx="17526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370545292-378386498"/>
          <p:cNvSpPr/>
          <p:nvPr/>
        </p:nvSpPr>
        <p:spPr>
          <a:xfrm>
            <a:off x="11334750" y="5048250"/>
            <a:ext cx="17526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914400" y="6667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CSI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2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 cho</a:t>
            </a:r>
            <a:r>
              <a:rPr lang="en-US" sz="22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435f5df0-e7f6-4b64-9225-eece365f341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8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8" dirty="0"/>
          </a:p>
        </p:txBody>
      </p:sp>
      <p:sp>
        <p:nvSpPr>
          <p:cNvPr id="6" name="Shape 4"/>
          <p:cNvSpPr/>
          <p:nvPr/>
        </p:nvSpPr>
        <p:spPr>
          <a:xfrm>
            <a:off x="914400" y="43624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5910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8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8" dirty="0"/>
          </a:p>
        </p:txBody>
      </p:sp>
      <p:sp>
        <p:nvSpPr>
          <p:cNvPr id="8" name="Shape 6"/>
          <p:cNvSpPr/>
          <p:nvPr/>
        </p:nvSpPr>
        <p:spPr>
          <a:xfrm>
            <a:off x="914400" y="58674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0960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8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8" dirty="0"/>
          </a:p>
        </p:txBody>
      </p:sp>
      <p:sp>
        <p:nvSpPr>
          <p:cNvPr id="10" name="Shape 8"/>
          <p:cNvSpPr/>
          <p:nvPr/>
        </p:nvSpPr>
        <p:spPr>
          <a:xfrm>
            <a:off x="914400" y="73723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76009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8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8" dirty="0"/>
          </a:p>
        </p:txBody>
      </p:sp>
      <p:sp>
        <p:nvSpPr>
          <p:cNvPr id="12" name="Text 10"/>
          <p:cNvSpPr/>
          <p:nvPr/>
        </p:nvSpPr>
        <p:spPr>
          <a:xfrm>
            <a:off x="2381250" y="28575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nâng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cấp,</a:t>
            </a:r>
            <a:r>
              <a:rPr lang="en-US" sz="28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vá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381250" y="43624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4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Xem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nhà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cung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cấp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cụm</a:t>
            </a:r>
            <a:r>
              <a:rPr lang="en-US" sz="28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chức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năng</a:t>
            </a:r>
            <a:r>
              <a:rPr lang="en-US" sz="28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58674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nhu</a:t>
            </a:r>
            <a:r>
              <a:rPr lang="en-US" sz="28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 là</a:t>
            </a:r>
            <a:r>
              <a:rPr lang="en-US" sz="2850" dirty="0" spc="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điểm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bắt</a:t>
            </a:r>
            <a:r>
              <a:rPr lang="en-US" sz="28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</a:t>
            </a: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nhỏ.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73723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Tên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ví dụ,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8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khuyến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nghị.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Text 23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42911e6b-2c7a-468f-b5b9-b49a84650a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57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tay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Deployment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57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kubectl.</a:t>
            </a:r>
            <a:r>
              <a:rPr lang="en-US" sz="57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Argo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CD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57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57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28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80010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3905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2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7" name="Text richtext-1792370569729-879953392"/>
          <p:cNvSpPr/>
          <p:nvPr/>
        </p:nvSpPr>
        <p:spPr>
          <a:xfrm>
            <a:off x="1333500" y="457200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61950" indent="-258592"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Chỉ báo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lệch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Git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(OutOfSync)</a:t>
            </a:r>
            <a:endParaRPr lang="en-US" sz="2850" dirty="0"/>
          </a:p>
          <a:p>
            <a:pPr algn="l" marL="361950" indent="-258592"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8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850" dirty="0" spc="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sửa</a:t>
            </a:r>
            <a:endParaRPr lang="en-US" sz="2850" dirty="0"/>
          </a:p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Thay</a:t>
            </a:r>
            <a:r>
              <a:rPr lang="en-US" sz="285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28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8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cụm</a:t>
            </a: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</a:t>
            </a:r>
            <a:r>
              <a:rPr lang="en-US" sz="285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hoạt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r>
              <a:rPr lang="en-US" sz="28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372600" y="3619500"/>
            <a:ext cx="80010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91700" y="3905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14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2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SELFHEAL</a:t>
            </a:r>
            <a:endParaRPr lang="en-US" sz="2250" dirty="0"/>
          </a:p>
        </p:txBody>
      </p:sp>
      <p:sp>
        <p:nvSpPr>
          <p:cNvPr id="10" name="Text richtext-1792370569754-908490042"/>
          <p:cNvSpPr/>
          <p:nvPr/>
        </p:nvSpPr>
        <p:spPr>
          <a:xfrm>
            <a:off x="9791700" y="457200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61950" indent="-258592"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Đưa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cụm</a:t>
            </a:r>
            <a:r>
              <a:rPr lang="en-US" sz="28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85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Git</a:t>
            </a:r>
            <a:endParaRPr lang="en-US" sz="2850" dirty="0"/>
          </a:p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Nằm</a:t>
            </a:r>
            <a:r>
              <a:rPr lang="en-US" sz="285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sách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 động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3000" b="1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000" b="1" dirty="0" spc="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0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</a:t>
            </a:r>
            <a:r>
              <a:rPr lang="en-US" sz="3000" b="1" dirty="0" spc="2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vững,</a:t>
            </a:r>
            <a:r>
              <a:rPr lang="en-US" sz="300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hãy</a:t>
            </a:r>
            <a:r>
              <a:rPr lang="en-US" sz="3000" b="1" dirty="0" spc="1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3000" b="1" dirty="0" spc="-1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0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Git.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Text 19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8b3cf7a-49e9-45af-a783-4e90d0da1b1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nhu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cầu,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NHU</a:t>
            </a:r>
            <a:r>
              <a:rPr lang="en-US" sz="1950" b="1" spc="2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5334000" y="2762250"/>
            <a:ext cx="476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19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0477500" y="2762250"/>
            <a:ext cx="685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950" b="1" spc="2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3333750"/>
            <a:ext cx="16459200" cy="16002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5124450"/>
            <a:ext cx="16459200" cy="16002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6915150"/>
            <a:ext cx="16459200" cy="16002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333750"/>
            <a:ext cx="133350" cy="1600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124450"/>
            <a:ext cx="133350" cy="16002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6915150"/>
            <a:ext cx="133350" cy="16002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3333750"/>
            <a:ext cx="371475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Đồng</a:t>
            </a:r>
            <a:r>
              <a:rPr lang="en-US" sz="2700" dirty="0" spc="-6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bộ theo</a:t>
            </a:r>
            <a:r>
              <a:rPr lang="en-US" sz="2700" dirty="0" spc="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Git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5334000" y="3333750"/>
            <a:ext cx="47625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Argo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CD,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Flux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0477500" y="3333750"/>
            <a:ext cx="66675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 cấu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333500" y="5124450"/>
            <a:ext cx="371475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Cảnh báo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5334000" y="5124450"/>
            <a:ext cx="47625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Prometheus,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Alertmanager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0477500" y="5124450"/>
            <a:ext cx="66675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Cảnh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 theo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333500" y="6915150"/>
            <a:ext cx="371475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Bí</a:t>
            </a:r>
            <a:r>
              <a:rPr lang="en-US" sz="2700" dirty="0" spc="-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mật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5334000" y="6915150"/>
            <a:ext cx="47625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External</a:t>
            </a:r>
            <a:r>
              <a:rPr lang="en-US" sz="22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Secrets Operator,</a:t>
            </a:r>
            <a:r>
              <a:rPr lang="en-US" sz="22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Secrets</a:t>
            </a:r>
            <a:r>
              <a:rPr lang="en-US" sz="22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Store</a:t>
            </a:r>
            <a:r>
              <a:rPr lang="en-US" sz="22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CSI</a:t>
            </a: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Driver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477500" y="6915150"/>
            <a:ext cx="66675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Secret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hóa;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đừng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Git.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0" name="Shape 2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Text 29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21d6c508-8c7a-4291-8608-8be7e42b80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80010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14287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CD</a:t>
            </a: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372600" y="1428750"/>
            <a:ext cx="80010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53600" y="14287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CSI</a:t>
            </a: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3000" b="1" dirty="0" spc="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38100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65151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1158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8102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6515100" y="58102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2115800" y="58102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7143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6515100" y="7143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2115800" y="7143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4767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515100" y="44767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Đồng</a:t>
            </a: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10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100" dirty="0" spc="-2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100" dirty="0" spc="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chữa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2115800" y="44767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Flux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914400" y="58102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Alertmanager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6515100" y="58102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Thực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cảnh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2115800" y="58102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Secret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4400" y="71437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External</a:t>
            </a:r>
            <a:r>
              <a:rPr lang="en-US" sz="210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Secrets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6515100" y="71437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Secrets</a:t>
            </a:r>
            <a:r>
              <a:rPr lang="en-US" sz="2100" dirty="0" spc="-1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Store</a:t>
            </a: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CSI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Driver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2115800" y="71437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Landscape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7" name="Shape 2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8" name="Shape 2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9" name="Shape 2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0" name="Shape 2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1" name="Shape 2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2" name="Shape 3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3" name="Shape 3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4" name="Shape 3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5" name="Text 33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41b7db7b-9fdc-475f-b3d9-16b200c8f9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2026-10-19T12:33:35Z</dcterms:created>
  <dcterms:modified xsi:type="dcterms:W3CDTF">2026-10-19T12:33:35Z</dcterms:modified>
</cp:coreProperties>
</file>