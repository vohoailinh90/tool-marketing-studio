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  <p:embeddedFont>
      <p:font typeface="Roboto Mono"/>
      <p:bold r:id="rId19"/>
    </p:embeddedFont>
    <p:embeddedFont>
      <p:font typeface="Be Vietnam Pro Semi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906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8572500" cy="4972050"/>
          </a:xfrm>
          <a:prstGeom prst="rect">
            <a:avLst/>
          </a:prstGeom>
          <a:noFill/>
          <a:ln/>
        </p:spPr>
        <p:txBody>
          <a:bodyPr wrap="square" lIns="0" tIns="77152" rIns="0" bIns="-77152" rtlCol="0" anchor="t"/>
          <a:lstStyle/>
          <a:p>
            <a:pPr algn="l" indent="0" marL="0">
              <a:lnSpc>
                <a:spcPts val="8262"/>
              </a:lnSpc>
              <a:buNone/>
            </a:pP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Bảng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kiểm</a:t>
            </a:r>
            <a:r>
              <a:rPr lang="en-US" sz="8100" dirty="0" spc="-10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REST:</a:t>
            </a:r>
            <a:r>
              <a:rPr lang="en-US" sz="8100" dirty="0" spc="-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nhìn</a:t>
            </a:r>
            <a:r>
              <a:rPr lang="en-US" sz="8100" dirty="0" spc="-5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xa</a:t>
            </a:r>
            <a:r>
              <a:rPr lang="en-US" sz="8100" dirty="0" spc="-5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hơn</a:t>
            </a:r>
            <a:r>
              <a:rPr lang="en-US" sz="8100" dirty="0" spc="-7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đường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dẫn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6858000"/>
            <a:ext cx="8191500" cy="104775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Đường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3000" dirty="0" spc="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đẹp</a:t>
            </a:r>
            <a:r>
              <a:rPr lang="en-US" sz="300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3000" dirty="0" spc="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30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tuân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thủ</a:t>
            </a:r>
            <a:r>
              <a:rPr lang="en-US" sz="3000" dirty="0" spc="-5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REST.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962025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165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10096500" y="1619250"/>
            <a:ext cx="7277100" cy="2095500"/>
          </a:xfrm>
          <a:prstGeom prst="roundRect">
            <a:avLst>
              <a:gd name="adj" fmla="val 12727"/>
            </a:avLst>
          </a:prstGeom>
          <a:solidFill>
            <a:srgbClr val="1E212B"/>
          </a:solidFill>
          <a:ln/>
        </p:spPr>
      </p:sp>
      <p:sp>
        <p:nvSpPr>
          <p:cNvPr id="7" name="Text 5"/>
          <p:cNvSpPr/>
          <p:nvPr/>
        </p:nvSpPr>
        <p:spPr>
          <a:xfrm>
            <a:off x="10477500" y="1809750"/>
            <a:ext cx="13335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0" dirty="0" spc="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9000" dirty="0"/>
          </a:p>
        </p:txBody>
      </p:sp>
      <p:sp>
        <p:nvSpPr>
          <p:cNvPr id="8" name="Text 6"/>
          <p:cNvSpPr/>
          <p:nvPr/>
        </p:nvSpPr>
        <p:spPr>
          <a:xfrm>
            <a:off x="11811000" y="2362200"/>
            <a:ext cx="5238750" cy="628650"/>
          </a:xfrm>
          <a:prstGeom prst="rect">
            <a:avLst/>
          </a:prstGeom>
          <a:noFill/>
          <a:ln/>
        </p:spPr>
        <p:txBody>
          <a:bodyPr wrap="square" lIns="0" tIns="22860" rIns="0" bIns="-2286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Đang</a:t>
            </a:r>
            <a:r>
              <a:rPr lang="en-US" sz="36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hỏi</a:t>
            </a:r>
            <a:r>
              <a:rPr lang="en-US" sz="36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gì?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10096500" y="4000500"/>
            <a:ext cx="7277100" cy="2095500"/>
          </a:xfrm>
          <a:prstGeom prst="roundRect">
            <a:avLst>
              <a:gd name="adj" fmla="val 12727"/>
            </a:avLst>
          </a:prstGeom>
          <a:solidFill>
            <a:srgbClr val="1E212B"/>
          </a:solidFill>
          <a:ln/>
        </p:spPr>
      </p:sp>
      <p:sp>
        <p:nvSpPr>
          <p:cNvPr id="10" name="Text 8"/>
          <p:cNvSpPr/>
          <p:nvPr/>
        </p:nvSpPr>
        <p:spPr>
          <a:xfrm>
            <a:off x="10477500" y="4191000"/>
            <a:ext cx="13335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0" dirty="0" spc="-4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9000" dirty="0"/>
          </a:p>
        </p:txBody>
      </p:sp>
      <p:sp>
        <p:nvSpPr>
          <p:cNvPr id="11" name="Text 9"/>
          <p:cNvSpPr/>
          <p:nvPr/>
        </p:nvSpPr>
        <p:spPr>
          <a:xfrm>
            <a:off x="11811000" y="4743450"/>
            <a:ext cx="5238750" cy="628650"/>
          </a:xfrm>
          <a:prstGeom prst="rect">
            <a:avLst/>
          </a:prstGeom>
          <a:noFill/>
          <a:ln/>
        </p:spPr>
        <p:txBody>
          <a:bodyPr wrap="square" lIns="0" tIns="22860" rIns="0" bIns="-2286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Có</a:t>
            </a:r>
            <a:r>
              <a:rPr lang="en-US" sz="3600" dirty="0" spc="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đủ</a:t>
            </a:r>
            <a:r>
              <a:rPr lang="en-US" sz="3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thông</a:t>
            </a:r>
            <a:r>
              <a:rPr lang="en-US" sz="36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tin</a:t>
            </a:r>
            <a:r>
              <a:rPr lang="en-US" sz="3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không?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10096500" y="6381750"/>
            <a:ext cx="7277100" cy="2095500"/>
          </a:xfrm>
          <a:prstGeom prst="roundRect">
            <a:avLst>
              <a:gd name="adj" fmla="val 12727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0477500" y="6572250"/>
            <a:ext cx="13335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0" dirty="0" spc="-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9000" dirty="0"/>
          </a:p>
        </p:txBody>
      </p:sp>
      <p:sp>
        <p:nvSpPr>
          <p:cNvPr id="14" name="Text 12"/>
          <p:cNvSpPr/>
          <p:nvPr/>
        </p:nvSpPr>
        <p:spPr>
          <a:xfrm>
            <a:off x="11811000" y="7124700"/>
            <a:ext cx="5238750" cy="628650"/>
          </a:xfrm>
          <a:prstGeom prst="rect">
            <a:avLst/>
          </a:prstGeom>
          <a:noFill/>
          <a:ln/>
        </p:spPr>
        <p:txBody>
          <a:bodyPr wrap="square" lIns="0" tIns="22860" rIns="0" bIns="-2286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Có</a:t>
            </a:r>
            <a:r>
              <a:rPr lang="en-US" sz="3600" dirty="0" spc="-4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3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r>
              <a:rPr lang="en-US" sz="36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r>
              <a:rPr lang="en-US" sz="3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không?</a:t>
            </a:r>
            <a:endParaRPr lang="en-US" sz="3600" dirty="0"/>
          </a:p>
        </p:txBody>
      </p:sp>
      <p:sp>
        <p:nvSpPr>
          <p:cNvPr id="15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6" name="Moda image moda-export-watermark-a5db8c2a-307c-435b-a5e8-6b57710b6d2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BỐI</a:t>
            </a:r>
            <a:r>
              <a:rPr lang="en-US" sz="1800" b="1" spc="28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8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800" b="1" spc="25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HẠT</a:t>
            </a:r>
            <a:r>
              <a:rPr lang="en-US" sz="1800" b="1" spc="29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GIỐNG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12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Xem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</a:t>
            </a:r>
            <a:r>
              <a:rPr lang="en-US" sz="69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yêu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cầu lẫn</a:t>
            </a:r>
            <a:r>
              <a:rPr lang="en-US" sz="6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phản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hồi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8001000" cy="4095750"/>
          </a:xfrm>
          <a:prstGeom prst="roundRect">
            <a:avLst>
              <a:gd name="adj" fmla="val 6512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342900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1950" b="1" spc="15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NHÌN</a:t>
            </a:r>
            <a:r>
              <a:rPr lang="en-US" sz="1950" b="1" spc="15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1950" b="1" spc="13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33500" y="4095750"/>
            <a:ext cx="7239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5" kern="0">
                <a:solidFill>
                  <a:srgbClr val="14161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GET /seeds/7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1333500" y="5334000"/>
            <a:ext cx="7239000" cy="142875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0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Đẹp,</a:t>
            </a:r>
            <a:r>
              <a:rPr lang="en-US" sz="2700" dirty="0" spc="17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700" dirty="0" spc="8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700" dirty="0" spc="17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700" dirty="0" spc="-2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700" dirty="0" spc="0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tuân thủ</a:t>
            </a:r>
            <a:r>
              <a:rPr lang="en-US" sz="2700" dirty="0" spc="-15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REST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372600" y="3048000"/>
            <a:ext cx="8001000" cy="4095750"/>
          </a:xfrm>
          <a:prstGeom prst="roundRect">
            <a:avLst>
              <a:gd name="adj" fmla="val 6512"/>
            </a:avLst>
          </a:prstGeom>
          <a:solidFill>
            <a:srgbClr val="14161C"/>
          </a:solidFill>
          <a:ln/>
        </p:spPr>
      </p:sp>
      <p:sp>
        <p:nvSpPr>
          <p:cNvPr id="9" name="Text 7"/>
          <p:cNvSpPr/>
          <p:nvPr/>
        </p:nvSpPr>
        <p:spPr>
          <a:xfrm>
            <a:off x="9791700" y="342900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RÀ</a:t>
            </a:r>
            <a:r>
              <a:rPr lang="en-US" sz="1950" b="1" spc="9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SOÁT</a:t>
            </a:r>
            <a:r>
              <a:rPr lang="en-US" sz="1950" b="1" spc="14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endParaRPr lang="en-US" sz="1950" dirty="0"/>
          </a:p>
        </p:txBody>
      </p:sp>
      <p:sp>
        <p:nvSpPr>
          <p:cNvPr id="10" name="Text richtext-1792374539030-630853450"/>
          <p:cNvSpPr/>
          <p:nvPr/>
        </p:nvSpPr>
        <p:spPr>
          <a:xfrm>
            <a:off x="9791700" y="4095750"/>
            <a:ext cx="7239000" cy="2762250"/>
          </a:xfrm>
          <a:prstGeom prst="rect">
            <a:avLst/>
          </a:prstGeom>
          <a:noFill/>
          <a:ln/>
        </p:spPr>
        <p:txBody>
          <a:bodyPr wrap="square" lIns="0" tIns="1794" rIns="0" bIns="-1794" rtlCol="0" anchor="t"/>
          <a:lstStyle/>
          <a:p>
            <a:pPr algn="l" marL="361950" indent="-258592">
              <a:lnSpc>
                <a:spcPts val="4133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8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Ý</a:t>
            </a:r>
            <a:r>
              <a:rPr lang="en-US" sz="28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nghĩa</a:t>
            </a:r>
            <a:r>
              <a:rPr lang="en-US" sz="28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850" dirty="0" spc="-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yêu</a:t>
            </a:r>
            <a:r>
              <a:rPr lang="en-US" sz="285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cầu</a:t>
            </a:r>
            <a:endParaRPr lang="en-US" sz="2850" dirty="0"/>
          </a:p>
          <a:p>
            <a:pPr algn="l" marL="361950" indent="-258592">
              <a:lnSpc>
                <a:spcPts val="4133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85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Cách</a:t>
            </a:r>
            <a:r>
              <a:rPr lang="en-US" sz="285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</a:t>
            </a:r>
            <a:r>
              <a:rPr lang="en-US" sz="28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khách hiểu</a:t>
            </a:r>
            <a:r>
              <a:rPr lang="en-US" sz="28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phản</a:t>
            </a:r>
            <a:r>
              <a:rPr lang="en-US" sz="28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hồi</a:t>
            </a:r>
            <a:endParaRPr lang="en-US" sz="2850" dirty="0"/>
          </a:p>
          <a:p>
            <a:pPr algn="l" marL="361950" indent="-258592">
              <a:lnSpc>
                <a:spcPts val="4133"/>
              </a:lnSpc>
              <a:buSzPct val="100000"/>
              <a:buFont typeface="Arial"/>
              <a:buChar char="•"/>
            </a:pPr>
            <a:r>
              <a:rPr lang="en-US" sz="285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Cách</a:t>
            </a:r>
            <a:r>
              <a:rPr lang="en-US" sz="285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</a:t>
            </a:r>
            <a:r>
              <a:rPr lang="en-US" sz="28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khách</a:t>
            </a:r>
            <a:r>
              <a:rPr lang="en-US" sz="28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r>
              <a:rPr lang="en-US" sz="28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phản hồi</a:t>
            </a:r>
            <a:endParaRPr lang="en-US" sz="2850" dirty="0"/>
          </a:p>
        </p:txBody>
      </p:sp>
      <p:sp>
        <p:nvSpPr>
          <p:cNvPr id="11" name="Shape 9"/>
          <p:cNvSpPr/>
          <p:nvPr/>
        </p:nvSpPr>
        <p:spPr>
          <a:xfrm>
            <a:off x="914400" y="7715250"/>
            <a:ext cx="114300" cy="609600"/>
          </a:xfrm>
          <a:prstGeom prst="rect">
            <a:avLst/>
          </a:prstGeom>
          <a:solidFill>
            <a:srgbClr val="E8472B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7734300"/>
            <a:ext cx="16078200" cy="5715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</a:t>
            </a:r>
            <a:r>
              <a:rPr lang="en-US" sz="255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rà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soát,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phải</a:t>
            </a:r>
            <a:r>
              <a:rPr lang="en-US" sz="255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nhận.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48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cc3f666f-16db-4ee4-9e60-1ccb2bb81ef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THẺ 1</a:t>
            </a:r>
            <a:r>
              <a:rPr lang="en-US" sz="180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8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1800" b="1" spc="30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80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GÌ?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12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Yêu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cầu</a:t>
            </a:r>
            <a:r>
              <a:rPr lang="en-US" sz="69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biểu</a:t>
            </a:r>
            <a:r>
              <a:rPr lang="en-US" sz="69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diễn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69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tài</a:t>
            </a:r>
            <a:r>
              <a:rPr lang="en-US" sz="6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nguyên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3810000" cy="9525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095625"/>
            <a:ext cx="381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7239000" y="2857500"/>
            <a:ext cx="3810000" cy="9525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39000" y="3095625"/>
            <a:ext cx="381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13563600" y="2857500"/>
            <a:ext cx="3810000" cy="9525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 w="19050">
            <a:solidFill>
              <a:srgbClr val="5A5F70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13563600" y="3095625"/>
            <a:ext cx="381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b="1" dirty="0" spc="-9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Tệp</a:t>
            </a:r>
            <a:r>
              <a:rPr lang="en-US" sz="2550" b="1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550" b="1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bảng?</a:t>
            </a:r>
            <a:endParaRPr lang="en-US" sz="2550" dirty="0"/>
          </a:p>
        </p:txBody>
      </p:sp>
      <p:sp>
        <p:nvSpPr>
          <p:cNvPr id="10" name="Connector line-1792374560174-48141755"/>
          <p:cNvSpPr/>
          <p:nvPr/>
        </p:nvSpPr>
        <p:spPr>
          <a:xfrm>
            <a:off x="2819400" y="3810000"/>
            <a:ext cx="0" cy="3905250"/>
          </a:xfrm>
          <a:prstGeom prst="line">
            <a:avLst/>
          </a:prstGeom>
          <a:noFill/>
          <a:ln w="28575">
            <a:solidFill>
              <a:srgbClr val="5A5F70"/>
            </a:solidFill>
            <a:prstDash val="lgDash"/>
            <a:headEnd type="none"/>
            <a:tailEnd type="none"/>
          </a:ln>
        </p:spPr>
      </p:sp>
      <p:sp>
        <p:nvSpPr>
          <p:cNvPr id="11" name="Connector line-1792374560175-770791731"/>
          <p:cNvSpPr/>
          <p:nvPr/>
        </p:nvSpPr>
        <p:spPr>
          <a:xfrm>
            <a:off x="9144000" y="3810000"/>
            <a:ext cx="0" cy="3905250"/>
          </a:xfrm>
          <a:prstGeom prst="line">
            <a:avLst/>
          </a:prstGeom>
          <a:noFill/>
          <a:ln w="28575">
            <a:solidFill>
              <a:srgbClr val="5A5F70"/>
            </a:solidFill>
            <a:prstDash val="lgDash"/>
            <a:headEnd type="none"/>
            <a:tailEnd type="none"/>
          </a:ln>
        </p:spPr>
      </p:sp>
      <p:sp>
        <p:nvSpPr>
          <p:cNvPr id="12" name="Connector line-1792374560175-624791662"/>
          <p:cNvSpPr/>
          <p:nvPr/>
        </p:nvSpPr>
        <p:spPr>
          <a:xfrm>
            <a:off x="15468600" y="3810000"/>
            <a:ext cx="0" cy="3905250"/>
          </a:xfrm>
          <a:prstGeom prst="line">
            <a:avLst/>
          </a:prstGeom>
          <a:noFill/>
          <a:ln w="28575">
            <a:solidFill>
              <a:srgbClr val="5A5F70"/>
            </a:solidFill>
            <a:prstDash val="lgDash"/>
            <a:headEnd type="none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3143250" y="4333875"/>
            <a:ext cx="571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7C93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GET /seeds/7 →</a:t>
            </a:r>
            <a:endParaRPr lang="en-US" sz="2700" dirty="0"/>
          </a:p>
        </p:txBody>
      </p:sp>
      <p:sp>
        <p:nvSpPr>
          <p:cNvPr id="14" name="Connector line-1792374560177-646977358"/>
          <p:cNvSpPr/>
          <p:nvPr/>
        </p:nvSpPr>
        <p:spPr>
          <a:xfrm>
            <a:off x="2819400" y="5000625"/>
            <a:ext cx="6229350" cy="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9467850" y="5476875"/>
            <a:ext cx="5715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lấy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phía</a:t>
            </a:r>
            <a:r>
              <a:rPr lang="en-US" sz="21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endParaRPr lang="en-US" sz="2100" dirty="0"/>
          </a:p>
        </p:txBody>
      </p:sp>
      <p:sp>
        <p:nvSpPr>
          <p:cNvPr id="16" name="Connector line-1792374560181-240485441"/>
          <p:cNvSpPr/>
          <p:nvPr/>
        </p:nvSpPr>
        <p:spPr>
          <a:xfrm>
            <a:off x="9144000" y="6048375"/>
            <a:ext cx="6229350" cy="0"/>
          </a:xfrm>
          <a:prstGeom prst="line">
            <a:avLst/>
          </a:prstGeom>
          <a:noFill/>
          <a:ln w="28575">
            <a:solidFill>
              <a:srgbClr val="5A5F70"/>
            </a:solidFill>
            <a:prstDash val="lgDash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3143250" y="6667500"/>
            <a:ext cx="571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← Biểu diễn: tên, mô tả</a:t>
            </a:r>
            <a:endParaRPr lang="en-US" sz="2700" dirty="0"/>
          </a:p>
        </p:txBody>
      </p:sp>
      <p:sp>
        <p:nvSpPr>
          <p:cNvPr id="18" name="Connector line-1792374560185-613979622"/>
          <p:cNvSpPr/>
          <p:nvPr/>
        </p:nvSpPr>
        <p:spPr>
          <a:xfrm>
            <a:off x="2914650" y="7381875"/>
            <a:ext cx="6229350" cy="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914400" y="7905750"/>
            <a:ext cx="16459200" cy="857250"/>
          </a:xfrm>
          <a:prstGeom prst="roundRect">
            <a:avLst>
              <a:gd name="adj" fmla="val 22222"/>
            </a:avLst>
          </a:prstGeom>
          <a:solidFill>
            <a:srgbClr val="7C93FF"/>
          </a:solidFill>
          <a:ln/>
        </p:spPr>
      </p:sp>
      <p:sp>
        <p:nvSpPr>
          <p:cNvPr id="20" name="Text 18"/>
          <p:cNvSpPr/>
          <p:nvPr/>
        </p:nvSpPr>
        <p:spPr>
          <a:xfrm>
            <a:off x="1333500" y="8115300"/>
            <a:ext cx="15621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Máy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khách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cần</a:t>
            </a:r>
            <a:r>
              <a:rPr lang="en-US" sz="25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biết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dữ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</a:t>
            </a:r>
            <a:r>
              <a:rPr lang="en-US" sz="255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lấy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</a:t>
            </a:r>
            <a:r>
              <a:rPr lang="en-US" sz="255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đâu.</a:t>
            </a:r>
            <a:endParaRPr lang="en-US" sz="2550" dirty="0"/>
          </a:p>
        </p:txBody>
      </p:sp>
      <p:sp>
        <p:nvSpPr>
          <p:cNvPr id="21" name="Shape 1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48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03/09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59989be5-f78c-453d-a83e-a62683f829d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THẺ</a:t>
            </a:r>
            <a:r>
              <a:rPr lang="en-US" sz="1800" b="1" spc="29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80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1800" b="1" spc="29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180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KHÔNG?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r>
              <a:rPr lang="en-US" sz="6900" dirty="0" spc="-9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bước</a:t>
            </a:r>
            <a:r>
              <a:rPr lang="en-US" sz="6900" dirty="0" spc="-7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619375"/>
            <a:ext cx="16459200" cy="5715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12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550" dirty="0" spc="-2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550" dirty="0" spc="1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</a:t>
            </a:r>
            <a:r>
              <a:rPr lang="en-US" sz="2550" dirty="0" spc="-20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550" dirty="0" spc="2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550" dirty="0" spc="1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2550" dirty="0" spc="0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nhớ</a:t>
            </a:r>
            <a:r>
              <a:rPr lang="en-US" sz="2550" dirty="0" spc="-1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550" dirty="0" spc="6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14400" y="3619500"/>
            <a:ext cx="8001000" cy="4000500"/>
          </a:xfrm>
          <a:prstGeom prst="roundRect">
            <a:avLst>
              <a:gd name="adj" fmla="val 6667"/>
            </a:avLst>
          </a:prstGeom>
          <a:solidFill>
            <a:srgbClr val="F5E1C4"/>
          </a:solidFill>
          <a:ln/>
        </p:spPr>
      </p:sp>
      <p:sp>
        <p:nvSpPr>
          <p:cNvPr id="6" name="Text 4"/>
          <p:cNvSpPr/>
          <p:nvPr/>
        </p:nvSpPr>
        <p:spPr>
          <a:xfrm>
            <a:off x="1333500" y="400050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TRẠNG</a:t>
            </a:r>
            <a:r>
              <a:rPr lang="en-US" sz="1950" b="1" spc="15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1950" b="1" spc="10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950" b="1" spc="15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333500" y="4667250"/>
            <a:ext cx="7239000" cy="1333500"/>
          </a:xfrm>
          <a:prstGeom prst="rect">
            <a:avLst/>
          </a:prstGeom>
          <a:noFill/>
          <a:ln/>
        </p:spPr>
        <p:txBody>
          <a:bodyPr wrap="square" lIns="0" tIns="26670" rIns="0" bIns="-26670" rtlCol="0" anchor="t"/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200" dirty="0" spc="-8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Vẫn</a:t>
            </a:r>
            <a:r>
              <a:rPr lang="en-US" sz="4200" dirty="0" spc="-5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4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lưu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1333500" y="5715000"/>
            <a:ext cx="7239000" cy="142875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dụ: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 hạt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giống</a:t>
            </a:r>
            <a:r>
              <a:rPr lang="en-US" sz="25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372600" y="3619500"/>
            <a:ext cx="8001000" cy="4000500"/>
          </a:xfrm>
          <a:prstGeom prst="roundRect">
            <a:avLst>
              <a:gd name="adj" fmla="val 6667"/>
            </a:avLst>
          </a:prstGeom>
          <a:solidFill>
            <a:srgbClr val="14161C"/>
          </a:solidFill>
          <a:ln/>
        </p:spPr>
      </p:sp>
      <p:sp>
        <p:nvSpPr>
          <p:cNvPr id="10" name="Text 8"/>
          <p:cNvSpPr/>
          <p:nvPr/>
        </p:nvSpPr>
        <p:spPr>
          <a:xfrm>
            <a:off x="9791700" y="400050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TRẠNG</a:t>
            </a:r>
            <a:r>
              <a:rPr lang="en-US" sz="1950" b="1" spc="15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1950" b="1" spc="15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HỘI</a:t>
            </a:r>
            <a:r>
              <a:rPr lang="en-US" sz="1950" b="1" spc="13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THOẠI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791700" y="4667250"/>
            <a:ext cx="7239000" cy="1333500"/>
          </a:xfrm>
          <a:prstGeom prst="rect">
            <a:avLst/>
          </a:prstGeom>
          <a:noFill/>
          <a:ln/>
        </p:spPr>
        <p:txBody>
          <a:bodyPr wrap="square" lIns="0" tIns="26670" rIns="0" bIns="-26670" rtlCol="0" anchor="t"/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42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4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9791700" y="5715000"/>
            <a:ext cx="7239000" cy="142875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550" dirty="0" spc="-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5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55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chứa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550" dirty="0" spc="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14400" y="8096250"/>
            <a:ext cx="114300" cy="6096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4" name="Text 12"/>
          <p:cNvSpPr/>
          <p:nvPr/>
        </p:nvSpPr>
        <p:spPr>
          <a:xfrm>
            <a:off x="1295400" y="8143875"/>
            <a:ext cx="16078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Lưu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dữ liệu hàng</a:t>
            </a:r>
            <a:r>
              <a:rPr lang="en-US" sz="25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hóa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bị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cấm.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48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33fd64d0-4139-4275-91ef-6d58d9e0c1d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THẺ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 ·</a:t>
            </a:r>
            <a:r>
              <a:rPr lang="en-US" sz="1800" b="1" spc="30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80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1800" b="1" spc="29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180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KHÔNG?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Phản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hồi</a:t>
            </a:r>
            <a:r>
              <a:rPr lang="en-US" sz="690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nêu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chính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sách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619375"/>
            <a:ext cx="16459200" cy="5715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25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Trường</a:t>
            </a:r>
            <a:r>
              <a:rPr lang="en-US" sz="2550" dirty="0" spc="-11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Cache-Control</a:t>
            </a:r>
            <a:r>
              <a:rPr lang="en-US" sz="2550" dirty="0" spc="1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-4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550" dirty="0" spc="0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550" dirty="0" spc="-2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550" dirty="0" spc="0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550" dirty="0" spc="-5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550" dirty="0" spc="-1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550" dirty="0" spc="12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14400" y="3524250"/>
            <a:ext cx="16459200" cy="762000"/>
          </a:xfrm>
          <a:prstGeom prst="roundRect">
            <a:avLst>
              <a:gd name="adj" fmla="val 20000"/>
            </a:avLst>
          </a:prstGeom>
          <a:solidFill>
            <a:srgbClr val="14161C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714750"/>
            <a:ext cx="5715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1950" b="1" spc="13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7620000" y="3714750"/>
            <a:ext cx="9334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3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1950" b="1" spc="15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1950" b="1" spc="14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1950" b="1" spc="15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1950" b="1" spc="14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1950" b="1" spc="153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14400" y="4381500"/>
            <a:ext cx="16459200" cy="1238250"/>
          </a:xfrm>
          <a:prstGeom prst="roundRect">
            <a:avLst>
              <a:gd name="adj" fmla="val 12308"/>
            </a:avLst>
          </a:prstGeom>
          <a:solidFill>
            <a:srgbClr val="CFE8E2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714875"/>
            <a:ext cx="5905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2" kern="0">
                <a:solidFill>
                  <a:srgbClr val="0F766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no-store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7620000" y="4714875"/>
            <a:ext cx="9334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70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14400" y="5715000"/>
            <a:ext cx="16459200" cy="1238250"/>
          </a:xfrm>
          <a:prstGeom prst="roundRect">
            <a:avLst>
              <a:gd name="adj" fmla="val 1230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95400" y="6048375"/>
            <a:ext cx="5905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2" kern="0">
                <a:solidFill>
                  <a:srgbClr val="14161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no-cache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7620000" y="6067425"/>
            <a:ext cx="9334500" cy="5715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Được</a:t>
            </a:r>
            <a:r>
              <a:rPr lang="en-US" sz="25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lưu,</a:t>
            </a:r>
            <a:r>
              <a:rPr lang="en-US" sz="255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914400" y="7429500"/>
            <a:ext cx="16459200" cy="1238250"/>
          </a:xfrm>
          <a:prstGeom prst="roundRect">
            <a:avLst>
              <a:gd name="adj" fmla="val 15385"/>
            </a:avLst>
          </a:prstGeom>
          <a:solidFill>
            <a:srgbClr val="14161C"/>
          </a:solidFill>
          <a:ln/>
        </p:spPr>
      </p:sp>
      <p:sp>
        <p:nvSpPr>
          <p:cNvPr id="15" name="Text 13"/>
          <p:cNvSpPr/>
          <p:nvPr/>
        </p:nvSpPr>
        <p:spPr>
          <a:xfrm>
            <a:off x="1333500" y="7620000"/>
            <a:ext cx="1562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800" b="1" spc="22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1800" b="1" spc="20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DẤU</a:t>
            </a:r>
            <a:r>
              <a:rPr lang="en-US" sz="1800" b="1" spc="22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33500" y="8048625"/>
            <a:ext cx="15621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no-store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có nghĩa API</a:t>
            </a:r>
            <a:r>
              <a:rPr lang="en-US" sz="25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“sai</a:t>
            </a:r>
            <a:r>
              <a:rPr lang="en-US" sz="25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REST”.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48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30451a0d-c323-4a2e-922c-040719c32be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TÓM</a:t>
            </a:r>
            <a:r>
              <a:rPr lang="en-US" sz="180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câu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hỏi</a:t>
            </a:r>
            <a:r>
              <a:rPr lang="en-US" sz="6900" dirty="0" spc="-4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rà</a:t>
            </a:r>
            <a:r>
              <a:rPr lang="en-US" sz="69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soát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5238750" cy="3143250"/>
          </a:xfrm>
          <a:prstGeom prst="roundRect">
            <a:avLst>
              <a:gd name="adj" fmla="val 8485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286125"/>
            <a:ext cx="4476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950" b="1" spc="14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13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1950" b="1" spc="15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950" b="1" spc="15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GÌ?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95400" y="3905250"/>
            <a:ext cx="4476750" cy="1905000"/>
          </a:xfrm>
          <a:prstGeom prst="rect">
            <a:avLst/>
          </a:prstGeom>
          <a:noFill/>
          <a:ln/>
        </p:spPr>
        <p:txBody>
          <a:bodyPr wrap="square" lIns="0" tIns="6667" rIns="0" bIns="-6667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0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Biểu</a:t>
            </a:r>
            <a:r>
              <a:rPr lang="en-US" sz="30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diễn</a:t>
            </a:r>
            <a:r>
              <a:rPr lang="en-US" sz="30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30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nguyên,</a:t>
            </a:r>
            <a:r>
              <a:rPr lang="en-US" sz="30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0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lộ</a:t>
            </a:r>
            <a:r>
              <a:rPr lang="en-US" sz="30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300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524625" y="2952750"/>
            <a:ext cx="5238750" cy="3143250"/>
          </a:xfrm>
          <a:prstGeom prst="roundRect">
            <a:avLst>
              <a:gd name="adj" fmla="val 8485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5625" y="3286125"/>
            <a:ext cx="4476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4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950" b="1" spc="14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15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1950" b="1" spc="15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1950" b="1" spc="14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TIN?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6905625" y="3905250"/>
            <a:ext cx="4476750" cy="1905000"/>
          </a:xfrm>
          <a:prstGeom prst="rect">
            <a:avLst/>
          </a:prstGeom>
          <a:noFill/>
          <a:ln/>
        </p:spPr>
        <p:txBody>
          <a:bodyPr wrap="square" lIns="0" tIns="6667" rIns="0" bIns="-6667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0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3000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30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30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30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chứa</a:t>
            </a:r>
            <a:r>
              <a:rPr lang="en-US" sz="30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30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r>
              <a:rPr lang="en-US" sz="30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30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thiết.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12134850" y="2952750"/>
            <a:ext cx="5238750" cy="3143250"/>
          </a:xfrm>
          <a:prstGeom prst="roundRect">
            <a:avLst>
              <a:gd name="adj" fmla="val 8485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515850" y="3286125"/>
            <a:ext cx="4476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950" b="1" spc="14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15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 LẠI ĐƯỢC?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515850" y="3905250"/>
            <a:ext cx="4476750" cy="1905000"/>
          </a:xfrm>
          <a:prstGeom prst="rect">
            <a:avLst/>
          </a:prstGeom>
          <a:noFill/>
          <a:ln/>
        </p:spPr>
        <p:txBody>
          <a:bodyPr wrap="square" lIns="0" tIns="6667" rIns="0" bIns="-6667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0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Phản</a:t>
            </a:r>
            <a:r>
              <a:rPr lang="en-US" sz="30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r>
              <a:rPr lang="en-US" sz="30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nêu</a:t>
            </a:r>
            <a:r>
              <a:rPr lang="en-US" sz="30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30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30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30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300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đệm.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914400" y="6667500"/>
            <a:ext cx="16459200" cy="1905000"/>
          </a:xfrm>
          <a:prstGeom prst="roundRect">
            <a:avLst>
              <a:gd name="adj" fmla="val 12000"/>
            </a:avLst>
          </a:prstGeom>
          <a:solidFill>
            <a:srgbClr val="F3EEE3"/>
          </a:solidFill>
          <a:ln/>
        </p:spPr>
      </p:sp>
      <p:sp>
        <p:nvSpPr>
          <p:cNvPr id="14" name="Text 12"/>
          <p:cNvSpPr/>
          <p:nvPr/>
        </p:nvSpPr>
        <p:spPr>
          <a:xfrm>
            <a:off x="1333500" y="6953250"/>
            <a:ext cx="1562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33500" y="7524750"/>
            <a:ext cx="15621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chọn</a:t>
            </a:r>
            <a:r>
              <a:rPr lang="en-US" sz="30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vài</a:t>
            </a:r>
            <a:r>
              <a:rPr lang="en-US" sz="3000" dirty="0" spc="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30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dễ</a:t>
            </a: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30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sót.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48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3c9aff03-99f6-4bf4-bce7-f4c88a2d49c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THỬ</a:t>
            </a:r>
            <a:r>
              <a:rPr lang="en-US" sz="1800" b="1" spc="29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459200" cy="60960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dirty="0" spc="-18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3000" dirty="0" spc="0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3000" dirty="0" spc="-16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3000" dirty="0" spc="24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3000" dirty="0" spc="-16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 hạt</a:t>
            </a:r>
            <a:r>
              <a:rPr lang="en-US" sz="3000" dirty="0" spc="1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giống.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2114550"/>
            <a:ext cx="16459200" cy="60960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dirty="0" spc="-60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Vậy</a:t>
            </a:r>
            <a:r>
              <a:rPr lang="en-US" sz="3000" dirty="0" spc="4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000" dirty="0" spc="3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r>
              <a:rPr lang="en-US" sz="3000" dirty="0" spc="2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phạm</a:t>
            </a:r>
            <a:r>
              <a:rPr lang="en-US" sz="3000" dirty="0" spc="1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000" dirty="0" spc="-21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3000" dirty="0" spc="0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3000" dirty="0" spc="1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 không?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3333750"/>
            <a:ext cx="133350" cy="2190750"/>
          </a:xfrm>
          <a:prstGeom prst="rect">
            <a:avLst/>
          </a:prstGeom>
          <a:solidFill>
            <a:srgbClr val="E8472B"/>
          </a:solidFill>
          <a:ln/>
        </p:spPr>
      </p:sp>
      <p:sp>
        <p:nvSpPr>
          <p:cNvPr id="6" name="Text 4"/>
          <p:cNvSpPr/>
          <p:nvPr/>
        </p:nvSpPr>
        <p:spPr>
          <a:xfrm>
            <a:off x="1524000" y="3238500"/>
            <a:ext cx="15811500" cy="2381250"/>
          </a:xfrm>
          <a:prstGeom prst="rect">
            <a:avLst/>
          </a:prstGeom>
          <a:noFill/>
          <a:ln/>
        </p:spPr>
        <p:txBody>
          <a:bodyPr wrap="square" lIns="0" tIns="45720" rIns="0" bIns="-45720" rtlCol="0" anchor="t"/>
          <a:lstStyle/>
          <a:p>
            <a:pPr algn="l" indent="0" marL="0">
              <a:lnSpc>
                <a:spcPts val="7920"/>
              </a:lnSpc>
              <a:buNone/>
            </a:pPr>
            <a:r>
              <a:rPr lang="en-US" sz="7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Không.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7200" dirty="0" spc="-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tránh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phụ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thuộc</a:t>
            </a:r>
            <a:r>
              <a:rPr lang="en-US" sz="72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phiên</a:t>
            </a:r>
            <a:r>
              <a:rPr lang="en-US" sz="7200" dirty="0" spc="-6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trước.</a:t>
            </a:r>
            <a:endParaRPr lang="en-US" sz="7200" dirty="0"/>
          </a:p>
        </p:txBody>
      </p:sp>
      <p:sp>
        <p:nvSpPr>
          <p:cNvPr id="7" name="Shape 5"/>
          <p:cNvSpPr/>
          <p:nvPr/>
        </p:nvSpPr>
        <p:spPr>
          <a:xfrm>
            <a:off x="914400" y="6286500"/>
            <a:ext cx="8001000" cy="2190750"/>
          </a:xfrm>
          <a:prstGeom prst="roundRect">
            <a:avLst>
              <a:gd name="adj" fmla="val 10435"/>
            </a:avLst>
          </a:prstGeom>
          <a:solidFill>
            <a:srgbClr val="F5E1C4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65722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1950" b="1" spc="12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spc="15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TRÁNH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295400" y="7143750"/>
            <a:ext cx="7239000" cy="114300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Phải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70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7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7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</a:t>
            </a:r>
            <a:r>
              <a:rPr lang="en-US" sz="270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7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372600" y="6286500"/>
            <a:ext cx="8001000" cy="2190750"/>
          </a:xfrm>
          <a:prstGeom prst="roundRect">
            <a:avLst>
              <a:gd name="adj" fmla="val 1043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53600" y="65722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1950" b="1" spc="15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1950" b="1" spc="14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1950" b="1" spc="14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753600" y="7143750"/>
            <a:ext cx="7239000" cy="114300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7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7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48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a5404f16-e2f3-4735-af5b-33246527684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</a:t>
            </a:r>
            <a:r>
              <a:rPr lang="en-US" sz="1800" b="1" spc="28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Sáu</a:t>
            </a:r>
            <a:r>
              <a:rPr lang="en-US" sz="6900" dirty="0" spc="-2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ràng</a:t>
            </a:r>
            <a:r>
              <a:rPr lang="en-US" sz="6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buộc,</a:t>
            </a:r>
            <a:r>
              <a:rPr lang="en-US" sz="69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mục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tùy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chọn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115300" cy="1809750"/>
          </a:xfrm>
          <a:prstGeom prst="roundRect">
            <a:avLst>
              <a:gd name="adj" fmla="val 12632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3048000"/>
            <a:ext cx="8572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2190750" y="3095625"/>
            <a:ext cx="6572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khách–máy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2190750" y="3667125"/>
            <a:ext cx="6572250" cy="85725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51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Tách</a:t>
            </a:r>
            <a:r>
              <a:rPr lang="en-US" sz="2250" dirty="0" spc="-3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250" dirty="0" spc="0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 khỏi</a:t>
            </a:r>
            <a:r>
              <a:rPr lang="en-US" sz="2250" dirty="0" spc="17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250" dirty="0" spc="1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trữ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258300" y="2857500"/>
            <a:ext cx="8115300" cy="1809750"/>
          </a:xfrm>
          <a:prstGeom prst="roundRect">
            <a:avLst>
              <a:gd name="adj" fmla="val 12632"/>
            </a:avLst>
          </a:prstGeom>
          <a:solidFill>
            <a:srgbClr val="F5E1C4"/>
          </a:solidFill>
          <a:ln/>
        </p:spPr>
      </p:sp>
      <p:sp>
        <p:nvSpPr>
          <p:cNvPr id="9" name="Text 7"/>
          <p:cNvSpPr/>
          <p:nvPr/>
        </p:nvSpPr>
        <p:spPr>
          <a:xfrm>
            <a:off x="9582150" y="3048000"/>
            <a:ext cx="8572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10534650" y="3095625"/>
            <a:ext cx="6572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5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10534650" y="3667125"/>
            <a:ext cx="6572250" cy="85725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2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250" dirty="0" spc="-21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250" dirty="0" spc="1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250" dirty="0" spc="3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250" dirty="0" spc="9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chứa</a:t>
            </a:r>
            <a:r>
              <a:rPr lang="en-US" sz="2250" dirty="0" spc="1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250" dirty="0" spc="0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250" dirty="0" spc="1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250" dirty="0" spc="-4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14400" y="4857750"/>
            <a:ext cx="8115300" cy="1809750"/>
          </a:xfrm>
          <a:prstGeom prst="roundRect">
            <a:avLst>
              <a:gd name="adj" fmla="val 12632"/>
            </a:avLst>
          </a:prstGeom>
          <a:solidFill>
            <a:srgbClr val="CFE8E2"/>
          </a:solidFill>
          <a:ln/>
        </p:spPr>
      </p:sp>
      <p:sp>
        <p:nvSpPr>
          <p:cNvPr id="13" name="Text 11"/>
          <p:cNvSpPr/>
          <p:nvPr/>
        </p:nvSpPr>
        <p:spPr>
          <a:xfrm>
            <a:off x="1238250" y="5048250"/>
            <a:ext cx="8572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2190750" y="5095875"/>
            <a:ext cx="6572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2190750" y="5667375"/>
            <a:ext cx="6572250" cy="85725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1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Phản</a:t>
            </a:r>
            <a:r>
              <a:rPr lang="en-US" sz="2250" dirty="0" spc="0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r>
              <a:rPr lang="en-US" sz="2250" dirty="0" spc="9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250" dirty="0" spc="-9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250" dirty="0" spc="1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9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250" dirty="0" spc="3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250" dirty="0" spc="-2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258300" y="4857750"/>
            <a:ext cx="8115300" cy="1809750"/>
          </a:xfrm>
          <a:prstGeom prst="roundRect">
            <a:avLst>
              <a:gd name="adj" fmla="val 12632"/>
            </a:avLst>
          </a:prstGeom>
          <a:solidFill>
            <a:srgbClr val="DDE3FA"/>
          </a:solidFill>
          <a:ln/>
        </p:spPr>
      </p:sp>
      <p:sp>
        <p:nvSpPr>
          <p:cNvPr id="17" name="Text 15"/>
          <p:cNvSpPr/>
          <p:nvPr/>
        </p:nvSpPr>
        <p:spPr>
          <a:xfrm>
            <a:off x="9582150" y="5048250"/>
            <a:ext cx="8572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3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5400" dirty="0"/>
          </a:p>
        </p:txBody>
      </p:sp>
      <p:sp>
        <p:nvSpPr>
          <p:cNvPr id="18" name="Text 16"/>
          <p:cNvSpPr/>
          <p:nvPr/>
        </p:nvSpPr>
        <p:spPr>
          <a:xfrm>
            <a:off x="10534650" y="5095875"/>
            <a:ext cx="6572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 nhất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10534650" y="5667375"/>
            <a:ext cx="6572250" cy="85725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71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2250" dirty="0" spc="-11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nguyên,</a:t>
            </a:r>
            <a:r>
              <a:rPr lang="en-US" sz="2250" dirty="0" spc="0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biểu</a:t>
            </a:r>
            <a:r>
              <a:rPr lang="en-US" sz="2250" dirty="0" spc="-1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diễn,</a:t>
            </a:r>
            <a:r>
              <a:rPr lang="en-US" sz="2250" dirty="0" spc="1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250" dirty="0" spc="18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điệp</a:t>
            </a:r>
            <a:r>
              <a:rPr lang="en-US" sz="2250" dirty="0" spc="4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250" dirty="0" spc="2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250" dirty="0" spc="-15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914400" y="6858000"/>
            <a:ext cx="8115300" cy="1809750"/>
          </a:xfrm>
          <a:prstGeom prst="roundRect">
            <a:avLst>
              <a:gd name="adj" fmla="val 12632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38250" y="7048500"/>
            <a:ext cx="8572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endParaRPr lang="en-US" sz="5400" dirty="0"/>
          </a:p>
        </p:txBody>
      </p:sp>
      <p:sp>
        <p:nvSpPr>
          <p:cNvPr id="22" name="Text 20"/>
          <p:cNvSpPr/>
          <p:nvPr/>
        </p:nvSpPr>
        <p:spPr>
          <a:xfrm>
            <a:off x="2190750" y="7096125"/>
            <a:ext cx="6572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 lớp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2190750" y="7667625"/>
            <a:ext cx="6572250" cy="85725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4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250" dirty="0" spc="-7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250" dirty="0" spc="3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r>
              <a:rPr lang="en-US" sz="2250" dirty="0" spc="5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tương</a:t>
            </a:r>
            <a:r>
              <a:rPr lang="en-US" sz="2250" dirty="0" spc="-10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250" dirty="0" spc="8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trực</a:t>
            </a:r>
            <a:r>
              <a:rPr lang="en-US" sz="2250" dirty="0" spc="0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endParaRPr lang="en-US" sz="2250" dirty="0"/>
          </a:p>
        </p:txBody>
      </p:sp>
      <p:sp>
        <p:nvSpPr>
          <p:cNvPr id="24" name="Shape 22"/>
          <p:cNvSpPr/>
          <p:nvPr/>
        </p:nvSpPr>
        <p:spPr>
          <a:xfrm>
            <a:off x="9258300" y="6858000"/>
            <a:ext cx="8115300" cy="1809750"/>
          </a:xfrm>
          <a:prstGeom prst="roundRect">
            <a:avLst>
              <a:gd name="adj" fmla="val 12632"/>
            </a:avLst>
          </a:prstGeom>
          <a:solidFill>
            <a:srgbClr val="F3EEE3"/>
          </a:solidFill>
          <a:ln w="19050">
            <a:solidFill>
              <a:srgbClr val="8A867C"/>
            </a:solidFill>
            <a:prstDash val="lgDash"/>
          </a:ln>
        </p:spPr>
      </p:sp>
      <p:sp>
        <p:nvSpPr>
          <p:cNvPr id="25" name="Text 23"/>
          <p:cNvSpPr/>
          <p:nvPr/>
        </p:nvSpPr>
        <p:spPr>
          <a:xfrm>
            <a:off x="9582150" y="7048500"/>
            <a:ext cx="8572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3" kern="0">
                <a:solidFill>
                  <a:srgbClr val="8A867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6</a:t>
            </a:r>
            <a:endParaRPr lang="en-US" sz="5400" dirty="0"/>
          </a:p>
        </p:txBody>
      </p:sp>
      <p:sp>
        <p:nvSpPr>
          <p:cNvPr id="26" name="Text 24"/>
          <p:cNvSpPr/>
          <p:nvPr/>
        </p:nvSpPr>
        <p:spPr>
          <a:xfrm>
            <a:off x="10534650" y="7096125"/>
            <a:ext cx="6572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 ·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tùy</a:t>
            </a: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endParaRPr lang="en-US" sz="2550" dirty="0"/>
          </a:p>
        </p:txBody>
      </p:sp>
      <p:sp>
        <p:nvSpPr>
          <p:cNvPr id="27" name="Text 25"/>
          <p:cNvSpPr/>
          <p:nvPr/>
        </p:nvSpPr>
        <p:spPr>
          <a:xfrm>
            <a:off x="10534650" y="7667625"/>
            <a:ext cx="6572250" cy="85725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71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Tải</a:t>
            </a:r>
            <a:r>
              <a:rPr lang="en-US" sz="2250" dirty="0" spc="-2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250" dirty="0" spc="10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250" dirty="0" spc="-1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</a:t>
            </a:r>
            <a:r>
              <a:rPr lang="en-US" sz="2250" dirty="0" spc="0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xuống</a:t>
            </a:r>
            <a:r>
              <a:rPr lang="en-US" sz="2250" dirty="0" spc="-9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250" dirty="0" spc="0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endParaRPr lang="en-US" sz="2250" dirty="0"/>
          </a:p>
        </p:txBody>
      </p:sp>
      <p:sp>
        <p:nvSpPr>
          <p:cNvPr id="28" name="Shape 2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48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650" dirty="0"/>
          </a:p>
        </p:txBody>
      </p:sp>
      <p:sp>
        <p:nvSpPr>
          <p:cNvPr id="38" name="Shape 3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9" name="Moda image moda-export-watermark-361bc23d-f84c-459c-bac9-5d63ee51434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6900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tắt,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bốn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0134600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952750"/>
            <a:ext cx="2857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2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REST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295400" y="3667125"/>
            <a:ext cx="9334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REpresentational</a:t>
            </a:r>
            <a:r>
              <a:rPr lang="en-US" sz="180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State</a:t>
            </a:r>
            <a:r>
              <a:rPr lang="en-US" sz="1800" dirty="0" spc="-2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Transfer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95400" y="4095750"/>
            <a:ext cx="9334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Phong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kiến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r>
              <a:rPr lang="en-US" sz="22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ràng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buộc cách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14400" y="4857750"/>
            <a:ext cx="10134600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5048250"/>
            <a:ext cx="2857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API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1295400" y="5762625"/>
            <a:ext cx="9334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Application</a:t>
            </a:r>
            <a:r>
              <a:rPr lang="en-US" sz="18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Programming</a:t>
            </a:r>
            <a:r>
              <a:rPr lang="en-US" sz="18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Interface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95400" y="6191250"/>
            <a:ext cx="9334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Để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22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2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2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14400" y="6953250"/>
            <a:ext cx="10134600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7143750"/>
            <a:ext cx="2857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2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HTTP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1295400" y="7858125"/>
            <a:ext cx="9334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3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HyperText</a:t>
            </a:r>
            <a:r>
              <a:rPr lang="en-US" sz="1800" dirty="0" spc="-2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Transfer</a:t>
            </a:r>
            <a:r>
              <a:rPr lang="en-US" sz="18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95400" y="8286750"/>
            <a:ext cx="9334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2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2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2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 hồi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1277600" y="2762250"/>
            <a:ext cx="6096000" cy="6096000"/>
          </a:xfrm>
          <a:prstGeom prst="roundRect">
            <a:avLst>
              <a:gd name="adj" fmla="val 3750"/>
            </a:avLst>
          </a:prstGeom>
          <a:solidFill>
            <a:srgbClr val="1E212B"/>
          </a:solidFill>
          <a:ln/>
        </p:spPr>
      </p:sp>
      <p:sp>
        <p:nvSpPr>
          <p:cNvPr id="17" name="Text 15"/>
          <p:cNvSpPr/>
          <p:nvPr/>
        </p:nvSpPr>
        <p:spPr>
          <a:xfrm>
            <a:off x="11620500" y="3048000"/>
            <a:ext cx="5524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18" name="Text richtext-1792376574175-766177625"/>
          <p:cNvSpPr/>
          <p:nvPr/>
        </p:nvSpPr>
        <p:spPr>
          <a:xfrm>
            <a:off x="11620500" y="3667125"/>
            <a:ext cx="5524500" cy="4953000"/>
          </a:xfrm>
          <a:prstGeom prst="rect">
            <a:avLst/>
          </a:prstGeom>
          <a:noFill/>
          <a:ln/>
        </p:spPr>
        <p:txBody>
          <a:bodyPr wrap="square" lIns="0" tIns="4667" rIns="0" bIns="-4667" rtlCol="0" anchor="t"/>
          <a:lstStyle/>
          <a:p>
            <a:pPr algn="l" marL="266700" indent="-190541">
              <a:lnSpc>
                <a:spcPts val="294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1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ByteByteGo,</a:t>
            </a:r>
            <a:r>
              <a:rPr lang="en-US" sz="210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body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ghim</a:t>
            </a:r>
            <a:endParaRPr lang="en-US" sz="2100" dirty="0"/>
          </a:p>
          <a:p>
            <a:pPr algn="l" marL="266700" indent="-190541">
              <a:lnSpc>
                <a:spcPts val="294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Fielding,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§5.1.2–5.1.7</a:t>
            </a:r>
            <a:endParaRPr lang="en-US" sz="2100" dirty="0"/>
          </a:p>
          <a:p>
            <a:pPr algn="l" marL="266700" indent="-190541">
              <a:lnSpc>
                <a:spcPts val="294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1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Chuẩn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 nghĩa</a:t>
            </a:r>
            <a:r>
              <a:rPr lang="en-US" sz="21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HTTP,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§9.3.1</a:t>
            </a:r>
            <a:endParaRPr lang="en-US" sz="2100" dirty="0"/>
          </a:p>
          <a:p>
            <a:pPr algn="l" marL="266700" indent="-190541">
              <a:lnSpc>
                <a:spcPts val="2940"/>
              </a:lnSpc>
              <a:buSzPct val="100000"/>
              <a:buFont typeface="Arial"/>
              <a:buChar char="•"/>
            </a:pPr>
            <a:r>
              <a:rPr lang="en-US" sz="21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Chuẩn</a:t>
            </a:r>
            <a:r>
              <a:rPr lang="en-US" sz="21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10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đệm,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§5.2.2.4–5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48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072d98f0-5160-4ea1-be98-a8328109505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2026-10-19T02:23:30Z</dcterms:created>
  <dcterms:modified xsi:type="dcterms:W3CDTF">2026-10-19T02:23:30Z</dcterms:modified>
</cp:coreProperties>
</file>