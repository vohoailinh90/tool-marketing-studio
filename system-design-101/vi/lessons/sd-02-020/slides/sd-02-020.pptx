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952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334500" cy="381000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9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TikTok</a:t>
            </a:r>
            <a:r>
              <a:rPr lang="en-US" sz="7500" dirty="0" spc="-8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kho</a:t>
            </a:r>
            <a:r>
              <a:rPr lang="en-US" sz="7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7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200</a:t>
            </a:r>
            <a:r>
              <a:rPr lang="en-US" sz="75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nghìn</a:t>
            </a:r>
            <a:r>
              <a:rPr lang="en-US" sz="75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tệp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571500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 càng lớn, Git càng chậm?</a:t>
            </a:r>
            <a:endParaRPr lang="en-US" sz="3000" dirty="0"/>
          </a:p>
        </p:txBody>
      </p:sp>
      <p:sp>
        <p:nvSpPr>
          <p:cNvPr id="5" name="Connector line-1792379798843-778757431"/>
          <p:cNvSpPr/>
          <p:nvPr/>
        </p:nvSpPr>
        <p:spPr>
          <a:xfrm>
            <a:off x="914400" y="723900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524750"/>
            <a:ext cx="857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Monorepo</a:t>
            </a:r>
            <a:r>
              <a:rPr lang="en-US" sz="21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gì,</a:t>
            </a:r>
            <a:r>
              <a:rPr lang="en-US" sz="21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gì,</a:t>
            </a:r>
            <a:r>
              <a:rPr lang="en-US" sz="21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Sparo.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Tình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6680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37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953750" y="27622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Monorepo</a:t>
            </a:r>
            <a:r>
              <a:rPr lang="en-US" sz="3150" dirty="0" spc="-4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3150" dirty="0" spc="-1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141351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4208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420850" y="27622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Cái</a:t>
            </a:r>
            <a:r>
              <a:rPr lang="en-US" sz="315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giá</a:t>
            </a:r>
            <a:endParaRPr lang="en-US" sz="3150" dirty="0"/>
          </a:p>
        </p:txBody>
      </p:sp>
      <p:sp>
        <p:nvSpPr>
          <p:cNvPr id="14" name="Shape 12"/>
          <p:cNvSpPr/>
          <p:nvPr/>
        </p:nvSpPr>
        <p:spPr>
          <a:xfrm>
            <a:off x="106680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537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953750" y="62293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1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Sparo</a:t>
            </a:r>
            <a:endParaRPr lang="en-US" sz="3150" dirty="0"/>
          </a:p>
        </p:txBody>
      </p:sp>
      <p:sp>
        <p:nvSpPr>
          <p:cNvPr id="17" name="Shape 15"/>
          <p:cNvSpPr/>
          <p:nvPr/>
        </p:nvSpPr>
        <p:spPr>
          <a:xfrm>
            <a:off x="141351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4208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420850" y="62293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6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Lệnh</a:t>
            </a:r>
            <a:r>
              <a:rPr lang="en-US" sz="3150" dirty="0" spc="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3150" dirty="0" spc="-16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lợi</a:t>
            </a:r>
            <a:r>
              <a:rPr lang="en-US" sz="3150" dirty="0" spc="-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nhất</a:t>
            </a:r>
            <a:endParaRPr lang="en-US" sz="31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a99e00b6-c998-4ee2-ac32-25f36485994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2476500"/>
            <a:ext cx="152400" cy="34290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2381250"/>
            <a:ext cx="15240000" cy="381000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72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kho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chung có ích,</a:t>
            </a:r>
            <a:r>
              <a:rPr lang="en-US" sz="72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nhưng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càng</a:t>
            </a:r>
            <a:r>
              <a:rPr lang="en-US" sz="72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lớn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Git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càng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chậm.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1428750" y="6858000"/>
            <a:ext cx="14287500" cy="952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 hỏi:</a:t>
            </a:r>
            <a:r>
              <a:rPr lang="en-US" sz="240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4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gì,</a:t>
            </a:r>
            <a:r>
              <a:rPr lang="en-US" sz="24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4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4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chậm,</a:t>
            </a:r>
            <a:r>
              <a:rPr lang="en-US" sz="24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Sparo</a:t>
            </a:r>
            <a:r>
              <a:rPr lang="en-US" sz="24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rút</a:t>
            </a:r>
            <a:r>
              <a:rPr lang="en-US" sz="24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</a:t>
            </a:r>
            <a:r>
              <a:rPr lang="en-US" sz="24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89c0d97e-a8c5-4d3a-9820-349aef8185c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MONOREPO</a:t>
            </a:r>
            <a:r>
              <a:rPr lang="en-US" sz="195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kho,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dự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án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143000"/>
          </a:xfrm>
          <a:prstGeom prst="roundRect">
            <a:avLst>
              <a:gd name="adj" fmla="val 16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2766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ĐƯỢC</a:t>
            </a:r>
            <a:r>
              <a:rPr lang="en-US" sz="19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5676900" y="3181350"/>
            <a:ext cx="11315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sẻ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dễ</a:t>
            </a:r>
            <a:r>
              <a:rPr lang="en-US" sz="28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1295400" y="4152900"/>
            <a:ext cx="15697200" cy="1143000"/>
          </a:xfrm>
          <a:prstGeom prst="roundRect">
            <a:avLst>
              <a:gd name="adj" fmla="val 16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76400" y="45720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ĐƯỢC</a:t>
            </a:r>
            <a:r>
              <a:rPr lang="en-US" sz="1950" b="1" spc="22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6057900" y="4476750"/>
            <a:ext cx="10553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Quản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285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8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giản</a:t>
            </a:r>
            <a:r>
              <a:rPr lang="en-US" sz="28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1676400" y="5448300"/>
            <a:ext cx="14935200" cy="1143000"/>
          </a:xfrm>
          <a:prstGeom prst="roundRect">
            <a:avLst>
              <a:gd name="adj" fmla="val 16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057400" y="58674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ĐƯỢC</a:t>
            </a:r>
            <a:r>
              <a:rPr lang="en-US" sz="195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6438900" y="5772150"/>
            <a:ext cx="9791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nhìn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850" b="1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8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2850" dirty="0"/>
          </a:p>
        </p:txBody>
      </p:sp>
      <p:sp>
        <p:nvSpPr>
          <p:cNvPr id="13" name="Shape 11"/>
          <p:cNvSpPr/>
          <p:nvPr/>
        </p:nvSpPr>
        <p:spPr>
          <a:xfrm>
            <a:off x="2057400" y="6743700"/>
            <a:ext cx="14173200" cy="1143000"/>
          </a:xfrm>
          <a:prstGeom prst="roundRect">
            <a:avLst>
              <a:gd name="adj" fmla="val 16667"/>
            </a:avLst>
          </a:prstGeom>
          <a:solidFill>
            <a:srgbClr val="1F3FD1"/>
          </a:solidFill>
          <a:ln/>
        </p:spPr>
      </p:sp>
      <p:sp>
        <p:nvSpPr>
          <p:cNvPr id="14" name="Text 12"/>
          <p:cNvSpPr/>
          <p:nvPr/>
        </p:nvSpPr>
        <p:spPr>
          <a:xfrm>
            <a:off x="2438400" y="71628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4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950" b="1" spc="225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6819900" y="7067550"/>
            <a:ext cx="9029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</a:t>
            </a: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án,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 viện,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0b9cb70d-dbaa-4a8b-b60c-10f2f466f2b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CÁI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905000"/>
            <a:ext cx="16459200" cy="361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0" dirty="0" spc="-7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200</a:t>
            </a:r>
            <a:endParaRPr lang="en-US" sz="22500" dirty="0"/>
          </a:p>
        </p:txBody>
      </p:sp>
      <p:sp>
        <p:nvSpPr>
          <p:cNvPr id="4" name="Text 2"/>
          <p:cNvSpPr/>
          <p:nvPr/>
        </p:nvSpPr>
        <p:spPr>
          <a:xfrm>
            <a:off x="914400" y="5715000"/>
            <a:ext cx="164592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nghìn</a:t>
            </a:r>
            <a:r>
              <a:rPr lang="en-US" sz="48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tệp</a:t>
            </a:r>
            <a:r>
              <a:rPr lang="en-US" sz="4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TypeScript,</a:t>
            </a:r>
            <a:r>
              <a:rPr lang="en-US" sz="48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4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kho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914400" y="6858000"/>
            <a:ext cx="14287500" cy="1143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2550" dirty="0" spc="-2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frontend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3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TikTok.</a:t>
            </a:r>
            <a:r>
              <a:rPr lang="en-US" sz="25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càng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lớn,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thao</a:t>
            </a:r>
            <a:r>
              <a:rPr lang="en-US" sz="25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Git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càng chậm.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888bfc86-db6e-4ab1-86eb-8f731e829ff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SPARO</a:t>
            </a:r>
            <a:r>
              <a:rPr lang="en-US" sz="1950" b="1" spc="29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b="1" spc="28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1950" b="1" spc="29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Sparo</a:t>
            </a:r>
            <a:r>
              <a:rPr lang="en-US" sz="69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rút</a:t>
            </a:r>
            <a:r>
              <a:rPr lang="en-US" sz="69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ngắn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</a:t>
            </a: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lệnh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Git</a:t>
            </a:r>
            <a:endParaRPr lang="en-US" sz="6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952750"/>
          <a:ext cx="13716000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5760720"/>
                <a:gridCol w="5760720"/>
              </a:tblGrid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21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Lệnh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E2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15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Trước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E2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5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Sau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E2D2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9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clone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40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phút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2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phút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16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checkout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1,5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phút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30</a:t>
                      </a:r>
                      <a:r>
                        <a:rPr lang="en-US" sz="240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giây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9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status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7</a:t>
                      </a:r>
                      <a:r>
                        <a:rPr lang="en-US" sz="240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giây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1</a:t>
                      </a:r>
                      <a:r>
                        <a:rPr lang="en-US" sz="240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giây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5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commit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15</a:t>
                      </a:r>
                      <a:r>
                        <a:rPr lang="en-US" sz="240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giây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11</a:t>
                      </a:r>
                      <a:r>
                        <a:rPr lang="en-US" sz="240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giây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828675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100" dirty="0" spc="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đây.</a:t>
            </a:r>
            <a:endParaRPr lang="en-US" sz="2100" dirty="0"/>
          </a:p>
        </p:txBody>
      </p:sp>
      <p:sp>
        <p:nvSpPr>
          <p:cNvPr id="6" name="Shape 3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17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fa8fdbcd-166e-492e-8aa2-15d587c06a0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1950" b="1" spc="29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3528" rIns="0" bIns="-33528" rtlCol="0" anchor="t"/>
          <a:lstStyle/>
          <a:p>
            <a:pPr algn="l" indent="0" marL="0">
              <a:lnSpc>
                <a:spcPts val="7392"/>
              </a:lnSpc>
              <a:buNone/>
            </a:pPr>
            <a:r>
              <a:rPr lang="en-US" sz="6600" dirty="0" spc="-6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Lợi</a:t>
            </a: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nhất</a:t>
            </a:r>
            <a:r>
              <a:rPr lang="en-US" sz="6600" dirty="0" spc="-7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ít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nhất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3DD6A0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619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CLONE</a:t>
            </a:r>
            <a:r>
              <a:rPr lang="en-US" sz="1950" b="1" spc="22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04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LỢI</a:t>
            </a:r>
            <a:r>
              <a:rPr lang="en-US" sz="1950" b="1" spc="22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1950" b="1" spc="18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71600" y="4191000"/>
            <a:ext cx="7086600" cy="2762250"/>
          </a:xfrm>
          <a:prstGeom prst="rect">
            <a:avLst/>
          </a:prstGeom>
          <a:noFill/>
          <a:ln/>
        </p:spPr>
        <p:txBody>
          <a:bodyPr wrap="square" lIns="0" tIns="24384" rIns="0" bIns="-24384" rtlCol="0" anchor="t"/>
          <a:lstStyle/>
          <a:p>
            <a:pPr algn="l" indent="0" marL="0">
              <a:lnSpc>
                <a:spcPts val="5376"/>
              </a:lnSpc>
              <a:buNone/>
            </a:pPr>
            <a:r>
              <a:rPr lang="en-US" sz="48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40</a:t>
            </a:r>
            <a:r>
              <a:rPr lang="en-US" sz="48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phút</a:t>
            </a:r>
            <a:r>
              <a:rPr lang="en-US" sz="48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→</a:t>
            </a:r>
            <a:r>
              <a:rPr lang="en-US" sz="4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</a:t>
            </a:r>
            <a:r>
              <a:rPr lang="en-US" sz="48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phút</a:t>
            </a:r>
            <a:endParaRPr lang="en-US" sz="4800" dirty="0"/>
          </a:p>
        </p:txBody>
      </p:sp>
      <p:sp>
        <p:nvSpPr>
          <p:cNvPr id="7" name="Shape 5"/>
          <p:cNvSpPr/>
          <p:nvPr/>
        </p:nvSpPr>
        <p:spPr>
          <a:xfrm>
            <a:off x="9372600" y="323850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29800" y="3619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COMMIT</a:t>
            </a:r>
            <a:r>
              <a:rPr lang="en-US" sz="1950" b="1" spc="22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0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LỢI</a:t>
            </a:r>
            <a:r>
              <a:rPr lang="en-US" sz="195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1950" b="1" spc="18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829800" y="4191000"/>
            <a:ext cx="7086600" cy="2762250"/>
          </a:xfrm>
          <a:prstGeom prst="rect">
            <a:avLst/>
          </a:prstGeom>
          <a:noFill/>
          <a:ln/>
        </p:spPr>
        <p:txBody>
          <a:bodyPr wrap="square" lIns="0" tIns="24384" rIns="0" bIns="-24384" rtlCol="0" anchor="t"/>
          <a:lstStyle/>
          <a:p>
            <a:pPr algn="l" indent="0" marL="0">
              <a:lnSpc>
                <a:spcPts val="5376"/>
              </a:lnSpc>
              <a:buNone/>
            </a:pPr>
            <a:r>
              <a:rPr lang="en-US" sz="4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15</a:t>
            </a:r>
            <a:r>
              <a:rPr lang="en-US" sz="4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giây</a:t>
            </a:r>
            <a:r>
              <a:rPr lang="en-US" sz="48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→</a:t>
            </a:r>
            <a:r>
              <a:rPr lang="en-US" sz="4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11</a:t>
            </a:r>
            <a:r>
              <a:rPr lang="en-US" sz="4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giây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914400" y="78105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Commit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tư.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c4370ebc-032d-4fa5-99a8-f829f973745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E847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17" kern="0">
                <a:solidFill>
                  <a:srgbClr val="F8D9D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129540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Sparo</a:t>
            </a:r>
            <a:r>
              <a:rPr lang="en-US" sz="34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 thế</a:t>
            </a:r>
            <a:r>
              <a:rPr lang="en-US" sz="34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129540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1" kern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dirty="0" spc="5" kern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-16" kern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dirty="0" spc="2" kern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653415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1515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691515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Đo</a:t>
            </a:r>
            <a:r>
              <a:rPr lang="en-US" sz="345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trên</a:t>
            </a:r>
            <a:r>
              <a:rPr lang="en-US" sz="345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345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endParaRPr lang="en-US" sz="3450" dirty="0"/>
          </a:p>
        </p:txBody>
      </p:sp>
      <p:sp>
        <p:nvSpPr>
          <p:cNvPr id="11" name="Text 9"/>
          <p:cNvSpPr/>
          <p:nvPr/>
        </p:nvSpPr>
        <p:spPr>
          <a:xfrm>
            <a:off x="691515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dirty="0" spc="5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-16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dirty="0" spc="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1215390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53490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7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4500" dirty="0"/>
          </a:p>
        </p:txBody>
      </p:sp>
      <p:sp>
        <p:nvSpPr>
          <p:cNvPr id="14" name="Text 12"/>
          <p:cNvSpPr/>
          <p:nvPr/>
        </p:nvSpPr>
        <p:spPr>
          <a:xfrm>
            <a:off x="1253490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Đo</a:t>
            </a:r>
            <a:r>
              <a:rPr lang="en-US" sz="345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lúc</a:t>
            </a:r>
            <a:r>
              <a:rPr lang="en-US" sz="345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endParaRPr lang="en-US" sz="3450" dirty="0"/>
          </a:p>
        </p:txBody>
      </p:sp>
      <p:sp>
        <p:nvSpPr>
          <p:cNvPr id="15" name="Text 13"/>
          <p:cNvSpPr/>
          <p:nvPr/>
        </p:nvSpPr>
        <p:spPr>
          <a:xfrm>
            <a:off x="1253490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dirty="0" spc="5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-16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dirty="0" spc="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914400" y="7715250"/>
            <a:ext cx="164592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Phép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“nhiều</a:t>
            </a:r>
            <a:r>
              <a:rPr lang="en-US" sz="22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nhất,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tư”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2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bảng.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4e7afe83-5ca3-4f8f-8122-b7e1fcfd9f6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8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3528" rIns="0" bIns="-33528" rtlCol="0" anchor="t"/>
          <a:lstStyle/>
          <a:p>
            <a:pPr algn="l" indent="0" marL="0">
              <a:lnSpc>
                <a:spcPts val="7392"/>
              </a:lnSpc>
              <a:buNone/>
            </a:pPr>
            <a:r>
              <a:rPr lang="en-US" sz="6600" dirty="0" spc="-15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Tốn</a:t>
            </a:r>
            <a:r>
              <a:rPr lang="en-US" sz="66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nhất,</a:t>
            </a:r>
            <a:r>
              <a:rPr lang="en-US" sz="6600" dirty="0" spc="-7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600" dirty="0" spc="-3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lợi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nhất</a:t>
            </a: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mỗi</a:t>
            </a:r>
            <a:r>
              <a:rPr lang="en-US" sz="6600" dirty="0" spc="-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lần?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5038725" cy="3048000"/>
          </a:xfrm>
          <a:prstGeom prst="roundRect">
            <a:avLst>
              <a:gd name="adj" fmla="val 8750"/>
            </a:avLst>
          </a:prstGeom>
          <a:solidFill>
            <a:srgbClr val="3DD6A0"/>
          </a:solidFill>
          <a:ln/>
        </p:spPr>
      </p:sp>
      <p:sp>
        <p:nvSpPr>
          <p:cNvPr id="5" name="Text 3"/>
          <p:cNvSpPr/>
          <p:nvPr/>
        </p:nvSpPr>
        <p:spPr>
          <a:xfrm>
            <a:off x="1257300" y="3448050"/>
            <a:ext cx="435292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8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NGÀY</a:t>
            </a:r>
            <a:r>
              <a:rPr lang="en-US" sz="1800" b="1" spc="20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1800" b="1" spc="22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04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TỐN</a:t>
            </a:r>
            <a:r>
              <a:rPr lang="en-US" sz="1800" b="1" spc="18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57300" y="3924300"/>
            <a:ext cx="4352925" cy="2095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696"/>
              </a:lnSpc>
              <a:buNone/>
            </a:pPr>
            <a:r>
              <a:rPr lang="en-US" sz="3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clone:</a:t>
            </a:r>
            <a:r>
              <a:rPr lang="en-US" sz="33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40</a:t>
            </a:r>
            <a:r>
              <a:rPr lang="en-US" sz="3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phút</a:t>
            </a:r>
            <a:r>
              <a:rPr lang="en-US" sz="3300" dirty="0" spc="-3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r>
              <a:rPr lang="en-US" sz="33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Sparo</a:t>
            </a:r>
            <a:endParaRPr lang="en-US" sz="3300" dirty="0"/>
          </a:p>
        </p:txBody>
      </p:sp>
      <p:sp>
        <p:nvSpPr>
          <p:cNvPr id="7" name="Connector line-1792379849401-425392994"/>
          <p:cNvSpPr/>
          <p:nvPr/>
        </p:nvSpPr>
        <p:spPr>
          <a:xfrm>
            <a:off x="6029325" y="466725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6619875" y="3143250"/>
            <a:ext cx="5038725" cy="3048000"/>
          </a:xfrm>
          <a:prstGeom prst="roundRect">
            <a:avLst>
              <a:gd name="adj" fmla="val 875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62775" y="3448050"/>
            <a:ext cx="435292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LỢI</a:t>
            </a:r>
            <a:r>
              <a:rPr lang="en-US" sz="1800" b="1" spc="18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GẤP</a:t>
            </a: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962775" y="3924300"/>
            <a:ext cx="4352925" cy="2095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696"/>
              </a:lnSpc>
              <a:buNone/>
            </a:pPr>
            <a:r>
              <a:rPr lang="en-US" sz="3300" dirty="0" spc="3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status:</a:t>
            </a:r>
            <a:r>
              <a:rPr lang="en-US" sz="3300" dirty="0" spc="-1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7</a:t>
            </a:r>
            <a:r>
              <a:rPr lang="en-US" sz="3300" dirty="0" spc="0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giây</a:t>
            </a:r>
            <a:r>
              <a:rPr lang="en-US" sz="3300" dirty="0" spc="-5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→</a:t>
            </a:r>
            <a:r>
              <a:rPr lang="en-US" sz="3300" dirty="0" spc="-3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</a:t>
            </a:r>
            <a:r>
              <a:rPr lang="en-US" sz="3300" dirty="0" spc="0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giây</a:t>
            </a:r>
            <a:endParaRPr lang="en-US" sz="3300" dirty="0"/>
          </a:p>
        </p:txBody>
      </p:sp>
      <p:sp>
        <p:nvSpPr>
          <p:cNvPr id="11" name="Connector line-1792379849405-482124954"/>
          <p:cNvSpPr/>
          <p:nvPr/>
        </p:nvSpPr>
        <p:spPr>
          <a:xfrm>
            <a:off x="11734800" y="466725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12325350" y="3143250"/>
            <a:ext cx="5038725" cy="3048000"/>
          </a:xfrm>
          <a:prstGeom prst="roundRect">
            <a:avLst>
              <a:gd name="adj" fmla="val 875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668250" y="3448050"/>
            <a:ext cx="435292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LỢI</a:t>
            </a: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1800" b="1" spc="18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668250" y="3924300"/>
            <a:ext cx="4352925" cy="2095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696"/>
              </a:lnSpc>
              <a:buNone/>
            </a:pPr>
            <a:r>
              <a:rPr lang="en-US" sz="3300" dirty="0" spc="4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commit:</a:t>
            </a:r>
            <a:r>
              <a:rPr lang="en-US" sz="3300" dirty="0" spc="-2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15</a:t>
            </a:r>
            <a:r>
              <a:rPr lang="en-US" sz="3300" dirty="0" spc="-4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→</a:t>
            </a:r>
            <a:r>
              <a:rPr lang="en-US" sz="3300" dirty="0" spc="-3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11</a:t>
            </a:r>
            <a:r>
              <a:rPr lang="en-US" sz="3300" dirty="0" spc="0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giây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914400" y="68580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Bảng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 thời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 lần, không cho</a:t>
            </a:r>
            <a:r>
              <a:rPr lang="en-US" sz="25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5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255aa368-daa7-486a-a2aa-1c87d3a3a43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Vì sao kho</a:t>
            </a:r>
            <a:r>
              <a:rPr lang="en-US" sz="6900" dirty="0" spc="-4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lớn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Git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chậm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5277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2438400" y="334327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clone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lịch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4767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77202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2438400" y="496252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status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70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70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70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7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60960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639127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2438400" y="658177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giảm:</a:t>
            </a:r>
            <a:r>
              <a:rPr lang="en-US" sz="27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sparse</a:t>
            </a: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checkout;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clone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nông.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914400" y="80010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Kiến</a:t>
            </a:r>
            <a:r>
              <a:rPr lang="en-US" sz="210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1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soạn,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từ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a4e91826-4084-4361-8e94-fd8747051e5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62050"/>
            <a:ext cx="16192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3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6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476500"/>
          <a:ext cx="13716000" cy="914400"/>
        </p:xfrm>
        <a:graphic>
          <a:graphicData uri="http://schemas.openxmlformats.org/drawingml/2006/table">
            <a:tbl>
              <a:tblPr/>
              <a:tblGrid>
                <a:gridCol w="2304288"/>
                <a:gridCol w="6254496"/>
                <a:gridCol w="7900416"/>
              </a:tblGrid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75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Từ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Nghĩa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38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Trong</a:t>
                      </a:r>
                      <a:r>
                        <a:rPr lang="en-US" sz="2250" b="1" dirty="0" spc="3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bài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5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monorepo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kho</a:t>
                      </a: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mã</a:t>
                      </a:r>
                      <a:r>
                        <a:rPr lang="en-US" sz="225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nguyên</a:t>
                      </a: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khối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7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một</a:t>
                      </a:r>
                      <a:r>
                        <a:rPr lang="en-US" sz="22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kho,</a:t>
                      </a: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nhiều</a:t>
                      </a:r>
                      <a:r>
                        <a:rPr lang="en-US" sz="2250" dirty="0" spc="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dự</a:t>
                      </a:r>
                      <a:r>
                        <a:rPr lang="en-US" sz="225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án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" kern="0">
                          <a:solidFill>
                            <a:srgbClr val="FFB454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clone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lấy</a:t>
                      </a: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kho</a:t>
                      </a:r>
                      <a:r>
                        <a:rPr lang="en-US" sz="2250" dirty="0" spc="-1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về</a:t>
                      </a:r>
                      <a:r>
                        <a:rPr lang="en-US" sz="2250" dirty="0" spc="-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máy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40 phút → 2 phút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8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status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2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xem</a:t>
                      </a:r>
                      <a:r>
                        <a:rPr lang="en-US" sz="2250" dirty="0" spc="-1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tệp</a:t>
                      </a: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nào</a:t>
                      </a:r>
                      <a:r>
                        <a:rPr lang="en-US" sz="2250" dirty="0" spc="1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đã</a:t>
                      </a:r>
                      <a:r>
                        <a:rPr lang="en-US" sz="2250" dirty="0" spc="1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đổi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7 giây → 1 giây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691515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6" name="Text 3"/>
          <p:cNvSpPr/>
          <p:nvPr/>
        </p:nvSpPr>
        <p:spPr>
          <a:xfrm>
            <a:off x="914400" y="7334250"/>
            <a:ext cx="164592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system-design-101,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</p:txBody>
      </p:sp>
      <p:sp>
        <p:nvSpPr>
          <p:cNvPr id="7" name="Text 4"/>
          <p:cNvSpPr/>
          <p:nvPr/>
        </p:nvSpPr>
        <p:spPr>
          <a:xfrm>
            <a:off x="914400" y="7867650"/>
            <a:ext cx="164592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-4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Sparo</a:t>
            </a:r>
            <a:r>
              <a:rPr lang="en-US" sz="18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 được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19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6eb8e083-d1ad-46dd-9a21-983618b3e31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2026-10-19T04:58:43Z</dcterms:created>
  <dcterms:modified xsi:type="dcterms:W3CDTF">2026-10-19T04:58:43Z</dcterms:modified>
</cp:coreProperties>
</file>