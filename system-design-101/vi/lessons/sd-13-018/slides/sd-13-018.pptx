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5716250" cy="2857500"/>
          </a:xfrm>
          <a:prstGeom prst="rect">
            <a:avLst/>
          </a:prstGeom>
          <a:noFill/>
          <a:ln/>
        </p:spPr>
        <p:txBody>
          <a:bodyPr wrap="square" lIns="0" tIns="49089" rIns="0" bIns="-49089" rtlCol="0" anchor="t"/>
          <a:lstStyle/>
          <a:p>
            <a:pPr algn="l" indent="0" marL="0">
              <a:lnSpc>
                <a:spcPts val="6956"/>
              </a:lnSpc>
              <a:buNone/>
            </a:pPr>
            <a:r>
              <a:rPr lang="en-US" sz="6441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Terraform</a:t>
            </a:r>
            <a:r>
              <a:rPr lang="en-US" sz="6441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plan</a:t>
            </a:r>
            <a:r>
              <a:rPr lang="en-US" sz="6441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441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441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441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441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441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441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làm:</a:t>
            </a:r>
            <a:r>
              <a:rPr lang="en-US" sz="6441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441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6441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endParaRPr lang="en-US" sz="6441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mà plan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11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811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Hạ</a:t>
            </a:r>
            <a:r>
              <a:rPr lang="en-US" sz="22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tầng</a:t>
            </a:r>
            <a:r>
              <a:rPr lang="en-US" sz="225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bị</a:t>
            </a:r>
            <a:r>
              <a:rPr lang="en-US" sz="2250" dirty="0" spc="1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sửa</a:t>
            </a:r>
            <a:r>
              <a:rPr lang="en-US" sz="22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ngoài</a:t>
            </a:r>
            <a:r>
              <a:rPr lang="en-US" sz="2250" dirty="0" spc="-3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Terraform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42672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39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5339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Phiên</a:t>
            </a:r>
            <a:r>
              <a:rPr lang="en-US" sz="225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r>
              <a:rPr lang="en-US" sz="22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đổi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76200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67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8867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Sai</a:t>
            </a:r>
            <a:r>
              <a:rPr lang="en-US" sz="2250" dirty="0" spc="-1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workspace</a:t>
            </a:r>
            <a:r>
              <a:rPr lang="en-US" sz="225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hoặc</a:t>
            </a:r>
            <a:r>
              <a:rPr lang="en-US" sz="2250" dirty="0" spc="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đầu</a:t>
            </a:r>
            <a:r>
              <a:rPr lang="en-US" sz="225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vào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9728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395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2395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</a:t>
            </a:r>
            <a:r>
              <a:rPr lang="en-US" sz="2250" dirty="0" spc="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trị</a:t>
            </a:r>
            <a:r>
              <a:rPr lang="en-US" sz="225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tự</a:t>
            </a:r>
            <a:r>
              <a:rPr lang="en-US" sz="2250" dirty="0" spc="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điền,</a:t>
            </a:r>
            <a:r>
              <a:rPr lang="en-US" sz="225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thứ tự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4325600" y="5905500"/>
            <a:ext cx="30480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5923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592300" y="6572250"/>
            <a:ext cx="2514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State</a:t>
            </a:r>
            <a:r>
              <a:rPr lang="en-US" sz="2250" dirty="0" spc="-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22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</a:t>
            </a:r>
            <a:r>
              <a:rPr lang="en-US" sz="22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chung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5c5b672-3829-48cb-b59d-f80d5b76c5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Plan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sánh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mã,</a:t>
            </a:r>
            <a:r>
              <a:rPr lang="en-US" sz="63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state,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6858000" y="323850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State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801600" y="323850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4500" dirty="0"/>
          </a:p>
        </p:txBody>
      </p:sp>
      <p:sp>
        <p:nvSpPr>
          <p:cNvPr id="7" name="Connector line-1792371220927-621823202"/>
          <p:cNvSpPr/>
          <p:nvPr/>
        </p:nvSpPr>
        <p:spPr>
          <a:xfrm>
            <a:off x="5619750" y="4381500"/>
            <a:ext cx="11049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triangle"/>
            <a:tailEnd type="triangle"/>
          </a:ln>
        </p:spPr>
      </p:sp>
      <p:sp>
        <p:nvSpPr>
          <p:cNvPr id="8" name="Connector line-1792371220928-633121884"/>
          <p:cNvSpPr/>
          <p:nvPr/>
        </p:nvSpPr>
        <p:spPr>
          <a:xfrm>
            <a:off x="11563350" y="4381500"/>
            <a:ext cx="11049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triangl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6286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Mỗi</a:t>
            </a:r>
            <a:r>
              <a:rPr lang="en-US" sz="3300" dirty="0" spc="-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thay</a:t>
            </a:r>
            <a:r>
              <a:rPr lang="en-US" sz="330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đổi</a:t>
            </a:r>
            <a:r>
              <a:rPr lang="en-US" sz="33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bất</a:t>
            </a:r>
            <a:r>
              <a:rPr lang="en-US" sz="3300" dirty="0" spc="-1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ngờ</a:t>
            </a:r>
            <a:r>
              <a:rPr lang="en-US" sz="33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đều</a:t>
            </a:r>
            <a:r>
              <a:rPr lang="en-US" sz="33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lần</a:t>
            </a:r>
            <a:r>
              <a:rPr lang="en-US" sz="3300" dirty="0" spc="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3300" dirty="0" spc="-3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về</a:t>
            </a:r>
            <a:r>
              <a:rPr lang="en-US" sz="3300" dirty="0" spc="-1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3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chỗ</a:t>
            </a:r>
            <a:r>
              <a:rPr lang="en-US" sz="33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lệch.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14400" y="7048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 mỗi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Text 19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f7443bca-e4fe-4425-8bd7-d3b7fe487d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9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 tầng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đổi,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2190750"/>
          </a:xfrm>
          <a:prstGeom prst="roundRect">
            <a:avLst>
              <a:gd name="adj" fmla="val 10435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838575"/>
            <a:ext cx="800100" cy="8001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476500" y="3333750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Hạ</a:t>
            </a:r>
            <a:r>
              <a:rPr lang="en-US" sz="330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tầng</a:t>
            </a:r>
            <a:r>
              <a:rPr lang="en-US" sz="33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bị</a:t>
            </a:r>
            <a:r>
              <a:rPr lang="en-US" sz="3300" dirty="0" spc="1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sửa</a:t>
            </a:r>
            <a:r>
              <a:rPr lang="en-US" sz="330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ngoài</a:t>
            </a:r>
            <a:r>
              <a:rPr lang="en-US" sz="3300" dirty="0" spc="-4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Terraform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476500" y="4095750"/>
            <a:ext cx="1447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(drift):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plan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-refresh-only.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16459200" cy="2190750"/>
          </a:xfrm>
          <a:prstGeom prst="roundRect">
            <a:avLst>
              <a:gd name="adj" fmla="val 10435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6410325"/>
            <a:ext cx="800100" cy="8001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476500" y="5905500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Phiên</a:t>
            </a:r>
            <a:r>
              <a:rPr lang="en-US" sz="33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r>
              <a:rPr lang="en-US" sz="33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đổi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2476500" y="6667500"/>
            <a:ext cx="1447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Provider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module mới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bằng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.terraform.lock.hcl.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Text 20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0236ac1-83bb-431f-8431-bba635949b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9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Sai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workspace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47625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Cùng</a:t>
            </a:r>
            <a:r>
              <a:rPr lang="en-US" sz="3150" dirty="0" spc="-1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150" dirty="0" spc="-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mã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762750" y="3238500"/>
            <a:ext cx="47625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Khác</a:t>
            </a:r>
            <a:r>
              <a:rPr lang="en-US" sz="2550" dirty="0" spc="-1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workspace,</a:t>
            </a:r>
            <a:r>
              <a:rPr lang="en-US" sz="2550" dirty="0" spc="-1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tfvars</a:t>
            </a:r>
            <a:r>
              <a:rPr lang="en-US" sz="2550" dirty="0" spc="-1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hay</a:t>
            </a:r>
            <a:r>
              <a:rPr lang="en-US" sz="2550" dirty="0" spc="-2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TF_VAR_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611100" y="3238500"/>
            <a:ext cx="4762500" cy="2286000"/>
          </a:xfrm>
          <a:prstGeom prst="roundRect">
            <a:avLst>
              <a:gd name="adj" fmla="val 11667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Plan</a:t>
            </a:r>
            <a:r>
              <a:rPr lang="en-US" sz="31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khác</a:t>
            </a:r>
            <a:endParaRPr lang="en-US" sz="3150" dirty="0"/>
          </a:p>
        </p:txBody>
      </p:sp>
      <p:sp>
        <p:nvSpPr>
          <p:cNvPr id="7" name="Connector line-1792371224814-375731751"/>
          <p:cNvSpPr/>
          <p:nvPr/>
        </p:nvSpPr>
        <p:spPr>
          <a:xfrm>
            <a:off x="5772150" y="4381500"/>
            <a:ext cx="8953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371224815-674173944"/>
          <p:cNvSpPr/>
          <p:nvPr/>
        </p:nvSpPr>
        <p:spPr>
          <a:xfrm>
            <a:off x="11620500" y="4381500"/>
            <a:ext cx="8953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6477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Kiểm</a:t>
            </a:r>
            <a:r>
              <a:rPr lang="en-US" sz="3300" dirty="0" spc="-1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</a:t>
            </a:r>
            <a:r>
              <a:rPr lang="en-US" sz="3300" dirty="0" spc="1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r>
              <a:rPr lang="en-US" sz="33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khi</a:t>
            </a:r>
            <a:r>
              <a:rPr lang="en-US" sz="330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đọc</a:t>
            </a:r>
            <a:r>
              <a:rPr lang="en-US" sz="330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plan.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Text 18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2298a9af-4bc4-493b-ae9f-608fbd4b79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9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Giá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 tự</a:t>
            </a:r>
            <a:r>
              <a:rPr lang="en-US" sz="69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điền,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429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Thuộc</a:t>
            </a:r>
            <a:r>
              <a:rPr lang="en-US" sz="285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tính</a:t>
            </a:r>
            <a:r>
              <a:rPr lang="en-US" sz="285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do</a:t>
            </a:r>
            <a:r>
              <a:rPr lang="en-US" sz="2850" dirty="0" spc="-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r>
              <a:rPr lang="en-US" sz="2850" dirty="0" spc="-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thống</a:t>
            </a:r>
            <a:r>
              <a:rPr lang="en-US" sz="285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ngoài</a:t>
            </a:r>
            <a:r>
              <a:rPr lang="en-US" sz="2850" dirty="0" spc="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điền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33500" y="476250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ignore_changes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31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31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31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vô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hại.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72600" y="3143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429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Danh</a:t>
            </a:r>
            <a:r>
              <a:rPr lang="en-US" sz="285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sách</a:t>
            </a:r>
            <a:r>
              <a:rPr lang="en-US" sz="28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đổi</a:t>
            </a:r>
            <a:r>
              <a:rPr lang="en-US" sz="285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thứ tự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791700" y="476250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Đưa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tử</a:t>
            </a:r>
            <a:r>
              <a:rPr lang="en-US" sz="31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31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1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Text 18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19c75eb3-5eb3-4619-99b7-935ec24e18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9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195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State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dùng chung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terraform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plan,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381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Khóa state:</a:t>
            </a:r>
            <a:r>
              <a:rPr lang="en-US" sz="30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hai</a:t>
            </a:r>
            <a:r>
              <a:rPr lang="en-US" sz="30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thao</a:t>
            </a:r>
            <a:r>
              <a:rPr lang="en-US" sz="30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tác</a:t>
            </a:r>
            <a:r>
              <a:rPr lang="en-US" sz="300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0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</a:t>
            </a:r>
            <a:r>
              <a:rPr lang="en-US" sz="30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cùng</a:t>
            </a:r>
            <a:r>
              <a:rPr lang="en-US" sz="30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lúc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5810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2A2E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Backend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xa: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75247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Thay</a:t>
            </a:r>
            <a:r>
              <a:rPr lang="en-US" sz="270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2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state</a:t>
            </a:r>
            <a:r>
              <a:rPr lang="en-US" sz="2700" dirty="0" spc="-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1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700" dirty="0" spc="-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700" dirty="0" spc="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người,</a:t>
            </a:r>
            <a:r>
              <a:rPr lang="en-US" sz="2700" dirty="0" spc="-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apply</a:t>
            </a:r>
            <a:r>
              <a:rPr lang="en-US" sz="270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chồng</a:t>
            </a:r>
            <a:r>
              <a:rPr lang="en-US" sz="27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0" name="Shape 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1" name="Shape 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Text 16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db539da8-4136-47d0-91c6-c8b70ab02d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8610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36245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459105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86740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609600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737235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760095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381250" y="285750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Plan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285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những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provider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8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381250" y="436245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Plan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85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review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586740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State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plan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8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chứa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nhạy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737235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dạy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module.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6" name="Text 24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e1e6ff3d-9d31-4cfa-9f7a-937098aba1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Plan</a:t>
            </a:r>
            <a:r>
              <a:rPr lang="en-US" sz="465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đòi</a:t>
            </a:r>
            <a:r>
              <a:rPr lang="en-US" sz="465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46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46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ảo</a:t>
            </a:r>
            <a:r>
              <a:rPr lang="en-US" sz="465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46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46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r>
              <a:rPr lang="en-US" sz="46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cũ.</a:t>
            </a:r>
            <a:r>
              <a:rPr lang="en-US" sz="46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Apply</a:t>
            </a:r>
            <a:r>
              <a:rPr lang="en-US" sz="465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ngay?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Đêm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7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diện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133350" cy="2190750"/>
          </a:xfrm>
          <a:prstGeom prst="rect">
            <a:avLst/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3429000"/>
            <a:ext cx="15716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dirty="0" spc="-9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Chưa.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914400" y="66675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Apply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sẽ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vá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nghiệp.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74295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300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chọn: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apply.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Text 17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1cbf2e4-c208-4fc6-b32a-8b25ea905a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b="1" spc="2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6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6957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7244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57531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67818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78105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667000"/>
            <a:ext cx="133350" cy="914400"/>
          </a:xfrm>
          <a:prstGeom prst="rect">
            <a:avLst/>
          </a:prstGeom>
          <a:solidFill>
            <a:srgbClr val="6B6A66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695700"/>
            <a:ext cx="13335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724400"/>
            <a:ext cx="13335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753100"/>
            <a:ext cx="133350" cy="9144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6781800"/>
            <a:ext cx="133350" cy="9144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7810500"/>
            <a:ext cx="133350" cy="914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2667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Đọc</a:t>
            </a:r>
            <a:r>
              <a:rPr lang="en-US" sz="2250" dirty="0" spc="4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ký</a:t>
            </a:r>
            <a:r>
              <a:rPr lang="en-US" sz="2250" dirty="0" spc="2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hiệu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096000" y="2667000"/>
            <a:ext cx="1104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xóa,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-/+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33500" y="36957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Drift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096000" y="3695700"/>
            <a:ext cx="1104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nhớ; apply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ghi.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33500" y="4724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Phiên</a:t>
            </a:r>
            <a:r>
              <a:rPr lang="en-US" sz="2250" dirty="0" spc="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096000" y="4724400"/>
            <a:ext cx="1104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init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khóa;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-upgrade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33500" y="57531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Workspace,</a:t>
            </a:r>
            <a:r>
              <a:rPr lang="en-US" sz="2250" dirty="0" spc="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đầu</a:t>
            </a:r>
            <a:r>
              <a:rPr lang="en-US" sz="225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vào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096000" y="5753100"/>
            <a:ext cx="1104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workspace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riêng;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333500" y="6781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Tự</a:t>
            </a:r>
            <a:r>
              <a:rPr lang="en-US" sz="2250" dirty="0" spc="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điền,</a:t>
            </a:r>
            <a:r>
              <a:rPr lang="en-US" sz="22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thứ</a:t>
            </a:r>
            <a:r>
              <a:rPr lang="en-US" sz="225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tự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096000" y="6781800"/>
            <a:ext cx="1104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ignore_changes: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hẹp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333500" y="78105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State</a:t>
            </a:r>
            <a:r>
              <a:rPr lang="en-US" sz="22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</a:t>
            </a:r>
            <a:r>
              <a:rPr lang="en-US" sz="225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chung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6096000" y="7810500"/>
            <a:ext cx="1104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-lock=false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 không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8" name="Text 36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b74d0895-d21d-4838-a57f-a6919c1ac1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42875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1428750"/>
            <a:ext cx="15716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810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4476750"/>
            <a:ext cx="52578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(bản chụp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100" dirty="0" spc="1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15100" y="4476750"/>
            <a:ext cx="52578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8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Lệnh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plan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115800" y="4476750"/>
            <a:ext cx="52578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8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Refresh-only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5715000"/>
            <a:ext cx="52578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68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Tệp</a:t>
            </a:r>
            <a:r>
              <a:rPr lang="en-US" sz="2100" dirty="0" spc="-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10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</a:t>
            </a:r>
            <a:r>
              <a:rPr lang="en-US" sz="2100" dirty="0" spc="-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15100" y="5715000"/>
            <a:ext cx="52578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Lifecycle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115800" y="5715000"/>
            <a:ext cx="52578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2100" dirty="0" spc="-2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state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6953250"/>
            <a:ext cx="52578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Import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Text 21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dca9a0a-8b8d-422f-bdc0-ac727caf54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2026-10-19T00:54:54Z</dcterms:created>
  <dcterms:modified xsi:type="dcterms:W3CDTF">2026-10-19T00:54:54Z</dcterms:modified>
</cp:coreProperties>
</file>