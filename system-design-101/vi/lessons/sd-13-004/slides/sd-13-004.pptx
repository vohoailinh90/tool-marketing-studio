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 số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đo: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0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382500" y="1905000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2905125"/>
                </a:moveTo>
                <a:cubicBezTo>
                  <a:pt x="476250" y="2905125"/>
                  <a:pt x="381000" y="0"/>
                  <a:pt x="9525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82500" y="4810125"/>
            <a:ext cx="952500" cy="9144"/>
          </a:xfrm>
          <a:custGeom>
            <a:avLst/>
            <a:gdLst/>
            <a:ahLst/>
            <a:cxnLst/>
            <a:rect l="l" t="t" r="r" b="b"/>
            <a:pathLst>
              <a:path w="952500" h="9144">
                <a:moveTo>
                  <a:pt x="0" y="0"/>
                </a:moveTo>
                <a:lnTo>
                  <a:pt x="952500" y="0"/>
                </a:ln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82500" y="4810125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0"/>
                </a:moveTo>
                <a:cubicBezTo>
                  <a:pt x="476250" y="0"/>
                  <a:pt x="381000" y="2905125"/>
                  <a:pt x="952500" y="2905125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3857625"/>
            <a:ext cx="1905000" cy="1905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142875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4333875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Đẩy: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 vụ</a:t>
            </a: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335000" y="723900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Agent: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100" b="1" dirty="0" spc="-2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a02aaf11-c5d3-400d-b093-bfd2914cc5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5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hợp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ở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Kéo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thập</a:t>
            </a:r>
            <a:endParaRPr lang="en-US" sz="2250" dirty="0"/>
          </a:p>
        </p:txBody>
      </p:sp>
      <p:sp>
        <p:nvSpPr>
          <p:cNvPr id="8" name="Connector line-1792369502843-253591970"/>
          <p:cNvSpPr/>
          <p:nvPr/>
        </p:nvSpPr>
        <p:spPr>
          <a:xfrm>
            <a:off x="39624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962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906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Đẩy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9848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4" name="Connector line-1792369502858-530525497"/>
          <p:cNvSpPr/>
          <p:nvPr/>
        </p:nvSpPr>
        <p:spPr>
          <a:xfrm>
            <a:off x="124206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420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thập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8488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cho mọi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6fcd9af-daf0-47b3-97c7-68d864b016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lâu,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5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55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cách</a:t>
                      </a:r>
                      <a:r>
                        <a:rPr lang="en-US" sz="2550" b="1" dirty="0" spc="-2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lấy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biết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3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Khai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tay,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discovery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Đích không</a:t>
                      </a:r>
                      <a:r>
                        <a:rPr lang="en-US" sz="255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ngay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524bd38f-40e1-4b40-9104-328e07c31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3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b="1" spc="25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PUSHGATEWAY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batch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7200" dirty="0"/>
          </a:p>
        </p:txBody>
      </p:sp>
      <p:sp>
        <p:nvSpPr>
          <p:cNvPr id="4" name="Connector line-1792369536541-847580895"/>
          <p:cNvSpPr/>
          <p:nvPr/>
        </p:nvSpPr>
        <p:spPr>
          <a:xfrm>
            <a:off x="3333750" y="3905250"/>
            <a:ext cx="0" cy="2190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69536541-63340474"/>
          <p:cNvSpPr/>
          <p:nvPr/>
        </p:nvSpPr>
        <p:spPr>
          <a:xfrm>
            <a:off x="914400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69536541-281365812"/>
          <p:cNvSpPr/>
          <p:nvPr/>
        </p:nvSpPr>
        <p:spPr>
          <a:xfrm>
            <a:off x="1495425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250" dirty="0"/>
          </a:p>
        </p:txBody>
      </p:sp>
      <p:sp>
        <p:nvSpPr>
          <p:cNvPr id="11" name="Connector line-1792369536554-194832592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619250" y="6191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429750" y="64770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250" dirty="0"/>
          </a:p>
        </p:txBody>
      </p:sp>
      <p:sp>
        <p:nvSpPr>
          <p:cNvPr id="14" name="Connector line-1792369536560-11410455"/>
          <p:cNvSpPr/>
          <p:nvPr/>
        </p:nvSpPr>
        <p:spPr>
          <a:xfrm flipH="1">
            <a:off x="9239250" y="7048500"/>
            <a:ext cx="5657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36a5307-b4f4-4027-871c-29cbd5b2d7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Đích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tường</a:t>
            </a:r>
            <a:r>
              <a:rPr lang="en-US" sz="72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lửa/NAT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9525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1950" b="1" spc="1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695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819900" y="5429250"/>
            <a:ext cx="3238500" cy="1143000"/>
          </a:xfrm>
          <a:prstGeom prst="roundRect">
            <a:avLst>
              <a:gd name="adj" fmla="val 2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endParaRPr lang="en-US" sz="2550" dirty="0"/>
          </a:p>
        </p:txBody>
      </p:sp>
      <p:sp>
        <p:nvSpPr>
          <p:cNvPr id="9" name="Connector line-1792369561502-652831884"/>
          <p:cNvSpPr/>
          <p:nvPr/>
        </p:nvSpPr>
        <p:spPr>
          <a:xfrm flipH="1" flipV="1">
            <a:off x="4248150" y="466725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69561502-825199305"/>
          <p:cNvSpPr/>
          <p:nvPr/>
        </p:nvSpPr>
        <p:spPr>
          <a:xfrm flipH="1">
            <a:off x="4248150" y="628650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000500" y="577215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2" name="Connector line-1792369561505-780156091"/>
          <p:cNvSpPr/>
          <p:nvPr/>
        </p:nvSpPr>
        <p:spPr>
          <a:xfrm>
            <a:off x="10115550" y="6000750"/>
            <a:ext cx="31242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572750" y="533400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72750" y="619125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335000" y="5429250"/>
            <a:ext cx="40386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tâm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0" y="3143250"/>
            <a:ext cx="4038600" cy="1428750"/>
          </a:xfrm>
          <a:prstGeom prst="roundRect">
            <a:avLst>
              <a:gd name="adj" fmla="val 18667"/>
            </a:avLst>
          </a:prstGeom>
          <a:solidFill>
            <a:srgbClr val="F3EEE3"/>
          </a:solidFill>
          <a:ln w="19050">
            <a:solidFill>
              <a:srgbClr val="6B6A66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Collector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b="1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7a1203-616d-449e-8d36-88b109b02a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0515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2" dirty="0"/>
          </a:p>
        </p:txBody>
      </p:sp>
      <p:sp>
        <p:nvSpPr>
          <p:cNvPr id="6" name="Text 4"/>
          <p:cNvSpPr/>
          <p:nvPr/>
        </p:nvSpPr>
        <p:spPr>
          <a:xfrm>
            <a:off x="2381250" y="32575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715000" y="32575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đo;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5339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2" dirty="0"/>
          </a:p>
        </p:txBody>
      </p:sp>
      <p:sp>
        <p:nvSpPr>
          <p:cNvPr id="10" name="Text 8"/>
          <p:cNvSpPr/>
          <p:nvPr/>
        </p:nvSpPr>
        <p:spPr>
          <a:xfrm>
            <a:off x="2381250" y="46863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715000" y="46863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96265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2" dirty="0"/>
          </a:p>
        </p:txBody>
      </p:sp>
      <p:sp>
        <p:nvSpPr>
          <p:cNvPr id="14" name="Text 12"/>
          <p:cNvSpPr/>
          <p:nvPr/>
        </p:nvSpPr>
        <p:spPr>
          <a:xfrm>
            <a:off x="2381250" y="61150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715000" y="61150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73914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2" dirty="0"/>
          </a:p>
        </p:txBody>
      </p:sp>
      <p:sp>
        <p:nvSpPr>
          <p:cNvPr id="18" name="Text 16"/>
          <p:cNvSpPr/>
          <p:nvPr/>
        </p:nvSpPr>
        <p:spPr>
          <a:xfrm>
            <a:off x="2381250" y="75438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715000" y="75438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dọn.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3fed600-f380-4a73-b626-c4c67616c1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Pushgateway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164592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4572000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800" dirty="0" spc="-4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48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48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4800" dirty="0"/>
          </a:p>
        </p:txBody>
      </p:sp>
      <p:sp>
        <p:nvSpPr>
          <p:cNvPr id="7" name="Text richtext-1792369607386-320640906"/>
          <p:cNvSpPr/>
          <p:nvPr/>
        </p:nvSpPr>
        <p:spPr>
          <a:xfrm>
            <a:off x="1428750" y="571500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textfile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Exporter.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.prom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b7e401e-9b17-4051-9d11-f7b90b261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Prometheus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7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scrape_configs</a:t>
            </a:r>
            <a:endParaRPr lang="en-US" sz="2700" dirty="0"/>
          </a:p>
        </p:txBody>
      </p:sp>
      <p:sp>
        <p:nvSpPr>
          <p:cNvPr id="7" name="Text richtext-1792369623654-811035084"/>
          <p:cNvSpPr/>
          <p:nvPr/>
        </p:nvSpPr>
        <p:spPr>
          <a:xfrm>
            <a:off x="13906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static_configs: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discovery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8488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</a:t>
            </a:r>
            <a:endParaRPr lang="en-US" sz="2700" dirty="0"/>
          </a:p>
        </p:txBody>
      </p:sp>
      <p:sp>
        <p:nvSpPr>
          <p:cNvPr id="11" name="Text richtext-1792369623668-440397794"/>
          <p:cNvSpPr/>
          <p:nvPr/>
        </p:nvSpPr>
        <p:spPr>
          <a:xfrm>
            <a:off x="98488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công không.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700" dirty="0"/>
          </a:p>
        </p:txBody>
      </p:sp>
      <p:sp>
        <p:nvSpPr>
          <p:cNvPr id="15" name="Text richtext-1792369623684-934329305"/>
          <p:cNvSpPr/>
          <p:nvPr/>
        </p:nvSpPr>
        <p:spPr>
          <a:xfrm>
            <a:off x="13906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cho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26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8488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700" dirty="0"/>
          </a:p>
        </p:txBody>
      </p:sp>
      <p:sp>
        <p:nvSpPr>
          <p:cNvPr id="19" name="Text richtext-1792369623693-192961864"/>
          <p:cNvSpPr/>
          <p:nvPr/>
        </p:nvSpPr>
        <p:spPr>
          <a:xfrm>
            <a:off x="98488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 bộ,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mẫu;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up.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dành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d1b99f7-47fe-48f7-a044-1ac8226d85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NAT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Network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Address</a:t>
                      </a: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Translation: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5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Tổng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quan;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 dùng</a:t>
                      </a:r>
                      <a:r>
                        <a:rPr lang="en-US" sz="240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Pushgateway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scrape;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mode;</a:t>
                      </a:r>
                      <a:r>
                        <a:rPr lang="en-US" sz="240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đặc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2400" dirty="0" spc="-2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Remote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Write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30ab88a-54b7-49a0-94db-c67a0e2f2d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2026-10-19T00:49:56Z</dcterms:created>
  <dcterms:modified xsi:type="dcterms:W3CDTF">2026-10-19T00:49:56Z</dcterms:modified>
</cp:coreProperties>
</file>