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9620250" cy="2571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81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lương.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định?</a:t>
            </a:r>
            <a:endParaRPr lang="en-US" sz="3000" dirty="0"/>
          </a:p>
        </p:txBody>
      </p:sp>
      <p:sp>
        <p:nvSpPr>
          <p:cNvPr id="5" name="Connector line-1792306534949-985858371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2476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2667000"/>
                </a:moveTo>
                <a:cubicBezTo>
                  <a:pt x="828675" y="26670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38100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1333500"/>
                </a:moveTo>
                <a:cubicBezTo>
                  <a:pt x="828675" y="13335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Connector line-1792306534965-436009352"/>
          <p:cNvSpPr/>
          <p:nvPr/>
        </p:nvSpPr>
        <p:spPr>
          <a:xfrm>
            <a:off x="11906250" y="5143500"/>
            <a:ext cx="14668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0"/>
                </a:moveTo>
                <a:cubicBezTo>
                  <a:pt x="828675" y="0"/>
                  <a:pt x="828675" y="1333500"/>
                  <a:pt x="1657350" y="13335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6250" y="5143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0"/>
                </a:moveTo>
                <a:cubicBezTo>
                  <a:pt x="828675" y="0"/>
                  <a:pt x="828675" y="2667000"/>
                  <a:pt x="1657350" y="2667000"/>
                </a:cubicBez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0" y="48768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96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3496" dirty="0"/>
          </a:p>
        </p:txBody>
      </p:sp>
      <p:sp>
        <p:nvSpPr>
          <p:cNvPr id="15" name="Text 13"/>
          <p:cNvSpPr/>
          <p:nvPr/>
        </p:nvSpPr>
        <p:spPr>
          <a:xfrm>
            <a:off x="9525000" y="60579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73100" y="2114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41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ACL:</a:t>
            </a:r>
            <a:r>
              <a:rPr lang="en-US" sz="1941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41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41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941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41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41" dirty="0"/>
          </a:p>
        </p:txBody>
      </p:sp>
      <p:sp>
        <p:nvSpPr>
          <p:cNvPr id="17" name="Text 15"/>
          <p:cNvSpPr/>
          <p:nvPr/>
        </p:nvSpPr>
        <p:spPr>
          <a:xfrm>
            <a:off x="13373100" y="3448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DAC: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MAC: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73100" y="6115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RBAC:</a:t>
            </a:r>
            <a:r>
              <a:rPr lang="en-US" sz="19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9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73100" y="7448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ABAC: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d1a8d81-aaf2-4569-a3b4-9faad91606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0" y="1428750"/>
            <a:ext cx="76581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2550" dirty="0"/>
          </a:p>
        </p:txBody>
      </p:sp>
      <p:sp>
        <p:nvSpPr>
          <p:cNvPr id="10" name="Connector line-1792306535989-289388768"/>
          <p:cNvSpPr/>
          <p:nvPr/>
        </p:nvSpPr>
        <p:spPr>
          <a:xfrm>
            <a:off x="13163550" y="2438400"/>
            <a:ext cx="0" cy="9715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34500" y="3524250"/>
            <a:ext cx="7658100" cy="1905000"/>
          </a:xfrm>
          <a:prstGeom prst="roundRect">
            <a:avLst>
              <a:gd name="adj" fmla="val 18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905250"/>
            <a:ext cx="689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1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715500" y="4629150"/>
            <a:ext cx="6896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4" name="Connector line-1792306536002-217717598"/>
          <p:cNvSpPr/>
          <p:nvPr/>
        </p:nvSpPr>
        <p:spPr>
          <a:xfrm>
            <a:off x="13163550" y="5486400"/>
            <a:ext cx="0" cy="8001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334500" y="64008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915650" y="64008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96800" y="64008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077950" y="64008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659100" y="6400800"/>
            <a:ext cx="1333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ABAC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34500" y="7277100"/>
            <a:ext cx="7658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21" name="Connector line-1792306536014-4663638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8b97280-62b4-4a14-8bbf-5c55e47fa5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ACL: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sách của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3429000" cy="1333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Lan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1950" dirty="0"/>
          </a:p>
        </p:txBody>
      </p:sp>
      <p:sp>
        <p:nvSpPr>
          <p:cNvPr id="6" name="Connector line-1792306536754-438416553"/>
          <p:cNvSpPr/>
          <p:nvPr/>
        </p:nvSpPr>
        <p:spPr>
          <a:xfrm>
            <a:off x="4533900" y="4667250"/>
            <a:ext cx="8382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24500" y="2857500"/>
            <a:ext cx="11849100" cy="4476750"/>
          </a:xfrm>
          <a:prstGeom prst="roundRect">
            <a:avLst>
              <a:gd name="adj" fmla="val 766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0" y="31623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1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4287500" y="3181350"/>
            <a:ext cx="27622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05500" y="4000500"/>
            <a:ext cx="11087100" cy="819150"/>
          </a:xfrm>
          <a:prstGeom prst="roundRect">
            <a:avLst>
              <a:gd name="adj" fmla="val 2558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6248400" y="4000500"/>
            <a:ext cx="10477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Lan:</a:t>
            </a:r>
            <a:r>
              <a:rPr lang="en-US" sz="270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905500" y="5010150"/>
            <a:ext cx="11087100" cy="819150"/>
          </a:xfrm>
          <a:prstGeom prst="roundRect">
            <a:avLst>
              <a:gd name="adj" fmla="val 25581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6248400" y="5010150"/>
            <a:ext cx="10477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…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5905500" y="6019800"/>
            <a:ext cx="11087100" cy="819150"/>
          </a:xfrm>
          <a:prstGeom prst="roundRect">
            <a:avLst>
              <a:gd name="adj" fmla="val 25581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400" y="6019800"/>
            <a:ext cx="10477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…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715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ACL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quyền: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nguyên.</a:t>
            </a:r>
            <a:endParaRPr lang="en-US" sz="2400" dirty="0"/>
          </a:p>
        </p:txBody>
      </p:sp>
      <p:sp>
        <p:nvSpPr>
          <p:cNvPr id="18" name="Connector line-1792306536764-8566479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3213751-b480-4b4a-8e24-028017f31d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DAC: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chia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314325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59055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rw-------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4953000"/>
            <a:ext cx="5905500" cy="7239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 bị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34300" y="3238500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chmod</a:t>
            </a:r>
            <a:endParaRPr lang="en-US" sz="1950" dirty="0"/>
          </a:p>
        </p:txBody>
      </p:sp>
      <p:sp>
        <p:nvSpPr>
          <p:cNvPr id="9" name="Connector line-1792306537648-855941694"/>
          <p:cNvSpPr/>
          <p:nvPr/>
        </p:nvSpPr>
        <p:spPr>
          <a:xfrm>
            <a:off x="7734300" y="4000500"/>
            <a:ext cx="28194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706100" y="2857500"/>
            <a:ext cx="6667500" cy="314325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87100" y="31432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087100" y="3714750"/>
            <a:ext cx="5905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rw-r--r--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087100" y="4953000"/>
            <a:ext cx="59055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572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4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hữu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ai.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Linux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dụ.</a:t>
            </a:r>
            <a:endParaRPr lang="en-US" sz="2400" dirty="0"/>
          </a:p>
        </p:txBody>
      </p:sp>
      <p:sp>
        <p:nvSpPr>
          <p:cNvPr id="16" name="Connector line-1792306537659-9806326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7a287e1-4223-4f17-9b8e-12ecd2197b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MAC: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 nhãn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TRÌNH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71900"/>
            <a:ext cx="430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4206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444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44450" y="3771900"/>
            <a:ext cx="430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77000" y="2857500"/>
            <a:ext cx="5334000" cy="2095500"/>
          </a:xfrm>
          <a:prstGeom prst="roundRect">
            <a:avLst>
              <a:gd name="adj" fmla="val 16364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3286125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tâm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667500" y="4048125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250" dirty="0" spc="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250" dirty="0" spc="-1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13" name="Connector line-1792306594045-513416090"/>
          <p:cNvSpPr/>
          <p:nvPr/>
        </p:nvSpPr>
        <p:spPr>
          <a:xfrm>
            <a:off x="5943600" y="3905250"/>
            <a:ext cx="4572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06594046-433735327"/>
          <p:cNvSpPr/>
          <p:nvPr/>
        </p:nvSpPr>
        <p:spPr>
          <a:xfrm flipH="1">
            <a:off x="11887200" y="3905250"/>
            <a:ext cx="4572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5429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 thuộc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là: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600075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1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372600" y="600075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914400" y="7524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150" b="1" dirty="0" spc="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nới</a:t>
            </a:r>
            <a:r>
              <a:rPr lang="en-US" sz="31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150" dirty="0"/>
          </a:p>
        </p:txBody>
      </p:sp>
      <p:sp>
        <p:nvSpPr>
          <p:cNvPr id="19" name="Connector line-1792306594056-124825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dd1e4da-5aaa-46ff-88e7-60717b7903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RBAC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RBAC: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3429000" cy="1333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Lan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4381500" y="37719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8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endParaRPr lang="en-US" sz="1800" dirty="0"/>
          </a:p>
        </p:txBody>
      </p:sp>
      <p:sp>
        <p:nvSpPr>
          <p:cNvPr id="6" name="Connector line-1792306594874-906487406"/>
          <p:cNvSpPr/>
          <p:nvPr/>
        </p:nvSpPr>
        <p:spPr>
          <a:xfrm>
            <a:off x="4495800" y="4286250"/>
            <a:ext cx="18288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38900" y="3238500"/>
            <a:ext cx="4953000" cy="2095500"/>
          </a:xfrm>
          <a:prstGeom prst="roundRect">
            <a:avLst>
              <a:gd name="adj" fmla="val 16364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6762750" y="3657600"/>
            <a:ext cx="430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6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31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3150" b="1" dirty="0" spc="-3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“kế</a:t>
            </a:r>
            <a:r>
              <a:rPr lang="en-US" sz="31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toán”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762750" y="4476750"/>
            <a:ext cx="4305300" cy="666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391900" y="37719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8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1" name="Connector line-1792306594880-629051"/>
          <p:cNvSpPr/>
          <p:nvPr/>
        </p:nvSpPr>
        <p:spPr>
          <a:xfrm>
            <a:off x="11544300" y="4286250"/>
            <a:ext cx="17907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487400" y="3619500"/>
            <a:ext cx="3886200" cy="1333500"/>
          </a:xfrm>
          <a:prstGeom prst="roundRect">
            <a:avLst>
              <a:gd name="adj" fmla="val 25714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286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2865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Lan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toán,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trò;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100" dirty="0"/>
          </a:p>
        </p:txBody>
      </p:sp>
      <p:sp>
        <p:nvSpPr>
          <p:cNvPr id="16" name="Connector line-1792306594888-4800652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c42ca5a-ff7a-4af3-a1fa-f5162e88be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ABAC: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95700"/>
            <a:ext cx="438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ban:</a:t>
            </a:r>
            <a:r>
              <a:rPr lang="en-US" sz="2700" b="1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2420600" y="285750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444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44450" y="3695700"/>
            <a:ext cx="438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ban:</a:t>
            </a:r>
            <a:r>
              <a:rPr lang="en-US" sz="2700" b="1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477000" y="2857500"/>
            <a:ext cx="5334000" cy="1905000"/>
          </a:xfrm>
          <a:prstGeom prst="roundRect">
            <a:avLst>
              <a:gd name="adj" fmla="val 18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10515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58000" y="35814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thì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</p:txBody>
      </p:sp>
      <p:sp>
        <p:nvSpPr>
          <p:cNvPr id="13" name="Connector line-1792306595649-290602508"/>
          <p:cNvSpPr/>
          <p:nvPr/>
        </p:nvSpPr>
        <p:spPr>
          <a:xfrm>
            <a:off x="5943600" y="3810000"/>
            <a:ext cx="457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06595650-291930315"/>
          <p:cNvSpPr/>
          <p:nvPr/>
        </p:nvSpPr>
        <p:spPr>
          <a:xfrm flipH="1">
            <a:off x="11887200" y="3810000"/>
            <a:ext cx="457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53340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của: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590550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05400" y="590550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96400" y="590550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487400" y="590550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000" dirty="0"/>
          </a:p>
        </p:txBody>
      </p:sp>
      <p:sp>
        <p:nvSpPr>
          <p:cNvPr id="21" name="Connector line-1792306595659-24907279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07bc8f4-f44a-459f-80c5-59b659df90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khác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003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62500" y="2857500"/>
            <a:ext cx="1228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0957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423862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2386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2650" y="409575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62500" y="4095750"/>
            <a:ext cx="1228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Gán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5334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547687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5476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52650" y="5334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ABAC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62500" y="5334000"/>
            <a:ext cx="1228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710565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ACL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4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RBAC.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95400" y="777240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ABAC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 đúng.</a:t>
            </a:r>
            <a:endParaRPr lang="en-US" sz="2400" dirty="0"/>
          </a:p>
        </p:txBody>
      </p:sp>
      <p:sp>
        <p:nvSpPr>
          <p:cNvPr id="22" name="Connector line-1792306596489-81623471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4abaa89-d4f9-4bd0-aea8-4b06658be5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r>
              <a:rPr lang="en-US" sz="30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ACL,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RBAC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ABAC,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49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495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9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49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4950" dirty="0"/>
          </a:p>
        </p:txBody>
      </p:sp>
      <p:sp>
        <p:nvSpPr>
          <p:cNvPr id="10" name="Text richtext-1792306624717-410530107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RBAC: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ABAC: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1" name="Connector line-1792306624739-3289272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b919438-159b-434a-8f93-851e49ebc0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622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670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67050" y="29337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7528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DAC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067050" y="3619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Discretionary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67050" y="39243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dùng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7434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067050" y="4610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Mandatory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67050" y="49149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7340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67050" y="5600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Role-Based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67050" y="59055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trò;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 vai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72600" y="25527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27622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ABAC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5252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Attribute-Based Access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25250" y="29337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372600" y="35433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0" y="37528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SELinux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525250" y="3619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Security-Enhanced Linux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525250" y="39243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Linux,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4533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47434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POSIX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525250" y="4610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Portable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525250" y="49149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hệ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kiểu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55245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57340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NIST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525250" y="5600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National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Institute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Technology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525250" y="59055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400" y="68199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72390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bản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76771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SELinux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Notebook: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Mandatory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2600" y="72390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RBAC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72600" y="76771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</a:t>
            </a:r>
            <a:r>
              <a:rPr lang="en-US" sz="18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ABAC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8305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của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NIST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minh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42" name="Connector line-1792306625618-84007571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dba33e76-90d1-4d8e-8bba-ad7815ece8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2026-10-19T18:09:35Z</dcterms:created>
  <dcterms:modified xsi:type="dcterms:W3CDTF">2026-10-19T18:09:35Z</dcterms:modified>
</cp:coreProperties>
</file>