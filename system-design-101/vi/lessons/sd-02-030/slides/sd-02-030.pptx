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000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Kiến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78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Twitter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2022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7800" dirty="0" spc="-9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2012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3000" dirty="0" spc="-7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239000"/>
            <a:ext cx="85725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Twitter,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hình.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372850" y="2743200"/>
            <a:ext cx="1771650" cy="2400300"/>
          </a:xfrm>
          <a:custGeom>
            <a:avLst/>
            <a:gdLst/>
            <a:ahLst/>
            <a:cxnLst/>
            <a:rect l="l" t="t" r="r" b="b"/>
            <a:pathLst>
              <a:path w="1771650" h="2400300">
                <a:moveTo>
                  <a:pt x="0" y="2400300"/>
                </a:moveTo>
                <a:cubicBezTo>
                  <a:pt x="914400" y="2400300"/>
                  <a:pt x="914400" y="0"/>
                  <a:pt x="17716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72850" y="4171950"/>
            <a:ext cx="1771650" cy="971550"/>
          </a:xfrm>
          <a:custGeom>
            <a:avLst/>
            <a:gdLst/>
            <a:ahLst/>
            <a:cxnLst/>
            <a:rect l="l" t="t" r="r" b="b"/>
            <a:pathLst>
              <a:path w="1771650" h="971550">
                <a:moveTo>
                  <a:pt x="0" y="971550"/>
                </a:moveTo>
                <a:cubicBezTo>
                  <a:pt x="914400" y="971550"/>
                  <a:pt x="914400" y="0"/>
                  <a:pt x="177165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72850" y="5143500"/>
            <a:ext cx="1771650" cy="971550"/>
          </a:xfrm>
          <a:custGeom>
            <a:avLst/>
            <a:gdLst/>
            <a:ahLst/>
            <a:cxnLst/>
            <a:rect l="l" t="t" r="r" b="b"/>
            <a:pathLst>
              <a:path w="1771650" h="971550">
                <a:moveTo>
                  <a:pt x="0" y="0"/>
                </a:moveTo>
                <a:cubicBezTo>
                  <a:pt x="914400" y="0"/>
                  <a:pt x="914400" y="971550"/>
                  <a:pt x="1771650" y="9715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2850" y="5143500"/>
            <a:ext cx="1771650" cy="2400300"/>
          </a:xfrm>
          <a:custGeom>
            <a:avLst/>
            <a:gdLst/>
            <a:ahLst/>
            <a:cxnLst/>
            <a:rect l="l" t="t" r="r" b="b"/>
            <a:pathLst>
              <a:path w="1771650" h="2400300">
                <a:moveTo>
                  <a:pt x="0" y="0"/>
                </a:moveTo>
                <a:cubicBezTo>
                  <a:pt x="914400" y="0"/>
                  <a:pt x="914400" y="2400300"/>
                  <a:pt x="1771650" y="240030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3650" y="4533900"/>
            <a:ext cx="1219200" cy="12192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53650" y="497205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Twitter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144500" y="238125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144500" y="381000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44500" y="575310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-3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b="1" dirty="0" spc="-6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144500" y="718185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Earlybird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2f13666-3d8b-42e4-819c-f023c9be67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52400" cy="4000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095500"/>
            <a:ext cx="15240000" cy="4191000"/>
          </a:xfrm>
          <a:prstGeom prst="rect">
            <a:avLst/>
          </a:prstGeom>
          <a:noFill/>
          <a:ln/>
        </p:spPr>
        <p:txBody>
          <a:bodyPr wrap="square" lIns="0" tIns="53340" rIns="0" bIns="-53340" rtlCol="0" anchor="t"/>
          <a:lstStyle/>
          <a:p>
            <a:pPr algn="l" indent="0" marL="0">
              <a:lnSpc>
                <a:spcPts val="9240"/>
              </a:lnSpc>
              <a:buNone/>
            </a:pP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 chỉ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4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hình; ta</a:t>
            </a:r>
            <a:r>
              <a:rPr lang="en-US" sz="84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8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84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428750" y="70485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cạnh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nhau;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nào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nào.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87f0a8e-ef38-4d97-ba46-cd229aaf0c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README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16459200" cy="1390650"/>
          </a:xfrm>
          <a:prstGeom prst="roundRect">
            <a:avLst>
              <a:gd name="adj" fmla="val 19178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2590800"/>
            <a:ext cx="781050" cy="7810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695575"/>
            <a:ext cx="781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3905250"/>
            <a:ext cx="16459200" cy="1390650"/>
          </a:xfrm>
          <a:prstGeom prst="roundRect">
            <a:avLst>
              <a:gd name="adj" fmla="val 19178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1257300" y="4210050"/>
            <a:ext cx="781050" cy="7810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314825"/>
            <a:ext cx="781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5524500"/>
            <a:ext cx="16459200" cy="1390650"/>
          </a:xfrm>
          <a:prstGeom prst="roundRect">
            <a:avLst>
              <a:gd name="adj" fmla="val 19178"/>
            </a:avLst>
          </a:prstGeom>
          <a:solidFill>
            <a:srgbClr val="CFE8E2"/>
          </a:solidFill>
          <a:ln/>
        </p:spPr>
      </p:sp>
      <p:sp>
        <p:nvSpPr>
          <p:cNvPr id="11" name="Shape 9"/>
          <p:cNvSpPr/>
          <p:nvPr/>
        </p:nvSpPr>
        <p:spPr>
          <a:xfrm>
            <a:off x="1257300" y="5829300"/>
            <a:ext cx="781050" cy="7810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934075"/>
            <a:ext cx="781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390650"/>
          </a:xfrm>
          <a:prstGeom prst="roundRect">
            <a:avLst>
              <a:gd name="adj" fmla="val 19178"/>
            </a:avLst>
          </a:prstGeom>
          <a:solidFill>
            <a:srgbClr val="CFE8E2"/>
          </a:solidFill>
          <a:ln/>
        </p:spPr>
      </p:sp>
      <p:sp>
        <p:nvSpPr>
          <p:cNvPr id="14" name="Shape 12"/>
          <p:cNvSpPr/>
          <p:nvPr/>
        </p:nvSpPr>
        <p:spPr>
          <a:xfrm>
            <a:off x="1257300" y="7448550"/>
            <a:ext cx="781050" cy="7810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7553325"/>
            <a:ext cx="781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381250" y="24955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Gizzard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34250" y="2552700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Scala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tán.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381250" y="41148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FlockDB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34250" y="4171950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hệ: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4/2010.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381250" y="57340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Snowflake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334250" y="5791200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Finagle.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2381250" y="73533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Finagle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334250" y="7410450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RPC cho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JVM,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Twitter.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f7163b3f-181f-4a17-a2fa-58cd4f9eda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Từng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cụ,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README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7429500" cy="5905500"/>
          </a:xfrm>
          <a:prstGeom prst="roundRect">
            <a:avLst>
              <a:gd name="adj" fmla="val 5161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8194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36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3600" dirty="0" spc="-1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3600" dirty="0" spc="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3600" dirty="0"/>
          </a:p>
        </p:txBody>
      </p:sp>
      <p:sp>
        <p:nvSpPr>
          <p:cNvPr id="6" name="Text richtext-1792481962008-119400110"/>
          <p:cNvSpPr/>
          <p:nvPr/>
        </p:nvSpPr>
        <p:spPr>
          <a:xfrm>
            <a:off x="1333500" y="3810000"/>
            <a:ext cx="6667500" cy="4191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Gizzard: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Snowflake: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ngưng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FlockDB: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44100" y="2476500"/>
            <a:ext cx="7429500" cy="5905500"/>
          </a:xfrm>
          <a:prstGeom prst="roundRect">
            <a:avLst>
              <a:gd name="adj" fmla="val 5161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63200" y="28194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3600" dirty="0"/>
          </a:p>
        </p:txBody>
      </p:sp>
      <p:sp>
        <p:nvSpPr>
          <p:cNvPr id="9" name="Text richtext-1792481962040-391454254"/>
          <p:cNvSpPr/>
          <p:nvPr/>
        </p:nvSpPr>
        <p:spPr>
          <a:xfrm>
            <a:off x="10363200" y="3810000"/>
            <a:ext cx="6667500" cy="4191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Home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Mixer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Scala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Navi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bằng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Rust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Finagle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Twitter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c3bcbbd-fc3a-4142-8ae5-301f17048d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spc="28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950" b="1" spc="2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54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5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048000" cy="4191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00" y="316230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257550"/>
            <a:ext cx="68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4267200" y="2857500"/>
            <a:ext cx="3048000" cy="4191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316230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3257550"/>
            <a:ext cx="68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7620000" y="2857500"/>
            <a:ext cx="3048000" cy="4191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24800" y="316230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924800" y="3257550"/>
            <a:ext cx="68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0972800" y="2857500"/>
            <a:ext cx="3048000" cy="4191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0" y="316230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277600" y="3257550"/>
            <a:ext cx="68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4325600" y="2857500"/>
            <a:ext cx="3048000" cy="4191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0" y="316230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0" y="3257550"/>
            <a:ext cx="68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300" dirty="0"/>
          </a:p>
        </p:txBody>
      </p:sp>
      <p:sp>
        <p:nvSpPr>
          <p:cNvPr id="19" name="Connector line-1792482000084-800986253"/>
          <p:cNvSpPr/>
          <p:nvPr/>
        </p:nvSpPr>
        <p:spPr>
          <a:xfrm>
            <a:off x="4000500" y="4953000"/>
            <a:ext cx="228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482000084-90214967"/>
          <p:cNvSpPr/>
          <p:nvPr/>
        </p:nvSpPr>
        <p:spPr>
          <a:xfrm>
            <a:off x="7353300" y="4953000"/>
            <a:ext cx="228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482000084-597572834"/>
          <p:cNvSpPr/>
          <p:nvPr/>
        </p:nvSpPr>
        <p:spPr>
          <a:xfrm>
            <a:off x="10706100" y="4953000"/>
            <a:ext cx="228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482000084-11387056"/>
          <p:cNvSpPr/>
          <p:nvPr/>
        </p:nvSpPr>
        <p:spPr>
          <a:xfrm>
            <a:off x="14058900" y="4953000"/>
            <a:ext cx="228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19200" y="4095750"/>
            <a:ext cx="243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19200" y="4762500"/>
            <a:ext cx="24384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kiếm,</a:t>
            </a:r>
            <a:r>
              <a:rPr lang="en-US" sz="22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4572000" y="4095750"/>
            <a:ext cx="243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Gắn</a:t>
            </a:r>
            <a:r>
              <a:rPr lang="en-US" sz="30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trưng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0" y="4762500"/>
            <a:ext cx="24384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6000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2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7924800" y="4095750"/>
            <a:ext cx="243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Chấm</a:t>
            </a:r>
            <a:r>
              <a:rPr lang="en-US" sz="30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924800" y="4762500"/>
            <a:ext cx="24384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ML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tweet.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1277600" y="4095750"/>
            <a:ext cx="243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Lọc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1277600" y="4762500"/>
            <a:ext cx="24384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chặn.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4630400" y="4095750"/>
            <a:ext cx="243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Trộn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4630400" y="4762500"/>
            <a:ext cx="24384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dõi.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914400" y="7715250"/>
            <a:ext cx="1619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Tab</a:t>
            </a:r>
            <a:r>
              <a:rPr lang="en-US" sz="28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Following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8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dõi.</a:t>
            </a:r>
            <a:endParaRPr lang="en-US" sz="2850" dirty="0"/>
          </a:p>
        </p:txBody>
      </p:sp>
      <p:sp>
        <p:nvSpPr>
          <p:cNvPr id="34" name="Shape 3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4dbc69c6-8ce3-4933-b9b9-a047e9aeaf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1950" b="1" spc="27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EARLYBIRD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4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54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0668000" cy="1524000"/>
          </a:xfrm>
          <a:prstGeom prst="roundRect">
            <a:avLst>
              <a:gd name="adj" fmla="val 175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381500"/>
            <a:ext cx="10668000" cy="1524000"/>
          </a:xfrm>
          <a:prstGeom prst="roundRect">
            <a:avLst>
              <a:gd name="adj" fmla="val 175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6191250"/>
            <a:ext cx="10668000" cy="1524000"/>
          </a:xfrm>
          <a:prstGeom prst="roundRect">
            <a:avLst>
              <a:gd name="adj" fmla="val 175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2857500"/>
            <a:ext cx="990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36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33500" y="3467100"/>
            <a:ext cx="990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33500" y="4667250"/>
            <a:ext cx="990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3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33500" y="5276850"/>
            <a:ext cx="990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của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33500" y="6477000"/>
            <a:ext cx="990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33500" y="7086600"/>
            <a:ext cx="990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 thứ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001500" y="2571750"/>
            <a:ext cx="5372100" cy="5143500"/>
          </a:xfrm>
          <a:prstGeom prst="roundRect">
            <a:avLst>
              <a:gd name="adj" fmla="val 5185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0" y="2952750"/>
            <a:ext cx="4610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dirty="0" spc="-3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~50%</a:t>
            </a:r>
            <a:endParaRPr lang="en-US" sz="11250" dirty="0"/>
          </a:p>
        </p:txBody>
      </p:sp>
      <p:sp>
        <p:nvSpPr>
          <p:cNvPr id="15" name="Text 13"/>
          <p:cNvSpPr/>
          <p:nvPr/>
        </p:nvSpPr>
        <p:spPr>
          <a:xfrm>
            <a:off x="12382500" y="4762500"/>
            <a:ext cx="4610100" cy="1333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</a:t>
            </a:r>
            <a:r>
              <a:rPr lang="en-US" sz="27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700" dirty="0" spc="-7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382500" y="6477000"/>
            <a:ext cx="46101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dd8b85d-0641-4b7e-a178-e2e9c5d5d8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54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4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4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4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4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58300" y="2476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5626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58300" y="55626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276225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300" dirty="0"/>
          </a:p>
        </p:txBody>
      </p:sp>
      <p:sp>
        <p:nvSpPr>
          <p:cNvPr id="9" name="Text richtext-1792482032468-624486344"/>
          <p:cNvSpPr/>
          <p:nvPr/>
        </p:nvSpPr>
        <p:spPr>
          <a:xfrm>
            <a:off x="1333500" y="3543300"/>
            <a:ext cx="733425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FlockDB: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tháng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Snowflake: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677400" y="276225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bản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ghim</a:t>
            </a:r>
            <a:endParaRPr lang="en-US" sz="3300" dirty="0"/>
          </a:p>
        </p:txBody>
      </p:sp>
      <p:sp>
        <p:nvSpPr>
          <p:cNvPr id="11" name="Text richtext-1792482032485-303700194"/>
          <p:cNvSpPr/>
          <p:nvPr/>
        </p:nvSpPr>
        <p:spPr>
          <a:xfrm>
            <a:off x="9677400" y="3543300"/>
            <a:ext cx="733425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mở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2025-09-03.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chụp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33500" y="584835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33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300" dirty="0"/>
          </a:p>
        </p:txBody>
      </p:sp>
      <p:sp>
        <p:nvSpPr>
          <p:cNvPr id="13" name="Text richtext-1792482032493-840052740"/>
          <p:cNvSpPr/>
          <p:nvPr/>
        </p:nvSpPr>
        <p:spPr>
          <a:xfrm>
            <a:off x="1333500" y="6629400"/>
            <a:ext cx="733425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4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Twitter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677400" y="584835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300" dirty="0"/>
          </a:p>
        </p:txBody>
      </p:sp>
      <p:sp>
        <p:nvSpPr>
          <p:cNvPr id="15" name="Text richtext-1792482032502-808121274"/>
          <p:cNvSpPr/>
          <p:nvPr/>
        </p:nvSpPr>
        <p:spPr>
          <a:xfrm>
            <a:off x="9677400" y="6629400"/>
            <a:ext cx="733425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quy mô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FlockDB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F3E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71a0899-4404-481f-8c4a-fc50fef123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5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For</a:t>
            </a:r>
            <a:r>
              <a:rPr lang="en-US" sz="7500" dirty="0" spc="-1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You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75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4762500"/>
            <a:ext cx="16459200" cy="3810000"/>
          </a:xfrm>
          <a:prstGeom prst="roundRect">
            <a:avLst>
              <a:gd name="adj" fmla="val 8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50482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Đáp</a:t>
            </a:r>
            <a:r>
              <a:rPr lang="en-US" sz="3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endParaRPr lang="en-US" sz="3000" dirty="0"/>
          </a:p>
        </p:txBody>
      </p:sp>
      <p:sp>
        <p:nvSpPr>
          <p:cNvPr id="6" name="Text richtext-1792482042559-800831581"/>
          <p:cNvSpPr/>
          <p:nvPr/>
        </p:nvSpPr>
        <p:spPr>
          <a:xfrm>
            <a:off x="1333500" y="5810250"/>
            <a:ext cx="15621000" cy="2476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</a:t>
            </a:r>
            <a:r>
              <a:rPr lang="en-US" sz="2850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tweet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trưng,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a8f7cca-a0aa-4e47-bc93-6b7ace2e1f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FLOCKDB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r>
              <a:rPr lang="en-US" sz="54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 hai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5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  <a:gridCol w="548640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Hàng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Cạnh</a:t>
                      </a:r>
                      <a:r>
                        <a:rPr lang="en-US" sz="2850" b="1" dirty="0" spc="-3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"A</a:t>
                      </a:r>
                      <a:r>
                        <a:rPr lang="en-US" sz="285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8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r>
                        <a:rPr lang="en-US" sz="28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B"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6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Trả</a:t>
                      </a:r>
                      <a:r>
                        <a:rPr lang="en-US" sz="285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 câu</a:t>
                      </a:r>
                      <a:r>
                        <a:rPr lang="en-US" sz="28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Hàng</a:t>
                      </a: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xuôi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8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8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8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ai?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Hàng</a:t>
                      </a:r>
                      <a:r>
                        <a:rPr lang="en-US" sz="28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ngược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r>
                        <a:rPr lang="en-US" sz="28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B?</a:t>
                      </a:r>
                      <a:endParaRPr lang="en-US" sz="1200" dirty="0"/>
                    </a:p>
                  </a:txBody>
                  <a:tcPr marL="228600" marR="228600" marT="228600" marB="2286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858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14400" y="75247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7a5fe1d-325e-409d-82e7-b635d6ec6c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4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54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4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4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52578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5100" y="2381250"/>
            <a:ext cx="52578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0" y="2381250"/>
            <a:ext cx="52578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581650"/>
            <a:ext cx="52578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15100" y="5581650"/>
            <a:ext cx="108585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2667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257300" y="35242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0" y="2667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JVM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6858000" y="35242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458700" y="2667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458700" y="35242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57300" y="58674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ML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257300" y="67246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5867400"/>
            <a:ext cx="1009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3300" dirty="0"/>
          </a:p>
        </p:txBody>
      </p:sp>
      <p:sp>
        <p:nvSpPr>
          <p:cNvPr id="18" name="Text richtext-1792482072026-929187509"/>
          <p:cNvSpPr/>
          <p:nvPr/>
        </p:nvSpPr>
        <p:spPr>
          <a:xfrm>
            <a:off x="6858000" y="6534150"/>
            <a:ext cx="1009650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marL="247650" indent="-176931">
              <a:lnSpc>
                <a:spcPts val="273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  <a:p>
            <a:pPr algn="l" marL="247650" indent="-176931">
              <a:lnSpc>
                <a:spcPts val="273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Twitter: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Home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Mixer,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Earlybird,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Navi</a:t>
            </a:r>
            <a:endParaRPr lang="en-US" sz="1950" dirty="0"/>
          </a:p>
          <a:p>
            <a:pPr algn="l" marL="247650" indent="-17693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19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Twitter: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FlockDB,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Gizzard,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Snowflake,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Finagle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0a37b42-3d6c-4b3d-a564-8cf6898304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2026-10-20T07:48:03Z</dcterms:created>
  <dcterms:modified xsi:type="dcterms:W3CDTF">2026-10-20T07:48:03Z</dcterms:modified>
</cp:coreProperties>
</file>