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NoOps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DevOps: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hosting khác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Nhà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lý?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d83c23a-3303-4824-afc6-555be67c9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1203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HOSTING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4107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4874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53340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4107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633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4874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00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64770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53340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07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633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34874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400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0957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7ab36-67c6-44c1-99c5-154748120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714500"/>
            <a:ext cx="15849600" cy="2857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770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4206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Runtime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45bd8f5-ad29-444a-9016-174ad870e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100" b="1" spc="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0005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848850" y="53340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85800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7143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0650" y="77152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3754952-b127-4ac2-91e6-3779bb816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 không</a:t>
            </a:r>
            <a:r>
              <a:rPr lang="en-US" sz="72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 cảnh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chi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 không loại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f49e4a5-0b65-42a4-960c-fb3c49e4dd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nhật?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(theo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Container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 bạn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lý, 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Auto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Lambda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áp dụng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Function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update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Manual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 phiên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ngừng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Đừng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vá: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6dc36ead-65f2-480d-99ad-59c2137707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spc="1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spc="1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NOOPS?</a:t>
            </a:r>
            <a:endParaRPr lang="en-US" sz="2100" dirty="0"/>
          </a:p>
        </p:txBody>
      </p:sp>
      <p:sp>
        <p:nvSpPr>
          <p:cNvPr id="13" name="Text richtext-1792373526592-224548907"/>
          <p:cNvSpPr/>
          <p:nvPr/>
        </p:nvSpPr>
        <p:spPr>
          <a:xfrm>
            <a:off x="12230100" y="3810000"/>
            <a:ext cx="4762500" cy="4572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b897e1-3881-470d-be3f-5b13be4151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8382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19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19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r>
                        <a:rPr lang="en-US" sz="19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Development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 phát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19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Platform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</a:t>
                      </a:r>
                      <a:r>
                        <a:rPr lang="en-US" sz="19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nền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tảng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Function as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Service: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 phần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 phía</a:t>
                      </a:r>
                      <a:r>
                        <a:rPr lang="en-US" sz="19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6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195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Services:</a:t>
                      </a:r>
                      <a:r>
                        <a:rPr lang="en-US" sz="19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 Amazon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1772900" y="2438400"/>
            <a:ext cx="5600700" cy="6400800"/>
          </a:xfrm>
          <a:prstGeom prst="roundRect">
            <a:avLst>
              <a:gd name="adj" fmla="val 4082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153900" y="2724150"/>
            <a:ext cx="4857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541354-606896300"/>
          <p:cNvSpPr/>
          <p:nvPr/>
        </p:nvSpPr>
        <p:spPr>
          <a:xfrm>
            <a:off x="12153900" y="32956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02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c42841d-a786-484e-b746-31db76ed0d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2026-10-19T02:36:28Z</dcterms:created>
  <dcterms:modified xsi:type="dcterms:W3CDTF">2026-10-19T02:36:28Z</dcterms:modified>
</cp:coreProperties>
</file>