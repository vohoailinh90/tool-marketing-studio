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8"/>
      <p:bold r:id="rId17"/>
    </p:embeddedFont>
    <p:embeddedFont>
      <p:font typeface="Bricolage Grotesque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4953000"/>
            <a:ext cx="8191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hàng</a:t>
            </a:r>
            <a:r>
              <a:rPr lang="en-US" sz="28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“đang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giao”.</a:t>
            </a:r>
            <a:r>
              <a:rPr lang="en-US" sz="285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850" dirty="0"/>
          </a:p>
        </p:txBody>
      </p:sp>
      <p:sp>
        <p:nvSpPr>
          <p:cNvPr id="4" name="Connector line-1792234896912-940367005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9144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43250" y="741045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314325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 polling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0" y="741045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8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8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4285" dirty="0"/>
          </a:p>
        </p:txBody>
      </p:sp>
      <p:sp>
        <p:nvSpPr>
          <p:cNvPr id="10" name="Text 8"/>
          <p:cNvSpPr/>
          <p:nvPr/>
        </p:nvSpPr>
        <p:spPr>
          <a:xfrm>
            <a:off x="53340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0" y="741045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3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7620000" y="8115300"/>
            <a:ext cx="209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668000" y="2857500"/>
            <a:ext cx="6477000" cy="2095500"/>
          </a:xfrm>
          <a:custGeom>
            <a:avLst/>
            <a:gdLst/>
            <a:ahLst/>
            <a:cxnLst/>
            <a:rect l="l" t="t" r="r" b="b"/>
            <a:pathLst>
              <a:path w="6477000" h="2095500">
                <a:moveTo>
                  <a:pt x="0" y="2095500"/>
                </a:moveTo>
                <a:cubicBezTo>
                  <a:pt x="1047750" y="2095500"/>
                  <a:pt x="1047750" y="0"/>
                  <a:pt x="2190750" y="0"/>
                </a:cubicBezTo>
                <a:lnTo>
                  <a:pt x="4286250" y="0"/>
                </a:lnTo>
                <a:cubicBezTo>
                  <a:pt x="5429250" y="0"/>
                  <a:pt x="5429250" y="2095500"/>
                  <a:pt x="6477000" y="2095500"/>
                </a:cubicBezTo>
              </a:path>
            </a:pathLst>
          </a:custGeom>
          <a:ln w="57150">
            <a:solidFill>
              <a:srgbClr val="7C9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00" y="4095750"/>
            <a:ext cx="6477000" cy="857250"/>
          </a:xfrm>
          <a:custGeom>
            <a:avLst/>
            <a:gdLst/>
            <a:ahLst/>
            <a:cxnLst/>
            <a:rect l="l" t="t" r="r" b="b"/>
            <a:pathLst>
              <a:path w="6477000" h="857250">
                <a:moveTo>
                  <a:pt x="0" y="857250"/>
                </a:moveTo>
                <a:cubicBezTo>
                  <a:pt x="1047750" y="857250"/>
                  <a:pt x="1047750" y="0"/>
                  <a:pt x="2190750" y="0"/>
                </a:cubicBezTo>
                <a:lnTo>
                  <a:pt x="4286250" y="0"/>
                </a:lnTo>
                <a:cubicBezTo>
                  <a:pt x="5429250" y="0"/>
                  <a:pt x="5429250" y="857250"/>
                  <a:pt x="6477000" y="857250"/>
                </a:cubicBezTo>
              </a:path>
            </a:pathLst>
          </a:custGeom>
          <a:ln w="57150">
            <a:solidFill>
              <a:srgbClr val="FFB4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0" y="4953000"/>
            <a:ext cx="6477000" cy="857250"/>
          </a:xfrm>
          <a:custGeom>
            <a:avLst/>
            <a:gdLst/>
            <a:ahLst/>
            <a:cxnLst/>
            <a:rect l="l" t="t" r="r" b="b"/>
            <a:pathLst>
              <a:path w="6477000" h="857250">
                <a:moveTo>
                  <a:pt x="0" y="0"/>
                </a:moveTo>
                <a:cubicBezTo>
                  <a:pt x="1047750" y="0"/>
                  <a:pt x="1047750" y="857250"/>
                  <a:pt x="2190750" y="857250"/>
                </a:cubicBezTo>
                <a:lnTo>
                  <a:pt x="4286250" y="857250"/>
                </a:lnTo>
                <a:cubicBezTo>
                  <a:pt x="5429250" y="857250"/>
                  <a:pt x="5429250" y="0"/>
                  <a:pt x="6477000" y="0"/>
                </a:cubicBezTo>
              </a:path>
            </a:pathLst>
          </a:custGeom>
          <a:ln w="57150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0" y="4953000"/>
            <a:ext cx="6477000" cy="2095500"/>
          </a:xfrm>
          <a:custGeom>
            <a:avLst/>
            <a:gdLst/>
            <a:ahLst/>
            <a:cxnLst/>
            <a:rect l="l" t="t" r="r" b="b"/>
            <a:pathLst>
              <a:path w="6477000" h="2095500">
                <a:moveTo>
                  <a:pt x="0" y="0"/>
                </a:moveTo>
                <a:cubicBezTo>
                  <a:pt x="1047750" y="0"/>
                  <a:pt x="1047750" y="2095500"/>
                  <a:pt x="2190750" y="2095500"/>
                </a:cubicBezTo>
                <a:lnTo>
                  <a:pt x="4286250" y="2095500"/>
                </a:lnTo>
                <a:cubicBezTo>
                  <a:pt x="5429250" y="2095500"/>
                  <a:pt x="5429250" y="0"/>
                  <a:pt x="6477000" y="0"/>
                </a:cubicBezTo>
              </a:path>
            </a:pathLst>
          </a:custGeom>
          <a:ln w="571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144500" y="2762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11250" y="27622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0" y="2762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144500" y="400050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11250" y="400050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0" y="400050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144500" y="571500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811250" y="57150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0" y="571500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144500" y="695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811250" y="69532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0" y="695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477750" y="23431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polling</a:t>
            </a:r>
            <a:r>
              <a:rPr lang="en-US" sz="1950" dirty="0" spc="-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477750" y="358140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polling</a:t>
            </a:r>
            <a:r>
              <a:rPr lang="en-US" sz="19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477750" y="529590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SSE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477750" y="65341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WebSocket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39400" y="47244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16400" y="4724400"/>
            <a:ext cx="457200" cy="457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Text 34"/>
          <p:cNvSpPr/>
          <p:nvPr/>
        </p:nvSpPr>
        <p:spPr>
          <a:xfrm>
            <a:off x="9715500" y="53340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92500" y="53340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1428750"/>
            <a:ext cx="1047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ngắn,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dài,</a:t>
            </a: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SSE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WebSocket</a:t>
            </a:r>
            <a:endParaRPr lang="en-US" sz="81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63832130-cbd2-4c5e-b95b-ed1f3893f6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99060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tin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77190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hàng</a:t>
            </a:r>
            <a:r>
              <a:rPr lang="en-US" sz="285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“đang</a:t>
            </a:r>
            <a:r>
              <a:rPr lang="en-US" sz="28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giao”.</a:t>
            </a:r>
            <a:r>
              <a:rPr lang="en-US" sz="285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biết,</a:t>
            </a:r>
            <a:r>
              <a:rPr lang="en-US" sz="28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thì</a:t>
            </a:r>
            <a:r>
              <a:rPr lang="en-US" sz="285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238750"/>
            <a:ext cx="95250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6153150"/>
            <a:ext cx="95250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7067550"/>
            <a:ext cx="95250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7981950"/>
            <a:ext cx="9525000" cy="800100"/>
          </a:xfrm>
          <a:prstGeom prst="roundRect">
            <a:avLst>
              <a:gd name="adj" fmla="val 2619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35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66800" y="62674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66800" y="71818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66800" y="80962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866900" y="5238750"/>
            <a:ext cx="838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866900" y="6153150"/>
            <a:ext cx="838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866900" y="7067550"/>
            <a:ext cx="838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SSE</a:t>
            </a:r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866900" y="7981950"/>
            <a:ext cx="838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</a:t>
            </a:r>
            <a:r>
              <a:rPr lang="en-US" sz="27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7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1239500" y="914400"/>
            <a:ext cx="6134100" cy="7867650"/>
          </a:xfrm>
          <a:prstGeom prst="roundRect">
            <a:avLst>
              <a:gd name="adj" fmla="val 5590"/>
            </a:avLst>
          </a:prstGeom>
          <a:solidFill>
            <a:srgbClr val="1F3FD1"/>
          </a:solidFill>
          <a:ln/>
        </p:spPr>
      </p:sp>
      <p:pic>
        <p:nvPicPr>
          <p:cNvPr id="18" name="Moda flattened rect-1792235049933-51450835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3850" y="1409700"/>
            <a:ext cx="723900" cy="7239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72900" y="24955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3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302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1772900" y="2971800"/>
            <a:ext cx="5143500" cy="2476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1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1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1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31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1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1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150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1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1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1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 cầu.</a:t>
            </a:r>
            <a:endParaRPr lang="en-US" sz="3150" dirty="0"/>
          </a:p>
        </p:txBody>
      </p:sp>
      <p:sp>
        <p:nvSpPr>
          <p:cNvPr id="21" name="Shape 18"/>
          <p:cNvSpPr/>
          <p:nvPr/>
        </p:nvSpPr>
        <p:spPr>
          <a:xfrm>
            <a:off x="11772900" y="6572250"/>
            <a:ext cx="5067300" cy="857250"/>
          </a:xfrm>
          <a:custGeom>
            <a:avLst/>
            <a:gdLst/>
            <a:ahLst/>
            <a:cxnLst/>
            <a:rect l="l" t="t" r="r" b="b"/>
            <a:pathLst>
              <a:path w="5067300" h="857250">
                <a:moveTo>
                  <a:pt x="0" y="857250"/>
                </a:moveTo>
                <a:cubicBezTo>
                  <a:pt x="704850" y="857250"/>
                  <a:pt x="704850" y="0"/>
                  <a:pt x="1466850" y="0"/>
                </a:cubicBezTo>
                <a:lnTo>
                  <a:pt x="3600450" y="0"/>
                </a:lnTo>
                <a:cubicBezTo>
                  <a:pt x="4362450" y="0"/>
                  <a:pt x="4362450" y="857250"/>
                  <a:pt x="5067300" y="857250"/>
                </a:cubicBezTo>
              </a:path>
            </a:pathLst>
          </a:custGeom>
          <a:ln w="47625">
            <a:solidFill>
              <a:srgbClr val="BFCB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772900" y="7096125"/>
            <a:ext cx="5067300" cy="333375"/>
          </a:xfrm>
          <a:custGeom>
            <a:avLst/>
            <a:gdLst/>
            <a:ahLst/>
            <a:cxnLst/>
            <a:rect l="l" t="t" r="r" b="b"/>
            <a:pathLst>
              <a:path w="5067300" h="333375">
                <a:moveTo>
                  <a:pt x="0" y="333375"/>
                </a:moveTo>
                <a:cubicBezTo>
                  <a:pt x="704850" y="333375"/>
                  <a:pt x="704850" y="0"/>
                  <a:pt x="1466850" y="0"/>
                </a:cubicBezTo>
                <a:lnTo>
                  <a:pt x="3600450" y="0"/>
                </a:lnTo>
                <a:cubicBezTo>
                  <a:pt x="4362450" y="0"/>
                  <a:pt x="4362450" y="333375"/>
                  <a:pt x="5067300" y="333375"/>
                </a:cubicBezTo>
              </a:path>
            </a:pathLst>
          </a:custGeom>
          <a:ln w="47625">
            <a:solidFill>
              <a:srgbClr val="FFD0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772900" y="7429500"/>
            <a:ext cx="5067300" cy="333375"/>
          </a:xfrm>
          <a:custGeom>
            <a:avLst/>
            <a:gdLst/>
            <a:ahLst/>
            <a:cxnLst/>
            <a:rect l="l" t="t" r="r" b="b"/>
            <a:pathLst>
              <a:path w="5067300" h="333375">
                <a:moveTo>
                  <a:pt x="0" y="0"/>
                </a:moveTo>
                <a:cubicBezTo>
                  <a:pt x="704850" y="0"/>
                  <a:pt x="704850" y="333375"/>
                  <a:pt x="1466850" y="333375"/>
                </a:cubicBezTo>
                <a:lnTo>
                  <a:pt x="3600450" y="333375"/>
                </a:lnTo>
                <a:cubicBezTo>
                  <a:pt x="4362450" y="333375"/>
                  <a:pt x="4362450" y="0"/>
                  <a:pt x="5067300" y="0"/>
                </a:cubicBezTo>
              </a:path>
            </a:pathLst>
          </a:custGeom>
          <a:ln w="47625">
            <a:solidFill>
              <a:srgbClr val="8FF0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772900" y="7429500"/>
            <a:ext cx="5067300" cy="857250"/>
          </a:xfrm>
          <a:custGeom>
            <a:avLst/>
            <a:gdLst/>
            <a:ahLst/>
            <a:cxnLst/>
            <a:rect l="l" t="t" r="r" b="b"/>
            <a:pathLst>
              <a:path w="5067300" h="857250">
                <a:moveTo>
                  <a:pt x="0" y="0"/>
                </a:moveTo>
                <a:cubicBezTo>
                  <a:pt x="704850" y="0"/>
                  <a:pt x="704850" y="857250"/>
                  <a:pt x="1466850" y="857250"/>
                </a:cubicBezTo>
                <a:lnTo>
                  <a:pt x="3600450" y="857250"/>
                </a:lnTo>
                <a:cubicBezTo>
                  <a:pt x="4362450" y="857250"/>
                  <a:pt x="4362450" y="0"/>
                  <a:pt x="5067300" y="0"/>
                </a:cubicBezTo>
              </a:path>
            </a:pathLst>
          </a:custGeom>
          <a:ln w="47625">
            <a:solidFill>
              <a:srgbClr val="FFA08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639550" y="7296150"/>
            <a:ext cx="266700" cy="2667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6706850" y="7296150"/>
            <a:ext cx="266700" cy="2667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Connector line-1792235049962-77916711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90c7fdd2-4621-4326-b849-32ed80e0d47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/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r>
              <a:rPr lang="en-US" sz="8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300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1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lượt,</a:t>
            </a:r>
            <a:r>
              <a:rPr lang="en-US" sz="27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7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tin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4572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2100" dirty="0" spc="-1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1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1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6096000"/>
            <a:ext cx="7239000" cy="2476500"/>
          </a:xfrm>
          <a:prstGeom prst="roundRect">
            <a:avLst>
              <a:gd name="adj" fmla="val 10769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64389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3500" y="6896100"/>
            <a:ext cx="640080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giúp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hơn,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0125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28750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Connector line-1792235065643-103592103"/>
          <p:cNvSpPr/>
          <p:nvPr/>
        </p:nvSpPr>
        <p:spPr>
          <a:xfrm>
            <a:off x="10953750" y="1790700"/>
            <a:ext cx="0" cy="62103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4" name="Connector line-1792235065643-517661005"/>
          <p:cNvSpPr/>
          <p:nvPr/>
        </p:nvSpPr>
        <p:spPr>
          <a:xfrm>
            <a:off x="15240000" y="1790700"/>
            <a:ext cx="0" cy="62103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096625" y="23431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 tin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mới?</a:t>
            </a:r>
            <a:endParaRPr lang="en-US" sz="2100" dirty="0"/>
          </a:p>
        </p:txBody>
      </p:sp>
      <p:sp>
        <p:nvSpPr>
          <p:cNvPr id="16" name="Connector line-1792235065650-487343007"/>
          <p:cNvSpPr/>
          <p:nvPr/>
        </p:nvSpPr>
        <p:spPr>
          <a:xfrm>
            <a:off x="11144250" y="2762250"/>
            <a:ext cx="3905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11096625" y="29718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1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endParaRPr lang="en-US" sz="2100" dirty="0"/>
          </a:p>
        </p:txBody>
      </p:sp>
      <p:sp>
        <p:nvSpPr>
          <p:cNvPr id="18" name="Connector line-1792235065656-841397238"/>
          <p:cNvSpPr/>
          <p:nvPr/>
        </p:nvSpPr>
        <p:spPr>
          <a:xfrm flipH="1">
            <a:off x="11144250" y="3390900"/>
            <a:ext cx="39052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11096625" y="375285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đợi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096625" y="41529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 tin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mới?</a:t>
            </a:r>
            <a:endParaRPr lang="en-US" sz="2100" dirty="0"/>
          </a:p>
        </p:txBody>
      </p:sp>
      <p:sp>
        <p:nvSpPr>
          <p:cNvPr id="21" name="Connector line-1792235065672-281679035"/>
          <p:cNvSpPr/>
          <p:nvPr/>
        </p:nvSpPr>
        <p:spPr>
          <a:xfrm>
            <a:off x="11144250" y="4572000"/>
            <a:ext cx="3905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2" name="Text 20"/>
          <p:cNvSpPr/>
          <p:nvPr/>
        </p:nvSpPr>
        <p:spPr>
          <a:xfrm>
            <a:off x="11096625" y="47815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1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endParaRPr lang="en-US" sz="2100" dirty="0"/>
          </a:p>
        </p:txBody>
      </p:sp>
      <p:sp>
        <p:nvSpPr>
          <p:cNvPr id="23" name="Connector line-1792235065679-696355672"/>
          <p:cNvSpPr/>
          <p:nvPr/>
        </p:nvSpPr>
        <p:spPr>
          <a:xfrm flipH="1">
            <a:off x="11144250" y="5200650"/>
            <a:ext cx="39052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24" name="Text 22"/>
          <p:cNvSpPr/>
          <p:nvPr/>
        </p:nvSpPr>
        <p:spPr>
          <a:xfrm>
            <a:off x="11096625" y="55626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đợi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096625" y="59626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 tin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mới?</a:t>
            </a:r>
            <a:endParaRPr lang="en-US" sz="2100" dirty="0"/>
          </a:p>
        </p:txBody>
      </p:sp>
      <p:sp>
        <p:nvSpPr>
          <p:cNvPr id="26" name="Connector line-1792235065689-326418169"/>
          <p:cNvSpPr/>
          <p:nvPr/>
        </p:nvSpPr>
        <p:spPr>
          <a:xfrm>
            <a:off x="11144250" y="6381750"/>
            <a:ext cx="3905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11715750" y="6572250"/>
            <a:ext cx="276225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28" name="Connector line-1792235065691-783419349"/>
          <p:cNvSpPr/>
          <p:nvPr/>
        </p:nvSpPr>
        <p:spPr>
          <a:xfrm flipH="1">
            <a:off x="11144250" y="7200900"/>
            <a:ext cx="3905250" cy="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triangle" w="sm" len="sm"/>
          </a:ln>
        </p:spPr>
      </p:sp>
      <p:sp>
        <p:nvSpPr>
          <p:cNvPr id="29" name="Text 27"/>
          <p:cNvSpPr/>
          <p:nvPr/>
        </p:nvSpPr>
        <p:spPr>
          <a:xfrm>
            <a:off x="9525000" y="8267700"/>
            <a:ext cx="714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800" dirty="0"/>
          </a:p>
        </p:txBody>
      </p:sp>
      <p:sp>
        <p:nvSpPr>
          <p:cNvPr id="30" name="Connector line-1792235065699-3201785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7f4e96b1-d187-4b29-bb04-b7687c16bc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3000" dirty="0" spc="-1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000" dirty="0" spc="-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tin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r>
              <a:rPr lang="en-US" sz="2700" dirty="0" spc="-2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700" dirty="0" spc="-3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334000"/>
            <a:ext cx="66675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2100" dirty="0" spc="-1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1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hỏi,</a:t>
            </a:r>
            <a:r>
              <a:rPr lang="en-US" sz="2100" dirty="0" spc="-8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1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100" dirty="0" spc="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1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6477000"/>
            <a:ext cx="7239000" cy="2095500"/>
          </a:xfrm>
          <a:prstGeom prst="roundRect">
            <a:avLst>
              <a:gd name="adj" fmla="val 12727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68008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3500" y="7258050"/>
            <a:ext cx="64008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nguyên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0125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28750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Connector line-1792235094466-498253330"/>
          <p:cNvSpPr/>
          <p:nvPr/>
        </p:nvSpPr>
        <p:spPr>
          <a:xfrm>
            <a:off x="10953750" y="1790700"/>
            <a:ext cx="0" cy="62103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4" name="Connector line-1792235094466-152400925"/>
          <p:cNvSpPr/>
          <p:nvPr/>
        </p:nvSpPr>
        <p:spPr>
          <a:xfrm>
            <a:off x="15240000" y="1790700"/>
            <a:ext cx="0" cy="62103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668000" y="2762250"/>
            <a:ext cx="571500" cy="25717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954250" y="2762250"/>
            <a:ext cx="571500" cy="25717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0" y="6572250"/>
            <a:ext cx="571500" cy="10477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54250" y="6572250"/>
            <a:ext cx="571500" cy="1047750"/>
          </a:xfrm>
          <a:prstGeom prst="roundRect">
            <a:avLst>
              <a:gd name="adj" fmla="val 26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762375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19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95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668625" y="3667125"/>
            <a:ext cx="1619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1950" dirty="0" spc="6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1950" dirty="0" spc="-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096625" y="23431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 tin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mới?</a:t>
            </a:r>
            <a:endParaRPr lang="en-US" sz="2100" dirty="0"/>
          </a:p>
        </p:txBody>
      </p:sp>
      <p:sp>
        <p:nvSpPr>
          <p:cNvPr id="22" name="Connector line-1792235094501-304833492"/>
          <p:cNvSpPr/>
          <p:nvPr/>
        </p:nvSpPr>
        <p:spPr>
          <a:xfrm>
            <a:off x="11334750" y="2762250"/>
            <a:ext cx="3524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11334750" y="37719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668125" y="4705350"/>
            <a:ext cx="28575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/</a:t>
            </a:r>
            <a:r>
              <a:rPr lang="en-US" sz="19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25" name="Connector line-1792235094513-635913745"/>
          <p:cNvSpPr/>
          <p:nvPr/>
        </p:nvSpPr>
        <p:spPr>
          <a:xfrm flipH="1">
            <a:off x="11334750" y="5334000"/>
            <a:ext cx="3524250" cy="0"/>
          </a:xfrm>
          <a:prstGeom prst="line">
            <a:avLst/>
          </a:prstGeom>
          <a:noFill/>
          <a:ln w="76200">
            <a:solidFill>
              <a:srgbClr val="B45309"/>
            </a:solidFill>
            <a:prstDash val="solid"/>
            <a:headEnd type="none"/>
            <a:tailEnd type="triangle" w="sm" len="sm"/>
          </a:ln>
        </p:spPr>
      </p:sp>
      <p:sp>
        <p:nvSpPr>
          <p:cNvPr id="26" name="Text 24"/>
          <p:cNvSpPr/>
          <p:nvPr/>
        </p:nvSpPr>
        <p:spPr>
          <a:xfrm>
            <a:off x="11096625" y="60960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1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100" dirty="0"/>
          </a:p>
        </p:txBody>
      </p:sp>
      <p:sp>
        <p:nvSpPr>
          <p:cNvPr id="27" name="Connector line-1792235094525-927654647"/>
          <p:cNvSpPr/>
          <p:nvPr/>
        </p:nvSpPr>
        <p:spPr>
          <a:xfrm>
            <a:off x="11334750" y="6572250"/>
            <a:ext cx="3524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8" name="Text 26"/>
          <p:cNvSpPr/>
          <p:nvPr/>
        </p:nvSpPr>
        <p:spPr>
          <a:xfrm>
            <a:off x="11334750" y="69342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lại chờ…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25000" y="8267700"/>
            <a:ext cx="714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800" dirty="0"/>
          </a:p>
        </p:txBody>
      </p:sp>
      <p:sp>
        <p:nvSpPr>
          <p:cNvPr id="30" name="Connector line-1792235094541-25932269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d111ffb4-8696-476c-a605-8def8442e1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SSE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30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300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30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HTTP;</a:t>
            </a:r>
            <a:r>
              <a:rPr lang="en-US" sz="27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4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qua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dirty="0" spc="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762500"/>
            <a:ext cx="53340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29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gửi,</a:t>
            </a:r>
            <a:r>
              <a:rPr lang="en-US" sz="2100" dirty="0" spc="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100" dirty="0" spc="-1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10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5905500"/>
            <a:ext cx="7239000" cy="2667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62293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6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3500" y="6686550"/>
            <a:ext cx="64008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0125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28750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Connector line-1792235095555-633025299"/>
          <p:cNvSpPr/>
          <p:nvPr/>
        </p:nvSpPr>
        <p:spPr>
          <a:xfrm>
            <a:off x="10953750" y="1790700"/>
            <a:ext cx="0" cy="63055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4" name="Connector line-1792235095556-241351358"/>
          <p:cNvSpPr/>
          <p:nvPr/>
        </p:nvSpPr>
        <p:spPr>
          <a:xfrm>
            <a:off x="15240000" y="1790700"/>
            <a:ext cx="0" cy="63055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096625" y="23431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SSE</a:t>
            </a:r>
            <a:endParaRPr lang="en-US" sz="2100" dirty="0"/>
          </a:p>
        </p:txBody>
      </p:sp>
      <p:sp>
        <p:nvSpPr>
          <p:cNvPr id="16" name="Connector line-1792235095565-755170615"/>
          <p:cNvSpPr/>
          <p:nvPr/>
        </p:nvSpPr>
        <p:spPr>
          <a:xfrm>
            <a:off x="11144250" y="2762250"/>
            <a:ext cx="3905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Shape 15"/>
          <p:cNvSpPr/>
          <p:nvPr/>
        </p:nvSpPr>
        <p:spPr>
          <a:xfrm>
            <a:off x="11334750" y="3162300"/>
            <a:ext cx="3524250" cy="4095750"/>
          </a:xfrm>
          <a:prstGeom prst="roundRect">
            <a:avLst>
              <a:gd name="adj" fmla="val 7568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4750" y="33147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luồng</a:t>
            </a:r>
            <a:r>
              <a:rPr lang="en-US" sz="180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r>
              <a:rPr lang="en-US" sz="1800" dirty="0" spc="5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1800" dirty="0" spc="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34750" y="41529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Đơn</a:t>
            </a:r>
            <a:r>
              <a:rPr lang="en-US" sz="19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9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1950" dirty="0"/>
          </a:p>
        </p:txBody>
      </p:sp>
      <p:sp>
        <p:nvSpPr>
          <p:cNvPr id="20" name="Connector line-1792235095585-715402903"/>
          <p:cNvSpPr/>
          <p:nvPr/>
        </p:nvSpPr>
        <p:spPr>
          <a:xfrm flipH="1">
            <a:off x="11144250" y="4572000"/>
            <a:ext cx="390525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21" name="Text 19"/>
          <p:cNvSpPr/>
          <p:nvPr/>
        </p:nvSpPr>
        <p:spPr>
          <a:xfrm>
            <a:off x="11334750" y="520065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Đang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22" name="Connector line-1792235095594-927137559"/>
          <p:cNvSpPr/>
          <p:nvPr/>
        </p:nvSpPr>
        <p:spPr>
          <a:xfrm flipH="1">
            <a:off x="11144250" y="5619750"/>
            <a:ext cx="390525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23" name="Text 21"/>
          <p:cNvSpPr/>
          <p:nvPr/>
        </p:nvSpPr>
        <p:spPr>
          <a:xfrm>
            <a:off x="11334750" y="62484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Đã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endParaRPr lang="en-US" sz="1950" dirty="0"/>
          </a:p>
        </p:txBody>
      </p:sp>
      <p:sp>
        <p:nvSpPr>
          <p:cNvPr id="24" name="Connector line-1792235095604-137111534"/>
          <p:cNvSpPr/>
          <p:nvPr/>
        </p:nvSpPr>
        <p:spPr>
          <a:xfrm flipH="1">
            <a:off x="11144250" y="6667500"/>
            <a:ext cx="390525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25" name="Text 23"/>
          <p:cNvSpPr/>
          <p:nvPr/>
        </p:nvSpPr>
        <p:spPr>
          <a:xfrm>
            <a:off x="10810875" y="75057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Hủy đơn: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r>
              <a:rPr lang="en-US" sz="19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1950" dirty="0"/>
          </a:p>
        </p:txBody>
      </p:sp>
      <p:sp>
        <p:nvSpPr>
          <p:cNvPr id="26" name="Connector line-1792235095615-475197264"/>
          <p:cNvSpPr/>
          <p:nvPr/>
        </p:nvSpPr>
        <p:spPr>
          <a:xfrm>
            <a:off x="11144250" y="7943850"/>
            <a:ext cx="3905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9525000" y="8305800"/>
            <a:ext cx="714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800" dirty="0"/>
          </a:p>
        </p:txBody>
      </p:sp>
      <p:sp>
        <p:nvSpPr>
          <p:cNvPr id="28" name="Connector line-1792235095623-58944982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2076166d-31f3-4bd4-94c8-424133cc96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820"/>
              </a:lnSpc>
              <a:buNone/>
            </a:pPr>
            <a:r>
              <a:rPr lang="en-US" sz="84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Trao</a:t>
            </a:r>
            <a:r>
              <a:rPr lang="en-US" sz="3000" dirty="0" spc="14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1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-3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7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chủ</a:t>
            </a:r>
            <a:r>
              <a:rPr lang="en-US" sz="27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4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762500"/>
            <a:ext cx="51435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1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1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100" dirty="0" spc="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21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100" dirty="0" spc="37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5905500"/>
            <a:ext cx="7239000" cy="2667000"/>
          </a:xfrm>
          <a:prstGeom prst="roundRect">
            <a:avLst>
              <a:gd name="adj" fmla="val 1000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62293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5" kern="0" dirty="0">
                <a:solidFill>
                  <a:srgbClr val="C23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650" b="1" spc="225" kern="0" dirty="0">
                <a:solidFill>
                  <a:srgbClr val="C23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3500" y="6686550"/>
            <a:ext cx="64008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tục;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khi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572500" y="914400"/>
            <a:ext cx="8801100" cy="7905750"/>
          </a:xfrm>
          <a:prstGeom prst="roundRect">
            <a:avLst>
              <a:gd name="adj" fmla="val 38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0125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287500" y="121920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3" name="Connector line-1792235120691-223134845"/>
          <p:cNvSpPr/>
          <p:nvPr/>
        </p:nvSpPr>
        <p:spPr>
          <a:xfrm>
            <a:off x="10953750" y="1790700"/>
            <a:ext cx="0" cy="63055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4" name="Connector line-1792235120691-76026667"/>
          <p:cNvSpPr/>
          <p:nvPr/>
        </p:nvSpPr>
        <p:spPr>
          <a:xfrm>
            <a:off x="15240000" y="1790700"/>
            <a:ext cx="0" cy="630555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1096625" y="224790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7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1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6" name="Connector line-1792235120702-718203864"/>
          <p:cNvSpPr/>
          <p:nvPr/>
        </p:nvSpPr>
        <p:spPr>
          <a:xfrm>
            <a:off x="11144250" y="2667000"/>
            <a:ext cx="3905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11096625" y="28765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 thành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endParaRPr lang="en-US" sz="2100" dirty="0"/>
          </a:p>
        </p:txBody>
      </p:sp>
      <p:sp>
        <p:nvSpPr>
          <p:cNvPr id="18" name="Connector line-1792235120713-125995104"/>
          <p:cNvSpPr/>
          <p:nvPr/>
        </p:nvSpPr>
        <p:spPr>
          <a:xfrm flipH="1">
            <a:off x="11144250" y="3295650"/>
            <a:ext cx="39052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9" name="Shape 17"/>
          <p:cNvSpPr/>
          <p:nvPr/>
        </p:nvSpPr>
        <p:spPr>
          <a:xfrm>
            <a:off x="11334750" y="3733800"/>
            <a:ext cx="3524250" cy="3905250"/>
          </a:xfrm>
          <a:prstGeom prst="roundRect">
            <a:avLst>
              <a:gd name="adj" fmla="val 7568"/>
            </a:avLst>
          </a:prstGeom>
          <a:solidFill>
            <a:srgbClr val="F8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4750" y="3886200"/>
            <a:ext cx="3524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0" kern="0">
                <a:solidFill>
                  <a:srgbClr val="C23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kênh</a:t>
            </a:r>
            <a:r>
              <a:rPr lang="en-US" sz="1800" dirty="0" spc="0" kern="0">
                <a:solidFill>
                  <a:srgbClr val="C23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800" dirty="0" spc="-1" kern="0">
                <a:solidFill>
                  <a:srgbClr val="C23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334750" y="45339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2" name="Connector line-1792235120736-472297067"/>
          <p:cNvSpPr/>
          <p:nvPr/>
        </p:nvSpPr>
        <p:spPr>
          <a:xfrm flipH="1">
            <a:off x="11144250" y="4953000"/>
            <a:ext cx="390525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triangle" w="sm" len="sm"/>
          </a:ln>
        </p:spPr>
      </p:sp>
      <p:sp>
        <p:nvSpPr>
          <p:cNvPr id="23" name="Text 21"/>
          <p:cNvSpPr/>
          <p:nvPr/>
        </p:nvSpPr>
        <p:spPr>
          <a:xfrm>
            <a:off x="11334750" y="558165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19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1950" dirty="0"/>
          </a:p>
        </p:txBody>
      </p:sp>
      <p:sp>
        <p:nvSpPr>
          <p:cNvPr id="24" name="Connector line-1792235120746-981283247"/>
          <p:cNvSpPr/>
          <p:nvPr/>
        </p:nvSpPr>
        <p:spPr>
          <a:xfrm>
            <a:off x="11144250" y="6000750"/>
            <a:ext cx="390525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triangle" w="sm" len="sm"/>
          </a:ln>
        </p:spPr>
      </p:sp>
      <p:sp>
        <p:nvSpPr>
          <p:cNvPr id="25" name="Text 23"/>
          <p:cNvSpPr/>
          <p:nvPr/>
        </p:nvSpPr>
        <p:spPr>
          <a:xfrm>
            <a:off x="11334750" y="6629400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Tin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950" dirty="0"/>
          </a:p>
        </p:txBody>
      </p:sp>
      <p:sp>
        <p:nvSpPr>
          <p:cNvPr id="26" name="Connector line-1792235120757-249471696"/>
          <p:cNvSpPr/>
          <p:nvPr/>
        </p:nvSpPr>
        <p:spPr>
          <a:xfrm flipH="1">
            <a:off x="11144250" y="7048500"/>
            <a:ext cx="3905250" cy="0"/>
          </a:xfrm>
          <a:prstGeom prst="line">
            <a:avLst/>
          </a:prstGeom>
          <a:noFill/>
          <a:ln w="76200">
            <a:solidFill>
              <a:srgbClr val="E8472B"/>
            </a:solidFill>
            <a:prstDash val="solid"/>
            <a:headEnd type="none"/>
            <a:tailEnd type="triangle" w="sm" len="sm"/>
          </a:ln>
        </p:spPr>
      </p:sp>
      <p:sp>
        <p:nvSpPr>
          <p:cNvPr id="27" name="Text 25"/>
          <p:cNvSpPr/>
          <p:nvPr/>
        </p:nvSpPr>
        <p:spPr>
          <a:xfrm>
            <a:off x="9525000" y="8305800"/>
            <a:ext cx="714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dirty="0" spc="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800" dirty="0"/>
          </a:p>
        </p:txBody>
      </p:sp>
      <p:sp>
        <p:nvSpPr>
          <p:cNvPr id="28" name="Connector line-1792235120767-33187864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95cdbafb-10ed-4af5-ad0e-96d2f7b10d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3335000" cy="1047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219200"/>
          </a:xfrm>
          <a:prstGeom prst="roundRect">
            <a:avLst>
              <a:gd name="adj" fmla="val 20312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943350"/>
            <a:ext cx="16459200" cy="1219200"/>
          </a:xfrm>
          <a:prstGeom prst="roundRect">
            <a:avLst>
              <a:gd name="adj" fmla="val 20312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314950"/>
            <a:ext cx="16459200" cy="1219200"/>
          </a:xfrm>
          <a:prstGeom prst="roundRect">
            <a:avLst>
              <a:gd name="adj" fmla="val 20312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686550"/>
            <a:ext cx="16459200" cy="1219200"/>
          </a:xfrm>
          <a:prstGeom prst="roundRect">
            <a:avLst>
              <a:gd name="adj" fmla="val 20312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8956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42672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57300" y="56388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7300" y="701040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71700" y="2571750"/>
            <a:ext cx="8572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Chấp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71700" y="3943350"/>
            <a:ext cx="8572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0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71700" y="5314950"/>
            <a:ext cx="8572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71700" y="6686550"/>
            <a:ext cx="8572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Trao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953750" y="27432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53750" y="41148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53750" y="54864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53750" y="68580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335000" y="2847975"/>
            <a:ext cx="36957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</a:t>
            </a: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335000" y="4219575"/>
            <a:ext cx="3695700" cy="666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335000" y="5591175"/>
            <a:ext cx="3695700" cy="666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335000" y="6962775"/>
            <a:ext cx="3695700" cy="666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14400" y="8115300"/>
            <a:ext cx="16459200" cy="990600"/>
          </a:xfrm>
          <a:prstGeom prst="roundRect">
            <a:avLst>
              <a:gd name="adj" fmla="val 25000"/>
            </a:avLst>
          </a:prstGeom>
          <a:solidFill>
            <a:srgbClr val="F3DFB8"/>
          </a:solidFill>
          <a:ln/>
        </p:spPr>
      </p:sp>
      <p:pic>
        <p:nvPicPr>
          <p:cNvPr id="25" name="Moda flattened rect-1792235122424-22514205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8362950"/>
            <a:ext cx="495300" cy="4953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943100" y="8115300"/>
            <a:ext cx="15049500" cy="9906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chọn;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 xét.</a:t>
            </a:r>
            <a:endParaRPr lang="en-US" sz="2250" dirty="0"/>
          </a:p>
        </p:txBody>
      </p:sp>
      <p:sp>
        <p:nvSpPr>
          <p:cNvPr id="27" name="Connector line-1792235122438-2701933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9" name="Connector line-1792235235930-329499503"/>
          <p:cNvSpPr/>
          <p:nvPr/>
        </p:nvSpPr>
        <p:spPr>
          <a:xfrm>
            <a:off x="11144250" y="3181350"/>
            <a:ext cx="1905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40" name="Connector line-1792235235931-75672049"/>
          <p:cNvSpPr/>
          <p:nvPr/>
        </p:nvSpPr>
        <p:spPr>
          <a:xfrm>
            <a:off x="11144250" y="4552950"/>
            <a:ext cx="1905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41" name="Connector line-1792235235931-374726545"/>
          <p:cNvSpPr/>
          <p:nvPr/>
        </p:nvSpPr>
        <p:spPr>
          <a:xfrm>
            <a:off x="11144250" y="5924550"/>
            <a:ext cx="1905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42" name="Connector line-1792235235931-531526895"/>
          <p:cNvSpPr/>
          <p:nvPr/>
        </p:nvSpPr>
        <p:spPr>
          <a:xfrm>
            <a:off x="11144250" y="7296150"/>
            <a:ext cx="1905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df3bb5be-e24e-4a54-a434-e08652c5ba2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Connector line-1792235153957-51646509"/>
          <p:cNvSpPr/>
          <p:nvPr/>
        </p:nvSpPr>
        <p:spPr>
          <a:xfrm>
            <a:off x="914400" y="3238500"/>
            <a:ext cx="51816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" name="Connector line-1792235153957-281946587"/>
          <p:cNvSpPr/>
          <p:nvPr/>
        </p:nvSpPr>
        <p:spPr>
          <a:xfrm>
            <a:off x="6553200" y="3238500"/>
            <a:ext cx="51816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235153957-309190278"/>
          <p:cNvSpPr/>
          <p:nvPr/>
        </p:nvSpPr>
        <p:spPr>
          <a:xfrm>
            <a:off x="12192000" y="3238500"/>
            <a:ext cx="51816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04875" y="3133725"/>
            <a:ext cx="209550" cy="20955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3675" y="3133725"/>
            <a:ext cx="209550" cy="20955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82475" y="3133725"/>
            <a:ext cx="209550" cy="209550"/>
          </a:xfrm>
          <a:prstGeom prst="ellipse">
            <a:avLst/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600450"/>
            <a:ext cx="5181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Polling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6553200" y="3600450"/>
            <a:ext cx="5181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SSE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12192000" y="3600450"/>
            <a:ext cx="5181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dirty="0" spc="-2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4050" dirty="0"/>
          </a:p>
        </p:txBody>
      </p:sp>
      <p:sp>
        <p:nvSpPr>
          <p:cNvPr id="13" name="Text 11"/>
          <p:cNvSpPr/>
          <p:nvPr/>
        </p:nvSpPr>
        <p:spPr>
          <a:xfrm>
            <a:off x="914400" y="4438650"/>
            <a:ext cx="5181600" cy="3048000"/>
          </a:xfrm>
          <a:prstGeom prst="rect">
            <a:avLst/>
          </a:prstGeom>
          <a:noFill/>
          <a:ln/>
        </p:spPr>
        <p:txBody>
          <a:bodyPr wrap="square" lIns="0" tIns="1413" rIns="0" bIns="-141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 lỗi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long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polling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mới;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2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2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553200" y="4438650"/>
            <a:ext cx="5181600" cy="3048000"/>
          </a:xfrm>
          <a:prstGeom prst="rect">
            <a:avLst/>
          </a:prstGeom>
          <a:noFill/>
          <a:ln/>
        </p:spPr>
        <p:txBody>
          <a:bodyPr wrap="square" lIns="0" tIns="1413" rIns="0" bIns="-141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EventSource,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25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Last-Event-ID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2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nhận;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25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 hoặc</a:t>
            </a:r>
            <a:r>
              <a:rPr lang="en-US" sz="2250" dirty="0" spc="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hiện</a:t>
            </a:r>
            <a:r>
              <a:rPr lang="en-US" sz="22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192000" y="4438650"/>
            <a:ext cx="5181600" cy="3048000"/>
          </a:xfrm>
          <a:prstGeom prst="rect">
            <a:avLst/>
          </a:prstGeom>
          <a:noFill/>
          <a:ln/>
        </p:spPr>
        <p:txBody>
          <a:bodyPr wrap="square" lIns="0" tIns="1413" rIns="0" bIns="-141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2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2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dirty="0" spc="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r>
              <a:rPr lang="en-US" sz="225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timeout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gian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ảnh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2250" dirty="0"/>
          </a:p>
        </p:txBody>
      </p:sp>
      <p:sp>
        <p:nvSpPr>
          <p:cNvPr id="16" name="Connector line-1792235154050-262651283"/>
          <p:cNvSpPr/>
          <p:nvPr/>
        </p:nvSpPr>
        <p:spPr>
          <a:xfrm>
            <a:off x="914400" y="790575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14400" y="81724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 lấy lại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6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3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lỡ.</a:t>
            </a:r>
            <a:endParaRPr lang="en-US" sz="3600" dirty="0"/>
          </a:p>
        </p:txBody>
      </p:sp>
      <p:sp>
        <p:nvSpPr>
          <p:cNvPr id="18" name="Connector line-1792235154065-5055387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60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60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6f4a6f7-91a6-473d-b7b5-6b85a9d98b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9525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5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Trong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SSE,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 khi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 luồng, phía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850" dirty="0" spc="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286250"/>
            <a:ext cx="8991600" cy="4476750"/>
          </a:xfrm>
          <a:prstGeom prst="roundRect">
            <a:avLst>
              <a:gd name="adj" fmla="val 68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6875" y="4533900"/>
            <a:ext cx="18097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43775" y="4533900"/>
            <a:ext cx="1809750" cy="5143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8" name="Connector line-1792235155222-405319241"/>
          <p:cNvSpPr/>
          <p:nvPr/>
        </p:nvSpPr>
        <p:spPr>
          <a:xfrm>
            <a:off x="2571750" y="5048250"/>
            <a:ext cx="0" cy="34290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9" name="Connector line-1792235155222-144983884"/>
          <p:cNvSpPr/>
          <p:nvPr/>
        </p:nvSpPr>
        <p:spPr>
          <a:xfrm>
            <a:off x="8248650" y="5048250"/>
            <a:ext cx="0" cy="3429000"/>
          </a:xfrm>
          <a:prstGeom prst="line">
            <a:avLst/>
          </a:prstGeom>
          <a:noFill/>
          <a:ln w="28575">
            <a:solidFill>
              <a:srgbClr val="C9C2B2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2762250" y="5695950"/>
            <a:ext cx="529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Đơn</a:t>
            </a:r>
            <a:r>
              <a:rPr lang="en-US" sz="19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19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1950" dirty="0"/>
          </a:p>
        </p:txBody>
      </p:sp>
      <p:sp>
        <p:nvSpPr>
          <p:cNvPr id="11" name="Connector line-1792235155236-305581605"/>
          <p:cNvSpPr/>
          <p:nvPr/>
        </p:nvSpPr>
        <p:spPr>
          <a:xfrm flipH="1">
            <a:off x="2800350" y="6115050"/>
            <a:ext cx="52578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12" name="Text 10"/>
          <p:cNvSpPr/>
          <p:nvPr/>
        </p:nvSpPr>
        <p:spPr>
          <a:xfrm>
            <a:off x="2762250" y="6648450"/>
            <a:ext cx="529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Đang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13" name="Connector line-1792235155252-560078086"/>
          <p:cNvSpPr/>
          <p:nvPr/>
        </p:nvSpPr>
        <p:spPr>
          <a:xfrm flipH="1">
            <a:off x="2800350" y="7067550"/>
            <a:ext cx="52578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14" name="Text 12"/>
          <p:cNvSpPr/>
          <p:nvPr/>
        </p:nvSpPr>
        <p:spPr>
          <a:xfrm>
            <a:off x="2762250" y="7600950"/>
            <a:ext cx="529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Đã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endParaRPr lang="en-US" sz="1950" dirty="0"/>
          </a:p>
        </p:txBody>
      </p:sp>
      <p:sp>
        <p:nvSpPr>
          <p:cNvPr id="15" name="Connector line-1792235155267-250648228"/>
          <p:cNvSpPr/>
          <p:nvPr/>
        </p:nvSpPr>
        <p:spPr>
          <a:xfrm flipH="1">
            <a:off x="2800350" y="8020050"/>
            <a:ext cx="525780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triangle" w="sm" len="sm"/>
          </a:ln>
        </p:spPr>
      </p:sp>
      <p:sp>
        <p:nvSpPr>
          <p:cNvPr id="16" name="Shape 14"/>
          <p:cNvSpPr/>
          <p:nvPr/>
        </p:nvSpPr>
        <p:spPr>
          <a:xfrm>
            <a:off x="10668000" y="1809750"/>
            <a:ext cx="6705600" cy="6953250"/>
          </a:xfrm>
          <a:prstGeom prst="roundRect">
            <a:avLst>
              <a:gd name="adj" fmla="val 5114"/>
            </a:avLst>
          </a:prstGeom>
          <a:solidFill>
            <a:srgbClr val="1F3FD1"/>
          </a:solidFill>
          <a:ln/>
        </p:spPr>
      </p:sp>
      <p:pic>
        <p:nvPicPr>
          <p:cNvPr id="17" name="Moda flattened rect-1792235155268-62264356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2350" y="2305050"/>
            <a:ext cx="723900" cy="7239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201400" y="3352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6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99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1201400" y="3810000"/>
            <a:ext cx="5715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800" dirty="0"/>
          </a:p>
        </p:txBody>
      </p:sp>
      <p:sp>
        <p:nvSpPr>
          <p:cNvPr id="20" name="Text 17"/>
          <p:cNvSpPr/>
          <p:nvPr/>
        </p:nvSpPr>
        <p:spPr>
          <a:xfrm>
            <a:off x="11201400" y="5295900"/>
            <a:ext cx="5638800" cy="2667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4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r>
              <a:rPr lang="en-US" sz="2850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4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8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SSE.</a:t>
            </a:r>
            <a:endParaRPr lang="en-US" sz="2850" dirty="0"/>
          </a:p>
        </p:txBody>
      </p:sp>
      <p:sp>
        <p:nvSpPr>
          <p:cNvPr id="21" name="Connector line-1792235155313-4039218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bd64910-2d12-437a-806f-9ad18d9b48e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409575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5105400" y="2762250"/>
            <a:ext cx="3886200" cy="409575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296400" y="2762250"/>
            <a:ext cx="3886200" cy="409575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0" y="2762250"/>
            <a:ext cx="3886200" cy="4095750"/>
          </a:xfrm>
          <a:prstGeom prst="roundRect">
            <a:avLst>
              <a:gd name="adj" fmla="val 5882"/>
            </a:avLst>
          </a:prstGeom>
          <a:solidFill>
            <a:srgbClr val="1E212B"/>
          </a:solidFill>
          <a:ln/>
        </p:spPr>
      </p:sp>
      <p:sp>
        <p:nvSpPr>
          <p:cNvPr id="8" name="Connector line-1792235156442-103843649"/>
          <p:cNvSpPr/>
          <p:nvPr/>
        </p:nvSpPr>
        <p:spPr>
          <a:xfrm>
            <a:off x="1219200" y="3181350"/>
            <a:ext cx="32766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9" name="Connector line-1792235156443-182005014"/>
          <p:cNvSpPr/>
          <p:nvPr/>
        </p:nvSpPr>
        <p:spPr>
          <a:xfrm>
            <a:off x="5410200" y="3181350"/>
            <a:ext cx="32766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0" name="Connector line-1792235156443-726993150"/>
          <p:cNvSpPr/>
          <p:nvPr/>
        </p:nvSpPr>
        <p:spPr>
          <a:xfrm>
            <a:off x="9601200" y="3181350"/>
            <a:ext cx="327660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1" name="Connector line-1792235156443-816747101"/>
          <p:cNvSpPr/>
          <p:nvPr/>
        </p:nvSpPr>
        <p:spPr>
          <a:xfrm>
            <a:off x="13792200" y="3181350"/>
            <a:ext cx="327660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200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1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82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73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9200" y="34480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SSE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5410200" y="34480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9601200" y="34480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3792200" y="34480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219200" y="42481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Server-Sent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10200" y="42481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01200" y="42481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792200" y="4248150"/>
            <a:ext cx="3276600" cy="7239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IDentifier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19200" y="4876800"/>
            <a:ext cx="3276600" cy="1809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xuống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 chỉ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410200" y="4876800"/>
            <a:ext cx="3276600" cy="1809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01200" y="4876800"/>
            <a:ext cx="3276600" cy="1809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EventSource,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792200" y="4876800"/>
            <a:ext cx="3276600" cy="1809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mã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73152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4400" y="7715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6202 §2.1–2.2 ·</a:t>
            </a:r>
            <a:r>
              <a:rPr lang="en-US" sz="22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WHATWG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§9.2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6455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§1.2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14400" y="82677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2026-10-12.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1" name="Connector line-1792235156678-59060503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c45238f1-41d8-48e1-93b6-d156593ab2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2026-10-17T11:08:41Z</dcterms:created>
  <dcterms:modified xsi:type="dcterms:W3CDTF">2026-10-17T11:08:41Z</dcterms:modified>
</cp:coreProperties>
</file>