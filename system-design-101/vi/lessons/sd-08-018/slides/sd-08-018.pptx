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6326" rIns="0" bIns="-56326" rtlCol="0" anchor="t"/>
          <a:lstStyle/>
          <a:p>
            <a:pPr algn="l" indent="0" marL="0">
              <a:lnSpc>
                <a:spcPts val="6901"/>
              </a:lnSpc>
              <a:buNone/>
            </a:pPr>
            <a:r>
              <a:rPr lang="en-US" sz="6572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572" dirty="0" spc="-8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572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 hành,</a:t>
            </a:r>
            <a:endParaRPr lang="en-US" sz="6572" dirty="0"/>
          </a:p>
          <a:p>
            <a:pPr algn="l" indent="0" marL="0">
              <a:lnSpc>
                <a:spcPts val="6901"/>
              </a:lnSpc>
              <a:buNone/>
            </a:pPr>
            <a:r>
              <a:rPr lang="en-US" sz="6572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572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572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572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Connector line-1792390600846-6253469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di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iOS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</a:t>
            </a:r>
            <a:r>
              <a:rPr lang="en-US" sz="24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Nộp</a:t>
            </a:r>
            <a:r>
              <a:rPr lang="en-US" sz="240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400" dirty="0"/>
          </a:p>
        </p:txBody>
      </p:sp>
      <p:sp>
        <p:nvSpPr>
          <p:cNvPr id="10" name="Connector line-1792390600864-895123917"/>
          <p:cNvSpPr/>
          <p:nvPr/>
        </p:nvSpPr>
        <p:spPr>
          <a:xfrm>
            <a:off x="1266825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0600865-17538327"/>
          <p:cNvSpPr/>
          <p:nvPr/>
        </p:nvSpPr>
        <p:spPr>
          <a:xfrm>
            <a:off x="1266825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478000" y="5429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38c1fb66-f3c3-4a03-b921-c86459d0fe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6096000" cy="49530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ctr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bước,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191500" y="2952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2952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9" name="Shape 7"/>
          <p:cNvSpPr/>
          <p:nvPr/>
        </p:nvSpPr>
        <p:spPr>
          <a:xfrm>
            <a:off x="8191500" y="46672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2500" y="46672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4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liệu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191500" y="6381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2500" y="6381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endParaRPr lang="en-US" sz="2400" dirty="0"/>
          </a:p>
        </p:txBody>
      </p:sp>
      <p:sp>
        <p:nvSpPr>
          <p:cNvPr id="13" name="Connector line-1792390601865-90448981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cb39929-d09b-4e48-bf1f-d399cb3f69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90800"/>
            <a:ext cx="16459200" cy="723900"/>
          </a:xfrm>
          <a:prstGeom prst="roundRect">
            <a:avLst>
              <a:gd name="adj" fmla="val 21053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9080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286000" y="25908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Đăng</a:t>
            </a: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22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phát</a:t>
            </a: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triển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191500" y="25908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Apple</a:t>
            </a:r>
            <a:r>
              <a:rPr lang="en-US" sz="2100" dirty="0" spc="-17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5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Google;</a:t>
            </a:r>
            <a:r>
              <a:rPr lang="en-US" sz="210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dirty="0" spc="8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1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390900"/>
            <a:ext cx="16459200" cy="723900"/>
          </a:xfrm>
          <a:prstGeom prst="roundRect">
            <a:avLst>
              <a:gd name="adj" fmla="val 21053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339090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286000" y="33909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Build</a:t>
            </a:r>
            <a:r>
              <a:rPr lang="en-US" sz="2250" dirty="0" spc="-2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thử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191500" y="33909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2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10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191000"/>
            <a:ext cx="16459200" cy="723900"/>
          </a:xfrm>
          <a:prstGeom prst="roundRect">
            <a:avLst>
              <a:gd name="adj" fmla="val 21053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19100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286000" y="41910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191500" y="41910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7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10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1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8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10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991100"/>
            <a:ext cx="16459200" cy="723900"/>
          </a:xfrm>
          <a:prstGeom prst="roundRect">
            <a:avLst>
              <a:gd name="adj" fmla="val 21053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499110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286000" y="49911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Duyệt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nội</a:t>
            </a: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191500" y="49911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100" dirty="0" spc="-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</a:t>
            </a:r>
            <a:r>
              <a:rPr lang="en-US" sz="2100" dirty="0" spc="-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15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100" dirty="0" spc="-7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5791200"/>
            <a:ext cx="16459200" cy="723900"/>
          </a:xfrm>
          <a:prstGeom prst="roundRect">
            <a:avLst>
              <a:gd name="adj" fmla="val 21053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8250" y="579120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2286000" y="57912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Tối</a:t>
            </a:r>
            <a:r>
              <a:rPr lang="en-US" sz="2250" dirty="0" spc="4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ưu</a:t>
            </a: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trang</a:t>
            </a:r>
            <a:r>
              <a:rPr lang="en-US" sz="2250" dirty="0" spc="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cửa</a:t>
            </a: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hàng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191500" y="57912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100" dirty="0" spc="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khoá,</a:t>
            </a:r>
            <a:r>
              <a:rPr lang="en-US" sz="210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10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r>
              <a:rPr lang="en-US" sz="2100" dirty="0" spc="-5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6591300"/>
            <a:ext cx="16459200" cy="723900"/>
          </a:xfrm>
          <a:prstGeom prst="roundRect">
            <a:avLst>
              <a:gd name="adj" fmla="val 21053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8250" y="659130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2286000" y="65913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Nộp</a:t>
            </a:r>
            <a:r>
              <a:rPr lang="en-US" sz="22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lên</a:t>
            </a:r>
            <a:r>
              <a:rPr lang="en-US" sz="2250" dirty="0" spc="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cửa</a:t>
            </a: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hàng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8191500" y="65913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-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19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9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14400" y="7391400"/>
            <a:ext cx="16459200" cy="723900"/>
          </a:xfrm>
          <a:prstGeom prst="roundRect">
            <a:avLst>
              <a:gd name="adj" fmla="val 21053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8250" y="739140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2286000" y="7391400"/>
            <a:ext cx="571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Phát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hành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8191500" y="7391400"/>
            <a:ext cx="8953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100" dirty="0" spc="-1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15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3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100" dirty="0" spc="-17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1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100" dirty="0"/>
          </a:p>
        </p:txBody>
      </p:sp>
      <p:sp>
        <p:nvSpPr>
          <p:cNvPr id="32" name="Connector line-1792390602696-36749326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26b06804-6e07-4dcf-bb1b-ac60db9b4b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80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5334000"/>
          </a:xfrm>
          <a:prstGeom prst="roundRect">
            <a:avLst>
              <a:gd name="adj" fmla="val 428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480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TestFlight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4686300" cy="4000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nội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5334000"/>
          </a:xfrm>
          <a:prstGeom prst="roundRect">
            <a:avLst>
              <a:gd name="adj" fmla="val 428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0850" y="30480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Android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00850" y="3714750"/>
            <a:ext cx="4686300" cy="4000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bảng.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5334000"/>
          </a:xfrm>
          <a:prstGeom prst="roundRect">
            <a:avLst>
              <a:gd name="adj" fmla="val 428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63450" y="30480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Phát</a:t>
            </a:r>
            <a:r>
              <a:rPr lang="en-US" sz="24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hành</a:t>
            </a:r>
            <a:r>
              <a:rPr lang="en-US" sz="24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24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63450" y="3714750"/>
            <a:ext cx="4686300" cy="4000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Apple: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1%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100%;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250" dirty="0"/>
          </a:p>
        </p:txBody>
      </p:sp>
      <p:sp>
        <p:nvSpPr>
          <p:cNvPr id="13" name="Connector line-1792390603537-6895375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2029ef2-7f5e-4bc1-b48f-92cc191dba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Dừng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sớm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không kịp</a:t>
            </a:r>
            <a:endParaRPr lang="en-US" sz="6900" dirty="0"/>
          </a:p>
        </p:txBody>
      </p:sp>
      <p:sp>
        <p:nvSpPr>
          <p:cNvPr id="4" name="Connector line-1792390604424-531097065"/>
          <p:cNvSpPr/>
          <p:nvPr/>
        </p:nvSpPr>
        <p:spPr>
          <a:xfrm>
            <a:off x="1524000" y="3333750"/>
            <a:ext cx="152400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7160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Shape 4"/>
          <p:cNvSpPr/>
          <p:nvPr/>
        </p:nvSpPr>
        <p:spPr>
          <a:xfrm>
            <a:off x="354330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Shape 6"/>
          <p:cNvSpPr/>
          <p:nvPr/>
        </p:nvSpPr>
        <p:spPr>
          <a:xfrm>
            <a:off x="788670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223010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442085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20850" y="31813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667125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" y="25717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1%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3124200" y="3667125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124200" y="25717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2%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5295900" y="3667125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295900" y="25717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5%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7467600" y="3667125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467600" y="25717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10%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639300" y="3667125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639300" y="25717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20%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1811000" y="3667125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811000" y="25717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50%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14001750" y="3667125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001750" y="257175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100%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914400" y="4762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8250" y="4762500"/>
            <a:ext cx="73533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 10%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1%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372600" y="4762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6450" y="4762500"/>
            <a:ext cx="73533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1%: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2, 2%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14400" y="64770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8250" y="6477000"/>
            <a:ext cx="73533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 0,1%:</a:t>
            </a:r>
            <a:r>
              <a:rPr lang="en-US" sz="22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20%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372600" y="64770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F3FD1"/>
          </a:solidFill>
          <a:ln/>
        </p:spPr>
      </p:sp>
      <p:sp>
        <p:nvSpPr>
          <p:cNvPr id="34" name="Text 32"/>
          <p:cNvSpPr/>
          <p:nvPr/>
        </p:nvSpPr>
        <p:spPr>
          <a:xfrm>
            <a:off x="9696450" y="6477000"/>
            <a:ext cx="7353300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0,01%:</a:t>
            </a: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25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100%</a:t>
            </a:r>
            <a:r>
              <a:rPr lang="en-US" sz="225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35" name="Connector line-1792390604454-81500259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59599e85-4755-4af2-b7f1-6f0dbcc352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Studio,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62A36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Play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 không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E334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7150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363B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1437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hình: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0,5;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12" name="Connector line-1792390641192-67366834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58b16a4-0e4c-41dd-bda4-c5865172cc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1.000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r>
              <a:rPr lang="en-US" sz="270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người;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7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cáo.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lỗi?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lỗi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7147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325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1.000:</a:t>
            </a:r>
            <a:r>
              <a:rPr lang="en-US" sz="2325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200.000</a:t>
            </a:r>
            <a:r>
              <a:rPr lang="en-US" sz="2325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3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(20%)</a:t>
            </a:r>
            <a:r>
              <a:rPr lang="en-US" sz="2325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982200" y="54292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325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10.000:</a:t>
            </a:r>
            <a:r>
              <a:rPr lang="en-US" sz="2325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325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3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325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325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3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cáo;</a:t>
            </a:r>
            <a:r>
              <a:rPr lang="en-US" sz="23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100%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982200" y="7334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325" b="1" dirty="0" spc="2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325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325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325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sập,</a:t>
            </a:r>
            <a:r>
              <a:rPr lang="en-US" sz="2325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325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số</a:t>
            </a:r>
            <a:r>
              <a:rPr lang="en-US" sz="2325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325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325" dirty="0"/>
          </a:p>
        </p:txBody>
      </p:sp>
      <p:sp>
        <p:nvSpPr>
          <p:cNvPr id="12" name="Connector line-1792390642026-34584179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63a0ffd-372f-46bb-b14a-8d79426755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54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"đặt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54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hành".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tính</a:t>
            </a:r>
            <a:r>
              <a:rPr lang="en-US" sz="54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 theo</a:t>
            </a:r>
            <a:r>
              <a:rPr lang="en-US" sz="5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54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54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54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48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chiếu;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 ghi</a:t>
            </a: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250" dirty="0"/>
          </a:p>
        </p:txBody>
      </p:sp>
      <p:sp>
        <p:nvSpPr>
          <p:cNvPr id="7" name="Connector line-1792390642865-56637805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d5c972d-a62f-4351-893f-25dea2ca05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05250" y="2838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Quality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Assurance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43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Đảm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3815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ASO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05250" y="4171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Store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Optimization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4767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2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429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715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05250" y="5505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Operating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05250" y="5810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715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phased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release,</a:t>
            </a:r>
            <a:r>
              <a:rPr lang="en-US" sz="22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TestFlight,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22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Program,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2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Publish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your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endParaRPr lang="en-US" sz="2250" dirty="0"/>
          </a:p>
        </p:txBody>
      </p:sp>
      <p:sp>
        <p:nvSpPr>
          <p:cNvPr id="18" name="Connector line-1792390643722-40669603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f411111a-6a19-4785-b0c0-6f162beaf7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2026-10-19T06:19:18Z</dcterms:created>
  <dcterms:modified xsi:type="dcterms:W3CDTF">2026-10-19T06:19:18Z</dcterms:modified>
</cp:coreProperties>
</file>