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GraphQL: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8100" dirty="0" spc="-10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màn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chọn.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096500" y="1524000"/>
            <a:ext cx="72771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77500" y="1857375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100" b="1" spc="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0" y="2571750"/>
            <a:ext cx="64770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/books/7?fields=title,author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096500" y="5143500"/>
            <a:ext cx="72771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5476875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10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0" y="6191250"/>
            <a:ext cx="64770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title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{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}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04be92d8-09d9-401a-84a6-a951b4861c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95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00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2476500"/>
          </a:xfrm>
          <a:prstGeom prst="roundRect">
            <a:avLst>
              <a:gd name="adj" fmla="val 10769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429375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VÍ DỤ</a:t>
            </a:r>
            <a:r>
              <a:rPr lang="en-US" sz="1950" b="1" spc="13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12" name="Text richtext-1792373841724-131651644"/>
          <p:cNvSpPr/>
          <p:nvPr/>
        </p:nvSpPr>
        <p:spPr>
          <a:xfrm>
            <a:off x="1333500" y="7048500"/>
            <a:ext cx="15621000" cy="1400175"/>
          </a:xfrm>
          <a:prstGeom prst="rect">
            <a:avLst/>
          </a:prstGeom>
          <a:noFill/>
          <a:ln/>
        </p:spPr>
        <p:txBody>
          <a:bodyPr wrap="square" lIns="0" tIns="1905" rIns="0" bIns="-1905" rtlCol="0" anchor="t"/>
          <a:lstStyle/>
          <a:p>
            <a:pPr algn="l" marL="381000" indent="-272202">
              <a:lnSpc>
                <a:spcPts val="4350"/>
              </a:lnSpc>
              <a:buSzPct val="100000"/>
              <a:buFont typeface="Arial"/>
              <a:buChar char="•"/>
            </a:pP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30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3000" dirty="0"/>
          </a:p>
          <a:p>
            <a:pPr algn="l" marL="381000" indent="-272202">
              <a:lnSpc>
                <a:spcPts val="4350"/>
              </a:lnSpc>
              <a:buSzPct val="100000"/>
              <a:buFont typeface="Arial"/>
              <a:buChar char="•"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</a:t>
            </a:r>
            <a:r>
              <a:rPr lang="en-US" sz="30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2904264-c910-41be-8add-a3933956bf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VÍ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4381500" cy="4381500"/>
          </a:xfrm>
          <a:prstGeom prst="rect">
            <a:avLst/>
          </a:prstGeom>
          <a:noFill/>
          <a:ln/>
        </p:spPr>
        <p:txBody>
          <a:bodyPr wrap="square" lIns="0" tIns="335280" rIns="0" bIns="-33528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0" dirty="0"/>
          </a:p>
        </p:txBody>
      </p:sp>
      <p:sp>
        <p:nvSpPr>
          <p:cNvPr id="5" name="Text 3"/>
          <p:cNvSpPr/>
          <p:nvPr/>
        </p:nvSpPr>
        <p:spPr>
          <a:xfrm>
            <a:off x="914400" y="7143750"/>
            <a:ext cx="4953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096000" y="2857500"/>
            <a:ext cx="11277600" cy="1524000"/>
          </a:xfrm>
          <a:prstGeom prst="roundRect">
            <a:avLst>
              <a:gd name="adj" fmla="val 15000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6477000" y="3095625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6477000" y="3571875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/books/7?fields=title,author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096000" y="4572000"/>
            <a:ext cx="112776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7000" y="4810125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10477500" cy="857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fields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6096000" y="6572250"/>
            <a:ext cx="112776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6810375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77000" y="7334250"/>
            <a:ext cx="10477500" cy="857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có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668939f-b34e-4a50-8599-4a8dc9b42d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1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1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title</a:t>
            </a: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author {</a:t>
            </a:r>
            <a:r>
              <a:rPr lang="en-US" sz="39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39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}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14400" y="514350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429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1950" b="1" spc="13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" y="600075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kiểu: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các</a:t>
            </a:r>
            <a:r>
              <a:rPr lang="en-US" sz="36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ấy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14400" y="7715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2C303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020050"/>
            <a:ext cx="1581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2fe75d3-1c86-4d0b-9c64-0707a06d77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CÙNG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36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762750" y="342900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43750" y="42862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611100" y="342900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921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92100" y="42862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xử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13" name="Connector line-1792373885399-748409196"/>
          <p:cNvSpPr/>
          <p:nvPr/>
        </p:nvSpPr>
        <p:spPr>
          <a:xfrm>
            <a:off x="5676900" y="466725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3885399-76494448"/>
          <p:cNvSpPr/>
          <p:nvPr/>
        </p:nvSpPr>
        <p:spPr>
          <a:xfrm>
            <a:off x="11525250" y="466725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6572250"/>
            <a:ext cx="114300" cy="666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6619875"/>
            <a:ext cx="1600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33500" y="7334250"/>
            <a:ext cx="160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1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55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a33d9c0-7886-4054-bf04-7e1678a48f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6000" y="31432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11000" y="31432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Connector line-1792373887425-183803378"/>
          <p:cNvSpPr/>
          <p:nvPr/>
        </p:nvSpPr>
        <p:spPr>
          <a:xfrm>
            <a:off x="914400" y="3714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333500" y="409575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096000" y="41529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fields,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811000" y="41529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24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400" dirty="0"/>
          </a:p>
        </p:txBody>
      </p:sp>
      <p:sp>
        <p:nvSpPr>
          <p:cNvPr id="12" name="Connector line-1792373887430-709374304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333500" y="5715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096000" y="577215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811000" y="577215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9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dirty="0" spc="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6" name="Connector line-1792373887436-424555389"/>
          <p:cNvSpPr/>
          <p:nvPr/>
        </p:nvSpPr>
        <p:spPr>
          <a:xfrm>
            <a:off x="914400" y="69532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333500" y="733425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33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6096000" y="73914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1811000" y="73914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dirty="0" spc="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864bad8-8bdc-4a67-9389-f3ccf9a761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-1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-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145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3000" dirty="0" spc="-1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286125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238500"/>
            <a:ext cx="15811500" cy="1333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ctr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914400" y="5334000"/>
            <a:ext cx="8001000" cy="2381250"/>
          </a:xfrm>
          <a:prstGeom prst="roundRect">
            <a:avLst>
              <a:gd name="adj" fmla="val 9600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ĐỒNG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6191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334000"/>
            <a:ext cx="8001000" cy="2381250"/>
          </a:xfrm>
          <a:prstGeom prst="roundRect">
            <a:avLst>
              <a:gd name="adj" fmla="val 9600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53600" y="6191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4259940-d46b-4ee2-b815-9551b0f511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BỐI</a:t>
            </a:r>
            <a:r>
              <a:rPr lang="en-US" sz="180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0512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476500" y="295275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REST: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phong cách;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GraphQL:</a:t>
            </a:r>
            <a:r>
              <a:rPr lang="en-US" sz="28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285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476500" y="354330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tuân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25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452437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476500" y="457200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Phức</a:t>
            </a: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476500" y="516255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2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sâu,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 chi phí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14362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476500" y="619125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28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28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678180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7620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776287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600" dirty="0"/>
          </a:p>
        </p:txBody>
      </p:sp>
      <p:sp>
        <p:nvSpPr>
          <p:cNvPr id="18" name="Text 16"/>
          <p:cNvSpPr/>
          <p:nvPr/>
        </p:nvSpPr>
        <p:spPr>
          <a:xfrm>
            <a:off x="2476500" y="781050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 dữ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28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476500" y="840105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250" dirty="0" spc="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thước,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phí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8d15290-890c-4688-aaec-37268c3980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5275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366712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381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giao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6000" y="276225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419850" y="295275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419850" y="366712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19850" y="4381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09600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38250" y="681037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8250" y="752475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096000" y="590550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19850" y="609600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6419850" y="681037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19850" y="752475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1277600" y="2762250"/>
            <a:ext cx="6096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620500" y="3048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richtext-1792373933033-13965835"/>
          <p:cNvSpPr/>
          <p:nvPr/>
        </p:nvSpPr>
        <p:spPr>
          <a:xfrm>
            <a:off x="11620500" y="3667125"/>
            <a:ext cx="5524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§5.1.4–5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 GraphQL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 công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3219ffa-7c91-440a-804c-82c8242fac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2026-10-19T03:03:33Z</dcterms:created>
  <dcterms:modified xsi:type="dcterms:W3CDTF">2026-10-19T03:03:33Z</dcterms:modified>
</cp:coreProperties>
</file>