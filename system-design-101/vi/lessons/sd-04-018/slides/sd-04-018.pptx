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28575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 kho</a:t>
            </a:r>
            <a:r>
              <a:rPr lang="en-US" sz="66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6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tượng,</a:t>
            </a:r>
            <a:r>
              <a:rPr lang="en-US" sz="66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 năng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mỗi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60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đúng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619750"/>
            <a:ext cx="51816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5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6553200" y="5619750"/>
            <a:ext cx="51816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2550" b="1" dirty="0" spc="3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-2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192000" y="5619750"/>
            <a:ext cx="51816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2550" b="1" dirty="0" spc="-2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7239000"/>
            <a:ext cx="51816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Ảnh,</a:t>
            </a:r>
            <a:r>
              <a:rPr lang="en-US" sz="25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video,</a:t>
            </a:r>
            <a:r>
              <a:rPr lang="en-US" sz="25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liệu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553200" y="7239000"/>
            <a:ext cx="51816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</a:t>
            </a:r>
            <a:r>
              <a:rPr lang="en-US" sz="25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192000" y="7239000"/>
            <a:ext cx="51816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từ</a:t>
            </a:r>
            <a:r>
              <a:rPr lang="en-US" sz="25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5d05170f-0cfe-4d69-b4e2-d9429f5991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809750"/>
            <a:ext cx="133350" cy="4000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714500"/>
            <a:ext cx="15430500" cy="4191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quen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thuộc,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gánh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6381750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42875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400" b="1" dirty="0" spc="-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7700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4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52525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4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7289e113-c544-499c-9e32-806917460b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3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1800" b="1" spc="28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3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HỒI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8102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1428750" y="3705225"/>
            <a:ext cx="1066800" cy="10668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1428750" y="6372225"/>
            <a:ext cx="1066800" cy="1066800"/>
          </a:xfrm>
          <a:prstGeom prst="ellipse">
            <a:avLst/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3905250"/>
            <a:ext cx="1066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364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364" dirty="0"/>
          </a:p>
        </p:txBody>
      </p:sp>
      <p:sp>
        <p:nvSpPr>
          <p:cNvPr id="9" name="Text 7"/>
          <p:cNvSpPr/>
          <p:nvPr/>
        </p:nvSpPr>
        <p:spPr>
          <a:xfrm>
            <a:off x="1428750" y="6572250"/>
            <a:ext cx="1066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364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64" dirty="0"/>
          </a:p>
        </p:txBody>
      </p:sp>
      <p:sp>
        <p:nvSpPr>
          <p:cNvPr id="10" name="Text 8"/>
          <p:cNvSpPr/>
          <p:nvPr/>
        </p:nvSpPr>
        <p:spPr>
          <a:xfrm>
            <a:off x="3048000" y="3571875"/>
            <a:ext cx="1381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34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34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 hạn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3048000" y="4333875"/>
            <a:ext cx="1381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đời: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theo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048000" y="6238875"/>
            <a:ext cx="1381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3450" b="1" dirty="0" spc="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4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4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34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3048000" y="7000875"/>
            <a:ext cx="1381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Versioning:</a:t>
            </a: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chèn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xóa;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1e4ea17-5c8e-4f4b-8cda-f63efcbacd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1800" b="1" spc="26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ẢNH,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VIDEO,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lại,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86700" cy="5334000"/>
          </a:xfrm>
          <a:prstGeom prst="roundRect">
            <a:avLst>
              <a:gd name="adj" fmla="val 5000"/>
            </a:avLst>
          </a:prstGeom>
          <a:solidFill>
            <a:srgbClr val="FF6A4D"/>
          </a:solidFill>
          <a:ln/>
        </p:spPr>
      </p:sp>
      <p:sp>
        <p:nvSpPr>
          <p:cNvPr id="5" name="Shape 3"/>
          <p:cNvSpPr/>
          <p:nvPr/>
        </p:nvSpPr>
        <p:spPr>
          <a:xfrm>
            <a:off x="9486900" y="3048000"/>
            <a:ext cx="78867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429000"/>
            <a:ext cx="714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Object</a:t>
            </a:r>
            <a:r>
              <a:rPr lang="en-US" sz="3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Lock</a:t>
            </a:r>
            <a:r>
              <a:rPr lang="en-US" sz="3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(WORM)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867900" y="3429000"/>
            <a:ext cx="714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Ảnh,</a:t>
            </a:r>
            <a:r>
              <a:rPr lang="en-US" sz="390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video,</a:t>
            </a:r>
            <a:r>
              <a:rPr lang="en-US" sz="39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39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900" dirty="0"/>
          </a:p>
        </p:txBody>
      </p:sp>
      <p:sp>
        <p:nvSpPr>
          <p:cNvPr id="8" name="Text richtext-1792460300258-398281963"/>
          <p:cNvSpPr/>
          <p:nvPr/>
        </p:nvSpPr>
        <p:spPr>
          <a:xfrm>
            <a:off x="1295400" y="4572000"/>
            <a:ext cx="714375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-5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Trong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giữ: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đè,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Bật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Object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Lock:</a:t>
            </a:r>
            <a:r>
              <a:rPr lang="en-US" sz="27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bucket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versioning</a:t>
            </a:r>
            <a:endParaRPr lang="en-US" sz="2700" dirty="0"/>
          </a:p>
        </p:txBody>
      </p:sp>
      <p:sp>
        <p:nvSpPr>
          <p:cNvPr id="9" name="Text richtext-1792460300275-502504185"/>
          <p:cNvSpPr/>
          <p:nvPr/>
        </p:nvSpPr>
        <p:spPr>
          <a:xfrm>
            <a:off x="9867900" y="4572000"/>
            <a:ext cx="714375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7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700" dirty="0"/>
          </a:p>
          <a:p>
            <a:pPr algn="l" marL="342900" indent="-24498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8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lớn: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25458cf-e30a-4379-a487-f202dc5e5f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429000" cy="3143250"/>
          </a:xfrm>
          <a:prstGeom prst="roundRect">
            <a:avLst>
              <a:gd name="adj" fmla="val 7273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00650" y="3238500"/>
            <a:ext cx="3429000" cy="3143250"/>
          </a:xfrm>
          <a:prstGeom prst="roundRect">
            <a:avLst>
              <a:gd name="adj" fmla="val 7273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86900" y="3238500"/>
            <a:ext cx="3429000" cy="3143250"/>
          </a:xfrm>
          <a:prstGeom prst="roundRect">
            <a:avLst>
              <a:gd name="adj" fmla="val 7273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73150" y="3238500"/>
            <a:ext cx="3600450" cy="3143250"/>
          </a:xfrm>
          <a:prstGeom prst="roundRect">
            <a:avLst>
              <a:gd name="adj" fmla="val 7273"/>
            </a:avLst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3524250"/>
            <a:ext cx="2895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Lệnh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467350" y="3524250"/>
            <a:ext cx="2895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liệt</a:t>
            </a:r>
            <a:r>
              <a:rPr lang="en-US" sz="255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 mới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753600" y="3524250"/>
            <a:ext cx="2895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Cập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nhật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tử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4039850" y="3524250"/>
            <a:ext cx="30670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ETL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550" dirty="0"/>
          </a:p>
        </p:txBody>
      </p:sp>
      <p:sp>
        <p:nvSpPr>
          <p:cNvPr id="12" name="Connector line-1792460304736-195846000"/>
          <p:cNvSpPr/>
          <p:nvPr/>
        </p:nvSpPr>
        <p:spPr>
          <a:xfrm>
            <a:off x="4400550" y="4810125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460304737-218721907"/>
          <p:cNvSpPr/>
          <p:nvPr/>
        </p:nvSpPr>
        <p:spPr>
          <a:xfrm>
            <a:off x="8686800" y="4810125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60304737-446787651"/>
          <p:cNvSpPr/>
          <p:nvPr/>
        </p:nvSpPr>
        <p:spPr>
          <a:xfrm>
            <a:off x="12973050" y="4810125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714375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bao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vời.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Shape 21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5" name="Shape 23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5ac7388-0b37-42c9-a14a-40b6cb059c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 BỊ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905000" y="2857500"/>
            <a:ext cx="3429000" cy="819150"/>
          </a:xfrm>
          <a:prstGeom prst="roundRect">
            <a:avLst>
              <a:gd name="adj" fmla="val 23256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429500" y="2857500"/>
            <a:ext cx="3429000" cy="819150"/>
          </a:xfrm>
          <a:prstGeom prst="roundRect">
            <a:avLst>
              <a:gd name="adj" fmla="val 23256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954000" y="2857500"/>
            <a:ext cx="3429000" cy="819150"/>
          </a:xfrm>
          <a:prstGeom prst="roundRect">
            <a:avLst>
              <a:gd name="adj" fmla="val 23256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700" dirty="0"/>
          </a:p>
        </p:txBody>
      </p:sp>
      <p:sp>
        <p:nvSpPr>
          <p:cNvPr id="7" name="Connector line-1792460359428-514956969"/>
          <p:cNvSpPr/>
          <p:nvPr/>
        </p:nvSpPr>
        <p:spPr>
          <a:xfrm>
            <a:off x="3619500" y="3676650"/>
            <a:ext cx="0" cy="4895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8" name="Connector line-1792460359428-275261983"/>
          <p:cNvSpPr/>
          <p:nvPr/>
        </p:nvSpPr>
        <p:spPr>
          <a:xfrm>
            <a:off x="9144000" y="3676650"/>
            <a:ext cx="0" cy="4895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9" name="Connector line-1792460359428-148262962"/>
          <p:cNvSpPr/>
          <p:nvPr/>
        </p:nvSpPr>
        <p:spPr>
          <a:xfrm>
            <a:off x="14668500" y="3676650"/>
            <a:ext cx="0" cy="4895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810000" y="419100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2400" dirty="0"/>
          </a:p>
        </p:txBody>
      </p:sp>
      <p:sp>
        <p:nvSpPr>
          <p:cNvPr id="11" name="Connector line-1792460359431-665414254"/>
          <p:cNvSpPr/>
          <p:nvPr/>
        </p:nvSpPr>
        <p:spPr>
          <a:xfrm>
            <a:off x="3619500" y="4762500"/>
            <a:ext cx="5524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334500" y="5429250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Thông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kiện: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2400" dirty="0"/>
          </a:p>
        </p:txBody>
      </p:sp>
      <p:sp>
        <p:nvSpPr>
          <p:cNvPr id="13" name="Connector line-1792460359434-228399404"/>
          <p:cNvSpPr/>
          <p:nvPr/>
        </p:nvSpPr>
        <p:spPr>
          <a:xfrm>
            <a:off x="9144000" y="6477000"/>
            <a:ext cx="5524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29500" y="7239000"/>
            <a:ext cx="8953500" cy="9525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4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lần:</a:t>
            </a:r>
            <a:r>
              <a:rPr lang="en-US" sz="240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4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4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Shape 21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8690c7a-cb52-4a1a-be51-9a1872d092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 năng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5334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175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6175" dirty="0"/>
          </a:p>
        </p:txBody>
      </p:sp>
      <p:sp>
        <p:nvSpPr>
          <p:cNvPr id="5" name="Text 3"/>
          <p:cNvSpPr/>
          <p:nvPr/>
        </p:nvSpPr>
        <p:spPr>
          <a:xfrm>
            <a:off x="5905500" y="3238500"/>
            <a:ext cx="1143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42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42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42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42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42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42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42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42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42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42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4200" dirty="0"/>
          </a:p>
        </p:txBody>
      </p:sp>
      <p:sp>
        <p:nvSpPr>
          <p:cNvPr id="6" name="Text richtext-1792460361505-454273451"/>
          <p:cNvSpPr/>
          <p:nvPr/>
        </p:nvSpPr>
        <p:spPr>
          <a:xfrm>
            <a:off x="5905500" y="5334000"/>
            <a:ext cx="1143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8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8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9" name="Shape 7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0" name="Shape 8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1" name="Shape 9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f0b3cc87-15c9-43ac-af1a-6ad49f2f04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0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Kẻ</a:t>
            </a:r>
            <a:r>
              <a:rPr lang="en-US" sz="60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sạch</a:t>
            </a: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 lưu: ai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</a:t>
            </a:r>
            <a:r>
              <a:rPr lang="en-US" sz="60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được?</a:t>
            </a:r>
            <a:endParaRPr lang="en-US" sz="6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6254496"/>
                <a:gridCol w="10204704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Tính</a:t>
                      </a:r>
                      <a:r>
                        <a:rPr lang="en-US" sz="25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năng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Chặn</a:t>
                      </a:r>
                      <a:r>
                        <a:rPr lang="en-US" sz="2550" b="1" dirty="0" spc="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550" b="1" dirty="0" spc="-3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kẻ</a:t>
                      </a:r>
                      <a:r>
                        <a:rPr lang="en-US" sz="25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cố</a:t>
                      </a:r>
                      <a:r>
                        <a:rPr lang="en-US" sz="25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ý</a:t>
                      </a:r>
                      <a:r>
                        <a:rPr lang="en-US" sz="2550" b="1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xóa?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Versioning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Chưa:</a:t>
                      </a:r>
                      <a:r>
                        <a:rPr lang="en-US" sz="2550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xóa</a:t>
                      </a:r>
                      <a:r>
                        <a:rPr lang="en-US" sz="2550" dirty="0" spc="-2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kèm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phiên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550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xóa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hẳn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Object Lock,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governance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Chưa:</a:t>
                      </a:r>
                      <a:r>
                        <a:rPr lang="en-US" sz="25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quyền</a:t>
                      </a:r>
                      <a:r>
                        <a:rPr lang="en-US" sz="25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vượt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r>
                        <a:rPr lang="en-US" sz="255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vẫn</a:t>
                      </a:r>
                      <a:r>
                        <a:rPr lang="en-US" sz="2550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xóa</a:t>
                      </a:r>
                      <a:r>
                        <a:rPr lang="en-US" sz="25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Object</a:t>
                      </a:r>
                      <a:r>
                        <a:rPr lang="en-US" sz="2550" b="1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Lock,</a:t>
                      </a:r>
                      <a:r>
                        <a:rPr lang="en-US" sz="255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compliance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Có:</a:t>
                      </a:r>
                      <a:r>
                        <a:rPr lang="en-US" sz="255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550" b="1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ai</a:t>
                      </a:r>
                      <a:r>
                        <a:rPr lang="en-US" sz="2550" b="1" dirty="0" spc="-2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xóa</a:t>
                      </a:r>
                      <a:r>
                        <a:rPr lang="en-US" sz="2550" b="1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550" b="1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thời</a:t>
                      </a:r>
                      <a:r>
                        <a:rPr lang="en-US" sz="25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r>
                        <a:rPr lang="en-US" sz="255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524750"/>
            <a:ext cx="1190625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mặc</a:t>
            </a:r>
            <a:r>
              <a:rPr lang="en-US" sz="2550" b="1" dirty="0" spc="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ghi</a:t>
            </a:r>
            <a:r>
              <a:rPr lang="en-US" sz="25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3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7" name="Shape 4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9" name="Shape 6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0" name="Shape 7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8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9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0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1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2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321eb55-f1f9-4473-b0e2-a5d1aef502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4476750"/>
            <a:ext cx="15316200" cy="1333500"/>
          </a:xfrm>
          <a:prstGeom prst="roundRect">
            <a:avLst>
              <a:gd name="adj" fmla="val 1714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6096000"/>
            <a:ext cx="14173200" cy="1333500"/>
          </a:xfrm>
          <a:prstGeom prst="roundRect">
            <a:avLst>
              <a:gd name="adj" fmla="val 1714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28900" y="7715250"/>
            <a:ext cx="13030200" cy="1333500"/>
          </a:xfrm>
          <a:prstGeom prst="roundRect">
            <a:avLst>
              <a:gd name="adj" fmla="val 1714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238500"/>
            <a:ext cx="1569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nguồn: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sáu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hợp,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gom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866900" y="4857750"/>
            <a:ext cx="14554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 của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438400" y="6477000"/>
            <a:ext cx="13411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Object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Lock: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suy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luận,</a:t>
            </a:r>
            <a:r>
              <a:rPr lang="en-US" sz="27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S3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009900" y="8096250"/>
            <a:ext cx="1226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Theo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S3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 2023; giá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95112f07-9fa2-4836-8f3f-3640fdaac0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72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40005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81600" y="3048000"/>
            <a:ext cx="40005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762500"/>
            <a:ext cx="40005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81600" y="4762500"/>
            <a:ext cx="40005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1100" y="3286125"/>
            <a:ext cx="3467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WORM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lần,</a:t>
            </a:r>
            <a:r>
              <a:rPr lang="en-US" sz="22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 lần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448300" y="3286125"/>
            <a:ext cx="3467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ETL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trích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xuất,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biến</a:t>
            </a:r>
            <a:r>
              <a:rPr lang="en-US" sz="22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đổi,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nạp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81100" y="5000625"/>
            <a:ext cx="3467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IA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cập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xuyên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448300" y="5000625"/>
            <a:ext cx="3467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IoT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Internet</a:t>
            </a:r>
            <a:r>
              <a:rPr lang="en-US" sz="22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vạn</a:t>
            </a:r>
            <a:r>
              <a:rPr lang="en-US" sz="22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906000" y="295275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3" name="Text richtext-1792460367438-963036921"/>
          <p:cNvSpPr/>
          <p:nvPr/>
        </p:nvSpPr>
        <p:spPr>
          <a:xfrm>
            <a:off x="9906000" y="3476625"/>
            <a:ext cx="74676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6700" indent="-19054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  <a:p>
            <a:pPr algn="l" marL="266700" indent="-19054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Guide: quản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1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endParaRPr lang="en-US" sz="2100" dirty="0"/>
          </a:p>
          <a:p>
            <a:pPr algn="l" marL="266700" indent="-19054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Versioning</a:t>
            </a:r>
            <a:endParaRPr lang="en-US" sz="2100" dirty="0"/>
          </a:p>
          <a:p>
            <a:pPr algn="l" marL="266700" indent="-19054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100" dirty="0"/>
          </a:p>
          <a:p>
            <a:pPr algn="l" marL="266700" indent="-19054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Lock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1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2100" dirty="0"/>
          </a:p>
          <a:p>
            <a:pPr algn="l" marL="266700" indent="-19054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100" dirty="0"/>
          </a:p>
          <a:p>
            <a:pPr algn="l" marL="266700" indent="-19054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</a:t>
            </a:r>
            <a:endParaRPr lang="en-US" sz="2100" dirty="0"/>
          </a:p>
          <a:p>
            <a:pPr algn="l" marL="266700" indent="-19054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100" dirty="0"/>
          </a:p>
          <a:p>
            <a:pPr algn="l" marL="266700" indent="-190541">
              <a:buSzPct val="100000"/>
              <a:buFont typeface="Arial"/>
              <a:buChar char="•"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2" name="Shape 20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0ae7f4a-b750-4933-a685-90f74f2fbd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2026-10-20T01:39:52Z</dcterms:created>
  <dcterms:modified xsi:type="dcterms:W3CDTF">2026-10-20T01:39:52Z</dcterms:modified>
</cp:coreProperties>
</file>