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chuyên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8100" dirty="0" spc="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r>
              <a:rPr lang="en-US" sz="28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850" dirty="0"/>
          </a:p>
        </p:txBody>
      </p:sp>
      <p:sp>
        <p:nvSpPr>
          <p:cNvPr id="5" name="Connector line-1792320418780-273023497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104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8115300"/>
            <a:ext cx="276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05250" y="74104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3905250" y="81153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67500" y="741045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6667500" y="8115300"/>
            <a:ext cx="314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tầm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5631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668000" y="2381250"/>
            <a:ext cx="3238500" cy="2381250"/>
          </a:xfrm>
          <a:prstGeom prst="roundRect">
            <a:avLst>
              <a:gd name="adj" fmla="val 11200"/>
            </a:avLst>
          </a:prstGeom>
          <a:solidFill>
            <a:srgbClr val="7C9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35100" y="2381250"/>
            <a:ext cx="3238500" cy="2381250"/>
          </a:xfrm>
          <a:prstGeom prst="roundRect">
            <a:avLst>
              <a:gd name="adj" fmla="val 11200"/>
            </a:avLst>
          </a:prstGeom>
          <a:solidFill>
            <a:srgbClr val="3D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0" y="4991100"/>
            <a:ext cx="3238500" cy="2381250"/>
          </a:xfrm>
          <a:prstGeom prst="roundRect">
            <a:avLst>
              <a:gd name="adj" fmla="val 11200"/>
            </a:avLst>
          </a:prstGeom>
          <a:solidFill>
            <a:srgbClr val="FFB4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35100" y="4991100"/>
            <a:ext cx="3238500" cy="2381250"/>
          </a:xfrm>
          <a:prstGeom prst="roundRect">
            <a:avLst>
              <a:gd name="adj" fmla="val 112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0" y="260985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4439900" y="260985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0972800" y="521970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4439900" y="521970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2141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0972800" y="377190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b="1" dirty="0" spc="1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b="1" dirty="0" spc="-11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100" b="1" dirty="0" spc="-5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439900" y="377190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100" b="1" dirty="0" spc="-1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b="1" dirty="0" spc="-7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b="1" dirty="0" spc="-10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972800" y="638175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9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100" b="1" dirty="0" spc="-1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100" b="1" dirty="0" spc="-4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439900" y="6381750"/>
            <a:ext cx="2762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100" b="1" dirty="0" spc="-9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7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100" b="1" dirty="0" spc="-2" kern="0">
                <a:solidFill>
                  <a:srgbClr val="12141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c3090ec-f531-4c07-a492-578ca479b7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có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đáp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án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Nhưng</a:t>
            </a:r>
            <a:r>
              <a:rPr lang="en-US" sz="3000" dirty="0" spc="1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đội</a:t>
            </a:r>
            <a:r>
              <a:rPr lang="en-US" sz="300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000" dirty="0" spc="-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1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endParaRPr lang="en-US" sz="30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được</a:t>
            </a:r>
            <a:r>
              <a:rPr lang="en-US" sz="3000" dirty="0" spc="-1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000" dirty="0" spc="-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30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23875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endParaRPr lang="en-US" sz="27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7818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294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4866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1428750"/>
            <a:ext cx="61341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400" dirty="0"/>
          </a:p>
        </p:txBody>
      </p:sp>
      <p:sp>
        <p:nvSpPr>
          <p:cNvPr id="11" name="Connector line-1792320419941-888939816"/>
          <p:cNvSpPr/>
          <p:nvPr/>
        </p:nvSpPr>
        <p:spPr>
          <a:xfrm flipH="1">
            <a:off x="11906250" y="2476500"/>
            <a:ext cx="476250" cy="8191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320419941-151023813"/>
          <p:cNvSpPr/>
          <p:nvPr/>
        </p:nvSpPr>
        <p:spPr>
          <a:xfrm>
            <a:off x="14706600" y="2476500"/>
            <a:ext cx="476250" cy="8191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3" name="Text 11"/>
          <p:cNvSpPr/>
          <p:nvPr/>
        </p:nvSpPr>
        <p:spPr>
          <a:xfrm>
            <a:off x="10477500" y="3371850"/>
            <a:ext cx="2857500" cy="1238250"/>
          </a:xfrm>
          <a:prstGeom prst="roundRect">
            <a:avLst>
              <a:gd name="adj" fmla="val 1846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54100" y="3371850"/>
            <a:ext cx="2857500" cy="1238250"/>
          </a:xfrm>
          <a:prstGeom prst="roundRect">
            <a:avLst>
              <a:gd name="adj" fmla="val 1846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endParaRPr lang="en-US" sz="2100" dirty="0"/>
          </a:p>
        </p:txBody>
      </p:sp>
      <p:sp>
        <p:nvSpPr>
          <p:cNvPr id="15" name="Connector line-1792320419946-892749686"/>
          <p:cNvSpPr/>
          <p:nvPr/>
        </p:nvSpPr>
        <p:spPr>
          <a:xfrm>
            <a:off x="11906250" y="4610100"/>
            <a:ext cx="476250" cy="8191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320419946-550224336"/>
          <p:cNvSpPr/>
          <p:nvPr/>
        </p:nvSpPr>
        <p:spPr>
          <a:xfrm flipH="1">
            <a:off x="14706600" y="4610100"/>
            <a:ext cx="476250" cy="8191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10477500" y="5505450"/>
            <a:ext cx="61341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477500" y="76200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bbf5ded-82ce-47f4-ae01-a673a852f4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Thay</a:t>
            </a:r>
            <a:r>
              <a:rPr lang="en-US" sz="78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gây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Cho</a:t>
            </a:r>
            <a:r>
              <a:rPr lang="en-US" sz="30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300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 nào</a:t>
            </a:r>
            <a:r>
              <a:rPr lang="en-US" sz="300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lọt</a:t>
            </a:r>
            <a:r>
              <a:rPr lang="en-US" sz="3000" dirty="0" spc="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24400"/>
            <a:ext cx="81915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5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5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5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8199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67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00" b="1" spc="19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00" b="1" spc="2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543800"/>
            <a:ext cx="75247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cách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1333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0" y="1866900"/>
            <a:ext cx="61341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gấp,</a:t>
            </a:r>
            <a:endParaRPr lang="en-US" sz="2250" dirty="0"/>
          </a:p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 hoặc</a:t>
            </a:r>
            <a:r>
              <a:rPr lang="en-US" sz="22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2" name="Connector line-1792320476662-621801203"/>
          <p:cNvSpPr/>
          <p:nvPr/>
        </p:nvSpPr>
        <p:spPr>
          <a:xfrm>
            <a:off x="10763250" y="3105150"/>
            <a:ext cx="5562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477500" y="3295650"/>
            <a:ext cx="613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2250" dirty="0"/>
          </a:p>
        </p:txBody>
      </p:sp>
      <p:sp>
        <p:nvSpPr>
          <p:cNvPr id="14" name="Connector line-1792320476665-669383355"/>
          <p:cNvSpPr/>
          <p:nvPr/>
        </p:nvSpPr>
        <p:spPr>
          <a:xfrm>
            <a:off x="13544550" y="4000500"/>
            <a:ext cx="0" cy="5143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11068050" y="4591050"/>
            <a:ext cx="4953000" cy="800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Tỉ</a:t>
            </a:r>
            <a:r>
              <a:rPr lang="en-US" sz="2250" dirty="0" spc="-6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lệ</a:t>
            </a:r>
            <a:r>
              <a:rPr lang="en-US" sz="2250" dirty="0" spc="-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thay</a:t>
            </a:r>
            <a:r>
              <a:rPr lang="en-US" sz="22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250" dirty="0" spc="-7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2250" dirty="0" spc="-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477500" y="5905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0" y="64008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54100" y="64008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77500" y="72771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54100" y="72771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171b55f-f471-4c24-9375-4fe04acdb8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75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000" dirty="0" spc="-9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000" dirty="0" spc="-1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</a:t>
            </a:r>
            <a:r>
              <a:rPr lang="en-US" sz="3000" dirty="0" spc="-1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24400"/>
            <a:ext cx="81915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 dồn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đầu-cuối.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8191500" cy="2495550"/>
          </a:xfrm>
          <a:prstGeom prst="roundRect">
            <a:avLst>
              <a:gd name="adj" fmla="val 10687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5151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01040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 chờ: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chờ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1333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Tháp kiểm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Fowler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496800" y="2000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1047750" y="0"/>
                </a:moveTo>
                <a:lnTo>
                  <a:pt x="2095500" y="1809750"/>
                </a:lnTo>
                <a:lnTo>
                  <a:pt x="0" y="1809750"/>
                </a:lnTo>
                <a:close/>
              </a:path>
            </a:pathLst>
          </a:cu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3981450"/>
            <a:ext cx="5143500" cy="2286000"/>
          </a:xfrm>
          <a:custGeom>
            <a:avLst/>
            <a:gdLst/>
            <a:ahLst/>
            <a:cxnLst/>
            <a:rect l="l" t="t" r="r" b="b"/>
            <a:pathLst>
              <a:path w="5143500" h="2286000">
                <a:moveTo>
                  <a:pt x="1524000" y="0"/>
                </a:moveTo>
                <a:lnTo>
                  <a:pt x="3619500" y="0"/>
                </a:lnTo>
                <a:lnTo>
                  <a:pt x="51435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39550" y="47625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706600" y="2381250"/>
            <a:ext cx="1905000" cy="13335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9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 hệ</a:t>
            </a:r>
            <a:r>
              <a:rPr lang="en-US" sz="19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0" y="68580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đỉnh: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đáy: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0f3fd81-2fc0-4eb7-8686-0377cd9425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1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chập</a:t>
            </a:r>
            <a:r>
              <a:rPr lang="en-US" sz="78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300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30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30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0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24400"/>
            <a:ext cx="81915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xanh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khiến mọi</a:t>
            </a:r>
            <a:r>
              <a:rPr lang="en-US" sz="25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5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5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477000"/>
            <a:ext cx="8191500" cy="2305050"/>
          </a:xfrm>
          <a:prstGeom prst="roundRect">
            <a:avLst>
              <a:gd name="adj" fmla="val 1157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686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b="1" spc="13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800" dirty="0"/>
          </a:p>
        </p:txBody>
      </p:sp>
      <p:sp>
        <p:nvSpPr>
          <p:cNvPr id="8" name="Text richtext-1792320478381-702971963"/>
          <p:cNvSpPr/>
          <p:nvPr/>
        </p:nvSpPr>
        <p:spPr>
          <a:xfrm>
            <a:off x="1295400" y="7162800"/>
            <a:ext cx="752475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0" y="1333500"/>
            <a:ext cx="6134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334750" y="2038350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87250" y="2038350"/>
            <a:ext cx="609600" cy="609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39750" y="2038350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92250" y="2038350"/>
            <a:ext cx="609600" cy="609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5144750" y="2038350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28575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lúc</a:t>
            </a:r>
            <a:r>
              <a:rPr lang="en-US" sz="1950" dirty="0" spc="-1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19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1950" dirty="0" spc="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đỏ</a:t>
            </a:r>
            <a:endParaRPr lang="en-US" sz="1950" dirty="0"/>
          </a:p>
        </p:txBody>
      </p:sp>
      <p:sp>
        <p:nvSpPr>
          <p:cNvPr id="17" name="Connector line-1792320478404-598524956"/>
          <p:cNvSpPr/>
          <p:nvPr/>
        </p:nvSpPr>
        <p:spPr>
          <a:xfrm flipH="1">
            <a:off x="12001500" y="3429000"/>
            <a:ext cx="666750" cy="8572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320478404-52046376"/>
          <p:cNvSpPr/>
          <p:nvPr/>
        </p:nvSpPr>
        <p:spPr>
          <a:xfrm>
            <a:off x="14420850" y="3429000"/>
            <a:ext cx="666750" cy="8572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9" name="Shape 17"/>
          <p:cNvSpPr/>
          <p:nvPr/>
        </p:nvSpPr>
        <p:spPr>
          <a:xfrm>
            <a:off x="10477500" y="436245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12141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77500" y="4762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477500" y="52959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1950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950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754100" y="4362450"/>
            <a:ext cx="2857500" cy="1809750"/>
          </a:xfrm>
          <a:prstGeom prst="roundRect">
            <a:avLst>
              <a:gd name="adj" fmla="val 12632"/>
            </a:avLst>
          </a:prstGeom>
          <a:solidFill>
            <a:srgbClr val="12141B"/>
          </a:solidFill>
          <a:ln w="28575">
            <a:solidFill>
              <a:srgbClr val="FFB454"/>
            </a:solidFill>
            <a:prstDash val="lgDash"/>
          </a:ln>
        </p:spPr>
      </p:sp>
      <p:sp>
        <p:nvSpPr>
          <p:cNvPr id="23" name="Text 21"/>
          <p:cNvSpPr/>
          <p:nvPr/>
        </p:nvSpPr>
        <p:spPr>
          <a:xfrm>
            <a:off x="13754100" y="47625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chập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54100" y="529590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1950" dirty="0" spc="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477500" y="6858000"/>
            <a:ext cx="613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ly</a:t>
            </a:r>
            <a:r>
              <a:rPr lang="en-US" sz="19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06c6007b-2214-44d9-9922-3e56066448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382000" cy="2381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7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Nơi</a:t>
            </a:r>
            <a:r>
              <a:rPr lang="en-US" sz="3000" dirty="0" spc="1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1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300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30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bổ</a:t>
            </a:r>
            <a:r>
              <a:rPr lang="en-US" sz="3000" dirty="0" spc="-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sung</a:t>
            </a:r>
            <a:r>
              <a:rPr lang="en-US" sz="3000" dirty="0" spc="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-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2387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phá,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667500"/>
            <a:ext cx="8191500" cy="2114550"/>
          </a:xfrm>
          <a:prstGeom prst="roundRect">
            <a:avLst>
              <a:gd name="adj" fmla="val 12613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8770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80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b="1" spc="2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80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353300"/>
            <a:ext cx="7620000" cy="1333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lọt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 nhắc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 trách.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1428750"/>
            <a:ext cx="61341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0" y="2762250"/>
            <a:ext cx="6134100" cy="4381500"/>
          </a:xfrm>
          <a:prstGeom prst="roundRect">
            <a:avLst>
              <a:gd name="adj" fmla="val 608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lgDash"/>
          </a:ln>
        </p:spPr>
      </p:sp>
      <p:sp>
        <p:nvSpPr>
          <p:cNvPr id="12" name="Text 10"/>
          <p:cNvSpPr/>
          <p:nvPr/>
        </p:nvSpPr>
        <p:spPr>
          <a:xfrm>
            <a:off x="10763250" y="2990850"/>
            <a:ext cx="5562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tầm của</a:t>
            </a:r>
            <a:r>
              <a:rPr lang="en-US" sz="19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68050" y="3619500"/>
            <a:ext cx="49530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068050" y="4629150"/>
            <a:ext cx="49530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068050" y="5638800"/>
            <a:ext cx="49530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truy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0" y="7524750"/>
            <a:ext cx="61341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phá: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endParaRPr lang="en-US" sz="1950" dirty="0"/>
          </a:p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19468a0-1942-4182-a0df-870ed8b778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85725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số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Số</a:t>
            </a:r>
            <a:r>
              <a:rPr lang="en-US" sz="3000" dirty="0" spc="1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gợi</a:t>
            </a:r>
            <a:r>
              <a:rPr lang="en-US" sz="300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24400"/>
            <a:ext cx="8191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phán</a:t>
            </a:r>
            <a:r>
              <a:rPr lang="en-US" sz="25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6819900"/>
            <a:ext cx="8191500" cy="1962150"/>
          </a:xfrm>
          <a:prstGeom prst="roundRect">
            <a:avLst>
              <a:gd name="adj" fmla="val 1359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7067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7543800"/>
            <a:ext cx="75247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Chấm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người: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méo.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15500" y="876300"/>
            <a:ext cx="7658100" cy="7867650"/>
          </a:xfrm>
          <a:prstGeom prst="roundRect">
            <a:avLst>
              <a:gd name="adj" fmla="val 3980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96500" y="1162050"/>
            <a:ext cx="6896100" cy="1905000"/>
          </a:xfrm>
          <a:prstGeom prst="roundRect">
            <a:avLst>
              <a:gd name="adj" fmla="val 12000"/>
            </a:avLst>
          </a:prstGeom>
          <a:solidFill>
            <a:srgbClr val="12141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82250" y="1333500"/>
            <a:ext cx="632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3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382250" y="1943100"/>
            <a:ext cx="6324600" cy="876300"/>
          </a:xfrm>
          <a:prstGeom prst="roundRect">
            <a:avLst>
              <a:gd name="adj" fmla="val 2173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r>
              <a:rPr lang="en-US" sz="22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-7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Thay</a:t>
            </a:r>
            <a:r>
              <a:rPr lang="en-US" sz="2250" dirty="0" spc="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đổi</a:t>
            </a:r>
            <a:r>
              <a:rPr lang="en-US" sz="2250" dirty="0" spc="-8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2250" dirty="0" spc="-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096500" y="3257550"/>
            <a:ext cx="6896100" cy="2857500"/>
          </a:xfrm>
          <a:prstGeom prst="roundRect">
            <a:avLst>
              <a:gd name="adj" fmla="val 8000"/>
            </a:avLst>
          </a:prstGeom>
          <a:solidFill>
            <a:srgbClr val="12141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82250" y="3429000"/>
            <a:ext cx="632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test</a:t>
            </a:r>
            <a:r>
              <a:rPr lang="en-US" sz="1950" b="1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382250" y="4000500"/>
            <a:ext cx="6324600" cy="876300"/>
          </a:xfrm>
          <a:prstGeom prst="roundRect">
            <a:avLst>
              <a:gd name="adj" fmla="val 21739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r>
              <a:rPr lang="en-US" sz="22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Thời</a:t>
            </a:r>
            <a:r>
              <a:rPr lang="en-US" sz="2250" dirty="0" spc="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r>
              <a:rPr lang="en-US" sz="2250" dirty="0" spc="-3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chờ</a:t>
            </a:r>
            <a:r>
              <a:rPr lang="en-US" sz="2250" dirty="0" spc="-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test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382250" y="5010150"/>
            <a:ext cx="6324600" cy="876300"/>
          </a:xfrm>
          <a:prstGeom prst="roundRect">
            <a:avLst>
              <a:gd name="adj" fmla="val 21739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r>
              <a:rPr lang="en-US" sz="22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-50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Test</a:t>
            </a:r>
            <a:r>
              <a:rPr lang="en-US" sz="22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chập</a:t>
            </a:r>
            <a:r>
              <a:rPr lang="en-US" sz="2250" dirty="0" spc="-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chờn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096500" y="6305550"/>
            <a:ext cx="6896100" cy="2190750"/>
          </a:xfrm>
          <a:prstGeom prst="roundRect">
            <a:avLst>
              <a:gd name="adj" fmla="val 10435"/>
            </a:avLst>
          </a:prstGeom>
          <a:solidFill>
            <a:srgbClr val="12141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0" y="6477000"/>
            <a:ext cx="632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tầm của</a:t>
            </a: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382250" y="7086600"/>
            <a:ext cx="6324600" cy="876300"/>
          </a:xfrm>
          <a:prstGeom prst="roundRect">
            <a:avLst>
              <a:gd name="adj" fmla="val 21739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r>
              <a:rPr lang="en-US" sz="2250" dirty="0" spc="1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0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Việc</a:t>
            </a:r>
            <a:r>
              <a:rPr lang="en-US" sz="2250" dirty="0" spc="-7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2250" dirty="0" spc="-3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</a:t>
            </a:r>
            <a:r>
              <a:rPr lang="en-US" sz="2250" dirty="0" spc="0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làm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72d825d-84e2-4846-abcf-dd6fe41935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 HÌNH,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239000" cy="5905500"/>
          </a:xfrm>
          <a:prstGeom prst="roundRect">
            <a:avLst>
              <a:gd name="adj" fmla="val 516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099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943350"/>
            <a:ext cx="6572250" cy="476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Đội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thử.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test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90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phút,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đỏ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xanh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lại.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Thuê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phải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 nên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572500" y="3048000"/>
            <a:ext cx="8801100" cy="5905500"/>
          </a:xfrm>
          <a:prstGeom prst="roundRect">
            <a:avLst>
              <a:gd name="adj" fmla="val 5161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8991600" y="34099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91600" y="38481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chắc.</a:t>
            </a:r>
            <a:endParaRPr lang="en-US" sz="5400" dirty="0"/>
          </a:p>
        </p:txBody>
      </p:sp>
      <p:sp>
        <p:nvSpPr>
          <p:cNvPr id="10" name="Text richtext-1792320543903-449857827"/>
          <p:cNvSpPr/>
          <p:nvPr/>
        </p:nvSpPr>
        <p:spPr>
          <a:xfrm>
            <a:off x="8991600" y="5143500"/>
            <a:ext cx="8001000" cy="1905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90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 lập</a:t>
            </a:r>
            <a:r>
              <a:rPr lang="en-US" sz="24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Đỏ</a:t>
            </a:r>
            <a:r>
              <a:rPr lang="en-US" sz="24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xanh: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40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4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4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tính thêm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991600" y="720090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991600" y="760095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nào.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7b3910f-0593-4346-94ab-b9b319cbe0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NÂNG</a:t>
            </a:r>
            <a:r>
              <a:rPr lang="en-US" sz="195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286375" cy="5715000"/>
          </a:xfrm>
          <a:prstGeom prst="roundRect">
            <a:avLst>
              <a:gd name="adj" fmla="val 504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276600"/>
            <a:ext cx="209550" cy="209550"/>
          </a:xfrm>
          <a:prstGeom prst="ellipse">
            <a:avLst/>
          </a:prstGeom>
          <a:solidFill>
            <a:srgbClr val="E8E0CF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Connector line-1792320544935-145625392"/>
          <p:cNvSpPr/>
          <p:nvPr/>
        </p:nvSpPr>
        <p:spPr>
          <a:xfrm>
            <a:off x="1447800" y="3381375"/>
            <a:ext cx="443865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37528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33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33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300" dirty="0" spc="-3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33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3300" dirty="0"/>
          </a:p>
        </p:txBody>
      </p:sp>
      <p:sp>
        <p:nvSpPr>
          <p:cNvPr id="8" name="Text richtext-1792320544937-311770958"/>
          <p:cNvSpPr/>
          <p:nvPr/>
        </p:nvSpPr>
        <p:spPr>
          <a:xfrm>
            <a:off x="1238250" y="4895850"/>
            <a:ext cx="4667250" cy="3524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Chấm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méo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05575" y="2952750"/>
            <a:ext cx="5286375" cy="5715000"/>
          </a:xfrm>
          <a:prstGeom prst="roundRect">
            <a:avLst>
              <a:gd name="adj" fmla="val 504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6829425" y="3276600"/>
            <a:ext cx="209550" cy="209550"/>
          </a:xfrm>
          <a:prstGeom prst="ellipse">
            <a:avLst/>
          </a:prstGeom>
          <a:solidFill>
            <a:srgbClr val="E8E0CF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1" name="Connector line-1792320544942-124300038"/>
          <p:cNvSpPr/>
          <p:nvPr/>
        </p:nvSpPr>
        <p:spPr>
          <a:xfrm>
            <a:off x="7038975" y="3381375"/>
            <a:ext cx="443865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829425" y="37528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tỉ</a:t>
            </a:r>
            <a:r>
              <a:rPr lang="en-US" sz="33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endParaRPr lang="en-US" sz="3300" dirty="0"/>
          </a:p>
        </p:txBody>
      </p:sp>
      <p:sp>
        <p:nvSpPr>
          <p:cNvPr id="13" name="Text richtext-1792320544943-124869043"/>
          <p:cNvSpPr/>
          <p:nvPr/>
        </p:nvSpPr>
        <p:spPr>
          <a:xfrm>
            <a:off x="6829425" y="4895850"/>
            <a:ext cx="4667250" cy="3524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 lệ lập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96750" y="2952750"/>
            <a:ext cx="5286375" cy="5715000"/>
          </a:xfrm>
          <a:prstGeom prst="roundRect">
            <a:avLst>
              <a:gd name="adj" fmla="val 5045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20600" y="3276600"/>
            <a:ext cx="209550" cy="209550"/>
          </a:xfrm>
          <a:prstGeom prst="ellipse">
            <a:avLst/>
          </a:prstGeom>
          <a:solidFill>
            <a:srgbClr val="E8E0CF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16" name="Connector line-1792320544950-166895207"/>
          <p:cNvSpPr/>
          <p:nvPr/>
        </p:nvSpPr>
        <p:spPr>
          <a:xfrm>
            <a:off x="12630150" y="3381375"/>
            <a:ext cx="44386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420600" y="37528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3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33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đo?</a:t>
            </a:r>
            <a:endParaRPr lang="en-US" sz="3300" dirty="0"/>
          </a:p>
        </p:txBody>
      </p:sp>
      <p:sp>
        <p:nvSpPr>
          <p:cNvPr id="18" name="Text richtext-1792320544952-643496240"/>
          <p:cNvSpPr/>
          <p:nvPr/>
        </p:nvSpPr>
        <p:spPr>
          <a:xfrm>
            <a:off x="12420600" y="4895850"/>
            <a:ext cx="4667250" cy="3524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 mất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214ca20d-01af-491d-918e-8864010dd0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8077200" cy="3905250"/>
          </a:xfrm>
          <a:prstGeom prst="roundRect">
            <a:avLst>
              <a:gd name="adj" fmla="val 58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285750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" name="Connector line-1792320545797-900881611"/>
          <p:cNvSpPr/>
          <p:nvPr/>
        </p:nvSpPr>
        <p:spPr>
          <a:xfrm>
            <a:off x="1447800" y="2962275"/>
            <a:ext cx="72199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38250" y="32385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DORA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238250" y="4343400"/>
            <a:ext cx="742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DevOps</a:t>
            </a:r>
            <a:r>
              <a:rPr lang="en-US" sz="19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Assessment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8250" y="49149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DevOps;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DORA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phần mềm.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96400" y="2552700"/>
            <a:ext cx="8077200" cy="3905250"/>
          </a:xfrm>
          <a:prstGeom prst="roundRect">
            <a:avLst>
              <a:gd name="adj" fmla="val 5854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620250" y="2857500"/>
            <a:ext cx="209550" cy="20955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2" name="Connector line-1792320545805-212951075"/>
          <p:cNvSpPr/>
          <p:nvPr/>
        </p:nvSpPr>
        <p:spPr>
          <a:xfrm>
            <a:off x="9829800" y="2962275"/>
            <a:ext cx="72199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620250" y="32385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DevOps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620250" y="4343400"/>
            <a:ext cx="742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Development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0250" y="49149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 cách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viết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hai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68199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2390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 ·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DORA: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Fowler: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TestPyramid,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Eradicating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Non-Determinism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1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bc126b2-3d8b-41f4-83eb-79aa976dbf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2026-10-18T10:49:26Z</dcterms:created>
  <dcterms:modified xsi:type="dcterms:W3CDTF">2026-10-18T10:49:26Z</dcterms:modified>
</cp:coreProperties>
</file>