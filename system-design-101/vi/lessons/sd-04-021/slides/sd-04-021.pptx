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63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tắt: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 giữ</a:t>
            </a:r>
            <a:r>
              <a:rPr lang="en-US" sz="63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4667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8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5219700" cy="1390650"/>
          </a:xfrm>
          <a:prstGeom prst="roundRect">
            <a:avLst>
              <a:gd name="adj" fmla="val 13699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8900" y="5905500"/>
            <a:ext cx="5219700" cy="1390650"/>
          </a:xfrm>
          <a:prstGeom prst="roundRect">
            <a:avLst>
              <a:gd name="adj" fmla="val 13699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3400" y="5905500"/>
            <a:ext cx="5219700" cy="1390650"/>
          </a:xfrm>
          <a:prstGeom prst="roundRect">
            <a:avLst>
              <a:gd name="adj" fmla="val 13699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7524750"/>
            <a:ext cx="5219700" cy="1390650"/>
          </a:xfrm>
          <a:prstGeom prst="roundRect">
            <a:avLst>
              <a:gd name="adj" fmla="val 13699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8900" y="7524750"/>
            <a:ext cx="5219700" cy="1390650"/>
          </a:xfrm>
          <a:prstGeom prst="roundRect">
            <a:avLst>
              <a:gd name="adj" fmla="val 13699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400" y="7524750"/>
            <a:ext cx="5219700" cy="1390650"/>
          </a:xfrm>
          <a:prstGeom prst="roundRect">
            <a:avLst>
              <a:gd name="adj" fmla="val 13699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1100" y="61912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81100" y="66675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dirty="0" spc="4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1950" dirty="0" spc="0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17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0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705600" y="61912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705600" y="66675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dirty="0" spc="4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1950" dirty="0" spc="0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17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0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230100" y="61912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230100" y="66675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dirty="0" spc="4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1950" dirty="0" spc="0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17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0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81100" y="78105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181100" y="8286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dirty="0" spc="8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705600" y="78105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705600" y="8286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dirty="0" spc="8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230100" y="78105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2230100" y="8286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dirty="0" spc="8" kern="0">
                <a:solidFill>
                  <a:srgbClr val="B8BD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4dfe36c-0779-401a-bb92-105dbbb067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 TRÊN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ghi,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6096000"/>
            <a:ext cx="114300" cy="2286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60960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noeviction: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OOM,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 cũ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67627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allkeys-lru: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30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33500" y="74295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maxmemory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0: không giới hạn.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RDB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AOF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9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6de1a34-2126-4360-9e34-730d0c8b32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9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57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57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5275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8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hệ:</a:t>
            </a: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“gần như việc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b="1" dirty="0" spc="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được”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nhớ: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“nhanh, cỡ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hạn”</a:t>
            </a:r>
            <a:endParaRPr lang="en-US" sz="2850" dirty="0"/>
          </a:p>
        </p:txBody>
      </p:sp>
      <p:sp>
        <p:nvSpPr>
          <p:cNvPr id="8" name="Connector line-1792460992181-283637453"/>
          <p:cNvSpPr/>
          <p:nvPr/>
        </p:nvSpPr>
        <p:spPr>
          <a:xfrm>
            <a:off x="1524000" y="6477000"/>
            <a:ext cx="15240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695450" y="6267450"/>
            <a:ext cx="419100" cy="4191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5695950" y="6267450"/>
            <a:ext cx="419100" cy="4191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9696450" y="6267450"/>
            <a:ext cx="419100" cy="4191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Shape 10"/>
          <p:cNvSpPr/>
          <p:nvPr/>
        </p:nvSpPr>
        <p:spPr>
          <a:xfrm>
            <a:off x="13696950" y="6267450"/>
            <a:ext cx="419100" cy="4191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695325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Trần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MiB,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20.000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24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14900" y="695325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6.732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695325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noeviction: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4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915900" y="6953250"/>
            <a:ext cx="381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allkeys-lru: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24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13.291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Shape 21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Shape 23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6" name="Shape 24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0295f6e-981b-4d06-898c-56ad1f27b0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ĐỒ THỊ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57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mỏng,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57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715000"/>
          </a:xfrm>
          <a:prstGeom prst="roundRect">
            <a:avLst>
              <a:gd name="adj" fmla="val 4000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5715000"/>
          </a:xfrm>
          <a:prstGeom prst="roundRect">
            <a:avLst>
              <a:gd name="adj" fmla="val 4000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143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30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gian:</a:t>
            </a:r>
            <a:r>
              <a:rPr lang="en-US" sz="3000" b="1" dirty="0" spc="3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“lưu</a:t>
            </a:r>
            <a:r>
              <a:rPr lang="en-US" sz="300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30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5400" y="428625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mỏng.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cao.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nhãn.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753600" y="3143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30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thị:</a:t>
            </a:r>
            <a:r>
              <a:rPr lang="en-US" sz="30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“quan</a:t>
            </a:r>
            <a:r>
              <a:rPr lang="en-US" sz="30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0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b="1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r>
              <a:rPr lang="en-US" sz="30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30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trúc”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“quan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hệ” đúng: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quan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“phi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trúc”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9c02463-6151-4efe-a69e-d201e8d0f2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1800" b="1" spc="26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“TỐT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DỮ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Chỗ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 câu</a:t>
            </a:r>
            <a:endParaRPr lang="en-US" sz="5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  <a:gridCol w="548640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Tiêu chí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Kho tài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Kho đối tượng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Cỡ dữ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nhỏ đến vừa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D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Hình dạng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JSON đổi dần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tệp nguyên khối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230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Sau khi ghi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vẫn được sửa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ít khi đổi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D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Ví dụ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danh mục, hồ sơ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>
                          <a:solidFill>
                            <a:srgbClr val="F3EEE3"/>
                          </a:solidFill>
                          <a:latin typeface="sans-serif" pitchFamily="34" charset="0"/>
                          <a:ea typeface="sans-serif" pitchFamily="34" charset="-122"/>
                          <a:cs typeface="sans-serif" pitchFamily="34" charset="-120"/>
                        </a:rPr>
                        <a:t>ảnh, video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2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“Dữ</a:t>
            </a:r>
            <a:r>
              <a:rPr lang="en-US" sz="27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7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đổi”</a:t>
            </a:r>
            <a:r>
              <a:rPr lang="en-US" sz="27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7" name="Shape 4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9" name="Shape 6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0" name="Shape 7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9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0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2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b17ad18-638d-4934-9582-76c8ba9f52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180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RỘNG: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“DÙNG</a:t>
            </a: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8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TÍCH,</a:t>
            </a:r>
            <a:r>
              <a:rPr lang="en-US" sz="1800" b="1" spc="28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spc="27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0292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9400" y="3048000"/>
            <a:ext cx="50292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0" y="3048000"/>
            <a:ext cx="50292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6195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6953250" y="36195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thưa,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2668250" y="36195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315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1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8175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6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250" b="1" spc="22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spc="22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95400" y="685800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Connector line-1792461061309-193598218"/>
          <p:cNvSpPr/>
          <p:nvPr/>
        </p:nvSpPr>
        <p:spPr>
          <a:xfrm>
            <a:off x="6019800" y="4095750"/>
            <a:ext cx="5334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5" name="Connector line-1792461061309-850071019"/>
          <p:cNvSpPr/>
          <p:nvPr/>
        </p:nvSpPr>
        <p:spPr>
          <a:xfrm>
            <a:off x="11734800" y="4095750"/>
            <a:ext cx="5334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2a3f2365-eb01-4604-89ab-deba577f53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2476500"/>
          </a:xfrm>
          <a:prstGeom prst="roundRect">
            <a:avLst>
              <a:gd name="adj" fmla="val 769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905500"/>
            <a:ext cx="1645920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9700" y="3829050"/>
            <a:ext cx="914400" cy="914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" name="Shape 5"/>
          <p:cNvSpPr/>
          <p:nvPr/>
        </p:nvSpPr>
        <p:spPr>
          <a:xfrm>
            <a:off x="1409700" y="6686550"/>
            <a:ext cx="914400" cy="914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Text 6"/>
          <p:cNvSpPr/>
          <p:nvPr/>
        </p:nvSpPr>
        <p:spPr>
          <a:xfrm>
            <a:off x="1676400" y="390525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676400" y="676275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62250" y="352425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3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33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33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3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2762250" y="638175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3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3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3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33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3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7.0.15; các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3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3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09b05ee-d49f-4180-b266-b9bee85052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405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0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</a:t>
            </a:r>
            <a:r>
              <a:rPr lang="en-US" sz="405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405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trăm</a:t>
            </a:r>
            <a:r>
              <a:rPr lang="en-US" sz="40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MB,</a:t>
            </a:r>
            <a:r>
              <a:rPr lang="en-US" sz="40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40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405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40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05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sửa:</a:t>
            </a:r>
            <a:r>
              <a:rPr lang="en-US" sz="40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40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40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4191000" cy="1905000"/>
          </a:xfrm>
          <a:prstGeom prst="roundRect">
            <a:avLst>
              <a:gd name="adj" fmla="val 12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447675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tải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0" y="3238500"/>
            <a:ext cx="78486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25000" y="5810250"/>
            <a:ext cx="78486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0750" y="3429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85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810750" y="4000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 ghi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10750" y="6000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810750" y="6572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tệp: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thẻ,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8191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sửa: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4" name="Connector line-1792461062310-8105999"/>
          <p:cNvSpPr/>
          <p:nvPr/>
        </p:nvSpPr>
        <p:spPr>
          <a:xfrm flipV="1">
            <a:off x="5181600" y="4191000"/>
            <a:ext cx="4267200" cy="5715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5" name="Connector line-1792461062310-158694786"/>
          <p:cNvSpPr/>
          <p:nvPr/>
        </p:nvSpPr>
        <p:spPr>
          <a:xfrm>
            <a:off x="5181600" y="5143500"/>
            <a:ext cx="4267200" cy="15240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8250b34-853c-451b-a5ea-bb61d1025b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8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GIỮ,</a:t>
            </a:r>
            <a:r>
              <a:rPr lang="en-US" sz="1800" b="1" spc="2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câu,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4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2762250"/>
          </a:xfrm>
          <a:prstGeom prst="roundRect">
            <a:avLst>
              <a:gd name="adj" fmla="val 8276"/>
            </a:avLst>
          </a:prstGeom>
          <a:solidFill>
            <a:srgbClr val="1E2230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952750"/>
            <a:ext cx="8001000" cy="2762250"/>
          </a:xfrm>
          <a:prstGeom prst="roundRect">
            <a:avLst>
              <a:gd name="adj" fmla="val 8276"/>
            </a:avLst>
          </a:prstGeom>
          <a:solidFill>
            <a:srgbClr val="1E2230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6096000"/>
            <a:ext cx="8001000" cy="2762250"/>
          </a:xfrm>
          <a:prstGeom prst="roundRect">
            <a:avLst>
              <a:gd name="adj" fmla="val 8276"/>
            </a:avLst>
          </a:prstGeom>
          <a:solidFill>
            <a:srgbClr val="1E2230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6096000"/>
            <a:ext cx="8001000" cy="2762250"/>
          </a:xfrm>
          <a:prstGeom prst="roundRect">
            <a:avLst>
              <a:gd name="adj" fmla="val 8276"/>
            </a:avLst>
          </a:prstGeom>
          <a:solidFill>
            <a:srgbClr val="1E2230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2385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Giữ,</a:t>
            </a:r>
            <a:r>
              <a:rPr lang="en-US" sz="2850" b="1" dirty="0" spc="-3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b="1" dirty="0" spc="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95400" y="3905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gian: coi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3600" y="32385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Sửa:</a:t>
            </a:r>
            <a:r>
              <a:rPr lang="en-US" sz="28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753600" y="3905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“phi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trúc”: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có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95400" y="6381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Sửa:</a:t>
            </a: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95400" y="704850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“Lớn,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đổi”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 kho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753600" y="6381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Sửa:</a:t>
            </a:r>
            <a:r>
              <a:rPr lang="en-US" sz="28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85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753600" y="704850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phân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tích.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Ceph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26a410a-bab5-4ce5-9555-afbd8bf9da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4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19700" cy="1809750"/>
          </a:xfrm>
          <a:prstGeom prst="roundRect">
            <a:avLst>
              <a:gd name="adj" fmla="val 10526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8900" y="2762250"/>
            <a:ext cx="5219700" cy="1809750"/>
          </a:xfrm>
          <a:prstGeom prst="roundRect">
            <a:avLst>
              <a:gd name="adj" fmla="val 10526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63400" y="2762250"/>
            <a:ext cx="5410200" cy="1809750"/>
          </a:xfrm>
          <a:prstGeom prst="roundRect">
            <a:avLst>
              <a:gd name="adj" fmla="val 10526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857750"/>
            <a:ext cx="8077200" cy="1809750"/>
          </a:xfrm>
          <a:prstGeom prst="roundRect">
            <a:avLst>
              <a:gd name="adj" fmla="val 10526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96400" y="4857750"/>
            <a:ext cx="8077200" cy="1809750"/>
          </a:xfrm>
          <a:prstGeom prst="roundRect">
            <a:avLst>
              <a:gd name="adj" fmla="val 10526"/>
            </a:avLst>
          </a:prstGeom>
          <a:solidFill>
            <a:srgbClr val="1E2230"/>
          </a:solidFill>
          <a:ln w="19050">
            <a:solidFill>
              <a:srgbClr val="4A4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9527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181100" y="35814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chữ,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9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lồng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705600" y="29527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MB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705600" y="35814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230100" y="29527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MiB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230100" y="35814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mebibyte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81100" y="50482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RDB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181100" y="5676900"/>
            <a:ext cx="742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19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chu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563100" y="50482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AOF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563100" y="5676900"/>
            <a:ext cx="742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nối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lệnh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khởi</a:t>
            </a:r>
            <a:r>
              <a:rPr lang="en-US" sz="19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4400" y="7143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76200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Understand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models,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khóa;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2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5" name="Shape 23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6" name="Shape 24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7" name="Shape 25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8" name="Shape 26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0" name="Shape 28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a7cdf42-45a2-4997-9b3f-a88dd8eb7c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2026-10-20T01:51:54Z</dcterms:created>
  <dcterms:modified xsi:type="dcterms:W3CDTF">2026-10-20T01:51:54Z</dcterms:modified>
</cp:coreProperties>
</file>