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382250" cy="3238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TLS:</a:t>
            </a: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8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phê: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9342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650" b="1" spc="21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b="1" spc="22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1650" dirty="0"/>
          </a:p>
        </p:txBody>
      </p:sp>
      <p:sp>
        <p:nvSpPr>
          <p:cNvPr id="6" name="Connector line-1792334432221-601662102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Toàn</a:t>
            </a:r>
            <a:r>
              <a:rPr lang="en-US" sz="42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vẹn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lén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42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34800" y="2762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239750" y="32385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 được</a:t>
            </a:r>
            <a:r>
              <a:rPr lang="en-US" sz="1800" dirty="0" spc="-1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1800" dirty="0" spc="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endParaRPr lang="en-US" sz="1800" dirty="0"/>
          </a:p>
        </p:txBody>
      </p:sp>
      <p:sp>
        <p:nvSpPr>
          <p:cNvPr id="16" name="Connector line-1792334432244-845988283"/>
          <p:cNvSpPr/>
          <p:nvPr/>
        </p:nvSpPr>
        <p:spPr>
          <a:xfrm>
            <a:off x="11906250" y="3810000"/>
            <a:ext cx="5524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1734800" y="3638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7259300" y="3638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9" name="Text 17"/>
          <p:cNvSpPr/>
          <p:nvPr/>
        </p:nvSpPr>
        <p:spPr>
          <a:xfrm>
            <a:off x="13430250" y="3562350"/>
            <a:ext cx="2476500" cy="495300"/>
          </a:xfrm>
          <a:prstGeom prst="roundRect">
            <a:avLst>
              <a:gd name="adj" fmla="val 26923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GET</a:t>
            </a:r>
            <a:r>
              <a:rPr lang="en-US" sz="180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/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HTTP/1.0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44250" y="415290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668750" y="415290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734800" y="49530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858625" y="5391150"/>
            <a:ext cx="152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bắt</a:t>
            </a:r>
            <a:r>
              <a:rPr lang="en-US" sz="1800" dirty="0" spc="-9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54125" y="53911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180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18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 hóa</a:t>
            </a:r>
            <a:endParaRPr lang="en-US" sz="1800" dirty="0"/>
          </a:p>
        </p:txBody>
      </p:sp>
      <p:sp>
        <p:nvSpPr>
          <p:cNvPr id="25" name="Connector line-1792334432257-737153287"/>
          <p:cNvSpPr/>
          <p:nvPr/>
        </p:nvSpPr>
        <p:spPr>
          <a:xfrm>
            <a:off x="11906250" y="6000750"/>
            <a:ext cx="14287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6" name="Connector line-1792334432257-268273011"/>
          <p:cNvSpPr/>
          <p:nvPr/>
        </p:nvSpPr>
        <p:spPr>
          <a:xfrm>
            <a:off x="13335000" y="6000750"/>
            <a:ext cx="40957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1734800" y="58293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7259300" y="58293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92000" y="585787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2763500" y="585787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4049375" y="5810250"/>
            <a:ext cx="762000" cy="381000"/>
          </a:xfrm>
          <a:prstGeom prst="roundRect">
            <a:avLst>
              <a:gd name="adj" fmla="val 3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001875" y="5810250"/>
            <a:ext cx="762000" cy="381000"/>
          </a:xfrm>
          <a:prstGeom prst="roundRect">
            <a:avLst>
              <a:gd name="adj" fmla="val 3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954375" y="5810250"/>
            <a:ext cx="762000" cy="381000"/>
          </a:xfrm>
          <a:prstGeom prst="roundRect">
            <a:avLst>
              <a:gd name="adj" fmla="val 3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44250" y="63436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6668750" y="63436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1334750" y="7048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lại mọi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d1e57330-b993-4ecc-81c2-3fe37082f2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9060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TLS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9906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9906000" cy="9144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123950" y="5505450"/>
            <a:ext cx="571500" cy="5715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56197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43100" y="5524500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400800"/>
            <a:ext cx="9906000" cy="9144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" y="6572250"/>
            <a:ext cx="571500" cy="5715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66865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43100" y="6591300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bị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467600"/>
            <a:ext cx="9906000" cy="9144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950" y="7639050"/>
            <a:ext cx="571500" cy="5715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" y="77533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943100" y="7658100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239500" y="914400"/>
            <a:ext cx="6134100" cy="7867650"/>
          </a:xfrm>
          <a:prstGeom prst="roundRect">
            <a:avLst>
              <a:gd name="adj" fmla="val 4348"/>
            </a:avLst>
          </a:prstGeom>
          <a:solidFill>
            <a:srgbClr val="1F3FD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96700" y="1314450"/>
            <a:ext cx="571500" cy="5715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39575" y="1485900"/>
            <a:ext cx="295275" cy="219075"/>
          </a:xfrm>
          <a:custGeom>
            <a:avLst/>
            <a:gdLst/>
            <a:ahLst/>
            <a:cxnLst/>
            <a:rect l="l" t="t" r="r" b="b"/>
            <a:pathLst>
              <a:path w="295275" h="219075">
                <a:moveTo>
                  <a:pt x="0" y="114300"/>
                </a:moveTo>
                <a:lnTo>
                  <a:pt x="104775" y="219075"/>
                </a:lnTo>
                <a:lnTo>
                  <a:pt x="29527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96700" y="21526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BFCB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650" b="1" spc="227" kern="0" dirty="0">
                <a:solidFill>
                  <a:srgbClr val="BFCB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696700" y="2552700"/>
            <a:ext cx="5219700" cy="2000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70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TLS: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dirty="0" spc="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 thứ tự nào,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văn,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1696700" y="5143500"/>
            <a:ext cx="5219700" cy="238125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 w="2857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982450" y="533400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19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mã</a:t>
            </a:r>
            <a:r>
              <a:rPr lang="en-US" sz="19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01500" y="5848350"/>
            <a:ext cx="4610100" cy="1409700"/>
          </a:xfrm>
          <a:prstGeom prst="roundRect">
            <a:avLst>
              <a:gd name="adj" fmla="val 13514"/>
            </a:avLst>
          </a:prstGeom>
          <a:solidFill>
            <a:srgbClr val="F3EEE3"/>
          </a:solidFill>
          <a:ln/>
        </p:spPr>
      </p:sp>
      <p:sp>
        <p:nvSpPr>
          <p:cNvPr id="25" name="Text 23"/>
          <p:cNvSpPr/>
          <p:nvPr/>
        </p:nvSpPr>
        <p:spPr>
          <a:xfrm>
            <a:off x="12001500" y="5981700"/>
            <a:ext cx="4610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001500" y="6686550"/>
            <a:ext cx="4610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696700" y="7734300"/>
            <a:ext cx="5219700" cy="666750"/>
          </a:xfrm>
          <a:prstGeom prst="roundRect">
            <a:avLst>
              <a:gd name="adj" fmla="val 28571"/>
            </a:avLst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TCP</a:t>
            </a: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26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95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1950" dirty="0" spc="9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195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950" dirty="0" spc="-8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endParaRPr lang="en-US" sz="1950" dirty="0"/>
          </a:p>
        </p:txBody>
      </p:sp>
      <p:sp>
        <p:nvSpPr>
          <p:cNvPr id="28" name="Connector line-1792334500903-55089853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9b8165e5-869f-4297-b2d8-ae7e088100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1950" b="1" spc="2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21907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chào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72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7147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7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7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7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dirty="0" spc="-4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74295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62293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6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LÉN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6667500"/>
            <a:ext cx="67818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lại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572500" y="914400"/>
            <a:ext cx="8801100" cy="7867650"/>
          </a:xfrm>
          <a:prstGeom prst="roundRect">
            <a:avLst>
              <a:gd name="adj" fmla="val 339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9" name="Connector line-1792337874396-918032160"/>
          <p:cNvSpPr/>
          <p:nvPr/>
        </p:nvSpPr>
        <p:spPr>
          <a:xfrm>
            <a:off x="10477500" y="1790700"/>
            <a:ext cx="0" cy="6457950"/>
          </a:xfrm>
          <a:prstGeom prst="line">
            <a:avLst/>
          </a:prstGeom>
          <a:noFill/>
          <a:ln w="19050">
            <a:solidFill>
              <a:srgbClr val="4A4D58"/>
            </a:solidFill>
            <a:prstDash val="lgDash"/>
            <a:headEnd type="none"/>
            <a:tailEnd type="none"/>
          </a:ln>
        </p:spPr>
      </p:sp>
      <p:sp>
        <p:nvSpPr>
          <p:cNvPr id="10" name="Connector line-1792337874396-845132759"/>
          <p:cNvSpPr/>
          <p:nvPr/>
        </p:nvSpPr>
        <p:spPr>
          <a:xfrm>
            <a:off x="15430500" y="1790700"/>
            <a:ext cx="0" cy="6457950"/>
          </a:xfrm>
          <a:prstGeom prst="line">
            <a:avLst/>
          </a:prstGeom>
          <a:noFill/>
          <a:ln w="19050">
            <a:solidFill>
              <a:srgbClr val="4A4D58"/>
            </a:solidFill>
            <a:prstDash val="lgDash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477375" y="1219200"/>
            <a:ext cx="2000250" cy="5143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430375" y="1219200"/>
            <a:ext cx="2000250" cy="5143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858250" y="2000250"/>
            <a:ext cx="8229600" cy="4038600"/>
          </a:xfrm>
          <a:prstGeom prst="roundRect">
            <a:avLst>
              <a:gd name="adj" fmla="val 5189"/>
            </a:avLst>
          </a:prstGeom>
          <a:solidFill>
            <a:srgbClr val="FFB454">
              <a:alpha val="10000"/>
            </a:srgbClr>
          </a:solidFill>
          <a:ln w="19050">
            <a:solidFill>
              <a:srgbClr val="FFB454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17170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650" b="1" spc="1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b="1" spc="23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650" b="1" spc="21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ECH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049000" y="26289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ClientHello</a:t>
            </a:r>
            <a:endParaRPr lang="en-US" sz="2400" dirty="0"/>
          </a:p>
        </p:txBody>
      </p:sp>
      <p:sp>
        <p:nvSpPr>
          <p:cNvPr id="16" name="Connector line-1792337874406-759141858"/>
          <p:cNvSpPr/>
          <p:nvPr/>
        </p:nvSpPr>
        <p:spPr>
          <a:xfrm>
            <a:off x="10553700" y="3181350"/>
            <a:ext cx="4800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668000" y="33337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18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(SNI)</a:t>
            </a:r>
            <a:endParaRPr lang="en-US" sz="1800" dirty="0"/>
          </a:p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nửa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x25519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49000" y="44196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ServerHello</a:t>
            </a:r>
            <a:endParaRPr lang="en-US" sz="2400" dirty="0"/>
          </a:p>
        </p:txBody>
      </p:sp>
      <p:sp>
        <p:nvSpPr>
          <p:cNvPr id="19" name="Connector line-1792337874410-66819178"/>
          <p:cNvSpPr/>
          <p:nvPr/>
        </p:nvSpPr>
        <p:spPr>
          <a:xfrm flipH="1">
            <a:off x="10553700" y="4972050"/>
            <a:ext cx="4800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668000" y="51244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chọn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 chạy: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TLS_AES_256_GCM_SHA384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858250" y="6191250"/>
            <a:ext cx="8229600" cy="2152650"/>
          </a:xfrm>
          <a:prstGeom prst="roundRect">
            <a:avLst>
              <a:gd name="adj" fmla="val 9735"/>
            </a:avLst>
          </a:prstGeom>
          <a:solidFill>
            <a:srgbClr val="3DD6A0">
              <a:alpha val="12000"/>
            </a:srgbClr>
          </a:solidFill>
          <a:ln w="19050">
            <a:solidFill>
              <a:srgbClr val="3DD6A0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63436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0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372600" y="6838950"/>
            <a:ext cx="381000" cy="323850"/>
          </a:xfrm>
          <a:custGeom>
            <a:avLst/>
            <a:gdLst/>
            <a:ahLst/>
            <a:cxnLst/>
            <a:rect l="l" t="t" r="r" b="b"/>
            <a:pathLst>
              <a:path w="381000" h="323850">
                <a:moveTo>
                  <a:pt x="0" y="323850"/>
                </a:move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ubicBezTo>
                  <a:pt x="295710" y="0"/>
                  <a:pt x="381000" y="85290"/>
                  <a:pt x="381000" y="190500"/>
                </a:cubicBezTo>
                <a:lnTo>
                  <a:pt x="381000" y="323850"/>
                </a:lnTo>
              </a:path>
            </a:pathLst>
          </a:custGeom>
          <a:ln w="66675">
            <a:solidFill>
              <a:srgbClr val="3D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58300" y="7143750"/>
            <a:ext cx="609600" cy="495300"/>
          </a:xfrm>
          <a:prstGeom prst="roundRect">
            <a:avLst>
              <a:gd name="adj" fmla="val 19231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0191750" y="6705600"/>
            <a:ext cx="6762750" cy="8001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4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ServerHello,</a:t>
            </a:r>
            <a:r>
              <a:rPr lang="en-US" sz="24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b="1" dirty="0" spc="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4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191750" y="7581900"/>
            <a:ext cx="6762750" cy="6286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ChangeCipherSpec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endParaRPr lang="en-US" sz="18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800" dirty="0"/>
          </a:p>
        </p:txBody>
      </p:sp>
      <p:sp>
        <p:nvSpPr>
          <p:cNvPr id="27" name="Connector line-1792337874433-477646647"/>
          <p:cNvSpPr/>
          <p:nvPr/>
        </p:nvSpPr>
        <p:spPr>
          <a:xfrm>
            <a:off x="9144000" y="8610600"/>
            <a:ext cx="4191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715500" y="84772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1650" dirty="0" spc="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650" dirty="0"/>
          </a:p>
        </p:txBody>
      </p:sp>
      <p:sp>
        <p:nvSpPr>
          <p:cNvPr id="29" name="Connector line-1792337874435-75529279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83462f27-ed7e-456d-9f59-86579e97fa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1950" b="1" spc="2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219075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957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4343400"/>
            <a:ext cx="7429500" cy="800100"/>
          </a:xfrm>
          <a:prstGeom prst="roundRect">
            <a:avLst>
              <a:gd name="adj" fmla="val 26190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123950" y="44958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4591050"/>
            <a:ext cx="49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809750" y="451485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hợp lệ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5257800"/>
            <a:ext cx="7429500" cy="800100"/>
          </a:xfrm>
          <a:prstGeom prst="roundRect">
            <a:avLst>
              <a:gd name="adj" fmla="val 26190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" y="54102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5505450"/>
            <a:ext cx="49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09750" y="5429250"/>
            <a:ext cx="628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0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172200"/>
            <a:ext cx="7429500" cy="800100"/>
          </a:xfrm>
          <a:prstGeom prst="roundRect">
            <a:avLst>
              <a:gd name="adj" fmla="val 26190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950" y="6324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" y="6419850"/>
            <a:ext cx="49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809750" y="6343650"/>
            <a:ext cx="647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khớp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7277100"/>
            <a:ext cx="7429500" cy="1428750"/>
          </a:xfrm>
          <a:prstGeom prst="roundRect">
            <a:avLst>
              <a:gd name="adj" fmla="val 16000"/>
            </a:avLst>
          </a:prstGeom>
          <a:solidFill>
            <a:srgbClr val="F8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7486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HỎNG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19200" y="7848600"/>
            <a:ext cx="6858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 dụng</a:t>
            </a:r>
            <a:r>
              <a:rPr lang="en-US" sz="25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19200" y="83058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self-signed certificate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hostname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mismatch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72500" y="914400"/>
            <a:ext cx="8801100" cy="7867650"/>
          </a:xfrm>
          <a:prstGeom prst="roundRect">
            <a:avLst>
              <a:gd name="adj" fmla="val 339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Connector line-1792334628723-202119087"/>
          <p:cNvSpPr/>
          <p:nvPr/>
        </p:nvSpPr>
        <p:spPr>
          <a:xfrm>
            <a:off x="10477500" y="1790700"/>
            <a:ext cx="0" cy="6381750"/>
          </a:xfrm>
          <a:prstGeom prst="line">
            <a:avLst/>
          </a:prstGeom>
          <a:noFill/>
          <a:ln w="19050">
            <a:solidFill>
              <a:srgbClr val="BDB5A0"/>
            </a:solidFill>
            <a:prstDash val="lgDash"/>
            <a:headEnd type="none"/>
            <a:tailEnd type="none"/>
          </a:ln>
        </p:spPr>
      </p:sp>
      <p:sp>
        <p:nvSpPr>
          <p:cNvPr id="23" name="Connector line-1792334628723-48352273"/>
          <p:cNvSpPr/>
          <p:nvPr/>
        </p:nvSpPr>
        <p:spPr>
          <a:xfrm>
            <a:off x="15430500" y="1790700"/>
            <a:ext cx="0" cy="6381750"/>
          </a:xfrm>
          <a:prstGeom prst="line">
            <a:avLst/>
          </a:prstGeom>
          <a:noFill/>
          <a:ln w="19050">
            <a:solidFill>
              <a:srgbClr val="BDB5A0"/>
            </a:solidFill>
            <a:prstDash val="lgDash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477375" y="1219200"/>
            <a:ext cx="20002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4430375" y="1219200"/>
            <a:ext cx="20002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858250" y="1962150"/>
            <a:ext cx="8229600" cy="6210300"/>
          </a:xfrm>
          <a:prstGeom prst="roundRect">
            <a:avLst>
              <a:gd name="adj" fmla="val 3374"/>
            </a:avLst>
          </a:prstGeom>
          <a:solidFill>
            <a:srgbClr val="0F766E">
              <a:alpha val="10000"/>
            </a:srgbClr>
          </a:solidFill>
          <a:ln w="19050">
            <a:solidFill>
              <a:srgbClr val="0F766E">
                <a:alpha val="1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1336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049000" y="25527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</a:t>
            </a:r>
            <a:endParaRPr lang="en-US" sz="2400" dirty="0"/>
          </a:p>
        </p:txBody>
      </p:sp>
      <p:sp>
        <p:nvSpPr>
          <p:cNvPr id="29" name="Connector line-1792334628732-475517853"/>
          <p:cNvSpPr/>
          <p:nvPr/>
        </p:nvSpPr>
        <p:spPr>
          <a:xfrm flipH="1">
            <a:off x="10553700" y="3105150"/>
            <a:ext cx="4800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668000" y="32575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chỉ:</a:t>
            </a:r>
            <a:r>
              <a:rPr lang="en-US" sz="18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049000" y="39624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CertificateVerify</a:t>
            </a:r>
            <a:endParaRPr lang="en-US" sz="2400" dirty="0"/>
          </a:p>
        </p:txBody>
      </p:sp>
      <p:sp>
        <p:nvSpPr>
          <p:cNvPr id="32" name="Connector line-1792334628736-682788303"/>
          <p:cNvSpPr/>
          <p:nvPr/>
        </p:nvSpPr>
        <p:spPr>
          <a:xfrm flipH="1">
            <a:off x="10553700" y="4514850"/>
            <a:ext cx="4800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668000" y="46672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049000" y="53721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Finished</a:t>
            </a:r>
            <a:endParaRPr lang="en-US" sz="2400" dirty="0"/>
          </a:p>
        </p:txBody>
      </p:sp>
      <p:sp>
        <p:nvSpPr>
          <p:cNvPr id="35" name="Connector line-1792334628751-377744248"/>
          <p:cNvSpPr/>
          <p:nvPr/>
        </p:nvSpPr>
        <p:spPr>
          <a:xfrm flipH="1">
            <a:off x="10553700" y="5924550"/>
            <a:ext cx="4800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0668000" y="60769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049000" y="67818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Finished</a:t>
            </a:r>
            <a:endParaRPr lang="en-US" sz="2400" dirty="0"/>
          </a:p>
        </p:txBody>
      </p:sp>
      <p:sp>
        <p:nvSpPr>
          <p:cNvPr id="38" name="Connector line-1792334628754-560483533"/>
          <p:cNvSpPr/>
          <p:nvPr/>
        </p:nvSpPr>
        <p:spPr>
          <a:xfrm>
            <a:off x="10553700" y="7334250"/>
            <a:ext cx="4800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0668000" y="74866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80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40" name="Connector line-1792334628756-774790185"/>
          <p:cNvSpPr/>
          <p:nvPr/>
        </p:nvSpPr>
        <p:spPr>
          <a:xfrm>
            <a:off x="9144000" y="8534400"/>
            <a:ext cx="4191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9715500" y="84010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16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6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650" dirty="0"/>
          </a:p>
        </p:txBody>
      </p:sp>
      <p:sp>
        <p:nvSpPr>
          <p:cNvPr id="42" name="Connector line-1792334628758-34663214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7" name="Shape 4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99155279-1b45-497d-a944-a45e6b5312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190625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Rồi</a:t>
            </a:r>
            <a:r>
              <a:rPr lang="en-US" sz="75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1238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 chiều</a:t>
            </a:r>
            <a:r>
              <a:rPr lang="en-US" sz="3000" dirty="0" spc="-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000" dirty="0" spc="1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3000" dirty="0" spc="2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xứng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752850"/>
            <a:ext cx="2476500" cy="2438400"/>
          </a:xfrm>
          <a:prstGeom prst="roundRect">
            <a:avLst>
              <a:gd name="adj" fmla="val 9375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98145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9530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 chiều</a:t>
            </a:r>
            <a:r>
              <a:rPr lang="en-US" sz="1800" dirty="0" spc="2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7912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 chiều</a:t>
            </a:r>
            <a:r>
              <a:rPr lang="en-US" sz="1800" dirty="0" spc="-1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897100" y="3752850"/>
            <a:ext cx="2476500" cy="2438400"/>
          </a:xfrm>
          <a:prstGeom prst="roundRect">
            <a:avLst>
              <a:gd name="adj" fmla="val 9375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97100" y="398145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897100" y="49530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 chiều</a:t>
            </a:r>
            <a:r>
              <a:rPr lang="en-US" sz="1800" dirty="0" spc="2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97100" y="57912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 chiều</a:t>
            </a:r>
            <a:r>
              <a:rPr lang="en-US" sz="1800" dirty="0" spc="-1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24025" y="4591050"/>
            <a:ext cx="266700" cy="266700"/>
          </a:xfrm>
          <a:prstGeom prst="ellipse">
            <a:avLst/>
          </a:prstGeom>
          <a:noFill/>
          <a:ln w="57150">
            <a:solidFill>
              <a:srgbClr val="3DD6A0"/>
            </a:solidFill>
            <a:prstDash val="solid"/>
          </a:ln>
        </p:spPr>
      </p:sp>
      <p:sp>
        <p:nvSpPr>
          <p:cNvPr id="14" name="Connector line-1792337927712-437691173"/>
          <p:cNvSpPr/>
          <p:nvPr/>
        </p:nvSpPr>
        <p:spPr>
          <a:xfrm>
            <a:off x="1990725" y="4724400"/>
            <a:ext cx="5905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Connector line-1792337927712-94565696"/>
          <p:cNvSpPr/>
          <p:nvPr/>
        </p:nvSpPr>
        <p:spPr>
          <a:xfrm>
            <a:off x="2371725" y="4724400"/>
            <a:ext cx="0" cy="161925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6" name="Connector line-1792337927713-682730290"/>
          <p:cNvSpPr/>
          <p:nvPr/>
        </p:nvSpPr>
        <p:spPr>
          <a:xfrm>
            <a:off x="2524125" y="4724400"/>
            <a:ext cx="0" cy="11430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724025" y="5429250"/>
            <a:ext cx="266700" cy="266700"/>
          </a:xfrm>
          <a:prstGeom prst="ellipse">
            <a:avLst/>
          </a:prstGeom>
          <a:noFill/>
          <a:ln w="57150">
            <a:solidFill>
              <a:srgbClr val="3DD6A0"/>
            </a:solidFill>
            <a:prstDash val="solid"/>
          </a:ln>
        </p:spPr>
      </p:sp>
      <p:sp>
        <p:nvSpPr>
          <p:cNvPr id="18" name="Connector line-1792337927713-173626067"/>
          <p:cNvSpPr/>
          <p:nvPr/>
        </p:nvSpPr>
        <p:spPr>
          <a:xfrm>
            <a:off x="1990725" y="5562600"/>
            <a:ext cx="5905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Connector line-1792337927713-95702493"/>
          <p:cNvSpPr/>
          <p:nvPr/>
        </p:nvSpPr>
        <p:spPr>
          <a:xfrm>
            <a:off x="2371725" y="5562600"/>
            <a:ext cx="0" cy="161925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0" name="Connector line-1792337927713-652093240"/>
          <p:cNvSpPr/>
          <p:nvPr/>
        </p:nvSpPr>
        <p:spPr>
          <a:xfrm>
            <a:off x="2524125" y="5562600"/>
            <a:ext cx="0" cy="11430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5706725" y="4591050"/>
            <a:ext cx="266700" cy="266700"/>
          </a:xfrm>
          <a:prstGeom prst="ellipse">
            <a:avLst/>
          </a:prstGeom>
          <a:noFill/>
          <a:ln w="57150">
            <a:solidFill>
              <a:srgbClr val="3DD6A0"/>
            </a:solidFill>
            <a:prstDash val="solid"/>
          </a:ln>
        </p:spPr>
      </p:sp>
      <p:sp>
        <p:nvSpPr>
          <p:cNvPr id="22" name="Connector line-1792337927714-31183232"/>
          <p:cNvSpPr/>
          <p:nvPr/>
        </p:nvSpPr>
        <p:spPr>
          <a:xfrm>
            <a:off x="15973425" y="4724400"/>
            <a:ext cx="5905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3" name="Connector line-1792337927714-35371574"/>
          <p:cNvSpPr/>
          <p:nvPr/>
        </p:nvSpPr>
        <p:spPr>
          <a:xfrm>
            <a:off x="16354425" y="4724400"/>
            <a:ext cx="0" cy="161925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4" name="Connector line-1792337927714-647557695"/>
          <p:cNvSpPr/>
          <p:nvPr/>
        </p:nvSpPr>
        <p:spPr>
          <a:xfrm>
            <a:off x="16506825" y="4724400"/>
            <a:ext cx="0" cy="11430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5706725" y="5429250"/>
            <a:ext cx="266700" cy="266700"/>
          </a:xfrm>
          <a:prstGeom prst="ellipse">
            <a:avLst/>
          </a:prstGeom>
          <a:noFill/>
          <a:ln w="57150">
            <a:solidFill>
              <a:srgbClr val="3DD6A0"/>
            </a:solidFill>
            <a:prstDash val="solid"/>
          </a:ln>
        </p:spPr>
      </p:sp>
      <p:sp>
        <p:nvSpPr>
          <p:cNvPr id="26" name="Connector line-1792337927714-877388615"/>
          <p:cNvSpPr/>
          <p:nvPr/>
        </p:nvSpPr>
        <p:spPr>
          <a:xfrm>
            <a:off x="15973425" y="5562600"/>
            <a:ext cx="5905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7" name="Connector line-1792337927714-45074991"/>
          <p:cNvSpPr/>
          <p:nvPr/>
        </p:nvSpPr>
        <p:spPr>
          <a:xfrm>
            <a:off x="16354425" y="5562600"/>
            <a:ext cx="0" cy="161925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8" name="Connector line-1792337927715-82785367"/>
          <p:cNvSpPr/>
          <p:nvPr/>
        </p:nvSpPr>
        <p:spPr>
          <a:xfrm>
            <a:off x="16506825" y="5562600"/>
            <a:ext cx="0" cy="11430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3771900" y="33909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0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3771900" y="3752850"/>
            <a:ext cx="10744200" cy="2438400"/>
          </a:xfrm>
          <a:prstGeom prst="roundRect">
            <a:avLst>
              <a:gd name="adj" fmla="val 15625"/>
            </a:avLst>
          </a:prstGeom>
          <a:solidFill>
            <a:srgbClr val="3DD6A0">
              <a:alpha val="12000"/>
            </a:srgbClr>
          </a:solidFill>
          <a:ln w="19050">
            <a:solidFill>
              <a:srgbClr val="3DD6A0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91000" y="3924300"/>
            <a:ext cx="990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pPr algn="l" indent="0" marL="0">
              <a:buNone/>
            </a:pPr>
            <a:r>
              <a:rPr lang="en-US" sz="21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1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100" dirty="0" spc="-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1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10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1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r>
              <a:rPr lang="en-US" sz="2100" dirty="0" spc="1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2100" dirty="0"/>
          </a:p>
        </p:txBody>
      </p:sp>
      <p:sp>
        <p:nvSpPr>
          <p:cNvPr id="32" name="Connector line-1792337927721-204121472"/>
          <p:cNvSpPr/>
          <p:nvPr/>
        </p:nvSpPr>
        <p:spPr>
          <a:xfrm>
            <a:off x="4191000" y="4667250"/>
            <a:ext cx="99060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96000" y="4457700"/>
            <a:ext cx="1238250" cy="419100"/>
          </a:xfrm>
          <a:prstGeom prst="roundRect">
            <a:avLst>
              <a:gd name="adj" fmla="val 2727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5750" y="4457700"/>
            <a:ext cx="1238250" cy="419100"/>
          </a:xfrm>
          <a:prstGeom prst="roundRect">
            <a:avLst>
              <a:gd name="adj" fmla="val 2727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15500" y="4457700"/>
            <a:ext cx="1238250" cy="419100"/>
          </a:xfrm>
          <a:prstGeom prst="roundRect">
            <a:avLst>
              <a:gd name="adj" fmla="val 2727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1000" y="5105400"/>
            <a:ext cx="990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pPr algn="l" indent="0" marL="0">
              <a:buNone/>
            </a:pPr>
            <a:r>
              <a:rPr lang="en-US" sz="21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1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100" dirty="0" spc="-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1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10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1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r>
              <a:rPr lang="en-US" sz="2100" dirty="0" spc="-1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endParaRPr lang="en-US" sz="2100" dirty="0"/>
          </a:p>
        </p:txBody>
      </p:sp>
      <p:sp>
        <p:nvSpPr>
          <p:cNvPr id="37" name="Connector line-1792337927726-79653347"/>
          <p:cNvSpPr/>
          <p:nvPr/>
        </p:nvSpPr>
        <p:spPr>
          <a:xfrm flipH="1">
            <a:off x="4191000" y="5829300"/>
            <a:ext cx="99060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096000" y="5619750"/>
            <a:ext cx="1238250" cy="419100"/>
          </a:xfrm>
          <a:prstGeom prst="roundRect">
            <a:avLst>
              <a:gd name="adj" fmla="val 2727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5750" y="5619750"/>
            <a:ext cx="1238250" cy="419100"/>
          </a:xfrm>
          <a:prstGeom prst="roundRect">
            <a:avLst>
              <a:gd name="adj" fmla="val 2727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15500" y="5619750"/>
            <a:ext cx="1238250" cy="419100"/>
          </a:xfrm>
          <a:prstGeom prst="roundRect">
            <a:avLst>
              <a:gd name="adj" fmla="val 2727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6438900"/>
            <a:ext cx="5257800" cy="2419350"/>
          </a:xfrm>
          <a:prstGeom prst="roundRect">
            <a:avLst>
              <a:gd name="adj" fmla="val 9449"/>
            </a:avLst>
          </a:prstGeom>
          <a:solidFill>
            <a:srgbClr val="1E212B"/>
          </a:solidFill>
          <a:ln/>
        </p:spPr>
      </p:sp>
      <p:sp>
        <p:nvSpPr>
          <p:cNvPr id="42" name="Text 40"/>
          <p:cNvSpPr/>
          <p:nvPr/>
        </p:nvSpPr>
        <p:spPr>
          <a:xfrm>
            <a:off x="1219200" y="66675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b="1" spc="1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19200" y="7086600"/>
            <a:ext cx="46482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bên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xứng,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6515100" y="6438900"/>
            <a:ext cx="5257800" cy="2419350"/>
          </a:xfrm>
          <a:prstGeom prst="roundRect">
            <a:avLst>
              <a:gd name="adj" fmla="val 9449"/>
            </a:avLst>
          </a:prstGeom>
          <a:solidFill>
            <a:srgbClr val="1E212B"/>
          </a:solidFill>
          <a:ln/>
        </p:spPr>
      </p:sp>
      <p:sp>
        <p:nvSpPr>
          <p:cNvPr id="45" name="Text 43"/>
          <p:cNvSpPr/>
          <p:nvPr/>
        </p:nvSpPr>
        <p:spPr>
          <a:xfrm>
            <a:off x="6819900" y="66675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650" b="1" spc="24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6819900" y="7086600"/>
            <a:ext cx="46482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12115800" y="6438900"/>
            <a:ext cx="5257800" cy="2419350"/>
          </a:xfrm>
          <a:prstGeom prst="roundRect">
            <a:avLst>
              <a:gd name="adj" fmla="val 9449"/>
            </a:avLst>
          </a:prstGeom>
          <a:solidFill>
            <a:srgbClr val="1E212B"/>
          </a:solidFill>
          <a:ln/>
        </p:spPr>
      </p:sp>
      <p:sp>
        <p:nvSpPr>
          <p:cNvPr id="48" name="Text 46"/>
          <p:cNvSpPr/>
          <p:nvPr/>
        </p:nvSpPr>
        <p:spPr>
          <a:xfrm>
            <a:off x="12420600" y="66675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7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b="1" spc="21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b="1" spc="19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2420600" y="7086600"/>
            <a:ext cx="46482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1.3: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chiều.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 1.2: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chiều.</a:t>
            </a:r>
            <a:endParaRPr lang="en-US" sz="2250" dirty="0"/>
          </a:p>
        </p:txBody>
      </p:sp>
      <p:sp>
        <p:nvSpPr>
          <p:cNvPr id="50" name="Connector line-1792337927746-20625783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5" name="Shape 53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886ccefe-c737-4bf9-9016-0d936bf3a6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95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2382500" cy="1190625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1.3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75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1.2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467100"/>
          </a:xfrm>
          <a:prstGeom prst="roundRect">
            <a:avLst>
              <a:gd name="adj" fmla="val 7692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9718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 1.3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4800600" y="3048000"/>
            <a:ext cx="381000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8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sau</a:t>
            </a:r>
            <a:r>
              <a:rPr lang="en-US" sz="18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1100" y="3810000"/>
            <a:ext cx="7467600" cy="666750"/>
          </a:xfrm>
          <a:prstGeom prst="roundRect">
            <a:avLst>
              <a:gd name="adj" fmla="val 22857"/>
            </a:avLst>
          </a:prstGeom>
          <a:solidFill>
            <a:srgbClr val="FBF8F2"/>
          </a:solidFill>
          <a:ln/>
        </p:spPr>
      </p:sp>
      <p:sp>
        <p:nvSpPr>
          <p:cNvPr id="8" name="Connector line-1792334772445-578358875"/>
          <p:cNvSpPr/>
          <p:nvPr/>
        </p:nvSpPr>
        <p:spPr>
          <a:xfrm>
            <a:off x="1409700" y="4143375"/>
            <a:ext cx="4572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2038350" y="400050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ClientHello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81100" y="4572000"/>
            <a:ext cx="7467600" cy="666750"/>
          </a:xfrm>
          <a:prstGeom prst="roundRect">
            <a:avLst>
              <a:gd name="adj" fmla="val 22857"/>
            </a:avLst>
          </a:prstGeom>
          <a:solidFill>
            <a:srgbClr val="FBF8F2"/>
          </a:solidFill>
          <a:ln/>
        </p:spPr>
      </p:sp>
      <p:sp>
        <p:nvSpPr>
          <p:cNvPr id="11" name="Connector line-1792334772447-747208030"/>
          <p:cNvSpPr/>
          <p:nvPr/>
        </p:nvSpPr>
        <p:spPr>
          <a:xfrm flipH="1">
            <a:off x="1409700" y="4905375"/>
            <a:ext cx="4572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2038350" y="4762500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ServerHello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191000" y="4686300"/>
            <a:ext cx="3238500" cy="438150"/>
          </a:xfrm>
          <a:prstGeom prst="roundRect">
            <a:avLst>
              <a:gd name="adj" fmla="val 30435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</a:t>
            </a:r>
            <a:r>
              <a:rPr lang="en-US" sz="18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1100" y="5334000"/>
            <a:ext cx="7467600" cy="666750"/>
          </a:xfrm>
          <a:prstGeom prst="roundRect">
            <a:avLst>
              <a:gd name="adj" fmla="val 22857"/>
            </a:avLst>
          </a:prstGeom>
          <a:solidFill>
            <a:srgbClr val="FBF8F2"/>
          </a:solidFill>
          <a:ln/>
        </p:spPr>
      </p:sp>
      <p:sp>
        <p:nvSpPr>
          <p:cNvPr id="15" name="Connector line-1792334772451-404065335"/>
          <p:cNvSpPr/>
          <p:nvPr/>
        </p:nvSpPr>
        <p:spPr>
          <a:xfrm>
            <a:off x="1409700" y="5667375"/>
            <a:ext cx="4572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2038350" y="5524500"/>
            <a:ext cx="1619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Finished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619500" y="5448300"/>
            <a:ext cx="2286000" cy="438150"/>
          </a:xfrm>
          <a:prstGeom prst="roundRect">
            <a:avLst>
              <a:gd name="adj" fmla="val 30435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8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496050"/>
            <a:ext cx="8001000" cy="1638300"/>
          </a:xfrm>
          <a:prstGeom prst="roundRect">
            <a:avLst>
              <a:gd name="adj" fmla="val 16279"/>
            </a:avLst>
          </a:prstGeom>
          <a:solidFill>
            <a:srgbClr val="DDE3FA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" y="67437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19200" y="7162800"/>
            <a:ext cx="73914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thứ tự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72600" y="2762250"/>
            <a:ext cx="8001000" cy="5372100"/>
          </a:xfrm>
          <a:prstGeom prst="roundRect">
            <a:avLst>
              <a:gd name="adj" fmla="val 4965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9677400" y="29718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1.2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13258800" y="3048000"/>
            <a:ext cx="381000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8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sau</a:t>
            </a: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39300" y="3810000"/>
            <a:ext cx="7467600" cy="666750"/>
          </a:xfrm>
          <a:prstGeom prst="roundRect">
            <a:avLst>
              <a:gd name="adj" fmla="val 22857"/>
            </a:avLst>
          </a:prstGeom>
          <a:solidFill>
            <a:srgbClr val="FBF8F2"/>
          </a:solidFill>
          <a:ln/>
        </p:spPr>
      </p:sp>
      <p:sp>
        <p:nvSpPr>
          <p:cNvPr id="25" name="Connector line-1792334772467-130493003"/>
          <p:cNvSpPr/>
          <p:nvPr/>
        </p:nvSpPr>
        <p:spPr>
          <a:xfrm>
            <a:off x="9867900" y="4143375"/>
            <a:ext cx="4572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26" name="Text 24"/>
          <p:cNvSpPr/>
          <p:nvPr/>
        </p:nvSpPr>
        <p:spPr>
          <a:xfrm>
            <a:off x="10496550" y="400050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ClientHello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639300" y="4572000"/>
            <a:ext cx="7467600" cy="104775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/>
        </p:spPr>
      </p:sp>
      <p:sp>
        <p:nvSpPr>
          <p:cNvPr id="28" name="Connector line-1792334772469-857467639"/>
          <p:cNvSpPr/>
          <p:nvPr/>
        </p:nvSpPr>
        <p:spPr>
          <a:xfrm flipH="1">
            <a:off x="9867900" y="5095875"/>
            <a:ext cx="4572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29" name="Text 27"/>
          <p:cNvSpPr/>
          <p:nvPr/>
        </p:nvSpPr>
        <p:spPr>
          <a:xfrm>
            <a:off x="10496550" y="4762500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ServerHello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668250" y="4686300"/>
            <a:ext cx="3810000" cy="438150"/>
          </a:xfrm>
          <a:prstGeom prst="roundRect">
            <a:avLst>
              <a:gd name="adj" fmla="val 30435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</a:t>
            </a:r>
            <a:r>
              <a:rPr lang="en-US" sz="18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8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96550" y="5181600"/>
            <a:ext cx="657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ServerKeyExchange</a:t>
            </a:r>
            <a:r>
              <a:rPr lang="en-US" sz="18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ServerHelloDone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639300" y="5715000"/>
            <a:ext cx="7467600" cy="666750"/>
          </a:xfrm>
          <a:prstGeom prst="roundRect">
            <a:avLst>
              <a:gd name="adj" fmla="val 22857"/>
            </a:avLst>
          </a:prstGeom>
          <a:solidFill>
            <a:srgbClr val="FBF8F2"/>
          </a:solidFill>
          <a:ln/>
        </p:spPr>
      </p:sp>
      <p:sp>
        <p:nvSpPr>
          <p:cNvPr id="33" name="Connector line-1792334772475-489616914"/>
          <p:cNvSpPr/>
          <p:nvPr/>
        </p:nvSpPr>
        <p:spPr>
          <a:xfrm>
            <a:off x="9867900" y="6048375"/>
            <a:ext cx="4572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34" name="Text 32"/>
          <p:cNvSpPr/>
          <p:nvPr/>
        </p:nvSpPr>
        <p:spPr>
          <a:xfrm>
            <a:off x="10496550" y="5915025"/>
            <a:ext cx="657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ClientKeyExchange,</a:t>
            </a:r>
            <a:r>
              <a:rPr lang="en-US" sz="18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ChangeCipherSpec,</a:t>
            </a:r>
            <a:r>
              <a:rPr lang="en-US" sz="18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Finished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639300" y="6477000"/>
            <a:ext cx="7467600" cy="666750"/>
          </a:xfrm>
          <a:prstGeom prst="roundRect">
            <a:avLst>
              <a:gd name="adj" fmla="val 22857"/>
            </a:avLst>
          </a:prstGeom>
          <a:solidFill>
            <a:srgbClr val="FBF8F2"/>
          </a:solidFill>
          <a:ln/>
        </p:spPr>
      </p:sp>
      <p:sp>
        <p:nvSpPr>
          <p:cNvPr id="36" name="Connector line-1792334772477-315489952"/>
          <p:cNvSpPr/>
          <p:nvPr/>
        </p:nvSpPr>
        <p:spPr>
          <a:xfrm flipH="1">
            <a:off x="9867900" y="6810375"/>
            <a:ext cx="4572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37" name="Text 35"/>
          <p:cNvSpPr/>
          <p:nvPr/>
        </p:nvSpPr>
        <p:spPr>
          <a:xfrm>
            <a:off x="10496550" y="6677025"/>
            <a:ext cx="6572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NewSessionTicket,</a:t>
            </a:r>
            <a:r>
              <a:rPr lang="en-US" sz="18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ChangeCipherSpec, Finished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639300" y="7239000"/>
            <a:ext cx="7467600" cy="666750"/>
          </a:xfrm>
          <a:prstGeom prst="roundRect">
            <a:avLst>
              <a:gd name="adj" fmla="val 22857"/>
            </a:avLst>
          </a:prstGeom>
          <a:solidFill>
            <a:srgbClr val="FBF8F2"/>
          </a:solidFill>
          <a:ln/>
        </p:spPr>
      </p:sp>
      <p:sp>
        <p:nvSpPr>
          <p:cNvPr id="39" name="Connector line-1792334772480-585837035"/>
          <p:cNvSpPr/>
          <p:nvPr/>
        </p:nvSpPr>
        <p:spPr>
          <a:xfrm>
            <a:off x="9867900" y="7572375"/>
            <a:ext cx="4572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40" name="Text 38"/>
          <p:cNvSpPr/>
          <p:nvPr/>
        </p:nvSpPr>
        <p:spPr>
          <a:xfrm>
            <a:off x="10496550" y="7353300"/>
            <a:ext cx="2286000" cy="438150"/>
          </a:xfrm>
          <a:prstGeom prst="roundRect">
            <a:avLst>
              <a:gd name="adj" fmla="val 30435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8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8420100"/>
            <a:ext cx="114300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phải: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65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trái: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 bỏ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ChangeCipherSpec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byte.</a:t>
            </a:r>
            <a:endParaRPr lang="en-US" sz="1650" dirty="0"/>
          </a:p>
        </p:txBody>
      </p:sp>
      <p:sp>
        <p:nvSpPr>
          <p:cNvPr id="42" name="Connector line-1792334772484-61320771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4f8cbc89-2179-431d-895e-fd36444868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3048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72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đoạn</a:t>
            </a:r>
            <a:r>
              <a:rPr lang="en-US" sz="72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đường,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4667250"/>
            <a:ext cx="6705600" cy="4114800"/>
          </a:xfrm>
          <a:prstGeom prst="roundRect">
            <a:avLst>
              <a:gd name="adj" fmla="val 648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4972050"/>
            <a:ext cx="17145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38800" y="4972050"/>
            <a:ext cx="17145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95600" y="5105400"/>
            <a:ext cx="2743200" cy="228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2895600" y="5429250"/>
            <a:ext cx="274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734050" y="558165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6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1650" dirty="0"/>
          </a:p>
        </p:txBody>
      </p:sp>
      <p:sp>
        <p:nvSpPr>
          <p:cNvPr id="10" name="Connector line-1792334846908-846914346"/>
          <p:cNvSpPr/>
          <p:nvPr/>
        </p:nvSpPr>
        <p:spPr>
          <a:xfrm>
            <a:off x="4267200" y="5753100"/>
            <a:ext cx="0" cy="34290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2933700" y="6096000"/>
            <a:ext cx="2667000" cy="495300"/>
          </a:xfrm>
          <a:prstGeom prst="roundRect">
            <a:avLst>
              <a:gd name="adj" fmla="val 3076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localhost</a:t>
            </a:r>
            <a:r>
              <a:rPr lang="en-US" sz="18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(SNI)</a:t>
            </a:r>
            <a:endParaRPr lang="en-US" sz="1800" dirty="0"/>
          </a:p>
        </p:txBody>
      </p:sp>
      <p:sp>
        <p:nvSpPr>
          <p:cNvPr id="12" name="Connector line-1792334846910-955312726"/>
          <p:cNvSpPr/>
          <p:nvPr/>
        </p:nvSpPr>
        <p:spPr>
          <a:xfrm>
            <a:off x="4267200" y="6591300"/>
            <a:ext cx="0" cy="22860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933700" y="6819900"/>
            <a:ext cx="2667000" cy="495300"/>
          </a:xfrm>
          <a:prstGeom prst="roundRect">
            <a:avLst>
              <a:gd name="adj" fmla="val 3076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18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dài:</a:t>
            </a:r>
            <a:r>
              <a:rPr lang="en-US" sz="18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4348</a:t>
            </a:r>
            <a:r>
              <a:rPr lang="en-US" sz="18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1100" y="7524750"/>
            <a:ext cx="6172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ECH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81100" y="8248650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485900" y="8191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2857500" y="8248650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3162300" y="819150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6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191500" y="914400"/>
            <a:ext cx="91821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/>
        </p:spPr>
      </p:sp>
      <p:sp>
        <p:nvSpPr>
          <p:cNvPr id="20" name="Shape 18"/>
          <p:cNvSpPr/>
          <p:nvPr/>
        </p:nvSpPr>
        <p:spPr>
          <a:xfrm>
            <a:off x="8477250" y="1200150"/>
            <a:ext cx="571500" cy="571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8477250" y="13144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296400" y="121920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lộ,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9296400" y="1866900"/>
            <a:ext cx="7620000" cy="914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ECH,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lén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(SNI),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8191500" y="3962400"/>
            <a:ext cx="9182100" cy="2314575"/>
          </a:xfrm>
          <a:prstGeom prst="roundRect">
            <a:avLst>
              <a:gd name="adj" fmla="val 11523"/>
            </a:avLst>
          </a:prstGeom>
          <a:solidFill>
            <a:srgbClr val="F8D9D0"/>
          </a:solidFill>
          <a:ln/>
        </p:spPr>
      </p:sp>
      <p:sp>
        <p:nvSpPr>
          <p:cNvPr id="25" name="Shape 23"/>
          <p:cNvSpPr/>
          <p:nvPr/>
        </p:nvSpPr>
        <p:spPr>
          <a:xfrm>
            <a:off x="8477250" y="4248150"/>
            <a:ext cx="571500" cy="571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8477250" y="43624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296400" y="42672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9296400" y="49149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8191500" y="6467475"/>
            <a:ext cx="9182100" cy="2314575"/>
          </a:xfrm>
          <a:prstGeom prst="roundRect">
            <a:avLst>
              <a:gd name="adj" fmla="val 11523"/>
            </a:avLst>
          </a:prstGeom>
          <a:solidFill>
            <a:srgbClr val="F8D9D0"/>
          </a:solidFill>
          <a:ln/>
        </p:spPr>
      </p:sp>
      <p:sp>
        <p:nvSpPr>
          <p:cNvPr id="30" name="Shape 28"/>
          <p:cNvSpPr/>
          <p:nvPr/>
        </p:nvSpPr>
        <p:spPr>
          <a:xfrm>
            <a:off x="8477250" y="6753225"/>
            <a:ext cx="571500" cy="571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8477250" y="6867525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296400" y="677227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850" dirty="0"/>
          </a:p>
        </p:txBody>
      </p:sp>
      <p:sp>
        <p:nvSpPr>
          <p:cNvPr id="33" name="Text 31"/>
          <p:cNvSpPr/>
          <p:nvPr/>
        </p:nvSpPr>
        <p:spPr>
          <a:xfrm>
            <a:off x="9296400" y="7419975"/>
            <a:ext cx="7620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HTTPS.</a:t>
            </a:r>
            <a:endParaRPr lang="en-US" sz="2550" dirty="0"/>
          </a:p>
        </p:txBody>
      </p:sp>
      <p:sp>
        <p:nvSpPr>
          <p:cNvPr id="34" name="Connector line-1792334846940-25119713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9296400" y="2895600"/>
            <a:ext cx="784860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ECH mã</a:t>
            </a:r>
            <a:r>
              <a:rPr lang="en-US" sz="1950" dirty="0" spc="-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195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ClientHello,</a:t>
            </a:r>
            <a:r>
              <a:rPr lang="en-US" sz="1950" dirty="0" spc="-27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19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1950" dirty="0" spc="-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 máy</a:t>
            </a:r>
            <a:r>
              <a:rPr lang="en-US" sz="195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chủ.</a:t>
            </a:r>
            <a:endParaRPr lang="en-US" sz="1950" dirty="0"/>
          </a:p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Nhưng</a:t>
            </a:r>
            <a:r>
              <a:rPr lang="en-US" sz="19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r>
              <a:rPr lang="en-US" sz="1950" dirty="0" spc="-17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dirty="0" spc="-1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1950" dirty="0" spc="2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1950" dirty="0" spc="-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19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r>
              <a:rPr lang="en-US" sz="195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195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lộ.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4d33b8a5-9aa0-4666-ae8b-c7763bf6c6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4859000" cy="1190625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7500" dirty="0"/>
          </a:p>
        </p:txBody>
      </p:sp>
      <p:sp>
        <p:nvSpPr>
          <p:cNvPr id="4" name="Connector line-1792334899282-606562622"/>
          <p:cNvSpPr/>
          <p:nvPr/>
        </p:nvSpPr>
        <p:spPr>
          <a:xfrm>
            <a:off x="914400" y="3048000"/>
            <a:ext cx="5105400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04875" y="2962275"/>
            <a:ext cx="171450" cy="1714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52800"/>
            <a:ext cx="5105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4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375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7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914400" y="417195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ghi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4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4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400" dirty="0" spc="-3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nối: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bad</a:t>
            </a:r>
            <a:r>
              <a:rPr lang="en-US" sz="2400" dirty="0" spc="-2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record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634365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4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chữ</a:t>
            </a:r>
            <a:r>
              <a:rPr lang="en-US" sz="24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400" dirty="0"/>
          </a:p>
        </p:txBody>
      </p:sp>
      <p:sp>
        <p:nvSpPr>
          <p:cNvPr id="10" name="Connector line-1792334899297-450610501"/>
          <p:cNvSpPr/>
          <p:nvPr/>
        </p:nvSpPr>
        <p:spPr>
          <a:xfrm>
            <a:off x="6591300" y="3048000"/>
            <a:ext cx="5105400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581775" y="2962275"/>
            <a:ext cx="171450" cy="1714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1300" y="335280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8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Tắt</a:t>
            </a:r>
            <a:r>
              <a:rPr lang="en-US" sz="37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7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37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6591300" y="417195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openssl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4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self-signed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certificate</a:t>
            </a:r>
            <a:r>
              <a:rPr lang="en-US" sz="240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91300" y="525780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 không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4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91300" y="634365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4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4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2400" dirty="0"/>
          </a:p>
        </p:txBody>
      </p:sp>
      <p:sp>
        <p:nvSpPr>
          <p:cNvPr id="16" name="Connector line-1792334899310-695844041"/>
          <p:cNvSpPr/>
          <p:nvPr/>
        </p:nvSpPr>
        <p:spPr>
          <a:xfrm>
            <a:off x="12268200" y="3048000"/>
            <a:ext cx="510540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2258675" y="2962275"/>
            <a:ext cx="171450" cy="1714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68200" y="3352800"/>
            <a:ext cx="5105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 chạy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12268200" y="417195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openssl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3.0.13</a:t>
            </a:r>
            <a:r>
              <a:rPr lang="en-US" sz="24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4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268200" y="525780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4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268200" y="6343650"/>
            <a:ext cx="510540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họa,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4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sánh.</a:t>
            </a:r>
            <a:endParaRPr lang="en-US" sz="2400" dirty="0"/>
          </a:p>
        </p:txBody>
      </p:sp>
      <p:sp>
        <p:nvSpPr>
          <p:cNvPr id="22" name="Connector line-1792334899321-520667546"/>
          <p:cNvSpPr/>
          <p:nvPr/>
        </p:nvSpPr>
        <p:spPr>
          <a:xfrm>
            <a:off x="914400" y="7677150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14400" y="79629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hóa: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 không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700" dirty="0"/>
          </a:p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chỉ: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2700" dirty="0"/>
          </a:p>
        </p:txBody>
      </p:sp>
      <p:sp>
        <p:nvSpPr>
          <p:cNvPr id="24" name="Connector line-1792334899324-77634477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4d1da957-97e3-4286-84be-e170700e20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109537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91440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HTTPS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phê,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ngồi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mọi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Wi-Fi.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Họ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sửa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lén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 sao?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8991600" cy="4210050"/>
          </a:xfrm>
          <a:prstGeom prst="roundRect">
            <a:avLst>
              <a:gd name="adj" fmla="val 63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489585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15300" y="489585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8" name="Connector line-1792337970389-233973811"/>
          <p:cNvSpPr/>
          <p:nvPr/>
        </p:nvSpPr>
        <p:spPr>
          <a:xfrm>
            <a:off x="2705100" y="5143500"/>
            <a:ext cx="5410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09900" y="4933950"/>
            <a:ext cx="1238250" cy="419100"/>
          </a:xfrm>
          <a:prstGeom prst="roundRect">
            <a:avLst>
              <a:gd name="adj" fmla="val 2727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2450" y="4933950"/>
            <a:ext cx="1238250" cy="419100"/>
          </a:xfrm>
          <a:prstGeom prst="roundRect">
            <a:avLst>
              <a:gd name="adj" fmla="val 2727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5500" y="4933950"/>
            <a:ext cx="590550" cy="419100"/>
          </a:xfrm>
          <a:prstGeom prst="roundRect">
            <a:avLst>
              <a:gd name="adj" fmla="val 2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0350" y="4933950"/>
            <a:ext cx="590550" cy="419100"/>
          </a:xfrm>
          <a:prstGeom prst="roundRect">
            <a:avLst>
              <a:gd name="adj" fmla="val 2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4933950"/>
            <a:ext cx="590550" cy="419100"/>
          </a:xfrm>
          <a:prstGeom prst="roundRect">
            <a:avLst>
              <a:gd name="adj" fmla="val 2727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9900" y="5562600"/>
            <a:ext cx="2590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dirty="0" spc="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15000" y="55626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16" name="Connector line-1792337970393-680932354"/>
          <p:cNvSpPr/>
          <p:nvPr/>
        </p:nvSpPr>
        <p:spPr>
          <a:xfrm>
            <a:off x="5657850" y="6096000"/>
            <a:ext cx="0" cy="571500"/>
          </a:xfrm>
          <a:prstGeom prst="line">
            <a:avLst/>
          </a:prstGeom>
          <a:noFill/>
          <a:ln w="28575">
            <a:solidFill>
              <a:srgbClr val="E8472B"/>
            </a:solidFill>
            <a:prstDash val="dash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3943350" y="6667500"/>
            <a:ext cx="3429000" cy="5524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81100" y="7372350"/>
            <a:ext cx="8991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1100" y="8248650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85900" y="8191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2857500" y="8248650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3162300" y="819150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6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7500" y="914400"/>
            <a:ext cx="6896100" cy="7867650"/>
          </a:xfrm>
          <a:prstGeom prst="roundRect">
            <a:avLst>
              <a:gd name="adj" fmla="val 3867"/>
            </a:avLst>
          </a:prstGeom>
          <a:solidFill>
            <a:srgbClr val="1F3FD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34700" y="1314450"/>
            <a:ext cx="571500" cy="5715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77575" y="1485900"/>
            <a:ext cx="295275" cy="219075"/>
          </a:xfrm>
          <a:custGeom>
            <a:avLst/>
            <a:gdLst/>
            <a:ahLst/>
            <a:cxnLst/>
            <a:rect l="l" t="t" r="r" b="b"/>
            <a:pathLst>
              <a:path w="295275" h="219075">
                <a:moveTo>
                  <a:pt x="0" y="114300"/>
                </a:moveTo>
                <a:lnTo>
                  <a:pt x="104775" y="219075"/>
                </a:lnTo>
                <a:lnTo>
                  <a:pt x="29527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34700" y="21526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BFCB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BFCB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934700" y="2533650"/>
            <a:ext cx="6096000" cy="1809750"/>
          </a:xfrm>
          <a:prstGeom prst="rect">
            <a:avLst/>
          </a:prstGeom>
          <a:noFill/>
          <a:ln/>
        </p:spPr>
        <p:txBody>
          <a:bodyPr wrap="square" lIns="0" tIns="37275" rIns="0" bIns="-37275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4350" dirty="0" spc="-5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Thường</a:t>
            </a:r>
            <a:r>
              <a:rPr lang="en-US" sz="435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4350" dirty="0" spc="-1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4350" dirty="0"/>
          </a:p>
          <a:p>
            <a:pPr algn="l" indent="0" marL="0">
              <a:lnSpc>
                <a:spcPts val="4568"/>
              </a:lnSpc>
              <a:buNone/>
            </a:pPr>
            <a:r>
              <a:rPr lang="en-US" sz="435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435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chủ,</a:t>
            </a:r>
            <a:r>
              <a:rPr lang="en-US" sz="435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35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4350" dirty="0"/>
          </a:p>
          <a:p>
            <a:pPr algn="l" indent="0" marL="0">
              <a:lnSpc>
                <a:spcPts val="4568"/>
              </a:lnSpc>
              <a:buNone/>
            </a:pPr>
            <a:r>
              <a:rPr lang="en-US" sz="435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nội</a:t>
            </a:r>
            <a:r>
              <a:rPr lang="en-US" sz="435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4350" dirty="0" spc="1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endParaRPr lang="en-US" sz="4350" dirty="0"/>
          </a:p>
        </p:txBody>
      </p:sp>
      <p:sp>
        <p:nvSpPr>
          <p:cNvPr id="28" name="Connector line-1792337970406-135501588"/>
          <p:cNvSpPr/>
          <p:nvPr/>
        </p:nvSpPr>
        <p:spPr>
          <a:xfrm>
            <a:off x="10934700" y="4514850"/>
            <a:ext cx="5981700" cy="0"/>
          </a:xfrm>
          <a:prstGeom prst="line">
            <a:avLst/>
          </a:prstGeom>
          <a:noFill/>
          <a:ln w="19050">
            <a:solidFill>
              <a:srgbClr val="FFFFFF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0934700" y="4705350"/>
            <a:ext cx="600075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ClientHello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(khi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ECH),</a:t>
            </a:r>
            <a:r>
              <a:rPr lang="en-US" sz="24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ServerHello,</a:t>
            </a:r>
            <a:r>
              <a:rPr lang="en-US" sz="24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ChangeCipherSpec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IP,</a:t>
            </a:r>
            <a:r>
              <a:rPr lang="en-US" sz="2400" dirty="0" spc="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endParaRPr lang="en-US" sz="2400" dirty="0"/>
          </a:p>
        </p:txBody>
      </p:sp>
      <p:sp>
        <p:nvSpPr>
          <p:cNvPr id="30" name="Connector line-1792337970409-593126373"/>
          <p:cNvSpPr/>
          <p:nvPr/>
        </p:nvSpPr>
        <p:spPr>
          <a:xfrm>
            <a:off x="10934700" y="6134100"/>
            <a:ext cx="5981700" cy="0"/>
          </a:xfrm>
          <a:prstGeom prst="line">
            <a:avLst/>
          </a:prstGeom>
          <a:noFill/>
          <a:ln w="19050">
            <a:solidFill>
              <a:srgbClr val="FFFFFF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0934700" y="6324600"/>
            <a:ext cx="600075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 HTTP.</a:t>
            </a:r>
            <a:endParaRPr lang="en-US" sz="2400" dirty="0"/>
          </a:p>
        </p:txBody>
      </p:sp>
      <p:sp>
        <p:nvSpPr>
          <p:cNvPr id="32" name="Connector line-1792337970411-439442497"/>
          <p:cNvSpPr/>
          <p:nvPr/>
        </p:nvSpPr>
        <p:spPr>
          <a:xfrm>
            <a:off x="10934700" y="7410450"/>
            <a:ext cx="5981700" cy="0"/>
          </a:xfrm>
          <a:prstGeom prst="line">
            <a:avLst/>
          </a:prstGeom>
          <a:noFill/>
          <a:ln w="19050">
            <a:solidFill>
              <a:srgbClr val="FFFFFF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0934700" y="7600950"/>
            <a:ext cx="6000750" cy="9144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bit: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2400" dirty="0" spc="-3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2400" dirty="0"/>
          </a:p>
        </p:txBody>
      </p:sp>
      <p:sp>
        <p:nvSpPr>
          <p:cNvPr id="34" name="Connector line-1792337970413-16675973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c738d305-4e66-4355-bcab-9e01e82f7b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2382500" cy="109537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457450"/>
            <a:ext cx="3943350" cy="2495550"/>
          </a:xfrm>
          <a:prstGeom prst="roundRect">
            <a:avLst>
              <a:gd name="adj" fmla="val 9160"/>
            </a:avLst>
          </a:prstGeom>
          <a:solidFill>
            <a:srgbClr val="1E212B"/>
          </a:solidFill>
          <a:ln/>
        </p:spPr>
      </p:sp>
      <p:sp>
        <p:nvSpPr>
          <p:cNvPr id="5" name="Connector line-1792334995712-62172725"/>
          <p:cNvSpPr/>
          <p:nvPr/>
        </p:nvSpPr>
        <p:spPr>
          <a:xfrm>
            <a:off x="1181100" y="2743200"/>
            <a:ext cx="340995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81100" y="26574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2933700"/>
            <a:ext cx="3409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1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1181100" y="3600450"/>
            <a:ext cx="3409950" cy="5524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81100" y="4191000"/>
            <a:ext cx="34099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086350" y="2457450"/>
            <a:ext cx="3943350" cy="2495550"/>
          </a:xfrm>
          <a:prstGeom prst="roundRect">
            <a:avLst>
              <a:gd name="adj" fmla="val 9160"/>
            </a:avLst>
          </a:prstGeom>
          <a:solidFill>
            <a:srgbClr val="1E212B"/>
          </a:solidFill>
          <a:ln/>
        </p:spPr>
      </p:sp>
      <p:sp>
        <p:nvSpPr>
          <p:cNvPr id="11" name="Connector line-1792334995721-924014578"/>
          <p:cNvSpPr/>
          <p:nvPr/>
        </p:nvSpPr>
        <p:spPr>
          <a:xfrm>
            <a:off x="5353050" y="2743200"/>
            <a:ext cx="340995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353050" y="26574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3050" y="2933700"/>
            <a:ext cx="3409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5353050" y="3600450"/>
            <a:ext cx="3409950" cy="5524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53050" y="4191000"/>
            <a:ext cx="34099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58300" y="2457450"/>
            <a:ext cx="3943350" cy="2495550"/>
          </a:xfrm>
          <a:prstGeom prst="roundRect">
            <a:avLst>
              <a:gd name="adj" fmla="val 9160"/>
            </a:avLst>
          </a:prstGeom>
          <a:solidFill>
            <a:srgbClr val="1E212B"/>
          </a:solidFill>
          <a:ln/>
        </p:spPr>
      </p:sp>
      <p:sp>
        <p:nvSpPr>
          <p:cNvPr id="17" name="Connector line-1792334995732-755295203"/>
          <p:cNvSpPr/>
          <p:nvPr/>
        </p:nvSpPr>
        <p:spPr>
          <a:xfrm>
            <a:off x="9525000" y="2743200"/>
            <a:ext cx="340995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525000" y="26574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5000" y="2933700"/>
            <a:ext cx="3409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3750" dirty="0"/>
          </a:p>
        </p:txBody>
      </p:sp>
      <p:sp>
        <p:nvSpPr>
          <p:cNvPr id="20" name="Text 18"/>
          <p:cNvSpPr/>
          <p:nvPr/>
        </p:nvSpPr>
        <p:spPr>
          <a:xfrm>
            <a:off x="9525000" y="3600450"/>
            <a:ext cx="3409950" cy="5524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525000" y="4191000"/>
            <a:ext cx="34099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430250" y="2457450"/>
            <a:ext cx="3943350" cy="2495550"/>
          </a:xfrm>
          <a:prstGeom prst="roundRect">
            <a:avLst>
              <a:gd name="adj" fmla="val 9160"/>
            </a:avLst>
          </a:prstGeom>
          <a:solidFill>
            <a:srgbClr val="1E212B"/>
          </a:solidFill>
          <a:ln/>
        </p:spPr>
      </p:sp>
      <p:sp>
        <p:nvSpPr>
          <p:cNvPr id="23" name="Connector line-1792334995739-943030291"/>
          <p:cNvSpPr/>
          <p:nvPr/>
        </p:nvSpPr>
        <p:spPr>
          <a:xfrm>
            <a:off x="13696950" y="2743200"/>
            <a:ext cx="3409950" cy="0"/>
          </a:xfrm>
          <a:prstGeom prst="line">
            <a:avLst/>
          </a:prstGeom>
          <a:noFill/>
          <a:ln w="28575">
            <a:solidFill>
              <a:srgbClr val="D8D3C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3696950" y="26574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D8D3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96950" y="2933700"/>
            <a:ext cx="3409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1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SSL</a:t>
            </a:r>
            <a:endParaRPr lang="en-US" sz="3750" dirty="0"/>
          </a:p>
        </p:txBody>
      </p:sp>
      <p:sp>
        <p:nvSpPr>
          <p:cNvPr id="26" name="Text 24"/>
          <p:cNvSpPr/>
          <p:nvPr/>
        </p:nvSpPr>
        <p:spPr>
          <a:xfrm>
            <a:off x="13696950" y="3600450"/>
            <a:ext cx="3409950" cy="5524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Sockets</a:t>
            </a:r>
            <a:r>
              <a:rPr lang="en-US" sz="1650" dirty="0" spc="-2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696950" y="4191000"/>
            <a:ext cx="34099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5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19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9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14400" y="5124450"/>
            <a:ext cx="3943350" cy="2495550"/>
          </a:xfrm>
          <a:prstGeom prst="roundRect">
            <a:avLst>
              <a:gd name="adj" fmla="val 9160"/>
            </a:avLst>
          </a:prstGeom>
          <a:solidFill>
            <a:srgbClr val="1E212B"/>
          </a:solidFill>
          <a:ln/>
        </p:spPr>
      </p:sp>
      <p:sp>
        <p:nvSpPr>
          <p:cNvPr id="29" name="Connector line-1792334995747-55961940"/>
          <p:cNvSpPr/>
          <p:nvPr/>
        </p:nvSpPr>
        <p:spPr>
          <a:xfrm>
            <a:off x="1181100" y="5410200"/>
            <a:ext cx="3409950" cy="0"/>
          </a:xfrm>
          <a:prstGeom prst="line">
            <a:avLst/>
          </a:prstGeom>
          <a:noFill/>
          <a:ln w="28575">
            <a:solidFill>
              <a:srgbClr val="D8D3C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81100" y="53244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D8D3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1100" y="5600700"/>
            <a:ext cx="3409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32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750" dirty="0"/>
          </a:p>
        </p:txBody>
      </p:sp>
      <p:sp>
        <p:nvSpPr>
          <p:cNvPr id="32" name="Text 30"/>
          <p:cNvSpPr/>
          <p:nvPr/>
        </p:nvSpPr>
        <p:spPr>
          <a:xfrm>
            <a:off x="1181100" y="6267450"/>
            <a:ext cx="3409950" cy="5524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81100" y="6858000"/>
            <a:ext cx="34099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9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trên.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5086350" y="5124450"/>
            <a:ext cx="3943350" cy="2495550"/>
          </a:xfrm>
          <a:prstGeom prst="roundRect">
            <a:avLst>
              <a:gd name="adj" fmla="val 9160"/>
            </a:avLst>
          </a:prstGeom>
          <a:solidFill>
            <a:srgbClr val="1E212B"/>
          </a:solidFill>
          <a:ln/>
        </p:spPr>
      </p:sp>
      <p:sp>
        <p:nvSpPr>
          <p:cNvPr id="35" name="Connector line-1792334995755-523489448"/>
          <p:cNvSpPr/>
          <p:nvPr/>
        </p:nvSpPr>
        <p:spPr>
          <a:xfrm>
            <a:off x="5353050" y="5410200"/>
            <a:ext cx="340995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5353050" y="53244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53050" y="5600700"/>
            <a:ext cx="3409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750" dirty="0"/>
          </a:p>
        </p:txBody>
      </p:sp>
      <p:sp>
        <p:nvSpPr>
          <p:cNvPr id="38" name="Text 36"/>
          <p:cNvSpPr/>
          <p:nvPr/>
        </p:nvSpPr>
        <p:spPr>
          <a:xfrm>
            <a:off x="5353050" y="6267450"/>
            <a:ext cx="3409950" cy="5524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353050" y="6858000"/>
            <a:ext cx="34099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258300" y="5124450"/>
            <a:ext cx="3943350" cy="2495550"/>
          </a:xfrm>
          <a:prstGeom prst="roundRect">
            <a:avLst>
              <a:gd name="adj" fmla="val 9160"/>
            </a:avLst>
          </a:prstGeom>
          <a:solidFill>
            <a:srgbClr val="1E212B"/>
          </a:solidFill>
          <a:ln/>
        </p:spPr>
      </p:sp>
      <p:sp>
        <p:nvSpPr>
          <p:cNvPr id="41" name="Connector line-1792334995761-260738113"/>
          <p:cNvSpPr/>
          <p:nvPr/>
        </p:nvSpPr>
        <p:spPr>
          <a:xfrm>
            <a:off x="9525000" y="5410200"/>
            <a:ext cx="340995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525000" y="53244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25000" y="5600700"/>
            <a:ext cx="3409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SNI</a:t>
            </a:r>
            <a:endParaRPr lang="en-US" sz="3750" dirty="0"/>
          </a:p>
        </p:txBody>
      </p:sp>
      <p:sp>
        <p:nvSpPr>
          <p:cNvPr id="44" name="Text 42"/>
          <p:cNvSpPr/>
          <p:nvPr/>
        </p:nvSpPr>
        <p:spPr>
          <a:xfrm>
            <a:off x="9525000" y="6267450"/>
            <a:ext cx="3409950" cy="5524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Indication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525000" y="6858000"/>
            <a:ext cx="34099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ClientHello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nối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3430250" y="5124450"/>
            <a:ext cx="3943350" cy="2495550"/>
          </a:xfrm>
          <a:prstGeom prst="roundRect">
            <a:avLst>
              <a:gd name="adj" fmla="val 9160"/>
            </a:avLst>
          </a:prstGeom>
          <a:solidFill>
            <a:srgbClr val="1E212B"/>
          </a:solidFill>
          <a:ln/>
        </p:spPr>
      </p:sp>
      <p:sp>
        <p:nvSpPr>
          <p:cNvPr id="47" name="Connector line-1792334995767-826334910"/>
          <p:cNvSpPr/>
          <p:nvPr/>
        </p:nvSpPr>
        <p:spPr>
          <a:xfrm>
            <a:off x="13696950" y="5410200"/>
            <a:ext cx="3409950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13696950" y="53244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696950" y="5600700"/>
            <a:ext cx="3409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ECH</a:t>
            </a:r>
            <a:endParaRPr lang="en-US" sz="3750" dirty="0"/>
          </a:p>
        </p:txBody>
      </p:sp>
      <p:sp>
        <p:nvSpPr>
          <p:cNvPr id="50" name="Text 48"/>
          <p:cNvSpPr/>
          <p:nvPr/>
        </p:nvSpPr>
        <p:spPr>
          <a:xfrm>
            <a:off x="13696950" y="6267450"/>
            <a:ext cx="3409950" cy="5524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Encrypted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Hello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3696950" y="6858000"/>
            <a:ext cx="34099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ClientHello,</a:t>
            </a:r>
            <a:r>
              <a:rPr lang="en-US" sz="195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914400" y="78676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914400" y="82105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914400" y="8705850"/>
            <a:ext cx="1428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55" name="Connector line-1792334995779-28808666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7" name="Shape 5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9" name="Shape 5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0" name="Shape 5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1" name="Shape 5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2" name="Shape 6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3" name="Shape 6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4" name="Shape 6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5" name="Shape 63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6" name="Text 6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e7b4ffa4-2c80-41e7-8126-ce1b6e54be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2026-10-19T04:10:26Z</dcterms:created>
  <dcterms:modified xsi:type="dcterms:W3CDTF">2026-10-19T04:10:26Z</dcterms:modified>
</cp:coreProperties>
</file>