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 SemiBold"/>
      <p:regular r:id="rId16"/>
    </p:embeddedFont>
    <p:embeddedFont>
      <p:font typeface="Bricolage Grotesque ExtraBold"/>
      <p:regular r:id="rId17"/>
    </p:embeddedFont>
    <p:embeddedFont>
      <p:font typeface="Be Vietnam Pro"/>
      <p:regular r:id="rId18"/>
      <p:bold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7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9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9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9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30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9525000" cy="55245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75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75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hưởng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5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75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AOF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752475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 appendfsync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không?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8953500"/>
            <a:ext cx="1333500" cy="76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Shape 4"/>
          <p:cNvSpPr/>
          <p:nvPr/>
        </p:nvSpPr>
        <p:spPr>
          <a:xfrm>
            <a:off x="10763250" y="914400"/>
            <a:ext cx="66103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763250" y="9144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1163300" y="12382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always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163300" y="20383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fsync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lần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763250" y="3676650"/>
            <a:ext cx="66103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763250" y="36766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163300" y="400050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everysec</a:t>
            </a:r>
            <a:r>
              <a:rPr lang="en-US" sz="3300" dirty="0" spc="-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(mặc</a:t>
            </a:r>
            <a:r>
              <a:rPr lang="en-US" sz="3300" dirty="0" spc="-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định)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163300" y="48006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fsync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763250" y="6438900"/>
            <a:ext cx="66103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63250" y="64389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11163300" y="67627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163300" y="75628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9b151a1-f185-469a-894b-aa0c6a55b0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459200" cy="4572000"/>
          </a:xfrm>
          <a:prstGeom prst="rect">
            <a:avLst/>
          </a:prstGeom>
          <a:noFill/>
          <a:ln/>
        </p:spPr>
        <p:txBody>
          <a:bodyPr wrap="square" lIns="0" tIns="75438" rIns="0" bIns="-75438" rtlCol="0" anchor="t"/>
          <a:lstStyle/>
          <a:p>
            <a:pPr algn="l" indent="0" marL="0">
              <a:lnSpc>
                <a:spcPts val="10692"/>
              </a:lnSpc>
              <a:buNone/>
            </a:pPr>
            <a:r>
              <a:rPr lang="en-US" sz="9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9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everysec</a:t>
            </a:r>
            <a:r>
              <a:rPr lang="en-US" sz="9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99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no,</a:t>
            </a:r>
            <a:r>
              <a:rPr lang="en-US" sz="9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99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9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9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9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9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khựng.</a:t>
            </a:r>
            <a:endParaRPr lang="en-US" sz="9900" dirty="0"/>
          </a:p>
        </p:txBody>
      </p:sp>
      <p:sp>
        <p:nvSpPr>
          <p:cNvPr id="4" name="Shape 2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7391400"/>
            <a:ext cx="72390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8915400" y="7391400"/>
            <a:ext cx="80772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4f175cf-5a0c-42a1-a7a1-35b43e3c8f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CHẾ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1950" spc="140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ALWAYS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fsync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8001000" cy="95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242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write(2)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36576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Chép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1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31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2762250"/>
            <a:ext cx="8001000" cy="95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31242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fsync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3600" y="36576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Ép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xuống</a:t>
            </a:r>
            <a:r>
              <a:rPr lang="en-US" sz="3150" dirty="0" spc="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80010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6096000"/>
            <a:ext cx="8001000" cy="95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4579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3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95400" y="699135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1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fsync</a:t>
            </a:r>
            <a:r>
              <a:rPr lang="en-US" sz="31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xong</a:t>
            </a:r>
            <a:endParaRPr lang="en-US" sz="3150" dirty="0"/>
          </a:p>
        </p:txBody>
      </p:sp>
      <p:sp>
        <p:nvSpPr>
          <p:cNvPr id="16" name="Shape 14"/>
          <p:cNvSpPr/>
          <p:nvPr/>
        </p:nvSpPr>
        <p:spPr>
          <a:xfrm>
            <a:off x="9372600" y="6096000"/>
            <a:ext cx="8001000" cy="2952750"/>
          </a:xfrm>
          <a:prstGeom prst="roundRect">
            <a:avLst>
              <a:gd name="adj" fmla="val 7742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9753600" y="64579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753600" y="699135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</a:t>
            </a:r>
            <a:r>
              <a:rPr lang="en-US" sz="48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4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nhất,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ae6ccb1-1646-4ea8-b0af-6c2a115e87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9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EVERYSEC, MẶC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78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fsync</a:t>
            </a:r>
            <a:r>
              <a:rPr lang="en-US" sz="78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8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4953000" cy="4191000"/>
          </a:xfrm>
          <a:prstGeom prst="roundRect">
            <a:avLst>
              <a:gd name="adj" fmla="val 5455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6705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4305300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fsync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endParaRPr lang="en-US" sz="3150" dirty="0"/>
          </a:p>
        </p:txBody>
      </p:sp>
      <p:sp>
        <p:nvSpPr>
          <p:cNvPr id="7" name="Connector line-1792370991193-948545705"/>
          <p:cNvSpPr/>
          <p:nvPr/>
        </p:nvSpPr>
        <p:spPr>
          <a:xfrm>
            <a:off x="5943600" y="4857750"/>
            <a:ext cx="6477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67500" y="2762250"/>
            <a:ext cx="4953000" cy="4191000"/>
          </a:xfrm>
          <a:prstGeom prst="roundRect">
            <a:avLst>
              <a:gd name="adj" fmla="val 5455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6991350" y="306705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991350" y="3714750"/>
            <a:ext cx="4305300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Hoãn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write(2)</a:t>
            </a: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31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endParaRPr lang="en-US" sz="3150" dirty="0"/>
          </a:p>
        </p:txBody>
      </p:sp>
      <p:sp>
        <p:nvSpPr>
          <p:cNvPr id="11" name="Connector line-1792370991199-422969139"/>
          <p:cNvSpPr/>
          <p:nvPr/>
        </p:nvSpPr>
        <p:spPr>
          <a:xfrm>
            <a:off x="11696700" y="4857750"/>
            <a:ext cx="6477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420600" y="2762250"/>
            <a:ext cx="4953000" cy="4191000"/>
          </a:xfrm>
          <a:prstGeom prst="roundRect">
            <a:avLst>
              <a:gd name="adj" fmla="val 5455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744450" y="306705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4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b="1" dirty="0" spc="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744450" y="3714750"/>
            <a:ext cx="4305300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Luồng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 bị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914400" y="7334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7410450"/>
            <a:ext cx="156972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36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36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3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lời;</a:t>
            </a:r>
            <a:r>
              <a:rPr lang="en-US" sz="36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các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khác.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0ec5016-a86e-4941-8af6-708bbae7b7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CHẾ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78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 quyết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718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4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REDIS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67100"/>
            <a:ext cx="952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5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4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fsync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1087100" y="3238500"/>
            <a:ext cx="5905500" cy="857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write(2):</a:t>
            </a:r>
            <a:r>
              <a:rPr lang="en-US" sz="24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nguồn</a:t>
            </a:r>
            <a:r>
              <a:rPr lang="en-US" sz="24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trễ còn</a:t>
            </a:r>
            <a:r>
              <a:rPr lang="en-US" sz="24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857750"/>
            <a:ext cx="1645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40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100" spc="148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r>
              <a:rPr lang="en-US" sz="2100" spc="146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100" spc="149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100" spc="148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95400" y="5562600"/>
            <a:ext cx="952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4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914400" y="6953250"/>
            <a:ext cx="1645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1628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52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ĐĨA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95400" y="7658100"/>
            <a:ext cx="15697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Linux</a:t>
            </a:r>
            <a:r>
              <a:rPr lang="en-US" sz="45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45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4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</a:t>
            </a:r>
            <a:r>
              <a:rPr lang="en-US" sz="4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r>
              <a:rPr lang="en-US" sz="4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071e762-a2ea-49e4-99c0-04dc367b6d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Chữa</a:t>
            </a:r>
            <a:r>
              <a:rPr lang="en-US" sz="7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tận</a:t>
            </a:r>
            <a:r>
              <a:rPr lang="en-US" sz="78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7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8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9085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857500" y="28575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Everysec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34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4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34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 nhỏ nhanh hơn</a:t>
            </a:r>
            <a:r>
              <a:rPr lang="en-US" sz="345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345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rệt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18160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2857500" y="504825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Nhưng</a:t>
            </a:r>
            <a:r>
              <a:rPr lang="en-US" sz="34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4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4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34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34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hại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37235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2857500" y="72390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Chia</a:t>
            </a:r>
            <a:r>
              <a:rPr lang="en-US" sz="34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34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4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34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nhỏ, hoặc</a:t>
            </a:r>
            <a:r>
              <a:rPr lang="en-US" sz="34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 dữ</a:t>
            </a:r>
            <a:r>
              <a:rPr lang="en-US" sz="34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nơi khác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79af070-3f9e-4de5-8687-e48b5ba680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8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phút,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8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274320" rIns="0" bIns="-274320" rtlCol="0" anchor="t"/>
          <a:lstStyle/>
          <a:p>
            <a:pPr algn="l" indent="0" marL="0">
              <a:lnSpc>
                <a:spcPts val="27000"/>
              </a:lnSpc>
              <a:buNone/>
            </a:pPr>
            <a:r>
              <a:rPr lang="en-US" sz="27000" dirty="0" spc="-3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endParaRPr lang="en-US" sz="2700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106680" rIns="0" bIns="-106680" rtlCol="0" anchor="t"/>
          <a:lstStyle/>
          <a:p>
            <a:pPr algn="l" indent="0" marL="0">
              <a:lnSpc>
                <a:spcPts val="10500"/>
              </a:lnSpc>
              <a:buNone/>
            </a:pPr>
            <a:r>
              <a:rPr lang="en-US" sz="10500" dirty="0" spc="1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MiB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914400" y="78105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phút,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7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everysec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572500" y="2762250"/>
            <a:ext cx="8801100" cy="1905000"/>
          </a:xfrm>
          <a:prstGeom prst="roundRect">
            <a:avLst>
              <a:gd name="adj" fmla="val 12000"/>
            </a:avLst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8915400" y="2819400"/>
            <a:ext cx="8115300" cy="1790700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 có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nhịp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8572500" y="4953000"/>
            <a:ext cx="8801100" cy="4095750"/>
          </a:xfrm>
          <a:prstGeom prst="roundRect">
            <a:avLst>
              <a:gd name="adj" fmla="val 5581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8572500" y="4953000"/>
            <a:ext cx="8801100" cy="95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8953500" y="5334000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</a:t>
            </a:r>
            <a:r>
              <a:rPr lang="en-US" sz="42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42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4200" dirty="0"/>
          </a:p>
        </p:txBody>
      </p:sp>
      <p:sp>
        <p:nvSpPr>
          <p:cNvPr id="12" name="Text richtext-1792371028258-629596012"/>
          <p:cNvSpPr/>
          <p:nvPr/>
        </p:nvSpPr>
        <p:spPr>
          <a:xfrm>
            <a:off x="8953500" y="6381750"/>
            <a:ext cx="8039100" cy="2476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write(2)</a:t>
            </a:r>
            <a:r>
              <a:rPr lang="en-US" sz="28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MiB,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 chỉ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fsync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nền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aad0a0b-3eb7-4f16-b3af-ede6a6b0db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HƠN: ĐO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</a:t>
            </a: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MiB,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7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760720"/>
                <a:gridCol w="576072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Cấu</a:t>
                      </a:r>
                      <a:r>
                        <a:rPr lang="en-US" sz="28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85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lệnh</a:t>
                      </a:r>
                      <a:r>
                        <a:rPr lang="en-US" sz="28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85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</a:t>
                      </a:r>
                      <a:r>
                        <a:rPr lang="en-US" sz="28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MiB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PING</a:t>
                      </a:r>
                      <a:r>
                        <a:rPr lang="en-US" sz="28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client</a:t>
                      </a:r>
                      <a:r>
                        <a:rPr lang="en-US" sz="28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r>
                        <a:rPr lang="en-US" sz="28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(p99)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105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Tắt</a:t>
                      </a:r>
                      <a:r>
                        <a:rPr lang="en-US" sz="2850" dirty="0" spc="-24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AOF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khoảng</a:t>
                      </a:r>
                      <a:r>
                        <a:rPr lang="en-US" sz="28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6</a:t>
                      </a: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dưới</a:t>
                      </a:r>
                      <a:r>
                        <a:rPr lang="en-US" sz="28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0,6</a:t>
                      </a: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6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always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34–36</a:t>
                      </a: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29–32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8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everysec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27–34 ms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22–29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8" kern="0">
                          <a:solidFill>
                            <a:srgbClr val="B45309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no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28–31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22–26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6677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ảo,</a:t>
            </a:r>
            <a:r>
              <a:rPr lang="en-US" sz="21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7.0.15;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1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7" name="Shape 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8" name="Shape 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9" name="Shape 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6580e8f-8911-489a-b6ca-3015edfa0f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334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575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AOF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Append</a:t>
            </a:r>
            <a:r>
              <a:rPr lang="en-US" sz="1800" dirty="0" spc="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Only</a:t>
            </a:r>
            <a:r>
              <a:rPr lang="en-US" sz="1800" dirty="0" spc="-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41338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7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Tệp</a:t>
            </a:r>
            <a:r>
              <a:rPr lang="en-US" sz="2400" dirty="0" spc="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4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77000" y="2667000"/>
            <a:ext cx="5334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800850" y="28575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RDB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800850" y="37147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8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Redis</a:t>
            </a:r>
            <a:r>
              <a:rPr lang="en-US" sz="1800" dirty="0" spc="-6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DataBase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00850" y="41338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Ảnh chụp</a:t>
            </a:r>
            <a:r>
              <a:rPr lang="en-US" sz="240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4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r>
              <a:rPr lang="en-US" sz="2400" dirty="0" spc="-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400" dirty="0" spc="1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39600" y="2667000"/>
            <a:ext cx="5334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63450" y="28575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MiB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2363450" y="37147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Mebibyte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63450" y="41338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1.048.576</a:t>
            </a:r>
            <a:r>
              <a:rPr lang="en-US" sz="2400" dirty="0" spc="-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5429250"/>
            <a:ext cx="16459200" cy="3619500"/>
          </a:xfrm>
          <a:prstGeom prst="roundRect">
            <a:avLst>
              <a:gd name="adj" fmla="val 5263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6578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658600" y="56578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950" dirty="0"/>
          </a:p>
        </p:txBody>
      </p:sp>
      <p:sp>
        <p:nvSpPr>
          <p:cNvPr id="19" name="Text richtext-1792371051346-191762402"/>
          <p:cNvSpPr/>
          <p:nvPr/>
        </p:nvSpPr>
        <p:spPr>
          <a:xfrm>
            <a:off x="1295400" y="6153150"/>
            <a:ext cx="15697200" cy="2762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persistence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7.0.15: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nguồn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AOF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5719574c-1eb1-4f39-86fc-23889eb6d0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2026-10-19T00:50:56Z</dcterms:created>
  <dcterms:modified xsi:type="dcterms:W3CDTF">2026-10-19T00:50:56Z</dcterms:modified>
</cp:coreProperties>
</file>