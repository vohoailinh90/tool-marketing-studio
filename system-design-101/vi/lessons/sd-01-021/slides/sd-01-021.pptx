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 Medium"/>
      <p:regular r:id="rId19"/>
    </p:embeddedFont>
    <p:embeddedFont>
      <p:font typeface="Be Vietnam Pro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000250"/>
            <a:ext cx="9715500" cy="37338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81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an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8100" dirty="0"/>
          </a:p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9144000" cy="1619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Bản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 của</a:t>
            </a: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8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850" dirty="0" spc="-6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8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việc: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cấp</a:t>
            </a:r>
            <a:r>
              <a:rPr lang="en-US" sz="28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khóa,</a:t>
            </a:r>
            <a:r>
              <a:rPr lang="en-US" sz="2850" dirty="0" spc="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850" dirty="0" spc="-2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850" dirty="0" spc="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cầu,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thêm</a:t>
            </a:r>
            <a:r>
              <a:rPr lang="en-US" sz="285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850" dirty="0" spc="-5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850" dirty="0" spc="-2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chống</a:t>
            </a:r>
            <a:r>
              <a:rPr lang="en-US" sz="2850" dirty="0" spc="50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85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8001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Shape 4"/>
          <p:cNvSpPr/>
          <p:nvPr/>
        </p:nvSpPr>
        <p:spPr>
          <a:xfrm>
            <a:off x="10858500" y="16192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858500" y="16192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1277600" y="17907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Cấp</a:t>
            </a:r>
            <a:r>
              <a:rPr lang="en-US" sz="34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277600" y="23812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 dụng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0858500" y="32766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8500" y="32766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1277600" y="34480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2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345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34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1277600" y="40386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 mật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858500" y="493395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858500" y="493395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1277600" y="510540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Tham</a:t>
            </a:r>
            <a:r>
              <a:rPr lang="en-US" sz="34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11277600" y="569595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nonce chống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 lại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58500" y="6591300"/>
            <a:ext cx="65151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58500" y="6591300"/>
            <a:ext cx="114300" cy="14287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277600" y="6762750"/>
            <a:ext cx="590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34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34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bổ</a:t>
            </a:r>
            <a:r>
              <a:rPr lang="en-US" sz="345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sung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1277600" y="7353300"/>
            <a:ext cx="6000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 chữ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b48d3fe-33fe-4287-9861-e821abc613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 nói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việc,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78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thiết</a:t>
            </a:r>
            <a:r>
              <a:rPr lang="en-US" sz="270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an toàn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Phần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nằm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 gốc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Bài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thêm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 gốc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619500"/>
            <a:ext cx="2667000" cy="1428750"/>
          </a:xfrm>
          <a:prstGeom prst="roundRect">
            <a:avLst>
              <a:gd name="adj" fmla="val 10667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61950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Cấp</a:t>
            </a:r>
            <a:r>
              <a:rPr lang="en-US" sz="255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2550" dirty="0"/>
          </a:p>
        </p:txBody>
      </p:sp>
      <p:sp>
        <p:nvSpPr>
          <p:cNvPr id="17" name="Connector line-1792369480114-737215523"/>
          <p:cNvSpPr/>
          <p:nvPr/>
        </p:nvSpPr>
        <p:spPr>
          <a:xfrm>
            <a:off x="10744200" y="4333875"/>
            <a:ext cx="3429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63300" y="3619500"/>
            <a:ext cx="2667000" cy="1428750"/>
          </a:xfrm>
          <a:prstGeom prst="roundRect">
            <a:avLst>
              <a:gd name="adj" fmla="val 10667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63300" y="361950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255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25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2550" dirty="0"/>
          </a:p>
        </p:txBody>
      </p:sp>
      <p:sp>
        <p:nvSpPr>
          <p:cNvPr id="20" name="Connector line-1792369480116-856143476"/>
          <p:cNvSpPr/>
          <p:nvPr/>
        </p:nvSpPr>
        <p:spPr>
          <a:xfrm>
            <a:off x="13906500" y="4333875"/>
            <a:ext cx="3429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4325600" y="3619500"/>
            <a:ext cx="2667000" cy="1428750"/>
          </a:xfrm>
          <a:prstGeom prst="roundRect">
            <a:avLst>
              <a:gd name="adj" fmla="val 10667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325600" y="361950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Tham</a:t>
            </a:r>
            <a:r>
              <a:rPr lang="en-US" sz="25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8001000" y="55245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bổ sung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001000" y="5962650"/>
            <a:ext cx="4381500" cy="1238250"/>
          </a:xfrm>
          <a:prstGeom prst="roundRect">
            <a:avLst>
              <a:gd name="adj" fmla="val 1230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59626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25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25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255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12611100" y="5962650"/>
            <a:ext cx="4381500" cy="1238250"/>
          </a:xfrm>
          <a:prstGeom prst="roundRect">
            <a:avLst>
              <a:gd name="adj" fmla="val 12308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11100" y="596265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255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255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làm</a:t>
            </a:r>
            <a:r>
              <a:rPr lang="en-US" sz="25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endParaRPr lang="en-US" sz="2550" dirty="0"/>
          </a:p>
        </p:txBody>
      </p:sp>
      <p:sp>
        <p:nvSpPr>
          <p:cNvPr id="28" name="Text 26"/>
          <p:cNvSpPr/>
          <p:nvPr/>
        </p:nvSpPr>
        <p:spPr>
          <a:xfrm>
            <a:off x="8001000" y="7620000"/>
            <a:ext cx="8991600" cy="857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Mục</a:t>
            </a:r>
            <a:r>
              <a:rPr lang="en-US" sz="21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bảo</a:t>
            </a:r>
            <a:r>
              <a:rPr lang="en-US" sz="21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1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nguồn</a:t>
            </a:r>
            <a:r>
              <a:rPr lang="en-US" sz="21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dừng</a:t>
            </a:r>
            <a:r>
              <a:rPr lang="en-US" sz="21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ngay</a:t>
            </a:r>
            <a:r>
              <a:rPr lang="en-US" sz="21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1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câu dẫn.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Text 37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c6949b44-380c-4b84-ab39-ec7149f00e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r>
              <a:rPr lang="en-US" sz="1950" spc="22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7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</a:t>
            </a:r>
            <a:r>
              <a:rPr lang="en-US" sz="1950" spc="210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Cấp</a:t>
            </a:r>
            <a:r>
              <a:rPr lang="en-US" sz="7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8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client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client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7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7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 dụng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270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7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cặp</a:t>
            </a: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 riêng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cập chỉ là</a:t>
            </a:r>
            <a:r>
              <a:rPr lang="en-US" sz="27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 danh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950" dirty="0" spc="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cặp</a:t>
            </a:r>
            <a:r>
              <a:rPr lang="en-US" sz="19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195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1950" dirty="0" spc="1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1950" dirty="0" spc="-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4572000"/>
            <a:ext cx="1809750" cy="1333500"/>
          </a:xfrm>
          <a:prstGeom prst="roundRect">
            <a:avLst>
              <a:gd name="adj" fmla="val 11429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705350"/>
            <a:ext cx="1809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001000" y="5219700"/>
            <a:ext cx="1809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1800" dirty="0" spc="18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1800" dirty="0" spc="-3" kern="0">
                <a:solidFill>
                  <a:srgbClr val="C9C6B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endParaRPr lang="en-US" sz="1800" dirty="0"/>
          </a:p>
        </p:txBody>
      </p:sp>
      <p:sp>
        <p:nvSpPr>
          <p:cNvPr id="18" name="Connector line-1792369480940-680808360"/>
          <p:cNvSpPr/>
          <p:nvPr/>
        </p:nvSpPr>
        <p:spPr>
          <a:xfrm flipV="1">
            <a:off x="9906000" y="4400550"/>
            <a:ext cx="533400" cy="6477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9" name="Connector line-1792369480940-187099604"/>
          <p:cNvSpPr/>
          <p:nvPr/>
        </p:nvSpPr>
        <p:spPr>
          <a:xfrm>
            <a:off x="9906000" y="5429250"/>
            <a:ext cx="533400" cy="64770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572750" y="3810000"/>
            <a:ext cx="6419850" cy="1238250"/>
          </a:xfrm>
          <a:prstGeom prst="roundRect">
            <a:avLst>
              <a:gd name="adj" fmla="val 12308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25150" y="3810000"/>
            <a:ext cx="1619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225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382500" y="4143375"/>
            <a:ext cx="2152650" cy="571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82500" y="4143375"/>
            <a:ext cx="2152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4668500" y="4143375"/>
            <a:ext cx="2190750" cy="5715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668500" y="4143375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572750" y="5429250"/>
            <a:ext cx="6419850" cy="1238250"/>
          </a:xfrm>
          <a:prstGeom prst="roundRect">
            <a:avLst>
              <a:gd name="adj" fmla="val 12308"/>
            </a:avLst>
          </a:prstGeom>
          <a:solidFill>
            <a:srgbClr val="2A2F42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25150" y="5429250"/>
            <a:ext cx="1619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2250" dirty="0" spc="-2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22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382500" y="5762625"/>
            <a:ext cx="2152650" cy="571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82500" y="5762625"/>
            <a:ext cx="2152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19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4668500" y="5762625"/>
            <a:ext cx="2190750" cy="57150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</p:sp>
      <p:sp>
        <p:nvSpPr>
          <p:cNvPr id="31" name="Text 29"/>
          <p:cNvSpPr/>
          <p:nvPr/>
        </p:nvSpPr>
        <p:spPr>
          <a:xfrm>
            <a:off x="14668500" y="5762625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8001000" y="7048500"/>
            <a:ext cx="8991600" cy="1333500"/>
          </a:xfrm>
          <a:prstGeom prst="roundRect">
            <a:avLst>
              <a:gd name="adj" fmla="val 14286"/>
            </a:avLst>
          </a:prstGeom>
          <a:solidFill>
            <a:srgbClr val="2A2F42"/>
          </a:solidFill>
          <a:ln/>
        </p:spPr>
      </p:sp>
      <p:sp>
        <p:nvSpPr>
          <p:cNvPr id="33" name="Shape 31"/>
          <p:cNvSpPr/>
          <p:nvPr/>
        </p:nvSpPr>
        <p:spPr>
          <a:xfrm>
            <a:off x="8001000" y="7048500"/>
            <a:ext cx="952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34" name="Text 32"/>
          <p:cNvSpPr/>
          <p:nvPr/>
        </p:nvSpPr>
        <p:spPr>
          <a:xfrm>
            <a:off x="8362950" y="7048500"/>
            <a:ext cx="8477250" cy="1333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1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1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 cập</a:t>
            </a:r>
            <a:r>
              <a:rPr lang="en-US" sz="21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public</a:t>
            </a:r>
            <a:r>
              <a:rPr lang="en-US" sz="210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key,</a:t>
            </a:r>
            <a:r>
              <a:rPr lang="en-US" sz="21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1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đây</a:t>
            </a:r>
            <a:r>
              <a:rPr lang="en-US" sz="21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21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1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1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1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 khai</a:t>
            </a:r>
            <a:endParaRPr lang="en-US" sz="2100" dirty="0"/>
          </a:p>
        </p:txBody>
      </p:sp>
      <p:sp>
        <p:nvSpPr>
          <p:cNvPr id="35" name="Shape 33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0" name="Shape 38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1" name="Shape 39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2" name="Shape 40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3" name="Shape 41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4" name="Shape 42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45" name="Text 43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7" name="Moda image moda-export-watermark-50596e81-dec0-45a9-9806-0d1d2a45a7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1950" spc="223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1950" spc="208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Ký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78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Thu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số,</a:t>
            </a:r>
            <a:r>
              <a:rPr lang="en-US" sz="2700" dirty="0" spc="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dựng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chuỗi cần ký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Tính</a:t>
            </a:r>
            <a:r>
              <a:rPr lang="en-US" sz="27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HMAC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SHA-256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bí mật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6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Gửi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70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 ký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19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019300" cy="2095500"/>
          </a:xfrm>
          <a:prstGeom prst="roundRect">
            <a:avLst>
              <a:gd name="adj" fmla="val 7547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20193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Tham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1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100" dirty="0"/>
          </a:p>
        </p:txBody>
      </p:sp>
      <p:sp>
        <p:nvSpPr>
          <p:cNvPr id="17" name="Connector line-1792369535149-396517427"/>
          <p:cNvSpPr/>
          <p:nvPr/>
        </p:nvSpPr>
        <p:spPr>
          <a:xfrm>
            <a:off x="10058400" y="4857750"/>
            <a:ext cx="24765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363200" y="3810000"/>
            <a:ext cx="2019300" cy="2095500"/>
          </a:xfrm>
          <a:prstGeom prst="roundRect">
            <a:avLst>
              <a:gd name="adj" fmla="val 7547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3200" y="3810000"/>
            <a:ext cx="20193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Chuỗi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1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2100" dirty="0"/>
          </a:p>
        </p:txBody>
      </p:sp>
      <p:sp>
        <p:nvSpPr>
          <p:cNvPr id="20" name="Connector line-1792369535153-880130367"/>
          <p:cNvSpPr/>
          <p:nvPr/>
        </p:nvSpPr>
        <p:spPr>
          <a:xfrm>
            <a:off x="12420600" y="4857750"/>
            <a:ext cx="24765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2725400" y="3810000"/>
            <a:ext cx="2019300" cy="2095500"/>
          </a:xfrm>
          <a:prstGeom prst="roundRect">
            <a:avLst>
              <a:gd name="adj" fmla="val 754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725400" y="3924300"/>
            <a:ext cx="2019300" cy="8572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-2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r>
              <a:rPr lang="en-US" sz="2250" dirty="0" spc="-2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2250" dirty="0" spc="-1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SHA-256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2877800" y="495300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1F3FD1"/>
          </a:solidFill>
          <a:ln/>
        </p:spPr>
      </p:sp>
      <p:sp>
        <p:nvSpPr>
          <p:cNvPr id="24" name="Text 22"/>
          <p:cNvSpPr/>
          <p:nvPr/>
        </p:nvSpPr>
        <p:spPr>
          <a:xfrm>
            <a:off x="12877800" y="4953000"/>
            <a:ext cx="1714500" cy="723900"/>
          </a:xfrm>
          <a:prstGeom prst="rect">
            <a:avLst/>
          </a:prstGeom>
          <a:noFill/>
          <a:ln/>
        </p:spPr>
        <p:txBody>
          <a:bodyPr wrap="square" lIns="0" tIns="10032" rIns="0" bIns="-10032" rtlCol="0" anchor="ctr"/>
          <a:lstStyle/>
          <a:p>
            <a:pPr algn="ctr" indent="0" marL="0">
              <a:lnSpc>
                <a:spcPts val="2070"/>
              </a:lnSpc>
              <a:buNone/>
            </a:pP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800" dirty="0"/>
          </a:p>
        </p:txBody>
      </p:sp>
      <p:sp>
        <p:nvSpPr>
          <p:cNvPr id="25" name="Connector line-1792369535157-951117963"/>
          <p:cNvSpPr/>
          <p:nvPr/>
        </p:nvSpPr>
        <p:spPr>
          <a:xfrm>
            <a:off x="14782800" y="4857750"/>
            <a:ext cx="247650" cy="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5087600" y="3810000"/>
            <a:ext cx="1905000" cy="2095500"/>
          </a:xfrm>
          <a:prstGeom prst="roundRect">
            <a:avLst>
              <a:gd name="adj" fmla="val 8000"/>
            </a:avLst>
          </a:prstGeom>
          <a:solidFill>
            <a:srgbClr val="E8E0CF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0" y="3810000"/>
            <a:ext cx="1905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7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Yêu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1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 ký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001000" y="6381750"/>
            <a:ext cx="89916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29" name="Shape 27"/>
          <p:cNvSpPr/>
          <p:nvPr/>
        </p:nvSpPr>
        <p:spPr>
          <a:xfrm>
            <a:off x="8001000" y="63817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8362950" y="6381750"/>
            <a:ext cx="8477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suy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bài: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 bí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2400" dirty="0" spc="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400" dirty="0" spc="2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đi,</a:t>
            </a:r>
            <a:r>
              <a:rPr lang="en-US" sz="24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40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 nó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Text 39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c7820367-39dd-48f6-8239-e7311dc0d2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1950" spc="23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1950" spc="21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1950" spc="208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Nguồn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nêu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bốn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 có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Thời</a:t>
            </a:r>
            <a:r>
              <a:rPr lang="en-US" sz="270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70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chống</a:t>
            </a:r>
            <a:r>
              <a:rPr lang="en-US" sz="270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 lại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Nonce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mỗi</a:t>
            </a:r>
            <a:r>
              <a:rPr lang="en-US" sz="2700" dirty="0" spc="-2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7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7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duy nhất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1E212B"/>
          </a:solidFill>
          <a:ln w="19050">
            <a:solidFill>
              <a:srgbClr val="2F34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7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Trong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 cần</a:t>
            </a:r>
            <a:r>
              <a:rPr lang="en-US" sz="195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19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810000"/>
            <a:ext cx="4381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Thông</a:t>
            </a:r>
            <a:r>
              <a:rPr lang="en-US" sz="25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2550" dirty="0" spc="-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xác</a:t>
            </a:r>
            <a:r>
              <a:rPr lang="en-US" sz="255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611100" y="381000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1100" y="39624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2550" dirty="0" spc="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611100" y="457200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timestamp, chống</a:t>
            </a:r>
            <a:r>
              <a:rPr lang="en-US" sz="19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19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001000" y="546735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561975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25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 riêng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2611100" y="5467350"/>
            <a:ext cx="4381500" cy="1428750"/>
          </a:xfrm>
          <a:prstGeom prst="roundRect">
            <a:avLst>
              <a:gd name="adj" fmla="val 10667"/>
            </a:avLst>
          </a:prstGeom>
          <a:solidFill>
            <a:srgbClr val="2A2F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1100" y="561975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Nonce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8001000" y="7277100"/>
            <a:ext cx="8991600" cy="1104900"/>
          </a:xfrm>
          <a:prstGeom prst="roundRect">
            <a:avLst>
              <a:gd name="adj" fmla="val 17241"/>
            </a:avLst>
          </a:prstGeom>
          <a:solidFill>
            <a:srgbClr val="2A2F42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7277100"/>
            <a:ext cx="95250" cy="11049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8362950" y="7277100"/>
            <a:ext cx="8477250" cy="11049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Thời</a:t>
            </a:r>
            <a:r>
              <a:rPr lang="en-US" sz="240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nonce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chống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4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 phát lại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001000" y="615315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mã</a:t>
            </a:r>
            <a:r>
              <a:rPr lang="en-US" sz="18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8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dùng,</a:t>
            </a:r>
            <a:r>
              <a:rPr lang="en-US" sz="18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 tìm</a:t>
            </a:r>
            <a:r>
              <a:rPr lang="en-US" sz="18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kiếm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611100" y="615315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chuỗi</a:t>
            </a:r>
            <a:r>
              <a:rPr lang="en-US" sz="18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ngẫu</a:t>
            </a:r>
            <a:r>
              <a:rPr lang="en-US" sz="18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nhiên,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mỗi</a:t>
            </a:r>
            <a:r>
              <a:rPr lang="en-US" sz="18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18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180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18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chuỗi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3429a909-f253-4c2f-be08-4a98254a63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18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1950" spc="222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8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 sánh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Bước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này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bổ sung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Tìm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bí</a:t>
            </a:r>
            <a:r>
              <a:rPr lang="en-US" sz="270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7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 cập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Dựng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chuỗi,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 chữ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ký,</a:t>
            </a:r>
            <a:r>
              <a:rPr lang="en-US" sz="270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 sánh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Bài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bổ sung,</a:t>
            </a:r>
            <a:r>
              <a:rPr lang="en-US" sz="1950" dirty="0" spc="-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1950" dirty="0" spc="-1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19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19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762250" cy="1619250"/>
          </a:xfrm>
          <a:prstGeom prst="roundRect">
            <a:avLst>
              <a:gd name="adj" fmla="val 9412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39624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22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22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bí</a:t>
            </a:r>
            <a:r>
              <a:rPr lang="en-US" sz="22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001000" y="4762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cập</a:t>
            </a:r>
            <a:endParaRPr lang="en-US" sz="1800" dirty="0"/>
          </a:p>
        </p:txBody>
      </p:sp>
      <p:sp>
        <p:nvSpPr>
          <p:cNvPr id="18" name="Connector line-1792369537112-767149042"/>
          <p:cNvSpPr/>
          <p:nvPr/>
        </p:nvSpPr>
        <p:spPr>
          <a:xfrm>
            <a:off x="10820400" y="4619625"/>
            <a:ext cx="2476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115675" y="3810000"/>
            <a:ext cx="2762250" cy="1619250"/>
          </a:xfrm>
          <a:prstGeom prst="roundRect">
            <a:avLst>
              <a:gd name="adj" fmla="val 9412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15675" y="39624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Dựng</a:t>
            </a:r>
            <a:r>
              <a:rPr lang="en-US" sz="22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225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115675" y="4762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cần</a:t>
            </a:r>
            <a:r>
              <a:rPr lang="en-US" sz="18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endParaRPr lang="en-US" sz="1800" dirty="0"/>
          </a:p>
        </p:txBody>
      </p:sp>
      <p:sp>
        <p:nvSpPr>
          <p:cNvPr id="22" name="Connector line-1792369537116-503443329"/>
          <p:cNvSpPr/>
          <p:nvPr/>
        </p:nvSpPr>
        <p:spPr>
          <a:xfrm>
            <a:off x="13935075" y="4619625"/>
            <a:ext cx="2476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230350" y="3810000"/>
            <a:ext cx="2762250" cy="1619250"/>
          </a:xfrm>
          <a:prstGeom prst="roundRect">
            <a:avLst>
              <a:gd name="adj" fmla="val 9412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230350" y="3962400"/>
            <a:ext cx="2762250" cy="7620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22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22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</a:t>
            </a:r>
            <a:r>
              <a:rPr lang="en-US" sz="225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230350" y="4762500"/>
            <a:ext cx="2762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rồi</a:t>
            </a:r>
            <a:r>
              <a:rPr lang="en-US" sz="18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</a:t>
            </a:r>
            <a:r>
              <a:rPr lang="en-US" sz="18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sánh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01000" y="5810250"/>
            <a:ext cx="8991600" cy="952500"/>
          </a:xfrm>
          <a:prstGeom prst="roundRect">
            <a:avLst>
              <a:gd name="adj" fmla="val 16000"/>
            </a:avLst>
          </a:prstGeom>
          <a:solidFill>
            <a:srgbClr val="E8472B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5810250"/>
            <a:ext cx="899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2850" dirty="0" spc="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2850" dirty="0" spc="-6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2850" dirty="0" spc="0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2850" dirty="0" spc="2" kern="0">
                <a:solidFill>
                  <a:srgbClr val="FBF8F2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endParaRPr lang="en-US" sz="2850" dirty="0"/>
          </a:p>
        </p:txBody>
      </p:sp>
      <p:sp>
        <p:nvSpPr>
          <p:cNvPr id="28" name="Shape 26"/>
          <p:cNvSpPr/>
          <p:nvPr/>
        </p:nvSpPr>
        <p:spPr>
          <a:xfrm>
            <a:off x="8001000" y="7048500"/>
            <a:ext cx="4381500" cy="1238250"/>
          </a:xfrm>
          <a:prstGeom prst="roundRect">
            <a:avLst>
              <a:gd name="adj" fmla="val 12308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91500" y="7048500"/>
            <a:ext cx="400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Thời</a:t>
            </a:r>
            <a:r>
              <a:rPr lang="en-US" sz="19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19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 phép?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611100" y="7048500"/>
            <a:ext cx="4381500" cy="1238250"/>
          </a:xfrm>
          <a:prstGeom prst="roundRect">
            <a:avLst>
              <a:gd name="adj" fmla="val 12308"/>
            </a:avLst>
          </a:prstGeom>
          <a:solidFill>
            <a:srgbClr val="CFE8E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0" y="7048500"/>
            <a:ext cx="4000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Nonce</a:t>
            </a:r>
            <a:r>
              <a:rPr lang="en-US" sz="19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 chưa?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Text 40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9a5efd8a-9d18-47b7-8252-cd1d04db6d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KHÁI</a:t>
            </a: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NIỆM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 KHÔNG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1950" spc="19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 chữ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Cũng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bổ sung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762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762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Chữ ký</a:t>
            </a:r>
            <a:r>
              <a:rPr lang="en-US" sz="2700" dirty="0" spc="2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 có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khóa,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 sửa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60960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667500"/>
            <a:ext cx="95250" cy="1619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858000"/>
            <a:ext cx="542925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9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Yêu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chụp lại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mang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 đúng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7620000" y="2857500"/>
            <a:ext cx="97536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31813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4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Vẫn</a:t>
            </a:r>
            <a:r>
              <a:rPr lang="en-US" sz="1950" dirty="0" spc="-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19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8001000" y="3810000"/>
            <a:ext cx="2857500" cy="209550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40005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24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2400" dirty="0" spc="-2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24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01000" y="51054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vẫn</a:t>
            </a:r>
            <a:r>
              <a:rPr lang="en-US" sz="19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</a:t>
            </a:r>
            <a:r>
              <a:rPr lang="en-US" sz="19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TLS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068050" y="3810000"/>
            <a:ext cx="2857500" cy="209550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68050" y="40005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4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24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24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068050" y="51054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theo</a:t>
            </a:r>
            <a:r>
              <a:rPr lang="en-US" sz="195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19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tài</a:t>
            </a:r>
            <a:r>
              <a:rPr lang="en-US" sz="19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4135100" y="3810000"/>
            <a:ext cx="2857500" cy="2095500"/>
          </a:xfrm>
          <a:prstGeom prst="roundRect">
            <a:avLst>
              <a:gd name="adj" fmla="val 7273"/>
            </a:avLst>
          </a:prstGeom>
          <a:solidFill>
            <a:srgbClr val="F8D9D0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35100" y="40005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4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2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 hoặc</a:t>
            </a:r>
            <a:r>
              <a:rPr lang="en-US" sz="2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24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135100" y="51054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là</a:t>
            </a:r>
            <a:r>
              <a:rPr lang="en-US" sz="19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195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riêng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8001000" y="6381750"/>
            <a:ext cx="8991600" cy="142875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01000" y="63817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8362950" y="6381750"/>
            <a:ext cx="8477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Chữ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chặn</a:t>
            </a:r>
            <a:r>
              <a:rPr lang="en-US" sz="2400" dirty="0" spc="4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</a:t>
            </a:r>
            <a:r>
              <a:rPr lang="en-US" sz="2400" dirty="0" spc="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 nonce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d6f794a-401e-4b3b-8774-89014e17d68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spc="22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8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8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1915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5905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295400" y="375285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5285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905250" y="365760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lệch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năm phút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295400" y="4800600"/>
            <a:ext cx="2381250" cy="723900"/>
          </a:xfrm>
          <a:prstGeom prst="roundRect">
            <a:avLst>
              <a:gd name="adj" fmla="val 18421"/>
            </a:avLst>
          </a:prstGeom>
          <a:solidFill>
            <a:srgbClr val="2A2F42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00600"/>
            <a:ext cx="2381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905250" y="4705350"/>
            <a:ext cx="49530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Chữ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 đúng,</a:t>
            </a:r>
            <a:r>
              <a:rPr lang="en-US" sz="22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nhưng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hiện</a:t>
            </a:r>
            <a:r>
              <a:rPr lang="en-US" sz="22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tại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hai giờ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95400" y="6096000"/>
            <a:ext cx="7524750" cy="2381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Có</a:t>
            </a:r>
            <a:r>
              <a:rPr lang="en-US" sz="27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nên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chấp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 không?</a:t>
            </a:r>
            <a:r>
              <a:rPr lang="en-US" sz="27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Nếu chấp</a:t>
            </a:r>
            <a:r>
              <a:rPr lang="en-US" sz="27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nhận,</a:t>
            </a:r>
            <a:r>
              <a:rPr lang="en-US" sz="2700" dirty="0" spc="-3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kẻ</a:t>
            </a:r>
            <a:r>
              <a:rPr lang="en-US" sz="27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7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 làm</a:t>
            </a:r>
            <a:r>
              <a:rPr lang="en-US" sz="27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 gì?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0" y="2857500"/>
            <a:ext cx="8039100" cy="5905500"/>
          </a:xfrm>
          <a:prstGeom prst="roundRect">
            <a:avLst>
              <a:gd name="adj" fmla="val 3226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15500" y="31051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15500" y="3543300"/>
            <a:ext cx="742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90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39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chấp</a:t>
            </a:r>
            <a:r>
              <a:rPr lang="en-US" sz="39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9715500" y="4476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9715500" y="4476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020550" y="4381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Hai</a:t>
            </a:r>
            <a:r>
              <a:rPr lang="en-US" sz="22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giờ</a:t>
            </a:r>
            <a:r>
              <a:rPr lang="en-US" sz="22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vượt</a:t>
            </a:r>
            <a:r>
              <a:rPr lang="en-US" sz="22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xa</a:t>
            </a:r>
            <a:r>
              <a:rPr lang="en-US" sz="22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2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sổ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năm phút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715500" y="5619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9715500" y="5619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020550" y="5524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Chỉ</a:t>
            </a:r>
            <a:r>
              <a:rPr lang="en-US" sz="2250" dirty="0" spc="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khóa</a:t>
            </a:r>
            <a:r>
              <a:rPr lang="en-US" sz="22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lúc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ký,</a:t>
            </a:r>
            <a:r>
              <a:rPr lang="en-US" sz="22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2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 sửa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715500" y="6762750"/>
            <a:ext cx="2095500" cy="800100"/>
          </a:xfrm>
          <a:prstGeom prst="roundRect">
            <a:avLst>
              <a:gd name="adj" fmla="val 16667"/>
            </a:avLst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715500" y="6762750"/>
            <a:ext cx="2095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020550" y="6667500"/>
            <a:ext cx="5048250" cy="9906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7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Yêu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chụp</a:t>
            </a:r>
            <a:r>
              <a:rPr lang="en-US" sz="22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lại,</a:t>
            </a:r>
            <a:r>
              <a:rPr lang="en-US" sz="2250" dirty="0" spc="3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2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lại:</a:t>
            </a:r>
            <a:r>
              <a:rPr lang="en-US" sz="22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2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dịch</a:t>
            </a:r>
            <a:r>
              <a:rPr lang="en-US" sz="22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 lặp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9715500" y="7829550"/>
            <a:ext cx="7429500" cy="7620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dirty="0" spc="1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-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nonce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1800" dirty="0" spc="-18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800" dirty="0" spc="1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-5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r>
              <a:rPr lang="en-US" sz="1800" dirty="0" spc="8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1800" dirty="0" spc="-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 dài,</a:t>
            </a:r>
            <a:r>
              <a:rPr lang="en-US" sz="1800" dirty="0" spc="-8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nonce lâu.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cc247881-0a93-400d-9c4a-6ec2c70937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 thêm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480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3000" dirty="0"/>
          </a:p>
        </p:txBody>
      </p:sp>
      <p:sp>
        <p:nvSpPr>
          <p:cNvPr id="7" name="Text richtext-1792369913482-978169701"/>
          <p:cNvSpPr/>
          <p:nvPr/>
        </p:nvSpPr>
        <p:spPr>
          <a:xfrm>
            <a:off x="1295400" y="37338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 chữ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RSA,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ECDSA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15450" y="285750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15450" y="2857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696450" y="304800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mang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endParaRPr lang="en-US" sz="3000" dirty="0"/>
          </a:p>
        </p:txBody>
      </p:sp>
      <p:sp>
        <p:nvSpPr>
          <p:cNvPr id="11" name="Text richtext-1792369913504-967889313"/>
          <p:cNvSpPr/>
          <p:nvPr/>
        </p:nvSpPr>
        <p:spPr>
          <a:xfrm>
            <a:off x="9696450" y="373380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783" rIns="0" bIns="-12783" rtlCol="0" anchor="t"/>
          <a:lstStyle/>
          <a:p>
            <a:pPr algn="l" marL="304800" indent="-214359">
              <a:lnSpc>
                <a:spcPts val="3071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363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36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363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363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363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36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363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363" dirty="0"/>
          </a:p>
          <a:p>
            <a:pPr algn="l" marL="304800" indent="-214359">
              <a:lnSpc>
                <a:spcPts val="3071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36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363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363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</a:t>
            </a:r>
            <a:r>
              <a:rPr lang="en-US" sz="236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hóa,</a:t>
            </a:r>
            <a:r>
              <a:rPr lang="en-US" sz="2363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 là</a:t>
            </a:r>
            <a:r>
              <a:rPr lang="en-US" sz="236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363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363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363" dirty="0"/>
          </a:p>
          <a:p>
            <a:pPr algn="l" marL="304800" indent="-214359">
              <a:lnSpc>
                <a:spcPts val="3071"/>
              </a:lnSpc>
              <a:buSzPct val="100000"/>
              <a:buFont typeface="Arial"/>
              <a:buChar char="•"/>
            </a:pPr>
            <a:r>
              <a:rPr lang="en-US" sz="2363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36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363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36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363" dirty="0" spc="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363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363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363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363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363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363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363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363" dirty="0"/>
          </a:p>
        </p:txBody>
      </p:sp>
      <p:sp>
        <p:nvSpPr>
          <p:cNvPr id="12" name="Shape 10"/>
          <p:cNvSpPr/>
          <p:nvPr/>
        </p:nvSpPr>
        <p:spPr>
          <a:xfrm>
            <a:off x="91440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388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dụ:</a:t>
            </a:r>
            <a:r>
              <a:rPr lang="en-US" sz="30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AWS</a:t>
            </a:r>
            <a:r>
              <a:rPr lang="en-US" sz="30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Signature</a:t>
            </a:r>
            <a:r>
              <a:rPr lang="en-US" sz="30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Version</a:t>
            </a: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</a:t>
            </a:r>
            <a:endParaRPr lang="en-US" sz="3000" dirty="0"/>
          </a:p>
        </p:txBody>
      </p:sp>
      <p:sp>
        <p:nvSpPr>
          <p:cNvPr id="15" name="Text richtext-1792369913522-522407864"/>
          <p:cNvSpPr/>
          <p:nvPr/>
        </p:nvSpPr>
        <p:spPr>
          <a:xfrm>
            <a:off x="1295400" y="67246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28" rIns="0" bIns="-12928" rtlCol="0" anchor="t"/>
          <a:lstStyle/>
          <a:p>
            <a:pPr algn="l" marL="304800" indent="-217217">
              <a:lnSpc>
                <a:spcPts val="3112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394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394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394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r>
              <a:rPr lang="en-US" sz="2394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394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SHA-256</a:t>
            </a:r>
            <a:endParaRPr lang="en-US" sz="2394" dirty="0"/>
          </a:p>
          <a:p>
            <a:pPr algn="l" marL="304800" indent="-217217">
              <a:lnSpc>
                <a:spcPts val="3112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394" dirty="0" spc="-8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394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394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394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394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394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394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394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394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394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394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394" dirty="0"/>
          </a:p>
          <a:p>
            <a:pPr algn="l" marL="304800" indent="-217217">
              <a:lnSpc>
                <a:spcPts val="3112"/>
              </a:lnSpc>
              <a:buSzPct val="100000"/>
              <a:buFont typeface="Arial"/>
              <a:buChar char="•"/>
            </a:pPr>
            <a:r>
              <a:rPr lang="en-US" sz="2394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</a:t>
            </a:r>
            <a:r>
              <a:rPr lang="en-US" sz="2394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394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394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394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394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ngày,</a:t>
            </a:r>
            <a:r>
              <a:rPr lang="en-US" sz="2394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vùng,</a:t>
            </a:r>
            <a:r>
              <a:rPr lang="en-US" sz="2394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394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394" dirty="0"/>
          </a:p>
        </p:txBody>
      </p:sp>
      <p:sp>
        <p:nvSpPr>
          <p:cNvPr id="16" name="Shape 14"/>
          <p:cNvSpPr/>
          <p:nvPr/>
        </p:nvSpPr>
        <p:spPr>
          <a:xfrm>
            <a:off x="9315450" y="5848350"/>
            <a:ext cx="8058150" cy="2762250"/>
          </a:xfrm>
          <a:prstGeom prst="roundRect">
            <a:avLst>
              <a:gd name="adj" fmla="val 6897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5450" y="584835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8" name="Text 16"/>
          <p:cNvSpPr/>
          <p:nvPr/>
        </p:nvSpPr>
        <p:spPr>
          <a:xfrm>
            <a:off x="9696450" y="6038850"/>
            <a:ext cx="742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r>
              <a:rPr lang="en-US" sz="30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30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Security</a:t>
            </a:r>
            <a:r>
              <a:rPr lang="en-US" sz="3000" dirty="0" spc="-5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Top</a:t>
            </a:r>
            <a:r>
              <a:rPr lang="en-US" sz="30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endParaRPr lang="en-US" sz="3000" dirty="0"/>
          </a:p>
        </p:txBody>
      </p:sp>
      <p:sp>
        <p:nvSpPr>
          <p:cNvPr id="19" name="Text richtext-1792369913535-198354429"/>
          <p:cNvSpPr/>
          <p:nvPr/>
        </p:nvSpPr>
        <p:spPr>
          <a:xfrm>
            <a:off x="9696450" y="6724650"/>
            <a:ext cx="7429500" cy="1714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rủi</a:t>
            </a: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lỗi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47393f3f-7bbb-4e49-a7c3-b0fd29b188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763250" cy="6000750"/>
          </a:xfrm>
          <a:prstGeom prst="roundRect">
            <a:avLst>
              <a:gd name="adj" fmla="val 317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95250" cy="60007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0099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34861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39052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44005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295400" y="48196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180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800" dirty="0" spc="-8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53149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1295400" y="57340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80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800" dirty="0" spc="-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95400" y="62293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ECDSA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95400" y="66484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Elliptic</a:t>
            </a:r>
            <a:r>
              <a:rPr lang="en-US" sz="1800" dirty="0" spc="-6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Curve Digital</a:t>
            </a:r>
            <a:r>
              <a:rPr lang="en-US" sz="1800" dirty="0" spc="-1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800" dirty="0" spc="0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71437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RSA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95400" y="7562850"/>
            <a:ext cx="514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Rivest-Shamir-Adleman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67500" y="34861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667500" y="3905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IDentifier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67500" y="44005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667500" y="48196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800" dirty="0" spc="-21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67500" y="53149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7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6667500" y="5734050"/>
            <a:ext cx="4953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-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800" dirty="0" spc="-3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80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800" dirty="0" spc="-17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67500" y="65151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6667500" y="69342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800" dirty="0" spc="-25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800" dirty="0" spc="2" kern="0">
                <a:solidFill>
                  <a:srgbClr val="C9C6B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1906250" y="2762250"/>
            <a:ext cx="5467350" cy="6000750"/>
          </a:xfrm>
          <a:prstGeom prst="roundRect">
            <a:avLst>
              <a:gd name="adj" fmla="val 3484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287250" y="30099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C9C6B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27" name="Text richtext-1792369914535-926162649"/>
          <p:cNvSpPr/>
          <p:nvPr/>
        </p:nvSpPr>
        <p:spPr>
          <a:xfrm>
            <a:off x="12287250" y="3486150"/>
            <a:ext cx="4857750" cy="3143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(snapshot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định):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của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2104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(HMAC),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6750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(Bearer</a:t>
            </a:r>
            <a:r>
              <a:rPr lang="en-US" sz="19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Token)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19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Signature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95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Top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(2023)</a:t>
            </a:r>
            <a:endParaRPr lang="en-US" sz="1950" dirty="0"/>
          </a:p>
        </p:txBody>
      </p:sp>
      <p:sp>
        <p:nvSpPr>
          <p:cNvPr id="28" name="Connector line-1792369914543-355473354"/>
          <p:cNvSpPr/>
          <p:nvPr/>
        </p:nvSpPr>
        <p:spPr>
          <a:xfrm>
            <a:off x="12287250" y="6438900"/>
            <a:ext cx="4705350" cy="0"/>
          </a:xfrm>
          <a:prstGeom prst="line">
            <a:avLst/>
          </a:prstGeom>
          <a:noFill/>
          <a:ln w="19050">
            <a:solidFill>
              <a:srgbClr val="3C405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287250" y="6572250"/>
            <a:ext cx="4857750" cy="20383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nguồn</a:t>
            </a:r>
            <a:r>
              <a:rPr lang="en-US" sz="1800" dirty="0" spc="-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1800" dirty="0" spc="-1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2026-10-15.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-1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800" dirty="0" spc="-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dẫn, bài không</a:t>
            </a:r>
            <a:r>
              <a:rPr lang="en-US" sz="1800" dirty="0" spc="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còn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 Đánh</a:t>
            </a:r>
            <a:r>
              <a:rPr lang="en-US" sz="1800" dirty="0" spc="8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800" dirty="0" spc="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thêm.</a:t>
            </a:r>
            <a:r>
              <a:rPr lang="en-US" sz="1800" dirty="0" spc="6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dirty="0" spc="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dirty="0" spc="-10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 học.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C4050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800" dirty="0" spc="-1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B9B6A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2b8fb173-00b2-47d8-93a8-49b5d2cda2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2026-10-19T00:32:45Z</dcterms:created>
  <dcterms:modified xsi:type="dcterms:W3CDTF">2026-10-19T00:32:45Z</dcterms:modified>
</cp:coreProperties>
</file>