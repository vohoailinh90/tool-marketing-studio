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572500" cy="228600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 mô</a:t>
            </a:r>
            <a:r>
              <a:rPr lang="en-US" sz="75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5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75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382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nhỏ,</a:t>
            </a:r>
            <a:r>
              <a:rPr lang="en-US" sz="30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3619500"/>
            <a:ext cx="8382000" cy="4572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Sáu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 này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cùng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tầng.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sd-04-026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096500" y="914400"/>
            <a:ext cx="7277100" cy="3714750"/>
          </a:xfrm>
          <a:prstGeom prst="roundRect">
            <a:avLst>
              <a:gd name="adj" fmla="val 7179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0477500" y="1200150"/>
            <a:ext cx="6515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7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477500" y="1771650"/>
            <a:ext cx="31432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21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phẳng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13849350" y="1771650"/>
            <a:ext cx="31432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0477500" y="2724150"/>
            <a:ext cx="31432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3849350" y="2724150"/>
            <a:ext cx="31432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21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0477500" y="3810000"/>
            <a:ext cx="6515100" cy="4572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1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4" name="Connector line-1792369751605-796999795"/>
          <p:cNvSpPr/>
          <p:nvPr/>
        </p:nvSpPr>
        <p:spPr>
          <a:xfrm>
            <a:off x="13735050" y="4762500"/>
            <a:ext cx="0" cy="133350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5" name="Shape 13"/>
          <p:cNvSpPr/>
          <p:nvPr/>
        </p:nvSpPr>
        <p:spPr>
          <a:xfrm>
            <a:off x="10096500" y="6229350"/>
            <a:ext cx="72771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0477500" y="6515100"/>
            <a:ext cx="6515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7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477500" y="7086600"/>
            <a:ext cx="31432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Sao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3849350" y="7086600"/>
            <a:ext cx="314325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Bông</a:t>
            </a:r>
            <a:r>
              <a:rPr lang="en-US" sz="2100" b="1" dirty="0" spc="-1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tuyết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0477500" y="8153400"/>
            <a:ext cx="65151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việc phân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223b0d87-7023-4ab1-88ac-fa8957c960d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cửa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nhỏ,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181600" cy="3143250"/>
          </a:xfrm>
          <a:prstGeom prst="roundRect">
            <a:avLst>
              <a:gd name="adj" fmla="val 84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33750"/>
            <a:ext cx="44196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295400" y="4572000"/>
            <a:ext cx="44196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295400" y="5143500"/>
            <a:ext cx="44196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Huế,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Vinh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53200" y="3048000"/>
            <a:ext cx="5181600" cy="3143250"/>
          </a:xfrm>
          <a:prstGeom prst="roundRect">
            <a:avLst>
              <a:gd name="adj" fmla="val 84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34200" y="3333750"/>
            <a:ext cx="44196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6934200" y="4572000"/>
            <a:ext cx="44196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934200" y="5143500"/>
            <a:ext cx="44196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Ấm</a:t>
            </a:r>
            <a:r>
              <a:rPr lang="en-US" sz="22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trà,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chén,</a:t>
            </a:r>
            <a:r>
              <a:rPr lang="en-US" sz="22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đèn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bàn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92000" y="3048000"/>
            <a:ext cx="5181600" cy="3143250"/>
          </a:xfrm>
          <a:prstGeom prst="roundRect">
            <a:avLst>
              <a:gd name="adj" fmla="val 84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73000" y="3333750"/>
            <a:ext cx="44196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7200" dirty="0"/>
          </a:p>
        </p:txBody>
      </p:sp>
      <p:sp>
        <p:nvSpPr>
          <p:cNvPr id="14" name="Text 12"/>
          <p:cNvSpPr/>
          <p:nvPr/>
        </p:nvSpPr>
        <p:spPr>
          <a:xfrm>
            <a:off x="12573000" y="4572000"/>
            <a:ext cx="44196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món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2573000" y="5143500"/>
            <a:ext cx="44196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65722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0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800" b="1" spc="2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14400" y="7048500"/>
            <a:ext cx="8001000" cy="11430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850" b="1" dirty="0" spc="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mấy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lần?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9372600" y="7048500"/>
            <a:ext cx="8001000" cy="11430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9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8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dễ?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914400" y="8477250"/>
            <a:ext cx="16459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 thử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SQLite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3.13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00f09f19-1a34-4cbd-8e3f-406836559b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19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20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phẳng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715000"/>
          </a:xfrm>
          <a:prstGeom prst="roundRect">
            <a:avLst>
              <a:gd name="adj" fmla="val 466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909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BẢNG</a:t>
            </a: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PHẲNG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0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1800" b="1" spc="23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1800" b="1" spc="18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66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1295400" y="4953000"/>
            <a:ext cx="7239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"Huế"</a:t>
            </a:r>
            <a:endParaRPr lang="en-US" sz="2250" dirty="0"/>
          </a:p>
        </p:txBody>
      </p:sp>
      <p:sp>
        <p:nvSpPr>
          <p:cNvPr id="8" name="Text richtext-1792369802079-417562592"/>
          <p:cNvSpPr/>
          <p:nvPr/>
        </p:nvSpPr>
        <p:spPr>
          <a:xfrm>
            <a:off x="1295400" y="571500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món,</a:t>
            </a:r>
            <a:r>
              <a:rPr lang="en-US" sz="25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phố khách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hai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 phố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chỗ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372600" y="3048000"/>
            <a:ext cx="8001000" cy="5715000"/>
          </a:xfrm>
          <a:prstGeom prst="roundRect">
            <a:avLst>
              <a:gd name="adj" fmla="val 4667"/>
            </a:avLst>
          </a:prstGeom>
          <a:solidFill>
            <a:srgbClr val="CFE8E2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33909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1800" b="1" spc="20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0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16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53600" y="390525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r>
              <a:rPr lang="en-US" sz="66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/</a:t>
            </a:r>
            <a:r>
              <a:rPr lang="en-US" sz="6600" dirty="0" spc="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</a:t>
            </a:r>
            <a:r>
              <a:rPr lang="en-US" sz="66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món</a:t>
            </a:r>
            <a:endParaRPr lang="en-US" sz="6600" dirty="0"/>
          </a:p>
        </p:txBody>
      </p:sp>
      <p:sp>
        <p:nvSpPr>
          <p:cNvPr id="12" name="Text 10"/>
          <p:cNvSpPr/>
          <p:nvPr/>
        </p:nvSpPr>
        <p:spPr>
          <a:xfrm>
            <a:off x="9753600" y="4953000"/>
            <a:ext cx="7239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2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ấm</a:t>
            </a:r>
            <a:r>
              <a:rPr lang="en-US" sz="22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trà</a:t>
            </a:r>
            <a:endParaRPr lang="en-US" sz="2250" dirty="0"/>
          </a:p>
        </p:txBody>
      </p:sp>
      <p:sp>
        <p:nvSpPr>
          <p:cNvPr id="13" name="Text richtext-1792369802121-402944671"/>
          <p:cNvSpPr/>
          <p:nvPr/>
        </p:nvSpPr>
        <p:spPr>
          <a:xfrm>
            <a:off x="9753600" y="5715000"/>
            <a:ext cx="7239000" cy="2667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đơn,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món,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 theo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cây,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7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chép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e235a307-dc87-4325-87fb-fe8a9b4a14b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cha</a:t>
            </a:r>
            <a:endParaRPr lang="en-US" sz="6900" dirty="0"/>
          </a:p>
        </p:txBody>
      </p:sp>
      <p:sp>
        <p:nvSpPr>
          <p:cNvPr id="4" name="Connector line-1792369833262-107651208"/>
          <p:cNvSpPr/>
          <p:nvPr/>
        </p:nvSpPr>
        <p:spPr>
          <a:xfrm flipH="1">
            <a:off x="2571750" y="4095750"/>
            <a:ext cx="1809750" cy="104775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5" name="Connector line-1792369833263-486894354"/>
          <p:cNvSpPr/>
          <p:nvPr/>
        </p:nvSpPr>
        <p:spPr>
          <a:xfrm>
            <a:off x="4381500" y="4095750"/>
            <a:ext cx="1809750" cy="104775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6" name="Connector line-1792369833263-282913587"/>
          <p:cNvSpPr/>
          <p:nvPr/>
        </p:nvSpPr>
        <p:spPr>
          <a:xfrm>
            <a:off x="2571750" y="6096000"/>
            <a:ext cx="0" cy="10477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7" name="Connector line-1792369833263-512367572"/>
          <p:cNvSpPr/>
          <p:nvPr/>
        </p:nvSpPr>
        <p:spPr>
          <a:xfrm>
            <a:off x="6191250" y="6096000"/>
            <a:ext cx="0" cy="104775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2952750" y="3143250"/>
            <a:ext cx="28575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Ấm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trà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143000" y="5143500"/>
            <a:ext cx="285750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Món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762500" y="5143500"/>
            <a:ext cx="285750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Món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143000" y="7143750"/>
            <a:ext cx="285750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400" b="1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400" b="1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An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62500" y="7143750"/>
            <a:ext cx="285750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400" b="1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400" b="1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Bình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143000" y="8382000"/>
            <a:ext cx="666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món: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phẩm,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0" y="3143250"/>
            <a:ext cx="8229600" cy="5619750"/>
          </a:xfrm>
          <a:prstGeom prst="roundRect">
            <a:avLst>
              <a:gd name="adj" fmla="val 4746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9525000" y="3467100"/>
            <a:ext cx="74676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ẤM</a:t>
            </a: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TRÀ, THEO</a:t>
            </a:r>
            <a:r>
              <a:rPr lang="en-US" sz="180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1800" b="1" spc="21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5000" y="3905250"/>
            <a:ext cx="74676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r>
              <a:rPr lang="en-US" sz="72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món</a:t>
            </a:r>
            <a:endParaRPr lang="en-US" sz="7200" dirty="0"/>
          </a:p>
        </p:txBody>
      </p:sp>
      <p:sp>
        <p:nvSpPr>
          <p:cNvPr id="17" name="Text 15"/>
          <p:cNvSpPr/>
          <p:nvPr/>
        </p:nvSpPr>
        <p:spPr>
          <a:xfrm>
            <a:off x="9525000" y="5048250"/>
            <a:ext cx="74676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40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4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endParaRPr lang="en-US" sz="2400" dirty="0"/>
          </a:p>
        </p:txBody>
      </p:sp>
      <p:sp>
        <p:nvSpPr>
          <p:cNvPr id="18" name="Text richtext-1792369833289-807005123"/>
          <p:cNvSpPr/>
          <p:nvPr/>
        </p:nvSpPr>
        <p:spPr>
          <a:xfrm>
            <a:off x="9525000" y="5905500"/>
            <a:ext cx="7467600" cy="2476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 thuộc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 giá: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550" dirty="0" spc="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04/10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d075dd8b-cd49-49a3-956d-f0b2cfb63bc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QUAN</a:t>
            </a: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bảng,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6900" dirty="0" spc="-8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3886200" cy="314325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3048000"/>
            <a:ext cx="3886200" cy="762000"/>
          </a:xfrm>
          <a:prstGeom prst="roundRect">
            <a:avLst>
              <a:gd name="adj" fmla="val 3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00150" y="4000500"/>
            <a:ext cx="3314700" cy="2047875"/>
          </a:xfrm>
          <a:prstGeom prst="rect">
            <a:avLst/>
          </a:prstGeom>
          <a:noFill/>
          <a:ln/>
        </p:spPr>
        <p:txBody>
          <a:bodyPr wrap="square" lIns="0" tIns="-8668" rIns="0" bIns="8668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Huế</a:t>
            </a:r>
            <a:endParaRPr lang="en-US" sz="21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Vinh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105400" y="3048000"/>
            <a:ext cx="3886200" cy="314325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05400" y="3048000"/>
            <a:ext cx="3886200" cy="762000"/>
          </a:xfrm>
          <a:prstGeom prst="roundRect">
            <a:avLst>
              <a:gd name="adj" fmla="val 3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</a:t>
            </a:r>
            <a:r>
              <a:rPr lang="en-US" sz="24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391150" y="4000500"/>
            <a:ext cx="3314700" cy="2047875"/>
          </a:xfrm>
          <a:prstGeom prst="rect">
            <a:avLst/>
          </a:prstGeom>
          <a:noFill/>
          <a:ln/>
        </p:spPr>
        <p:txBody>
          <a:bodyPr wrap="square" lIns="0" tIns="-8668" rIns="0" bIns="8668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Ấm</a:t>
            </a:r>
            <a:r>
              <a:rPr lang="en-US" sz="21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trà</a:t>
            </a:r>
            <a:endParaRPr lang="en-US" sz="21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1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Chén</a:t>
            </a:r>
            <a:endParaRPr lang="en-US" sz="21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Đèn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bàn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296400" y="3048000"/>
            <a:ext cx="3886200" cy="314325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296400" y="3048000"/>
            <a:ext cx="3886200" cy="762000"/>
          </a:xfrm>
          <a:prstGeom prst="roundRect">
            <a:avLst>
              <a:gd name="adj" fmla="val 3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9582150" y="4000500"/>
            <a:ext cx="3314700" cy="2047875"/>
          </a:xfrm>
          <a:prstGeom prst="rect">
            <a:avLst/>
          </a:prstGeom>
          <a:noFill/>
          <a:ln/>
        </p:spPr>
        <p:txBody>
          <a:bodyPr wrap="square" lIns="0" tIns="-8668" rIns="0" bIns="8668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1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1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1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3487400" y="3048000"/>
            <a:ext cx="3886200" cy="314325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487400" y="3048000"/>
            <a:ext cx="3886200" cy="762000"/>
          </a:xfrm>
          <a:prstGeom prst="roundRect">
            <a:avLst>
              <a:gd name="adj" fmla="val 3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9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món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773150" y="4000500"/>
            <a:ext cx="3314700" cy="2047875"/>
          </a:xfrm>
          <a:prstGeom prst="rect">
            <a:avLst/>
          </a:prstGeom>
          <a:noFill/>
          <a:ln/>
        </p:spPr>
        <p:txBody>
          <a:bodyPr wrap="square" lIns="0" tIns="-8668" rIns="0" bIns="8668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1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1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1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 3</a:t>
            </a:r>
            <a:endParaRPr lang="en-US" sz="2100" dirty="0"/>
          </a:p>
          <a:p>
            <a:pPr algn="l" indent="0" marL="0">
              <a:lnSpc>
                <a:spcPts val="3360"/>
              </a:lnSpc>
              <a:buNone/>
            </a:pPr>
            <a:r>
              <a:rPr lang="en-US" sz="21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6572250"/>
            <a:ext cx="8001000" cy="2190750"/>
          </a:xfrm>
          <a:prstGeom prst="roundRect">
            <a:avLst>
              <a:gd name="adj" fmla="val 12174"/>
            </a:avLst>
          </a:prstGeom>
          <a:solidFill>
            <a:srgbClr val="1F3FD1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68580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7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spc="227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800" b="1" spc="222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VIỆC,</a:t>
            </a:r>
            <a:r>
              <a:rPr lang="en-US" sz="1800" b="1" spc="204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9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95400" y="7334250"/>
            <a:ext cx="7239000" cy="1000125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 của An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dòng: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lần.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372600" y="6572250"/>
            <a:ext cx="8001000" cy="2190750"/>
          </a:xfrm>
          <a:prstGeom prst="roundRect">
            <a:avLst>
              <a:gd name="adj" fmla="val 12174"/>
            </a:avLst>
          </a:prstGeom>
          <a:solidFill>
            <a:srgbClr val="E8E0CF"/>
          </a:solidFill>
          <a:ln/>
        </p:spPr>
      </p:sp>
      <p:sp>
        <p:nvSpPr>
          <p:cNvPr id="20" name="Text 18"/>
          <p:cNvSpPr/>
          <p:nvPr/>
        </p:nvSpPr>
        <p:spPr>
          <a:xfrm>
            <a:off x="9753600" y="68580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ẤM TRÀ?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753600" y="7334250"/>
            <a:ext cx="7239000" cy="1000125"/>
          </a:xfrm>
          <a:prstGeom prst="rect">
            <a:avLst/>
          </a:prstGeom>
          <a:noFill/>
          <a:ln/>
        </p:spPr>
        <p:txBody>
          <a:bodyPr wrap="square" lIns="0" tIns="10231" rIns="0" bIns="-10231" rtlCol="0" anchor="t"/>
          <a:lstStyle/>
          <a:p>
            <a:pPr algn="l" indent="0" marL="0">
              <a:lnSpc>
                <a:spcPts val="3635"/>
              </a:lnSpc>
              <a:buNone/>
            </a:pPr>
            <a:r>
              <a:rPr lang="en-US" sz="2692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SQL</a:t>
            </a:r>
            <a:r>
              <a:rPr lang="en-US" sz="2692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692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692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692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 đường</a:t>
            </a:r>
            <a:r>
              <a:rPr lang="en-US" sz="2692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đi:</a:t>
            </a:r>
            <a:r>
              <a:rPr lang="en-US" sz="2692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692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 nối.</a:t>
            </a:r>
            <a:endParaRPr lang="en-US" sz="2692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2555894c-a7ae-47a8-841d-c35b27c3068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TẦNG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950" b="1" spc="17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1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BÔNG</a:t>
            </a:r>
            <a:r>
              <a:rPr lang="en-US" sz="195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243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Bảng</a:t>
            </a:r>
            <a:r>
              <a:rPr lang="en-US" sz="66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bán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6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giữa,</a:t>
            </a:r>
            <a:r>
              <a:rPr lang="en-US" sz="6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chiều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quanh</a:t>
            </a:r>
            <a:r>
              <a:rPr lang="en-US" sz="6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Đều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hệ,</a:t>
            </a:r>
            <a:r>
              <a:rPr lang="en-US" sz="22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OLAP.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4762500" y="333375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NGÀNH</a:t>
            </a:r>
            <a:r>
              <a:rPr lang="en-US" sz="1800" b="1" spc="20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277600" y="333375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"GIA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DỤNG"</a:t>
            </a:r>
            <a:r>
              <a:rPr lang="en-US" sz="1800" b="1" spc="2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810000"/>
            <a:ext cx="3524250" cy="1905000"/>
          </a:xfrm>
          <a:prstGeom prst="roundRect">
            <a:avLst>
              <a:gd name="adj" fmla="val 12000"/>
            </a:avLst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1200150" y="409575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Sao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1200150" y="4857750"/>
            <a:ext cx="3048000" cy="7239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4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1950" dirty="0" spc="-4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1950" dirty="0" spc="0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phẩm, danh</a:t>
            </a:r>
            <a:r>
              <a:rPr lang="en-US" sz="1950" dirty="0" spc="1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mục,</a:t>
            </a:r>
            <a:r>
              <a:rPr lang="en-US" sz="1950" dirty="0" spc="-5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ngành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352425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1200150" y="619125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Bông</a:t>
            </a:r>
            <a:r>
              <a:rPr lang="en-US" sz="42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tuyết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200150" y="6953250"/>
            <a:ext cx="3048000" cy="428625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19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4762500" y="3810000"/>
            <a:ext cx="6096000" cy="1905000"/>
          </a:xfrm>
          <a:prstGeom prst="roundRect">
            <a:avLst>
              <a:gd name="adj" fmla="val 12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48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11277600" y="3810000"/>
            <a:ext cx="6096000" cy="1905000"/>
          </a:xfrm>
          <a:prstGeom prst="roundRect">
            <a:avLst>
              <a:gd name="adj" fmla="val 12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48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4762500" y="5905500"/>
            <a:ext cx="6096000" cy="1905000"/>
          </a:xfrm>
          <a:prstGeom prst="roundRect">
            <a:avLst>
              <a:gd name="adj" fmla="val 12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4800" dirty="0" spc="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4800" dirty="0" spc="-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11277600" y="5905500"/>
            <a:ext cx="6096000" cy="1905000"/>
          </a:xfrm>
          <a:prstGeom prst="roundRect">
            <a:avLst>
              <a:gd name="adj" fmla="val 12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4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914400" y="8096250"/>
            <a:ext cx="16459200" cy="7620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cùng</a:t>
            </a:r>
            <a:r>
              <a:rPr lang="en-US" sz="24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án:</a:t>
            </a:r>
            <a:r>
              <a:rPr lang="en-US" sz="24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4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món.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2c63a7b0-498f-491e-995a-b70a2524d7d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cửa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448050"/>
            <a:ext cx="13335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6000" dirty="0"/>
          </a:p>
        </p:txBody>
      </p:sp>
      <p:sp>
        <p:nvSpPr>
          <p:cNvPr id="6" name="Shape 4"/>
          <p:cNvSpPr/>
          <p:nvPr/>
        </p:nvSpPr>
        <p:spPr>
          <a:xfrm>
            <a:off x="914400" y="50482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5353050"/>
            <a:ext cx="13335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600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16459200" cy="1619250"/>
          </a:xfrm>
          <a:prstGeom prst="roundRect">
            <a:avLst>
              <a:gd name="adj" fmla="val 16471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258050"/>
            <a:ext cx="13335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2857500" y="3657600"/>
            <a:ext cx="14097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cho</a:t>
            </a:r>
            <a:r>
              <a:rPr lang="en-US" sz="30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lặp, không</a:t>
            </a:r>
            <a:r>
              <a:rPr lang="en-US" sz="30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30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30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độ.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857500" y="5562600"/>
            <a:ext cx="14097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30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30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 lập</a:t>
            </a: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30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Python.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57500" y="7467600"/>
            <a:ext cx="14097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Lặp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luôn</a:t>
            </a:r>
            <a:r>
              <a:rPr lang="en-US" sz="30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xấu: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30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30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nối.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a12ba594-b36e-48ba-b22c-c30df73122e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220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50.000</a:t>
            </a:r>
            <a:r>
              <a:rPr lang="en-US" sz="6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sản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phẩm,</a:t>
            </a:r>
            <a:r>
              <a:rPr lang="en-US" sz="60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ngành</a:t>
            </a:r>
            <a:r>
              <a:rPr lang="en-US" sz="6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0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0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tên: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0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60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7528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b="1" spc="198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Câu</a:t>
            </a: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r>
              <a:rPr lang="en-US" sz="4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ngắn,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ít</a:t>
            </a: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endParaRPr lang="en-US" sz="4200" dirty="0"/>
          </a:p>
        </p:txBody>
      </p:sp>
      <p:sp>
        <p:nvSpPr>
          <p:cNvPr id="7" name="Text richtext-1792369914758-33253201"/>
          <p:cNvSpPr/>
          <p:nvPr/>
        </p:nvSpPr>
        <p:spPr>
          <a:xfrm>
            <a:off x="1295400" y="5238750"/>
            <a:ext cx="72390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ngành: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 dòng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sót: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ngành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429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9753600" y="37528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BÔNG</a:t>
            </a:r>
            <a:r>
              <a:rPr lang="en-US" sz="180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753600" y="419100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4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4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</a:t>
            </a:r>
            <a:endParaRPr lang="en-US" sz="4200" dirty="0"/>
          </a:p>
        </p:txBody>
      </p:sp>
      <p:sp>
        <p:nvSpPr>
          <p:cNvPr id="11" name="Text richtext-1792369914777-884773374"/>
          <p:cNvSpPr/>
          <p:nvPr/>
        </p:nvSpPr>
        <p:spPr>
          <a:xfrm>
            <a:off x="9753600" y="5238750"/>
            <a:ext cx="72390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ngành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 theo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914400" y="7905750"/>
            <a:ext cx="164592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nhất: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nhiều?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f43833d-5d8b-4de7-bebf-27d6b83ed7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14300" cy="2857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811500" cy="314325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Đáp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án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</a:t>
            </a:r>
            <a:r>
              <a:rPr lang="en-US" sz="78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nhau;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78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đọc.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6578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MUA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ẤM TRÀ?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6134100"/>
            <a:ext cx="72390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</a:t>
            </a:r>
            <a:r>
              <a:rPr lang="en-US" sz="48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8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Bình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1295400" y="7143750"/>
            <a:ext cx="7239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cấp,</a:t>
            </a: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4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372600" y="5334000"/>
            <a:ext cx="8001000" cy="2857500"/>
          </a:xfrm>
          <a:prstGeom prst="roundRect">
            <a:avLst>
              <a:gd name="adj" fmla="val 9333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56578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180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NGÀNH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53600" y="6134100"/>
            <a:ext cx="72390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Gia</a:t>
            </a:r>
            <a:r>
              <a:rPr lang="en-US" sz="480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dụng,</a:t>
            </a:r>
            <a:r>
              <a:rPr lang="en-US" sz="4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món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753600" y="7143750"/>
            <a:ext cx="7239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4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bông</a:t>
            </a:r>
            <a:r>
              <a:rPr lang="en-US" sz="24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tuyết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ed423682-5158-46e2-bde5-27ea67622d5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04775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33750"/>
            <a:ext cx="2857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9715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22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95400" y="4810125"/>
            <a:ext cx="9715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6000750"/>
            <a:ext cx="104775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286500"/>
            <a:ext cx="285750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OLAP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1295400" y="7239000"/>
            <a:ext cx="9715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OnLine</a:t>
            </a:r>
            <a:r>
              <a:rPr lang="en-US" sz="22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Analytical</a:t>
            </a:r>
            <a:r>
              <a:rPr lang="en-US" sz="22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95400" y="7762875"/>
            <a:ext cx="97155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 phân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tuyến: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1849100" y="3048000"/>
            <a:ext cx="5524500" cy="5715000"/>
          </a:xfrm>
          <a:prstGeom prst="roundRect">
            <a:avLst>
              <a:gd name="adj" fmla="val 4828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230100" y="3390900"/>
            <a:ext cx="476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230100" y="4000500"/>
            <a:ext cx="47625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ByteByteGo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2230100" y="4762500"/>
            <a:ext cx="4762500" cy="523875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2230100" y="6667500"/>
            <a:ext cx="4762500" cy="7239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thử: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SQLite</a:t>
            </a:r>
            <a:r>
              <a:rPr lang="en-US" sz="19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3.13,</a:t>
            </a:r>
            <a:r>
              <a:rPr lang="en-US" sz="19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88c8de33-b8d9-417b-a8b7-0fb428ffce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2026-10-19T01:41:06Z</dcterms:created>
  <dcterms:modified xsi:type="dcterms:W3CDTF">2026-10-19T01:41:06Z</dcterms:modified>
</cp:coreProperties>
</file>