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47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Sách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81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81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DevOps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8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hành: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8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850" dirty="0"/>
          </a:p>
        </p:txBody>
      </p:sp>
      <p:sp>
        <p:nvSpPr>
          <p:cNvPr id="5" name="Connector line-1792320100519-456907039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104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8115300"/>
            <a:ext cx="276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05250" y="74104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3905250" y="811530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cuốn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67500" y="741045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6667500" y="8115300"/>
            <a:ext cx="314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92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792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792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1792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1792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792" dirty="0"/>
          </a:p>
        </p:txBody>
      </p:sp>
      <p:sp>
        <p:nvSpPr>
          <p:cNvPr id="12" name="Text 10"/>
          <p:cNvSpPr/>
          <p:nvPr/>
        </p:nvSpPr>
        <p:spPr>
          <a:xfrm>
            <a:off x="914400" y="95631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1049000" y="3429000"/>
            <a:ext cx="1047750" cy="3810000"/>
          </a:xfrm>
          <a:prstGeom prst="roundRect">
            <a:avLst>
              <a:gd name="adj" fmla="val 9091"/>
            </a:avLst>
          </a:prstGeom>
          <a:solidFill>
            <a:srgbClr val="7C9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87250" y="3810000"/>
            <a:ext cx="1047750" cy="3429000"/>
          </a:xfrm>
          <a:prstGeom prst="roundRect">
            <a:avLst>
              <a:gd name="adj" fmla="val 9091"/>
            </a:avLst>
          </a:prstGeom>
          <a:solidFill>
            <a:srgbClr val="3DD6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525500" y="3048000"/>
            <a:ext cx="1047750" cy="4191000"/>
          </a:xfrm>
          <a:prstGeom prst="roundRect">
            <a:avLst>
              <a:gd name="adj" fmla="val 9091"/>
            </a:avLst>
          </a:prstGeom>
          <a:solidFill>
            <a:srgbClr val="FFB4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4763750" y="3619500"/>
            <a:ext cx="1047750" cy="3619500"/>
          </a:xfrm>
          <a:prstGeom prst="roundRect">
            <a:avLst>
              <a:gd name="adj" fmla="val 9091"/>
            </a:avLst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0" y="3238500"/>
            <a:ext cx="1047750" cy="4000500"/>
          </a:xfrm>
          <a:prstGeom prst="roundRect">
            <a:avLst>
              <a:gd name="adj" fmla="val 9091"/>
            </a:avLst>
          </a:prstGeom>
          <a:solidFill>
            <a:srgbClr val="F3EEE3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36957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287250" y="40767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525500" y="33147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4763750" y="38862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0" y="3505200"/>
            <a:ext cx="1047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Connector line-1792320100548-559530029"/>
          <p:cNvSpPr/>
          <p:nvPr/>
        </p:nvSpPr>
        <p:spPr>
          <a:xfrm>
            <a:off x="10572750" y="7258050"/>
            <a:ext cx="69532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0572750" y="7581900"/>
            <a:ext cx="695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mỗi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00a801c-eb03-4123-9939-a68e34ceb8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572500" cy="2381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 theo</a:t>
            </a:r>
            <a:endParaRPr lang="en-US" sz="7200" dirty="0"/>
          </a:p>
          <a:p>
            <a:pPr algn="l" indent="0" marL="0">
              <a:lnSpc>
                <a:spcPts val="7488"/>
              </a:lnSpc>
              <a:buNone/>
            </a:pPr>
            <a:r>
              <a:rPr lang="en-US" sz="72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-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endParaRPr lang="en-US" sz="30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danh</a:t>
            </a:r>
            <a:r>
              <a:rPr lang="en-US" sz="300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300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3000" dirty="0" spc="1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238750"/>
            <a:ext cx="81915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là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781800"/>
            <a:ext cx="8191500" cy="1962150"/>
          </a:xfrm>
          <a:prstGeom prst="roundRect">
            <a:avLst>
              <a:gd name="adj" fmla="val 13592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70294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4866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77500" y="1619250"/>
            <a:ext cx="2762250" cy="142875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0" y="1866900"/>
            <a:ext cx="276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Development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0" y="2362200"/>
            <a:ext cx="276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239750" y="2019300"/>
            <a:ext cx="666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3906500" y="1619250"/>
            <a:ext cx="2705100" cy="142875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06500" y="1866900"/>
            <a:ext cx="2705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Operations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3906500" y="2362200"/>
            <a:ext cx="2705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7" name="Connector line-1792320101598-131701001"/>
          <p:cNvSpPr/>
          <p:nvPr/>
        </p:nvSpPr>
        <p:spPr>
          <a:xfrm>
            <a:off x="13544550" y="3143250"/>
            <a:ext cx="0" cy="10096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10477500" y="4229100"/>
            <a:ext cx="61341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DevOps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0477500" y="6191250"/>
            <a:ext cx="61341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ctr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 từ hai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81c634c-de31-4911-8eb4-00fe294644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195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 mềm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Accelerate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29150"/>
            <a:ext cx="81915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55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DORA.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19800"/>
            <a:ext cx="8191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2484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18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800" dirty="0"/>
          </a:p>
        </p:txBody>
      </p:sp>
      <p:sp>
        <p:nvSpPr>
          <p:cNvPr id="8" name="Text richtext-1792320147227-674676769"/>
          <p:cNvSpPr/>
          <p:nvPr/>
        </p:nvSpPr>
        <p:spPr>
          <a:xfrm>
            <a:off x="1295400" y="674370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Nicole</a:t>
            </a:r>
            <a:r>
              <a:rPr lang="en-US" sz="24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Forsgren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Jez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Humble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0" y="14287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Cuốn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0" y="1962150"/>
            <a:ext cx="2667000" cy="3810000"/>
          </a:xfrm>
          <a:prstGeom prst="roundRect">
            <a:avLst>
              <a:gd name="adj" fmla="val 5714"/>
            </a:avLst>
          </a:prstGeom>
          <a:solidFill>
            <a:srgbClr val="7C9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0" y="1962150"/>
            <a:ext cx="266700" cy="3810000"/>
          </a:xfrm>
          <a:prstGeom prst="roundRect">
            <a:avLst>
              <a:gd name="adj" fmla="val 57143"/>
            </a:avLst>
          </a:prstGeom>
          <a:solidFill>
            <a:srgbClr val="5B72E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34700" y="2381250"/>
            <a:ext cx="2038350" cy="19050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17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Accelerate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934700" y="4762500"/>
            <a:ext cx="2038350" cy="8572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9" kern="0">
                <a:solidFill>
                  <a:srgbClr val="12141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Forsgren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12141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Humble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12141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Kim</a:t>
            </a:r>
            <a:endParaRPr lang="en-US" sz="1650" dirty="0"/>
          </a:p>
        </p:txBody>
      </p:sp>
      <p:sp>
        <p:nvSpPr>
          <p:cNvPr id="15" name="Connector line-1792320147259-594596623"/>
          <p:cNvSpPr/>
          <p:nvPr/>
        </p:nvSpPr>
        <p:spPr>
          <a:xfrm>
            <a:off x="13277850" y="3867150"/>
            <a:ext cx="4191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13792200" y="14287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19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19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792200" y="1962150"/>
            <a:ext cx="2819400" cy="952500"/>
          </a:xfrm>
          <a:prstGeom prst="roundRect">
            <a:avLst>
              <a:gd name="adj" fmla="val 2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92200" y="3105150"/>
            <a:ext cx="2819400" cy="952500"/>
          </a:xfrm>
          <a:prstGeom prst="roundRect">
            <a:avLst>
              <a:gd name="adj" fmla="val 2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92200" y="4248150"/>
            <a:ext cx="2819400" cy="952500"/>
          </a:xfrm>
          <a:prstGeom prst="roundRect">
            <a:avLst>
              <a:gd name="adj" fmla="val 2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Tỉ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8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8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92200" y="5391150"/>
            <a:ext cx="2819400" cy="952500"/>
          </a:xfrm>
          <a:prstGeom prst="roundRect">
            <a:avLst>
              <a:gd name="adj" fmla="val 2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77500" y="74295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DORA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lần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d0cfcf37-f7bb-43ed-9141-8b2b629db6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195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572500" cy="2381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ổn</a:t>
            </a:r>
            <a:r>
              <a:rPr lang="en-US" sz="69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ở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30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cuốn</a:t>
            </a:r>
            <a:r>
              <a:rPr lang="en-US" sz="300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Google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29150"/>
            <a:ext cx="81915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19800"/>
            <a:ext cx="8191500" cy="2762250"/>
          </a:xfrm>
          <a:prstGeom prst="roundRect">
            <a:avLst>
              <a:gd name="adj" fmla="val 9655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2484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SRE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674370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77500" y="1619250"/>
            <a:ext cx="2857500" cy="4191000"/>
          </a:xfrm>
          <a:prstGeom prst="roundRect">
            <a:avLst>
              <a:gd name="adj" fmla="val 5333"/>
            </a:avLst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0" y="1619250"/>
            <a:ext cx="266700" cy="4191000"/>
          </a:xfrm>
          <a:prstGeom prst="roundRect">
            <a:avLst>
              <a:gd name="adj" fmla="val 57143"/>
            </a:avLst>
          </a:prstGeom>
          <a:solidFill>
            <a:srgbClr val="0B5A5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34700" y="2019300"/>
            <a:ext cx="2247900" cy="219075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Site</a:t>
            </a:r>
            <a:r>
              <a:rPr lang="en-US" sz="2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Reliability</a:t>
            </a:r>
            <a:r>
              <a:rPr lang="en-US" sz="2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Engineering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934700" y="4572000"/>
            <a:ext cx="2247900" cy="10477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</a:t>
            </a:r>
            <a:r>
              <a:rPr lang="en-US" sz="16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 SRE</a:t>
            </a:r>
            <a:r>
              <a:rPr lang="en-US" sz="16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6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Google</a:t>
            </a:r>
            <a:r>
              <a:rPr lang="en-US" sz="16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biên</a:t>
            </a:r>
            <a:r>
              <a:rPr lang="en-US" sz="16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754100" y="1619250"/>
            <a:ext cx="2857500" cy="4191000"/>
          </a:xfrm>
          <a:prstGeom prst="roundRect">
            <a:avLst>
              <a:gd name="adj" fmla="val 5333"/>
            </a:avLst>
          </a:prstGeom>
          <a:solidFill>
            <a:srgbClr val="14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54100" y="1619250"/>
            <a:ext cx="266700" cy="4191000"/>
          </a:xfrm>
          <a:prstGeom prst="roundRect">
            <a:avLst>
              <a:gd name="adj" fmla="val 57143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4211300" y="2019300"/>
            <a:ext cx="2247900" cy="219075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Building</a:t>
            </a:r>
            <a:r>
              <a:rPr lang="en-US" sz="2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Secure</a:t>
            </a:r>
            <a:r>
              <a:rPr lang="en-US" sz="2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and</a:t>
            </a:r>
            <a:r>
              <a:rPr lang="en-US" sz="2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Reliable</a:t>
            </a:r>
            <a:r>
              <a:rPr lang="en-US" sz="2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Systems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4211300" y="4572000"/>
            <a:ext cx="2247900" cy="10477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của</a:t>
            </a:r>
            <a:r>
              <a:rPr lang="en-US" sz="16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Google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830050" y="6572250"/>
            <a:ext cx="3429000" cy="6858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9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477500" y="78105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d5021a55-ff5a-4795-8d83-b8b03cbb39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195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78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7800" dirty="0"/>
          </a:p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chịu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Release</a:t>
            </a:r>
            <a:r>
              <a:rPr lang="en-US" sz="30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It!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24400"/>
            <a:ext cx="81915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 mẫu</a:t>
            </a:r>
            <a:r>
              <a:rPr lang="en-US" sz="255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5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819900"/>
            <a:ext cx="8191500" cy="1962150"/>
          </a:xfrm>
          <a:prstGeom prst="roundRect">
            <a:avLst>
              <a:gd name="adj" fmla="val 13592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7067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5438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Michael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Nygard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0" y="14287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Cuốn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0" y="1962150"/>
            <a:ext cx="2857500" cy="4000500"/>
          </a:xfrm>
          <a:prstGeom prst="roundRect">
            <a:avLst>
              <a:gd name="adj" fmla="val 5333"/>
            </a:avLst>
          </a:prstGeom>
          <a:solidFill>
            <a:srgbClr val="FFB45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0" y="1962150"/>
            <a:ext cx="266700" cy="4000500"/>
          </a:xfrm>
          <a:prstGeom prst="roundRect">
            <a:avLst>
              <a:gd name="adj" fmla="val 57143"/>
            </a:avLst>
          </a:prstGeom>
          <a:solidFill>
            <a:srgbClr val="D9963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34700" y="2381250"/>
            <a:ext cx="2247900" cy="1905000"/>
          </a:xfrm>
          <a:prstGeom prst="rect">
            <a:avLst/>
          </a:prstGeom>
          <a:noFill/>
          <a:ln/>
        </p:spPr>
        <p:txBody>
          <a:bodyPr wrap="square" lIns="0" tIns="30861" rIns="0" bIns="-30861" rtlCol="0" anchor="t"/>
          <a:lstStyle/>
          <a:p>
            <a:pPr algn="l" indent="0" marL="0">
              <a:lnSpc>
                <a:spcPts val="4374"/>
              </a:lnSpc>
              <a:buNone/>
            </a:pPr>
            <a:r>
              <a:rPr lang="en-US" sz="4050" dirty="0" spc="-12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Release</a:t>
            </a:r>
            <a:r>
              <a:rPr lang="en-US" sz="4050" dirty="0" spc="-2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It!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10934700" y="4953000"/>
            <a:ext cx="2247900" cy="8572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12141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Michael</a:t>
            </a:r>
            <a:r>
              <a:rPr lang="en-US" sz="1650" dirty="0" spc="-15" kern="0">
                <a:solidFill>
                  <a:srgbClr val="12141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Nygard</a:t>
            </a:r>
            <a:endParaRPr lang="en-US" sz="1650" dirty="0"/>
          </a:p>
        </p:txBody>
      </p:sp>
      <p:sp>
        <p:nvSpPr>
          <p:cNvPr id="15" name="Connector line-1792320180810-125599715"/>
          <p:cNvSpPr/>
          <p:nvPr/>
        </p:nvSpPr>
        <p:spPr>
          <a:xfrm>
            <a:off x="13468350" y="3962400"/>
            <a:ext cx="3429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13887450" y="14287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887450" y="2724150"/>
            <a:ext cx="2724150" cy="952500"/>
          </a:xfrm>
          <a:prstGeom prst="roundRect">
            <a:avLst>
              <a:gd name="adj" fmla="val 20000"/>
            </a:avLst>
          </a:prstGeom>
          <a:solidFill>
            <a:srgbClr val="12141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</a:t>
            </a:r>
            <a:r>
              <a:rPr lang="en-US" sz="19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887450" y="3962400"/>
            <a:ext cx="2724150" cy="952500"/>
          </a:xfrm>
          <a:prstGeom prst="roundRect">
            <a:avLst>
              <a:gd name="adj" fmla="val 20000"/>
            </a:avLst>
          </a:prstGeom>
          <a:solidFill>
            <a:srgbClr val="12141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</a:t>
            </a:r>
            <a:r>
              <a:rPr lang="en-US" sz="19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887450" y="5143500"/>
            <a:ext cx="2724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khi</a:t>
            </a:r>
            <a:r>
              <a:rPr lang="en-US" sz="195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1950" dirty="0" spc="-1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0" y="74295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cuốn</a:t>
            </a:r>
            <a:r>
              <a:rPr lang="en-US" sz="19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afd9e56-428b-4be7-8eb2-cfa2f6262a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3048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Observability</a:t>
            </a:r>
            <a:r>
              <a:rPr lang="en-US" sz="300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Engineering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8191500" cy="2762250"/>
          </a:xfrm>
          <a:prstGeom prst="roundRect">
            <a:avLst>
              <a:gd name="adj" fmla="val 9655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58483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800" dirty="0"/>
          </a:p>
        </p:txBody>
      </p:sp>
      <p:sp>
        <p:nvSpPr>
          <p:cNvPr id="7" name="Text richtext-1792320181644-876430278"/>
          <p:cNvSpPr/>
          <p:nvPr/>
        </p:nvSpPr>
        <p:spPr>
          <a:xfrm>
            <a:off x="1295400" y="634365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Charity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Majors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Liz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Fong-Jones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George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Miranda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0" y="1428750"/>
            <a:ext cx="6134100" cy="952500"/>
          </a:xfrm>
          <a:prstGeom prst="roundRect">
            <a:avLst>
              <a:gd name="adj" fmla="val 24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250" dirty="0"/>
          </a:p>
        </p:txBody>
      </p:sp>
      <p:sp>
        <p:nvSpPr>
          <p:cNvPr id="10" name="Connector line-1792320181652-929442315"/>
          <p:cNvSpPr/>
          <p:nvPr/>
        </p:nvSpPr>
        <p:spPr>
          <a:xfrm>
            <a:off x="13544550" y="2381250"/>
            <a:ext cx="0" cy="6667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1" name="Shape 9"/>
          <p:cNvSpPr/>
          <p:nvPr/>
        </p:nvSpPr>
        <p:spPr>
          <a:xfrm>
            <a:off x="12020550" y="3143250"/>
            <a:ext cx="3048000" cy="4476750"/>
          </a:xfrm>
          <a:prstGeom prst="roundRect">
            <a:avLst>
              <a:gd name="adj" fmla="val 5000"/>
            </a:avLst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20550" y="3143250"/>
            <a:ext cx="266700" cy="4476750"/>
          </a:xfrm>
          <a:prstGeom prst="roundRect">
            <a:avLst>
              <a:gd name="adj" fmla="val 57143"/>
            </a:avLst>
          </a:prstGeom>
          <a:solidFill>
            <a:srgbClr val="C23A20"/>
          </a:solidFill>
          <a:ln/>
        </p:spPr>
      </p:sp>
      <p:sp>
        <p:nvSpPr>
          <p:cNvPr id="13" name="Text 11"/>
          <p:cNvSpPr/>
          <p:nvPr/>
        </p:nvSpPr>
        <p:spPr>
          <a:xfrm>
            <a:off x="12477750" y="3562350"/>
            <a:ext cx="2495550" cy="2571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2805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Observability</a:t>
            </a:r>
            <a:r>
              <a:rPr lang="en-US" sz="25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Engineering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477750" y="6477000"/>
            <a:ext cx="2495550" cy="952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Majors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Fong-Jones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Miranda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477500" y="79629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cuốn</a:t>
            </a:r>
            <a:r>
              <a:rPr lang="en-US" sz="19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b4e9efa-23ce-4a35-a484-09ef4e27d8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1950" b="1" spc="27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b="1" spc="30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 /</a:t>
            </a:r>
            <a:r>
              <a:rPr lang="en-US" sz="1950" b="1" spc="30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Quản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 hạ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endParaRPr lang="en-US" sz="7200" dirty="0"/>
          </a:p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Infrastructure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as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819900"/>
            <a:ext cx="8191500" cy="1962150"/>
          </a:xfrm>
          <a:prstGeom prst="roundRect">
            <a:avLst>
              <a:gd name="adj" fmla="val 13592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7067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5438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Kief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Morris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0" y="1428750"/>
            <a:ext cx="6134100" cy="952500"/>
          </a:xfrm>
          <a:prstGeom prst="roundRect">
            <a:avLst>
              <a:gd name="adj" fmla="val 24000"/>
            </a:avLst>
          </a:prstGeom>
          <a:solidFill>
            <a:srgbClr val="12141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10" name="Connector line-1792320182456-259700819"/>
          <p:cNvSpPr/>
          <p:nvPr/>
        </p:nvSpPr>
        <p:spPr>
          <a:xfrm>
            <a:off x="13544550" y="2381250"/>
            <a:ext cx="0" cy="66675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1" name="Shape 9"/>
          <p:cNvSpPr/>
          <p:nvPr/>
        </p:nvSpPr>
        <p:spPr>
          <a:xfrm>
            <a:off x="12020550" y="3143250"/>
            <a:ext cx="3048000" cy="4476750"/>
          </a:xfrm>
          <a:prstGeom prst="roundRect">
            <a:avLst>
              <a:gd name="adj" fmla="val 5000"/>
            </a:avLst>
          </a:prstGeom>
          <a:solidFill>
            <a:srgbClr val="F3EEE3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20550" y="3143250"/>
            <a:ext cx="266700" cy="4476750"/>
          </a:xfrm>
          <a:prstGeom prst="roundRect">
            <a:avLst>
              <a:gd name="adj" fmla="val 57143"/>
            </a:avLst>
          </a:prstGeom>
          <a:solidFill>
            <a:srgbClr val="C4C8D6"/>
          </a:solidFill>
          <a:ln/>
        </p:spPr>
      </p:sp>
      <p:sp>
        <p:nvSpPr>
          <p:cNvPr id="13" name="Text 11"/>
          <p:cNvSpPr/>
          <p:nvPr/>
        </p:nvSpPr>
        <p:spPr>
          <a:xfrm>
            <a:off x="12477750" y="3562350"/>
            <a:ext cx="2495550" cy="2571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dirty="0" spc="-4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Infrastructure</a:t>
            </a:r>
            <a:r>
              <a:rPr lang="en-US" sz="2850" dirty="0" spc="-1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as</a:t>
            </a:r>
            <a:r>
              <a:rPr lang="en-US" sz="2850" dirty="0" spc="3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477750" y="6477000"/>
            <a:ext cx="2495550" cy="952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6" kern="0">
                <a:solidFill>
                  <a:srgbClr val="12141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Kief</a:t>
            </a:r>
            <a:r>
              <a:rPr lang="en-US" sz="1650" dirty="0" spc="1" kern="0">
                <a:solidFill>
                  <a:srgbClr val="12141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Morris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477500" y="79629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cuốn</a:t>
            </a:r>
            <a:r>
              <a:rPr lang="en-US" sz="19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bf905b0-516e-42c5-a098-2a45fa06e1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950" b="1" spc="2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572500" cy="2381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cuốn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Danh</a:t>
            </a:r>
            <a:r>
              <a:rPr lang="en-US" sz="300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30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1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lựa</a:t>
            </a:r>
            <a:r>
              <a:rPr lang="en-US" sz="3000" dirty="0" spc="-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30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29150"/>
            <a:ext cx="8191500" cy="762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5715000"/>
            <a:ext cx="8191500" cy="3048000"/>
          </a:xfrm>
          <a:prstGeom prst="roundRect">
            <a:avLst>
              <a:gd name="adj" fmla="val 8750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59436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richtext-1792320262033-71045505"/>
          <p:cNvSpPr/>
          <p:nvPr/>
        </p:nvSpPr>
        <p:spPr>
          <a:xfrm>
            <a:off x="1295400" y="6438900"/>
            <a:ext cx="7620000" cy="2190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Sách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cũ: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96500" y="116205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F3EEE3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8225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239500" y="13525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phần</a:t>
            </a: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239500" y="18288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Accelerate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96500" y="266700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F3EEE3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82250" y="30289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239500" y="28194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1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239500" y="3295650"/>
            <a:ext cx="5524500" cy="6477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Site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Reliability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Engineering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Building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Reliable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96500" y="417195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F3EEE3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82250" y="4533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239500" y="43815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239500" y="485775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Release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It!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96500" y="567690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F3EEE3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82250" y="6038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239500" y="58864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239500" y="63627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Observability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Engineering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096500" y="718185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F3EEE3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82250" y="7543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1239500" y="73914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1239500" y="786765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Infrastructure</a:t>
            </a: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d0fede8c-3b66-4b41-9423-8905126067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 HÌNH,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239000" cy="5905500"/>
          </a:xfrm>
          <a:prstGeom prst="roundRect">
            <a:avLst>
              <a:gd name="adj" fmla="val 516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099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3943350"/>
            <a:ext cx="6572250" cy="4381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mềm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30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</a:t>
            </a:r>
            <a:r>
              <a:rPr lang="en-US" sz="30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đi.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 cuốn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nào,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những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572500" y="3048000"/>
            <a:ext cx="8801100" cy="5905500"/>
          </a:xfrm>
          <a:prstGeom prst="roundRect">
            <a:avLst>
              <a:gd name="adj" fmla="val 5161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8991600" y="34099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91600" y="3848100"/>
            <a:ext cx="800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Accelerate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8991600" y="4838700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19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19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991600" y="5295900"/>
            <a:ext cx="390525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087350" y="5295900"/>
            <a:ext cx="390525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đến</a:t>
            </a:r>
            <a:r>
              <a:rPr lang="en-US" sz="18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91600" y="6248400"/>
            <a:ext cx="390525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Tỉ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8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8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87350" y="6248400"/>
            <a:ext cx="390525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91600" y="72771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DORA</a:t>
            </a: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 MÔ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650" dirty="0"/>
          </a:p>
        </p:txBody>
      </p:sp>
      <p:sp>
        <p:nvSpPr>
          <p:cNvPr id="16" name="Text richtext-1792320262881-917722909"/>
          <p:cNvSpPr/>
          <p:nvPr/>
        </p:nvSpPr>
        <p:spPr>
          <a:xfrm>
            <a:off x="8991600" y="7677150"/>
            <a:ext cx="8001000" cy="8191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2023: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2024: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1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năm, tỉ lệ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lại</a:t>
            </a:r>
            <a:r>
              <a:rPr lang="en-US" sz="21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c67a1af-5e44-481e-980e-b09bb37804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5286375" cy="4381500"/>
          </a:xfrm>
          <a:prstGeom prst="roundRect">
            <a:avLst>
              <a:gd name="adj" fmla="val 521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285750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6" name="Connector line-1792320263701-393386895"/>
          <p:cNvSpPr/>
          <p:nvPr/>
        </p:nvSpPr>
        <p:spPr>
          <a:xfrm>
            <a:off x="1447800" y="2962275"/>
            <a:ext cx="44386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38250" y="3238500"/>
            <a:ext cx="466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DevOps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238250" y="4191000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Development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8250" y="4762500"/>
            <a:ext cx="4667250" cy="2095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nhóm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05575" y="2552700"/>
            <a:ext cx="5286375" cy="4381500"/>
          </a:xfrm>
          <a:prstGeom prst="roundRect">
            <a:avLst>
              <a:gd name="adj" fmla="val 5217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6829425" y="285750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2" name="Connector line-1792320263708-224453039"/>
          <p:cNvSpPr/>
          <p:nvPr/>
        </p:nvSpPr>
        <p:spPr>
          <a:xfrm>
            <a:off x="7038975" y="2962275"/>
            <a:ext cx="44386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829425" y="3238500"/>
            <a:ext cx="466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DORA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6829425" y="4191000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DevOps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Assessment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29425" y="4762500"/>
            <a:ext cx="4667250" cy="2095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DevOps;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1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DORA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giao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096750" y="2552700"/>
            <a:ext cx="5286375" cy="4381500"/>
          </a:xfrm>
          <a:prstGeom prst="roundRect">
            <a:avLst>
              <a:gd name="adj" fmla="val 5217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2420600" y="285750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8" name="Connector line-1792320263713-87336655"/>
          <p:cNvSpPr/>
          <p:nvPr/>
        </p:nvSpPr>
        <p:spPr>
          <a:xfrm>
            <a:off x="12630150" y="2962275"/>
            <a:ext cx="443865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2420600" y="3238500"/>
            <a:ext cx="4667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SRE</a:t>
            </a:r>
            <a:endParaRPr lang="en-US" sz="5100" dirty="0"/>
          </a:p>
        </p:txBody>
      </p:sp>
      <p:sp>
        <p:nvSpPr>
          <p:cNvPr id="20" name="Text 18"/>
          <p:cNvSpPr/>
          <p:nvPr/>
        </p:nvSpPr>
        <p:spPr>
          <a:xfrm>
            <a:off x="12420600" y="4191000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Site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Reliability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Engineering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20600" y="4762500"/>
            <a:ext cx="4667250" cy="2095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thống: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vụ;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7239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76581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 ·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DORA: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1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·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Google: sách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SRE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Release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It!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Infrastructure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Observability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Engineering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646b4062-47a4-4941-b13c-1707893686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2026-10-18T10:45:16Z</dcterms:created>
  <dcterms:modified xsi:type="dcterms:W3CDTF">2026-10-18T10:45:16Z</dcterms:modified>
</cp:coreProperties>
</file>