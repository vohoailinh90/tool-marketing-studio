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VCU: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đủ?</a:t>
            </a:r>
            <a:endParaRPr lang="en-US" sz="3000" dirty="0"/>
          </a:p>
        </p:txBody>
      </p:sp>
      <p:sp>
        <p:nvSpPr>
          <p:cNvPr id="5" name="Connector line-1792376716470-33029890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2021.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6705600" cy="6705600"/>
          </a:xfrm>
          <a:prstGeom prst="roundRect">
            <a:avLst>
              <a:gd name="adj" fmla="val 51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0" y="1905000"/>
            <a:ext cx="5905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049000" y="2476500"/>
            <a:ext cx="6096000" cy="2857500"/>
          </a:xfrm>
          <a:prstGeom prst="rect">
            <a:avLst/>
          </a:prstGeom>
          <a:noFill/>
          <a:ln/>
        </p:spPr>
        <p:txBody>
          <a:bodyPr wrap="square" lIns="0" tIns="182880" rIns="0" bIns="-18288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 spc="-5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500+</a:t>
            </a:r>
            <a:endParaRPr lang="en-US" sz="18000" dirty="0"/>
          </a:p>
        </p:txBody>
      </p:sp>
      <p:sp>
        <p:nvSpPr>
          <p:cNvPr id="11" name="Text 9"/>
          <p:cNvSpPr/>
          <p:nvPr/>
        </p:nvSpPr>
        <p:spPr>
          <a:xfrm>
            <a:off x="11049000" y="5524500"/>
            <a:ext cx="59055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giờ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42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9e28b260-ff3a-4fff-ab11-d5e5a7b655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80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767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720p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XÁCH</a:t>
            </a:r>
            <a:r>
              <a:rPr lang="en-US" sz="18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15150" y="4000500"/>
            <a:ext cx="44767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1080p</a:t>
            </a:r>
            <a:endParaRPr lang="en-US" sz="72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3810000"/>
          </a:xfrm>
          <a:prstGeom prst="roundRect">
            <a:avLst>
              <a:gd name="adj" fmla="val 7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1800" b="1" spc="22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0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34900" y="4000500"/>
            <a:ext cx="44767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4K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914400" y="7429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720p,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1080p,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4K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1f13c-a0d4-48a5-8605-8e73476ae2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95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5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4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VCU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7" name="Connector line-1792376718481-313761590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6718481-737191066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6718481-208468657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250" dirty="0"/>
          </a:p>
        </p:txBody>
      </p:sp>
      <p:sp>
        <p:nvSpPr>
          <p:cNvPr id="11" name="Connector line-1792376718484-435128990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2250" dirty="0"/>
          </a:p>
        </p:txBody>
      </p:sp>
      <p:sp>
        <p:nvSpPr>
          <p:cNvPr id="13" name="Connector line-1792376718486-216003940"/>
          <p:cNvSpPr/>
          <p:nvPr/>
        </p:nvSpPr>
        <p:spPr>
          <a:xfrm>
            <a:off x="9239250" y="6096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f653fed-4474-4f7e-9b2c-295f11c465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máy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khay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76400" y="3619500"/>
            <a:ext cx="14935200" cy="4667250"/>
          </a:xfrm>
          <a:prstGeom prst="roundRect">
            <a:avLst>
              <a:gd name="adj" fmla="val 5714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2057400" y="384810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18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1800" b="1" spc="20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22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VCU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8400" y="4381500"/>
            <a:ext cx="134112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2819400" y="4667250"/>
            <a:ext cx="12382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Khay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30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438400" y="5581650"/>
            <a:ext cx="134112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2819400" y="5867400"/>
            <a:ext cx="12382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Khay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30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2438400" y="6781800"/>
            <a:ext cx="134112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2819400" y="7067550"/>
            <a:ext cx="12382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…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c58bee3-421f-447c-90c3-22446d1f9c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khay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VCU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381500"/>
          </a:xfrm>
          <a:prstGeom prst="roundRect">
            <a:avLst>
              <a:gd name="adj" fmla="val 6957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KHAY</a:t>
            </a:r>
            <a:r>
              <a:rPr lang="en-US" sz="180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18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95400" y="3905250"/>
            <a:ext cx="3619500" cy="314325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676400" y="4191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764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VCU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5295900" y="3905250"/>
            <a:ext cx="3619500" cy="314325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676900" y="4191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6769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VCU</a:t>
            </a:r>
            <a:endParaRPr lang="en-US" sz="4800" dirty="0"/>
          </a:p>
        </p:txBody>
      </p:sp>
      <p:sp>
        <p:nvSpPr>
          <p:cNvPr id="12" name="Shape 10"/>
          <p:cNvSpPr/>
          <p:nvPr/>
        </p:nvSpPr>
        <p:spPr>
          <a:xfrm>
            <a:off x="9296400" y="3905250"/>
            <a:ext cx="3619500" cy="314325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9677400" y="4191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774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VCU</a:t>
            </a:r>
            <a:endParaRPr lang="en-US" sz="4800" dirty="0"/>
          </a:p>
        </p:txBody>
      </p:sp>
      <p:sp>
        <p:nvSpPr>
          <p:cNvPr id="15" name="Shape 13"/>
          <p:cNvSpPr/>
          <p:nvPr/>
        </p:nvSpPr>
        <p:spPr>
          <a:xfrm>
            <a:off x="13296900" y="3905250"/>
            <a:ext cx="36957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…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khay: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"nhiều".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075802f-9c8d-4f75-9ca6-62b069de2f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Video</a:t>
            </a:r>
            <a:r>
              <a:rPr lang="en-US" sz="3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20065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E8472B"/>
          </a:solidFill>
          <a:ln/>
        </p:spPr>
      </p:sp>
      <p:sp>
        <p:nvSpPr>
          <p:cNvPr id="8" name="Text 6"/>
          <p:cNvSpPr/>
          <p:nvPr/>
        </p:nvSpPr>
        <p:spPr>
          <a:xfrm>
            <a:off x="558165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165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4869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986790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09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6790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Nén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3773150" y="3429000"/>
            <a:ext cx="36004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415415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5415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720p,</a:t>
            </a: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1080p,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4K</a:t>
            </a:r>
            <a:endParaRPr lang="en-US" sz="3600" dirty="0"/>
          </a:p>
        </p:txBody>
      </p:sp>
      <p:sp>
        <p:nvSpPr>
          <p:cNvPr id="16" name="Connector line-1792376774692-105743560"/>
          <p:cNvSpPr/>
          <p:nvPr/>
        </p:nvSpPr>
        <p:spPr>
          <a:xfrm>
            <a:off x="4591050" y="485775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6774693-47749700"/>
          <p:cNvSpPr/>
          <p:nvPr/>
        </p:nvSpPr>
        <p:spPr>
          <a:xfrm>
            <a:off x="8877300" y="485775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6774693-472654037"/>
          <p:cNvSpPr/>
          <p:nvPr/>
        </p:nvSpPr>
        <p:spPr>
          <a:xfrm>
            <a:off x="13163550" y="485775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7048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mỗi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5c51392-3ee5-4341-9a78-2b94fe6fbb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4000500"/>
          </a:xfrm>
          <a:prstGeom prst="rect">
            <a:avLst/>
          </a:prstGeom>
          <a:noFill/>
          <a:ln/>
        </p:spPr>
        <p:txBody>
          <a:bodyPr wrap="square" lIns="0" tIns="198120" rIns="0" bIns="-198120" rtlCol="0" anchor="t"/>
          <a:lstStyle/>
          <a:p>
            <a:pPr algn="l" indent="0" marL="0">
              <a:lnSpc>
                <a:spcPts val="19500"/>
              </a:lnSpc>
              <a:buNone/>
            </a:pPr>
            <a:r>
              <a:rPr lang="en-US" sz="19500" dirty="0" spc="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20–33×</a:t>
            </a:r>
            <a:endParaRPr lang="en-US" sz="195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524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hiệu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4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42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2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0096500" y="1905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0" y="2247900"/>
            <a:ext cx="647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richtext-1792376775628-626067172"/>
          <p:cNvSpPr/>
          <p:nvPr/>
        </p:nvSpPr>
        <p:spPr>
          <a:xfrm>
            <a:off x="10477500" y="2762250"/>
            <a:ext cx="6477000" cy="4191000"/>
          </a:xfrm>
          <a:prstGeom prst="rect">
            <a:avLst/>
          </a:prstGeom>
          <a:noFill/>
          <a:ln/>
        </p:spPr>
        <p:txBody>
          <a:bodyPr wrap="square" lIns="0" tIns="-2429" rIns="0" bIns="2429" rtlCol="0" anchor="t"/>
          <a:lstStyle/>
          <a:p>
            <a:pPr algn="l" marL="323850" indent="-231371">
              <a:lnSpc>
                <a:spcPts val="382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5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YouTube.</a:t>
            </a:r>
            <a:endParaRPr lang="en-US" sz="2550" dirty="0"/>
          </a:p>
          <a:p>
            <a:pPr algn="l" marL="323850" indent="-231371">
              <a:lnSpc>
                <a:spcPts val="382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nói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82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nói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2307386-3155-4af2-ad12-8cd199e434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lưu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4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5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6" name="Text richtext-1792376776517-139774300"/>
          <p:cNvSpPr/>
          <p:nvPr/>
        </p:nvSpPr>
        <p:spPr>
          <a:xfrm>
            <a:off x="1371600" y="4000500"/>
            <a:ext cx="7086600" cy="3048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 thoại mạng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E8472B"/>
          </a:solidFill>
          <a:ln/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19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9" name="Text richtext-1792376776525-842446869"/>
          <p:cNvSpPr/>
          <p:nvPr/>
        </p:nvSpPr>
        <p:spPr>
          <a:xfrm>
            <a:off x="9829800" y="4000500"/>
            <a:ext cx="7086600" cy="3048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nét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lớn.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500+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khổng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lồ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d80420db-5f67-4f67-94a5-6eee48a936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chip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lặp lại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7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 quy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chi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acd29f6-b14f-4084-8b13-312e92f7be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VCU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Video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Coding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chip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video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5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YouTube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Graphics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r>
                        <a:rPr lang="en-US" sz="225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Tensor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chip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Google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COVID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COronaVIrus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Disease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đại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khiến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nhà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658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2105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4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2021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a8be6ce-c6f0-414f-904c-9d32a5d38fb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2026-10-19T04:40:32Z</dcterms:created>
  <dcterms:modified xsi:type="dcterms:W3CDTF">2026-10-19T04:40:32Z</dcterms:modified>
</cp:coreProperties>
</file>