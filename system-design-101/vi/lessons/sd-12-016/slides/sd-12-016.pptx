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096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143000"/>
            <a:ext cx="10096500" cy="4476750"/>
          </a:xfrm>
          <a:prstGeom prst="rect">
            <a:avLst/>
          </a:prstGeom>
          <a:noFill/>
          <a:ln/>
        </p:spPr>
        <p:txBody>
          <a:bodyPr wrap="square" lIns="0" tIns="54007" rIns="0" bIns="-54007" rtlCol="0" anchor="t"/>
          <a:lstStyle/>
          <a:p>
            <a:pPr algn="l" indent="0" marL="0">
              <a:lnSpc>
                <a:spcPts val="6615"/>
              </a:lnSpc>
              <a:buNone/>
            </a:pPr>
            <a:r>
              <a:rPr lang="en-US" sz="6300" dirty="0" spc="-1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Tải</a:t>
            </a:r>
            <a:r>
              <a:rPr lang="en-US" sz="63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300" dirty="0" spc="-1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</a:t>
            </a:r>
            <a:r>
              <a:rPr lang="en-US" sz="6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r>
              <a:rPr lang="en-US" sz="6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kho</a:t>
            </a:r>
            <a:r>
              <a:rPr lang="en-US" sz="63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300" dirty="0" spc="-6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tượng</a:t>
            </a:r>
            <a:r>
              <a:rPr lang="en-US" sz="6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6300" dirty="0" spc="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S3</a:t>
            </a:r>
            <a:endParaRPr lang="en-US" sz="6300" dirty="0"/>
          </a:p>
        </p:txBody>
      </p:sp>
      <p:sp>
        <p:nvSpPr>
          <p:cNvPr id="4" name="Text 2"/>
          <p:cNvSpPr/>
          <p:nvPr/>
        </p:nvSpPr>
        <p:spPr>
          <a:xfrm>
            <a:off x="914400" y="6572250"/>
            <a:ext cx="9525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 liệu</a:t>
            </a:r>
            <a:r>
              <a:rPr lang="en-US" sz="2700" dirty="0" spc="-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27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 hai</a:t>
            </a:r>
            <a:r>
              <a:rPr lang="en-US" sz="27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endParaRPr lang="en-US" sz="2700" dirty="0"/>
          </a:p>
        </p:txBody>
      </p:sp>
      <p:sp>
        <p:nvSpPr>
          <p:cNvPr id="5" name="Connector line-1792425626564-540413044"/>
          <p:cNvSpPr/>
          <p:nvPr/>
        </p:nvSpPr>
        <p:spPr>
          <a:xfrm>
            <a:off x="914400" y="7620000"/>
            <a:ext cx="8610600" cy="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905750"/>
            <a:ext cx="952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ghi,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10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kiểu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hoạt</a:t>
            </a:r>
            <a:r>
              <a:rPr lang="en-US" sz="1650" dirty="0" spc="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9525000" y="4476750"/>
            <a:ext cx="2857500" cy="2857500"/>
          </a:xfrm>
          <a:prstGeom prst="ellipse">
            <a:avLst/>
          </a:prstGeom>
          <a:noFill/>
          <a:ln w="28575">
            <a:solidFill>
              <a:srgbClr val="7C93FF">
                <a:alpha val="2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53625" y="4905375"/>
            <a:ext cx="2000250" cy="2000250"/>
          </a:xfrm>
          <a:prstGeom prst="ellipse">
            <a:avLst/>
          </a:prstGeom>
          <a:noFill/>
          <a:ln w="28575">
            <a:solidFill>
              <a:srgbClr val="7C93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63200" y="5314950"/>
            <a:ext cx="1181100" cy="1181100"/>
          </a:xfrm>
          <a:prstGeom prst="ellipse">
            <a:avLst/>
          </a:prstGeom>
          <a:solidFill>
            <a:srgbClr val="1E212B"/>
          </a:solidFill>
          <a:ln w="38100">
            <a:solidFill>
              <a:srgbClr val="F3EE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363200" y="5695950"/>
            <a:ext cx="11811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6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Tệp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1544300" y="4191000"/>
            <a:ext cx="1600200" cy="1619250"/>
          </a:xfrm>
          <a:custGeom>
            <a:avLst/>
            <a:gdLst/>
            <a:ahLst/>
            <a:cxnLst/>
            <a:rect l="l" t="t" r="r" b="b"/>
            <a:pathLst>
              <a:path w="1600200" h="1619250">
                <a:moveTo>
                  <a:pt x="0" y="1619250"/>
                </a:moveTo>
                <a:cubicBezTo>
                  <a:pt x="838200" y="1619250"/>
                  <a:pt x="838200" y="0"/>
                  <a:pt x="1600200" y="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544300" y="6000750"/>
            <a:ext cx="1600200" cy="1619250"/>
          </a:xfrm>
          <a:custGeom>
            <a:avLst/>
            <a:gdLst/>
            <a:ahLst/>
            <a:cxnLst/>
            <a:rect l="l" t="t" r="r" b="b"/>
            <a:pathLst>
              <a:path w="1600200" h="1619250">
                <a:moveTo>
                  <a:pt x="0" y="0"/>
                </a:moveTo>
                <a:cubicBezTo>
                  <a:pt x="838200" y="0"/>
                  <a:pt x="838200" y="1619250"/>
                  <a:pt x="1600200" y="161925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144500" y="3829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195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3144500" y="7258050"/>
            <a:ext cx="4762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195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9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6788eb9f-f348-43f8-8359-51fa98a7460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3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667000"/>
            <a:ext cx="133350" cy="40005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2667000"/>
            <a:ext cx="15240000" cy="3810000"/>
          </a:xfrm>
          <a:prstGeom prst="rect">
            <a:avLst/>
          </a:prstGeom>
          <a:noFill/>
          <a:ln/>
        </p:spPr>
        <p:txBody>
          <a:bodyPr wrap="square" lIns="0" tIns="59436" rIns="0" bIns="-59436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78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8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nơi,</a:t>
            </a:r>
            <a:r>
              <a:rPr lang="en-US" sz="78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siêu dữ</a:t>
            </a:r>
            <a:r>
              <a:rPr lang="en-US" sz="78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78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nơi.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1428750" y="7239000"/>
            <a:ext cx="14287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3000" b="1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300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3000" b="1" dirty="0" spc="-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3000" b="1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300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3000" b="1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3000" b="1" dirty="0" spc="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3000" b="1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b="1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7" name="Moda image moda-export-watermark-7ece2714-fdd5-41e5-9f3e-7e2ee16ced2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27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XÔ</a:t>
            </a:r>
            <a:r>
              <a:rPr lang="en-US" sz="1800" b="1" spc="25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 TƯỢNG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phân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biệt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1238250" y="276225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0" y="2762250"/>
            <a:ext cx="7429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CHỨA</a:t>
            </a:r>
            <a:r>
              <a:rPr lang="en-US" sz="1800" b="1" spc="224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3333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8250" y="333375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Xô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525000" y="33337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4857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8250" y="485775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Siêu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525000" y="48577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4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được:</a:t>
            </a:r>
            <a:r>
              <a:rPr lang="en-US" sz="24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xô,</a:t>
            </a:r>
            <a:r>
              <a:rPr lang="en-US" sz="24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6381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 w="19050">
            <a:solidFill>
              <a:srgbClr val="7C93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8250" y="6381750"/>
            <a:ext cx="7620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4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525000" y="6381750"/>
            <a:ext cx="7429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Bất</a:t>
            </a:r>
            <a:r>
              <a:rPr lang="en-US" sz="24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biến:</a:t>
            </a:r>
            <a:r>
              <a:rPr lang="en-US" sz="2400" b="1" dirty="0" spc="-1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dãy</a:t>
            </a:r>
            <a:r>
              <a:rPr lang="en-US" sz="2400" b="1" dirty="0" spc="-1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24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tệp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800100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7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27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gồm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c309a3f3-4b70-4d87-99c5-d52333cfba2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 ·</a:t>
            </a:r>
            <a:r>
              <a:rPr lang="en-US" sz="1800" b="1" spc="25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1800" b="1" spc="29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Sau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yêu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cầu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PUT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 khách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2228850" y="2762250"/>
            <a:ext cx="2857500" cy="666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1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2100" dirty="0"/>
          </a:p>
        </p:txBody>
      </p:sp>
      <p:sp>
        <p:nvSpPr>
          <p:cNvPr id="5" name="Connector line-1792425629902-764055345"/>
          <p:cNvSpPr/>
          <p:nvPr/>
        </p:nvSpPr>
        <p:spPr>
          <a:xfrm>
            <a:off x="3657600" y="3429000"/>
            <a:ext cx="0" cy="552450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715250" y="2762250"/>
            <a:ext cx="2857500" cy="666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1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7" name="Connector line-1792425629904-309447334"/>
          <p:cNvSpPr/>
          <p:nvPr/>
        </p:nvSpPr>
        <p:spPr>
          <a:xfrm>
            <a:off x="9144000" y="3429000"/>
            <a:ext cx="0" cy="552450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3201650" y="2762250"/>
            <a:ext cx="2857500" cy="666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Kho</a:t>
            </a:r>
            <a:r>
              <a:rPr lang="en-US" sz="21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210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9" name="Connector line-1792425629907-110251935"/>
          <p:cNvSpPr/>
          <p:nvPr/>
        </p:nvSpPr>
        <p:spPr>
          <a:xfrm>
            <a:off x="14630400" y="3429000"/>
            <a:ext cx="0" cy="5524500"/>
          </a:xfrm>
          <a:prstGeom prst="line">
            <a:avLst/>
          </a:prstGeom>
          <a:noFill/>
          <a:ln w="28575">
            <a:solidFill>
              <a:srgbClr val="DDD5C1"/>
            </a:solidFill>
            <a:prstDash val="solid"/>
            <a:headEnd type="none"/>
            <a:tailEnd type="none"/>
          </a:ln>
        </p:spPr>
      </p:sp>
      <p:sp>
        <p:nvSpPr>
          <p:cNvPr id="10" name="Connector line-1792425629907-101491221"/>
          <p:cNvSpPr/>
          <p:nvPr/>
        </p:nvSpPr>
        <p:spPr>
          <a:xfrm>
            <a:off x="3714750" y="4572000"/>
            <a:ext cx="53340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1" name="Text 9"/>
          <p:cNvSpPr/>
          <p:nvPr/>
        </p:nvSpPr>
        <p:spPr>
          <a:xfrm>
            <a:off x="3752850" y="4114800"/>
            <a:ext cx="5295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12" name="Connector line-1792425629909-732777855"/>
          <p:cNvSpPr/>
          <p:nvPr/>
        </p:nvSpPr>
        <p:spPr>
          <a:xfrm flipH="1">
            <a:off x="3752850" y="5524500"/>
            <a:ext cx="53340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3752850" y="5067300"/>
            <a:ext cx="52959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UUID</a:t>
            </a:r>
            <a:endParaRPr lang="en-US" sz="1950" dirty="0"/>
          </a:p>
        </p:txBody>
      </p:sp>
      <p:sp>
        <p:nvSpPr>
          <p:cNvPr id="14" name="Connector line-1792425629911-722245001"/>
          <p:cNvSpPr/>
          <p:nvPr/>
        </p:nvSpPr>
        <p:spPr>
          <a:xfrm>
            <a:off x="3714750" y="6477000"/>
            <a:ext cx="1082040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752850" y="6019800"/>
            <a:ext cx="10782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af6079e4-62df-4993-a9c8-55dc07c0c31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900" dirty="0" spc="-5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tự,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hai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100" b="1" spc="22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b="1" spc="21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100" dirty="0"/>
          </a:p>
        </p:txBody>
      </p:sp>
      <p:sp>
        <p:nvSpPr>
          <p:cNvPr id="6" name="Text richtext-1792425632973-515368233"/>
          <p:cNvSpPr/>
          <p:nvPr/>
        </p:nvSpPr>
        <p:spPr>
          <a:xfrm>
            <a:off x="1333500" y="40005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27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700" b="1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mồ</a:t>
            </a:r>
            <a:r>
              <a:rPr lang="en-US" sz="27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côi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7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952750"/>
            <a:ext cx="8001000" cy="4476750"/>
          </a:xfrm>
          <a:prstGeom prst="roundRect">
            <a:avLst>
              <a:gd name="adj" fmla="val 6809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333750"/>
            <a:ext cx="723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SIÊU</a:t>
            </a:r>
            <a:r>
              <a:rPr lang="en-US" sz="210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b="1" spc="21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100" dirty="0"/>
          </a:p>
        </p:txBody>
      </p:sp>
      <p:sp>
        <p:nvSpPr>
          <p:cNvPr id="9" name="Text richtext-1792425633000-9635892"/>
          <p:cNvSpPr/>
          <p:nvPr/>
        </p:nvSpPr>
        <p:spPr>
          <a:xfrm>
            <a:off x="9791700" y="4000500"/>
            <a:ext cx="7239000" cy="3238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marL="342900" indent="-244981">
              <a:lnSpc>
                <a:spcPts val="3780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Siêu</a:t>
            </a:r>
            <a:r>
              <a:rPr lang="en-US" sz="27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7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7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endParaRPr lang="en-US" sz="2700" dirty="0"/>
          </a:p>
          <a:p>
            <a:pPr algn="l" marL="342900" indent="-244981">
              <a:lnSpc>
                <a:spcPts val="3780"/>
              </a:lnSpc>
              <a:buSzPct val="100000"/>
              <a:buFont typeface="Arial"/>
              <a:buChar char="•"/>
            </a:pPr>
            <a:r>
              <a:rPr lang="en-US" sz="2700" b="1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7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7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b="1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790575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45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700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1.000</a:t>
            </a:r>
            <a:r>
              <a:rPr lang="en-US" sz="270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lượt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b427f6c6-0c50-4dbb-911b-fe226b4cdbb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0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phỏng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1.000</a:t>
            </a:r>
            <a:r>
              <a:rPr lang="en-US" sz="6900" dirty="0" spc="-7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lượt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tải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lên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8001000" cy="438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45</a:t>
            </a:r>
            <a:endParaRPr lang="en-US" sz="28500" dirty="0"/>
          </a:p>
        </p:txBody>
      </p:sp>
      <p:sp>
        <p:nvSpPr>
          <p:cNvPr id="5" name="Text 3"/>
          <p:cNvSpPr/>
          <p:nvPr/>
        </p:nvSpPr>
        <p:spPr>
          <a:xfrm>
            <a:off x="914400" y="7429500"/>
            <a:ext cx="7239000" cy="952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24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cố,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4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4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525000" y="3048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06000" y="3048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trước: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45 khối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mồ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côi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525000" y="4953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/>
        </p:spPr>
      </p:sp>
      <p:sp>
        <p:nvSpPr>
          <p:cNvPr id="9" name="Text 7"/>
          <p:cNvSpPr/>
          <p:nvPr/>
        </p:nvSpPr>
        <p:spPr>
          <a:xfrm>
            <a:off x="9906000" y="4953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Siêu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trước: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45</a:t>
            </a: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5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9525000" y="6858000"/>
            <a:ext cx="78486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/>
        </p:spPr>
      </p:sp>
      <p:sp>
        <p:nvSpPr>
          <p:cNvPr id="11" name="Text 9"/>
          <p:cNvSpPr/>
          <p:nvPr/>
        </p:nvSpPr>
        <p:spPr>
          <a:xfrm>
            <a:off x="9906000" y="6858000"/>
            <a:ext cx="71437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Quét</a:t>
            </a:r>
            <a:r>
              <a:rPr lang="en-US" sz="25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dọn: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955</a:t>
            </a:r>
            <a:r>
              <a:rPr lang="en-US" sz="25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b="1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f08f8186-bc92-46de-a2e5-9166cbe9c5f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KHÁI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 2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GHI ĐÈ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Ghi</a:t>
            </a:r>
            <a:r>
              <a:rPr lang="en-US" sz="69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đè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 cùng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spc="6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11250" dirty="0"/>
          </a:p>
        </p:txBody>
      </p:sp>
      <p:sp>
        <p:nvSpPr>
          <p:cNvPr id="6" name="Text 4"/>
          <p:cNvSpPr/>
          <p:nvPr/>
        </p:nvSpPr>
        <p:spPr>
          <a:xfrm>
            <a:off x="1295400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khối dữ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b="1" dirty="0" spc="3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6524625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2A2E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5625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11250" dirty="0"/>
          </a:p>
        </p:txBody>
      </p:sp>
      <p:sp>
        <p:nvSpPr>
          <p:cNvPr id="9" name="Text 7"/>
          <p:cNvSpPr/>
          <p:nvPr/>
        </p:nvSpPr>
        <p:spPr>
          <a:xfrm>
            <a:off x="6905625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khối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550" b="1" dirty="0" spc="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trỏ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12134850" y="3048000"/>
            <a:ext cx="5229225" cy="4953000"/>
          </a:xfrm>
          <a:prstGeom prst="roundRect">
            <a:avLst>
              <a:gd name="adj" fmla="val 6154"/>
            </a:avLst>
          </a:prstGeom>
          <a:solidFill>
            <a:srgbClr val="1E212B"/>
          </a:solidFill>
          <a:ln w="19050">
            <a:solidFill>
              <a:srgbClr val="FFB45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515850" y="3333750"/>
            <a:ext cx="4467225" cy="23145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250" dirty="0" spc="-1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11250" dirty="0"/>
          </a:p>
        </p:txBody>
      </p:sp>
      <p:sp>
        <p:nvSpPr>
          <p:cNvPr id="12" name="Text 10"/>
          <p:cNvSpPr/>
          <p:nvPr/>
        </p:nvSpPr>
        <p:spPr>
          <a:xfrm>
            <a:off x="12515850" y="5905500"/>
            <a:ext cx="4467225" cy="190500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t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khối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rác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 quét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914400" y="838200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đè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 mới.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6B70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63d6da64-2ed3-46aa-92d9-f1e3934fa23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Xóa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tệp:</a:t>
            </a:r>
            <a:r>
              <a:rPr lang="en-US" sz="6900" dirty="0" spc="-9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xóa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6900" dirty="0" spc="-7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DDE3FA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0956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-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2952750" y="30956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Xóa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14400" y="485775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/>
        </p:spPr>
      </p:sp>
      <p:sp>
        <p:nvSpPr>
          <p:cNvPr id="8" name="Text 6"/>
          <p:cNvSpPr/>
          <p:nvPr/>
        </p:nvSpPr>
        <p:spPr>
          <a:xfrm>
            <a:off x="1333500" y="509587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4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2952750" y="509587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Sự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khối</a:t>
            </a:r>
            <a:r>
              <a:rPr lang="en-US" sz="27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mồ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côi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/>
        </p:spPr>
      </p:sp>
      <p:sp>
        <p:nvSpPr>
          <p:cNvPr id="11" name="Text 9"/>
          <p:cNvSpPr/>
          <p:nvPr/>
        </p:nvSpPr>
        <p:spPr>
          <a:xfrm>
            <a:off x="1333500" y="7096125"/>
            <a:ext cx="1143000" cy="11430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0" dirty="0" spc="5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2952750" y="7096125"/>
            <a:ext cx="14097000" cy="114300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Lượt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quét</a:t>
            </a:r>
            <a:r>
              <a:rPr lang="en-US" sz="27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7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dọn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7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907d4d38-6075-48a7-8ef1-fe49cece599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42900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IAM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3429000" y="304800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100" dirty="0" spc="-2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1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10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10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xô.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914400" y="447675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38250" y="485775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UUID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3429000" y="447675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dài, hầu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 không</a:t>
            </a:r>
            <a:r>
              <a:rPr lang="en-US" sz="210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</a:t>
            </a: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trùng.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914400" y="5905500"/>
            <a:ext cx="106680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38250" y="6286500"/>
            <a:ext cx="1905000" cy="476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3429000" y="5905500"/>
            <a:ext cx="790575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Cổng</a:t>
            </a:r>
            <a:r>
              <a:rPr lang="en-US" sz="210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100" dirty="0" spc="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10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vào.</a:t>
            </a:r>
            <a:endParaRPr lang="en-US" sz="2100" dirty="0"/>
          </a:p>
        </p:txBody>
      </p:sp>
      <p:sp>
        <p:nvSpPr>
          <p:cNvPr id="13" name="Connector line-1792425670124-339251166"/>
          <p:cNvSpPr/>
          <p:nvPr/>
        </p:nvSpPr>
        <p:spPr>
          <a:xfrm>
            <a:off x="12382500" y="3048000"/>
            <a:ext cx="0" cy="5334000"/>
          </a:xfrm>
          <a:prstGeom prst="line">
            <a:avLst/>
          </a:prstGeom>
          <a:noFill/>
          <a:ln w="19050">
            <a:solidFill>
              <a:srgbClr val="2A2E3B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2858750" y="3048000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10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100" b="1" spc="22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100" dirty="0"/>
          </a:p>
        </p:txBody>
      </p:sp>
      <p:sp>
        <p:nvSpPr>
          <p:cNvPr id="15" name="Text richtext-1792425670126-369024387"/>
          <p:cNvSpPr/>
          <p:nvPr/>
        </p:nvSpPr>
        <p:spPr>
          <a:xfrm>
            <a:off x="12858750" y="3619500"/>
            <a:ext cx="4762500" cy="28575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marL="266700" indent="-190541">
              <a:lnSpc>
                <a:spcPts val="2730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21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1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10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100" dirty="0"/>
          </a:p>
          <a:p>
            <a:pPr algn="l" marL="266700" indent="-190541">
              <a:lnSpc>
                <a:spcPts val="2730"/>
              </a:lnSpc>
              <a:buSzPct val="100000"/>
              <a:buFont typeface="Arial"/>
              <a:buChar char="•"/>
            </a:pPr>
            <a:r>
              <a:rPr lang="en-US" sz="21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phỏng</a:t>
            </a:r>
            <a:r>
              <a:rPr lang="en-US" sz="21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1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2858750" y="6667500"/>
            <a:ext cx="4762500" cy="1714500"/>
          </a:xfrm>
          <a:prstGeom prst="rect">
            <a:avLst/>
          </a:prstGeom>
          <a:noFill/>
          <a:ln/>
        </p:spPr>
        <p:txBody>
          <a:bodyPr wrap="square" lIns="0" tIns="6858" rIns="0" bIns="-6858" rtlCol="0" anchor="t"/>
          <a:lstStyle/>
          <a:p>
            <a:pPr algn="l" indent="0" marL="0">
              <a:lnSpc>
                <a:spcPts val="2430"/>
              </a:lnSpc>
              <a:buNone/>
            </a:pP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80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8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8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800" dirty="0" spc="-2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add09f2a-4605-4cd9-b8c2-fe746b85d64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2026-10-19T16:01:19Z</dcterms:created>
  <dcterms:modified xsi:type="dcterms:W3CDTF">2026-10-19T16:01:19Z</dcterms:modified>
</cp:coreProperties>
</file>