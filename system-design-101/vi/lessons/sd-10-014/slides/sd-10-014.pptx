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906000" cy="3810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1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 mọi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lập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nên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619750"/>
            <a:ext cx="9906000" cy="1143000"/>
          </a:xfrm>
          <a:prstGeom prst="rect">
            <a:avLst/>
          </a:prstGeom>
          <a:noFill/>
          <a:ln/>
        </p:spPr>
        <p:txBody>
          <a:bodyPr wrap="square" lIns="0" tIns="7001" rIns="0" bIns="-7001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dirty="0" spc="-9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31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31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31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1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31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31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gì</a:t>
            </a:r>
            <a:r>
              <a:rPr lang="en-US" sz="31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1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bạn?</a:t>
            </a:r>
            <a:endParaRPr lang="en-US" sz="3150" dirty="0"/>
          </a:p>
        </p:txBody>
      </p:sp>
      <p:sp>
        <p:nvSpPr>
          <p:cNvPr id="5" name="Connector line-1792338091059-753487948"/>
          <p:cNvSpPr/>
          <p:nvPr/>
        </p:nvSpPr>
        <p:spPr>
          <a:xfrm>
            <a:off x="914400" y="7239000"/>
            <a:ext cx="99060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22860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83820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90900" y="7524750"/>
            <a:ext cx="22860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390900" y="83820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67400" y="7524750"/>
            <a:ext cx="22860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867400" y="83820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43900" y="7524750"/>
            <a:ext cx="24765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343900" y="83820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0" y="914400"/>
            <a:ext cx="5943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0" y="1257300"/>
            <a:ext cx="1428750" cy="457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11000" y="1905000"/>
            <a:ext cx="51816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75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3375" dirty="0" spc="-3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75" dirty="0" spc="-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endParaRPr lang="en-US" sz="3375" dirty="0"/>
          </a:p>
        </p:txBody>
      </p:sp>
      <p:sp>
        <p:nvSpPr>
          <p:cNvPr id="17" name="Text 15"/>
          <p:cNvSpPr/>
          <p:nvPr/>
        </p:nvSpPr>
        <p:spPr>
          <a:xfrm>
            <a:off x="11811000" y="2667000"/>
            <a:ext cx="518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TCP/IP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4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1430000" y="3695700"/>
            <a:ext cx="5943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811000" y="4038600"/>
            <a:ext cx="1428750" cy="457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11000" y="4686300"/>
            <a:ext cx="51816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75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3375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375" dirty="0" spc="-3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75" dirty="0" spc="-1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trao</a:t>
            </a:r>
            <a:r>
              <a:rPr lang="en-US" sz="3375" dirty="0" spc="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3375" dirty="0"/>
          </a:p>
        </p:txBody>
      </p:sp>
      <p:sp>
        <p:nvSpPr>
          <p:cNvPr id="21" name="Text 19"/>
          <p:cNvSpPr/>
          <p:nvPr/>
        </p:nvSpPr>
        <p:spPr>
          <a:xfrm>
            <a:off x="11811000" y="5448300"/>
            <a:ext cx="518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8601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OpenAPI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1430000" y="6477000"/>
            <a:ext cx="5943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11811000" y="6819900"/>
            <a:ext cx="1428750" cy="457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11000" y="7467600"/>
            <a:ext cx="51816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75" dirty="0" spc="-1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3375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</a:t>
            </a:r>
            <a:r>
              <a:rPr lang="en-US" sz="3375" dirty="0" spc="-3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75" dirty="0" spc="-1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ngôn</a:t>
            </a:r>
            <a:r>
              <a:rPr lang="en-US" sz="3375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endParaRPr lang="en-US" sz="3375" dirty="0"/>
          </a:p>
        </p:txBody>
      </p:sp>
      <p:sp>
        <p:nvSpPr>
          <p:cNvPr id="25" name="Text 23"/>
          <p:cNvSpPr/>
          <p:nvPr/>
        </p:nvSpPr>
        <p:spPr>
          <a:xfrm>
            <a:off x="11811000" y="8229600"/>
            <a:ext cx="518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ECMAScript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4400" y="969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aa5e505-0034-4cd6-81f8-b73f41cb6f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chuẩn,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r>
              <a:rPr lang="en-US" sz="7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620000" cy="1905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 tám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7620000" cy="2762250"/>
          </a:xfrm>
          <a:prstGeom prst="roundRect">
            <a:avLst>
              <a:gd name="adj" fmla="val 9655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4008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richtext-1792338145054-112451554"/>
          <p:cNvSpPr/>
          <p:nvPr/>
        </p:nvSpPr>
        <p:spPr>
          <a:xfrm>
            <a:off x="1295400" y="6896100"/>
            <a:ext cx="685800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1219200"/>
            <a:ext cx="7543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80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86900" y="1714500"/>
            <a:ext cx="7543800" cy="2095500"/>
          </a:xfrm>
          <a:prstGeom prst="roundRect">
            <a:avLst>
              <a:gd name="adj" fmla="val 10000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1981200"/>
            <a:ext cx="514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3300" dirty="0" spc="-3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1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5144750" y="2076450"/>
            <a:ext cx="1581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1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829800" y="285750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TCP/IP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410950" y="285750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992100" y="2857500"/>
            <a:ext cx="238125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</a:t>
            </a:r>
            <a:r>
              <a:rPr lang="en-US" sz="21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486900" y="4038600"/>
            <a:ext cx="7543800" cy="2095500"/>
          </a:xfrm>
          <a:prstGeom prst="roundRect">
            <a:avLst>
              <a:gd name="adj" fmla="val 10000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9829800" y="4305300"/>
            <a:ext cx="514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33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300" dirty="0" spc="-3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1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trao</a:t>
            </a:r>
            <a:r>
              <a:rPr lang="en-US" sz="33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5144750" y="4400550"/>
            <a:ext cx="1581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1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29800" y="5181600"/>
            <a:ext cx="123825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220450" y="518160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ISO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8601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277850" y="518160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OpenAPI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486900" y="6362700"/>
            <a:ext cx="7543800" cy="2095500"/>
          </a:xfrm>
          <a:prstGeom prst="roundRect">
            <a:avLst>
              <a:gd name="adj" fmla="val 10000"/>
            </a:avLst>
          </a:prstGeom>
          <a:solidFill>
            <a:srgbClr val="CFE8E2"/>
          </a:solidFill>
          <a:ln/>
        </p:spPr>
      </p:sp>
      <p:sp>
        <p:nvSpPr>
          <p:cNvPr id="23" name="Text 21"/>
          <p:cNvSpPr/>
          <p:nvPr/>
        </p:nvSpPr>
        <p:spPr>
          <a:xfrm>
            <a:off x="9829800" y="6629400"/>
            <a:ext cx="514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33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</a:t>
            </a:r>
            <a:r>
              <a:rPr lang="en-US" sz="3300" dirty="0" spc="-3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1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ngôn</a:t>
            </a:r>
            <a:r>
              <a:rPr lang="en-US" sz="33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5144750" y="6724650"/>
            <a:ext cx="1581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829800" y="750570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410950" y="7505700"/>
            <a:ext cx="22860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ECMAScript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ff03dbd2-90e7-470a-99a6-6f77286d12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b="1" spc="1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33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30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3300" b="1" dirty="0" spc="-3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2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242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IETF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8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TCP/IP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857750"/>
            <a:ext cx="16192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TCP/IP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686050" y="4857750"/>
            <a:ext cx="13335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171950" y="4857750"/>
            <a:ext cx="2571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</a:t>
            </a:r>
            <a:r>
              <a:rPr lang="en-US" sz="22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096000"/>
            <a:ext cx="76200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64008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richtext-1792338195002-697506813"/>
          <p:cNvSpPr/>
          <p:nvPr/>
        </p:nvSpPr>
        <p:spPr>
          <a:xfrm>
            <a:off x="1295400" y="6896100"/>
            <a:ext cx="704850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TCP/IP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nền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57300"/>
            <a:ext cx="7543800" cy="2133600"/>
          </a:xfrm>
          <a:prstGeom prst="roundRect">
            <a:avLst>
              <a:gd name="adj" fmla="val 9821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29800" y="1524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648950" y="1524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TCP/IP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829800" y="2343150"/>
            <a:ext cx="6858000" cy="8763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2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486900" y="3657600"/>
            <a:ext cx="7543800" cy="2133600"/>
          </a:xfrm>
          <a:prstGeom prst="roundRect">
            <a:avLst>
              <a:gd name="adj" fmla="val 9821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29800" y="39243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648950" y="39243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829800" y="4743450"/>
            <a:ext cx="6858000" cy="8763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250" dirty="0" spc="3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2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3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86900" y="6057900"/>
            <a:ext cx="7543800" cy="2133600"/>
          </a:xfrm>
          <a:prstGeom prst="roundRect">
            <a:avLst>
              <a:gd name="adj" fmla="val 9821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9800" y="6324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648950" y="63246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HTML</a:t>
            </a:r>
            <a:r>
              <a:rPr lang="en-US" sz="36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6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CSS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829800" y="7143750"/>
            <a:ext cx="6858000" cy="8763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sắc,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2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trí.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54596cd1-4ce2-484b-84a7-916031826e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1950" b="1" spc="17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1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354330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33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lý,</a:t>
            </a:r>
            <a:r>
              <a:rPr lang="en-US" sz="330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330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330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tả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OpenAPI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OAS.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8601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5448300"/>
            <a:ext cx="13335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400300" y="544830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ISO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8601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743450" y="544830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OpenAPI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381750"/>
            <a:ext cx="7620000" cy="2476500"/>
          </a:xfrm>
          <a:prstGeom prst="roundRect">
            <a:avLst>
              <a:gd name="adj" fmla="val 10769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64845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8242017-112824045"/>
          <p:cNvSpPr/>
          <p:nvPr/>
        </p:nvSpPr>
        <p:spPr>
          <a:xfrm>
            <a:off x="1295400" y="7086600"/>
            <a:ext cx="704850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8601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 dùng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OpenAPI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86900" y="1257300"/>
            <a:ext cx="7543800" cy="2133600"/>
          </a:xfrm>
          <a:prstGeom prst="roundRect">
            <a:avLst>
              <a:gd name="adj" fmla="val 9821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9829800" y="1524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648950" y="1524000"/>
            <a:ext cx="400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4668500" y="1524000"/>
            <a:ext cx="2057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b="1" spc="13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1950" b="1" spc="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829800" y="2343150"/>
            <a:ext cx="6858000" cy="8763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(domain-specific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language)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486900" y="3657600"/>
            <a:ext cx="7543800" cy="2133600"/>
          </a:xfrm>
          <a:prstGeom prst="roundRect">
            <a:avLst>
              <a:gd name="adj" fmla="val 9821"/>
            </a:avLst>
          </a:prstGeom>
          <a:solidFill>
            <a:srgbClr val="F3DFB8"/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0" y="39243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648950" y="3924300"/>
            <a:ext cx="400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ISO</a:t>
            </a:r>
            <a:r>
              <a:rPr lang="en-US" sz="36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8601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4668500" y="3924300"/>
            <a:ext cx="2057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b="1" spc="13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1950" b="1" spc="1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829800" y="4743450"/>
            <a:ext cx="6858000" cy="8763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nước,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486900" y="6057900"/>
            <a:ext cx="7543800" cy="2133600"/>
          </a:xfrm>
          <a:prstGeom prst="roundRect">
            <a:avLst>
              <a:gd name="adj" fmla="val 9821"/>
            </a:avLst>
          </a:prstGeom>
          <a:solidFill>
            <a:srgbClr val="F3DFB8"/>
          </a:solidFill>
          <a:ln/>
        </p:spPr>
      </p:sp>
      <p:sp>
        <p:nvSpPr>
          <p:cNvPr id="23" name="Text 21"/>
          <p:cNvSpPr/>
          <p:nvPr/>
        </p:nvSpPr>
        <p:spPr>
          <a:xfrm>
            <a:off x="9829800" y="6324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648950" y="6324600"/>
            <a:ext cx="400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OpenAPI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4668500" y="6324600"/>
            <a:ext cx="2057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b="1" spc="14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950" b="1" spc="8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829800" y="7143750"/>
            <a:ext cx="6858000" cy="8763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API.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14400" y="1333500"/>
            <a:ext cx="7810500" cy="2047875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trao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69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d108bc87-fd76-4558-a91a-2049bb6f9d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b="1" spc="20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950" b="1" spc="17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47875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ngôn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Ủy</a:t>
            </a:r>
            <a:r>
              <a:rPr lang="en-US" sz="3300" b="1" dirty="0" spc="-2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3300" b="1" dirty="0" spc="-3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33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3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kịch bản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2862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Ecma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International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ECMAScript mà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tuân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44830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495550" y="5448300"/>
            <a:ext cx="24765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ECMAScript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381750"/>
            <a:ext cx="7620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64845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8373721-923515085"/>
          <p:cNvSpPr/>
          <p:nvPr/>
        </p:nvSpPr>
        <p:spPr>
          <a:xfrm>
            <a:off x="1295400" y="7086600"/>
            <a:ext cx="714375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OAuth: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lộ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ECMAScript: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kịch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ECMAScript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 cho nhiều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86900" y="1257300"/>
            <a:ext cx="7543800" cy="3695700"/>
          </a:xfrm>
          <a:prstGeom prst="roundRect">
            <a:avLst>
              <a:gd name="adj" fmla="val 567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1524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648950" y="1524000"/>
            <a:ext cx="400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4668500" y="1524000"/>
            <a:ext cx="2057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b="1" spc="16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ỦY</a:t>
            </a:r>
            <a:r>
              <a:rPr lang="en-US" sz="1950" b="1" spc="15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829800" y="2571750"/>
            <a:ext cx="2381250" cy="1047750"/>
          </a:xfrm>
          <a:prstGeom prst="roundRect">
            <a:avLst>
              <a:gd name="adj" fmla="val 16364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9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4287500" y="2571750"/>
            <a:ext cx="238125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18" name="Connector line-1792338373744-838203436"/>
          <p:cNvSpPr/>
          <p:nvPr/>
        </p:nvSpPr>
        <p:spPr>
          <a:xfrm>
            <a:off x="12306300" y="3095625"/>
            <a:ext cx="18859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2287250" y="26289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1800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29800" y="4038600"/>
            <a:ext cx="4000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10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486900" y="5219700"/>
            <a:ext cx="7543800" cy="3238500"/>
          </a:xfrm>
          <a:prstGeom prst="roundRect">
            <a:avLst>
              <a:gd name="adj" fmla="val 6471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9800" y="5486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648950" y="5486400"/>
            <a:ext cx="400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ECMAScript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4668500" y="5486400"/>
            <a:ext cx="2057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b="1" spc="1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1950" b="1" spc="8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829800" y="6438900"/>
            <a:ext cx="2381250" cy="1047750"/>
          </a:xfrm>
          <a:prstGeom prst="roundRect">
            <a:avLst>
              <a:gd name="adj" fmla="val 16364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ECMAScript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4287500" y="6438900"/>
            <a:ext cx="238125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950" dirty="0"/>
          </a:p>
        </p:txBody>
      </p:sp>
      <p:sp>
        <p:nvSpPr>
          <p:cNvPr id="27" name="Connector line-1792338373758-688826070"/>
          <p:cNvSpPr/>
          <p:nvPr/>
        </p:nvSpPr>
        <p:spPr>
          <a:xfrm>
            <a:off x="12306300" y="6962775"/>
            <a:ext cx="18859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2287250" y="64960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 nền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29800" y="773430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nổi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45fe8f21-8cf9-4f77-939c-a976b81bfb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spc="17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47875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Gặp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3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330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3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2862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OpenAPI,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ECMA-262,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MDN.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4483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OpenAPI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876550" y="5448300"/>
            <a:ext cx="20955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ECMA-262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124450" y="5448300"/>
            <a:ext cx="276225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381750"/>
            <a:ext cx="7620000" cy="2476500"/>
          </a:xfrm>
          <a:prstGeom prst="roundRect">
            <a:avLst>
              <a:gd name="adj" fmla="val 10769"/>
            </a:avLst>
          </a:prstGeom>
          <a:solidFill>
            <a:srgbClr val="F8D9D0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664845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richtext-1792338583974-567727662"/>
          <p:cNvSpPr/>
          <p:nvPr/>
        </p:nvSpPr>
        <p:spPr>
          <a:xfrm>
            <a:off x="1295400" y="7086600"/>
            <a:ext cx="714375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OpenAPI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chữ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RESTful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ECMAScript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57300"/>
            <a:ext cx="7543800" cy="2286000"/>
          </a:xfrm>
          <a:prstGeom prst="roundRect">
            <a:avLst>
              <a:gd name="adj" fmla="val 9167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9829800" y="1524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648950" y="15240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OpenAPI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4249400" y="1524000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829800" y="23622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HTTP,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RESTful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nguồn.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486900" y="3714750"/>
            <a:ext cx="7543800" cy="2286000"/>
          </a:xfrm>
          <a:prstGeom prst="roundRect">
            <a:avLst>
              <a:gd name="adj" fmla="val 9167"/>
            </a:avLst>
          </a:prstGeom>
          <a:solidFill>
            <a:srgbClr val="CFE8E2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0" y="39814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648950" y="398145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ECMA-262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4249400" y="3981450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1950" b="1" spc="14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829800" y="4819650"/>
            <a:ext cx="6858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ECMA-262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ECMAScript.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MDN: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ECMAScript.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486900" y="6172200"/>
            <a:ext cx="7543800" cy="2286000"/>
          </a:xfrm>
          <a:prstGeom prst="roundRect">
            <a:avLst>
              <a:gd name="adj" fmla="val 9167"/>
            </a:avLst>
          </a:prstGeom>
          <a:solidFill>
            <a:srgbClr val="DDE3FA"/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0" y="6438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648950" y="64389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HTML</a:t>
            </a:r>
            <a:r>
              <a:rPr lang="en-US" sz="36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Standard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4249400" y="6438900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829800" y="72771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thiệu là nơi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Standard.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c9472590-ca77-49da-a87a-2c8c1b256c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47875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3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3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3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2862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IETF,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8601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của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 bài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6096000"/>
            <a:ext cx="76200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4008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richtext-1792338628319-846036599"/>
          <p:cNvSpPr/>
          <p:nvPr/>
        </p:nvSpPr>
        <p:spPr>
          <a:xfrm>
            <a:off x="1295400" y="6896100"/>
            <a:ext cx="714375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7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nêu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86900" y="1257300"/>
            <a:ext cx="7543800" cy="2133600"/>
          </a:xfrm>
          <a:prstGeom prst="roundRect">
            <a:avLst>
              <a:gd name="adj" fmla="val 9821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9800" y="1524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648950" y="1524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Nhóm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của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829800" y="2343150"/>
            <a:ext cx="6858000" cy="8763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2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225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486900" y="3657600"/>
            <a:ext cx="7543800" cy="2133600"/>
          </a:xfrm>
          <a:prstGeom prst="roundRect">
            <a:avLst>
              <a:gd name="adj" fmla="val 9821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29800" y="39243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648950" y="39243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829800" y="4743450"/>
            <a:ext cx="6858000" cy="8763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 chi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2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486900" y="6057900"/>
            <a:ext cx="7543800" cy="2133600"/>
          </a:xfrm>
          <a:prstGeom prst="roundRect">
            <a:avLst>
              <a:gd name="adj" fmla="val 9821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9800" y="6324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648950" y="63246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HTML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dở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dang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829800" y="7143750"/>
            <a:ext cx="6858000" cy="8763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Đuôi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2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tags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lạc</a:t>
            </a: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vào;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giữ phần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2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cd20652d-a521-4773-bc88-9232f52bac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47875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7620000" cy="2381250"/>
          </a:xfrm>
          <a:prstGeom prst="roundRect">
            <a:avLst>
              <a:gd name="adj" fmla="val 11200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8481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267200"/>
            <a:ext cx="6953250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 mỗi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 Chuẩn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nhắm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6191250"/>
            <a:ext cx="7620000" cy="2381250"/>
          </a:xfrm>
          <a:prstGeom prst="roundRect">
            <a:avLst>
              <a:gd name="adj" fmla="val 11200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41985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6838950"/>
            <a:ext cx="6953250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 thì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86900" y="1257300"/>
            <a:ext cx="7543800" cy="2286000"/>
          </a:xfrm>
          <a:prstGeom prst="roundRect">
            <a:avLst>
              <a:gd name="adj" fmla="val 9167"/>
            </a:avLst>
          </a:prstGeom>
          <a:solidFill>
            <a:srgbClr val="F3DFB8"/>
          </a:solidFill>
          <a:ln/>
        </p:spPr>
      </p:sp>
      <p:sp>
        <p:nvSpPr>
          <p:cNvPr id="12" name="Text 10"/>
          <p:cNvSpPr/>
          <p:nvPr/>
        </p:nvSpPr>
        <p:spPr>
          <a:xfrm>
            <a:off x="9829800" y="1524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648950" y="15240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ISO</a:t>
            </a:r>
            <a:r>
              <a:rPr lang="en-US" sz="36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8601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3963650" y="1524000"/>
            <a:ext cx="2762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b="1" spc="1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14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950" b="1" spc="13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95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829800" y="23622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nước,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486900" y="3714750"/>
            <a:ext cx="7543800" cy="2286000"/>
          </a:xfrm>
          <a:prstGeom prst="roundRect">
            <a:avLst>
              <a:gd name="adj" fmla="val 9167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9829800" y="39814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648950" y="398145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4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3963650" y="3981450"/>
            <a:ext cx="2762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b="1" spc="1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950" b="1" spc="13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950" b="1" spc="14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829800" y="4819650"/>
            <a:ext cx="6858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86900" y="6172200"/>
            <a:ext cx="7543800" cy="2286000"/>
          </a:xfrm>
          <a:prstGeom prst="roundRect">
            <a:avLst>
              <a:gd name="adj" fmla="val 9167"/>
            </a:avLst>
          </a:prstGeom>
          <a:solidFill>
            <a:srgbClr val="F8D9D0"/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6438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648950" y="64389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36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3963650" y="6438900"/>
            <a:ext cx="2762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b="1" spc="15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95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829800" y="72771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8601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ngữ.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a27cd59e-5a86-4d71-a663-26fc4449e8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1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1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21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5334000" cy="3714750"/>
          </a:xfrm>
          <a:prstGeom prst="roundRect">
            <a:avLst>
              <a:gd name="adj" fmla="val 7179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57500"/>
            <a:ext cx="238125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8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390900"/>
            <a:ext cx="457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IETF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295400" y="4495800"/>
            <a:ext cx="4572000" cy="7239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9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Engineering</a:t>
            </a:r>
            <a:r>
              <a:rPr lang="en-US" sz="1950" dirty="0" spc="-3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Task</a:t>
            </a:r>
            <a:r>
              <a:rPr lang="en-US" sz="1950" dirty="0" spc="-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Force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95400" y="5334000"/>
            <a:ext cx="4572000" cy="8001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477000" y="2571750"/>
            <a:ext cx="5334000" cy="3714750"/>
          </a:xfrm>
          <a:prstGeom prst="roundRect">
            <a:avLst>
              <a:gd name="adj" fmla="val 7179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857500"/>
            <a:ext cx="3143250" cy="419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8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8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3390900"/>
            <a:ext cx="457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-8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6858000" y="4495800"/>
            <a:ext cx="4572000" cy="7239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AUTHorization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58000" y="5334000"/>
            <a:ext cx="4572000" cy="8001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Ủy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mở: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039600" y="2571750"/>
            <a:ext cx="5334000" cy="3714750"/>
          </a:xfrm>
          <a:prstGeom prst="roundRect">
            <a:avLst>
              <a:gd name="adj" fmla="val 7179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420600" y="2857500"/>
            <a:ext cx="3048000" cy="419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18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420600" y="3390900"/>
            <a:ext cx="457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ISO</a:t>
            </a:r>
            <a:endParaRPr lang="en-US" sz="6600" dirty="0"/>
          </a:p>
        </p:txBody>
      </p:sp>
      <p:sp>
        <p:nvSpPr>
          <p:cNvPr id="17" name="Text 15"/>
          <p:cNvSpPr/>
          <p:nvPr/>
        </p:nvSpPr>
        <p:spPr>
          <a:xfrm>
            <a:off x="12420600" y="4495800"/>
            <a:ext cx="4572000" cy="7239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International</a:t>
            </a:r>
            <a:r>
              <a:rPr lang="en-US" sz="19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Organization</a:t>
            </a:r>
            <a:r>
              <a:rPr lang="en-US" sz="19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Standardization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420600" y="5334000"/>
            <a:ext cx="4572000" cy="8001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9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Quốc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8601.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6515100"/>
            <a:ext cx="164592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67437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1" name="Text richtext-1792338729609-360132420"/>
          <p:cNvSpPr/>
          <p:nvPr/>
        </p:nvSpPr>
        <p:spPr>
          <a:xfrm>
            <a:off x="1295400" y="7162800"/>
            <a:ext cx="15716250" cy="12954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OpenAPI,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ECMA-262, HTML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Standard: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kho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JavaScript,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95400" y="8591550"/>
            <a:ext cx="1571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daaeef79-3954-4a1f-bf9c-e720d51784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2026-10-18T15:52:27Z</dcterms:created>
  <dcterms:modified xsi:type="dcterms:W3CDTF">2026-10-18T15:52:27Z</dcterms:modified>
</cp:coreProperties>
</file>