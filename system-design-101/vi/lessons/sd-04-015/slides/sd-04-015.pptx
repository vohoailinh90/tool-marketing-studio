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1906250" cy="43815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5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-1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(CDC):</a:t>
            </a:r>
            <a:r>
              <a:rPr lang="en-US" sz="75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5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373100" y="161925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73100" y="276225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Thăm</a:t>
            </a: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</a:t>
            </a:r>
            <a:r>
              <a:rPr lang="en-US" sz="19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73100" y="390525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1950" dirty="0"/>
          </a:p>
        </p:txBody>
      </p:sp>
      <p:sp>
        <p:nvSpPr>
          <p:cNvPr id="8" name="Connector line-1792459843835-680325184"/>
          <p:cNvSpPr/>
          <p:nvPr/>
        </p:nvSpPr>
        <p:spPr>
          <a:xfrm>
            <a:off x="914400" y="8382000"/>
            <a:ext cx="164592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647950" y="817245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8934450" y="8172450"/>
            <a:ext cx="419100" cy="4191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5220950" y="81724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742950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715250" y="742950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001750" y="742950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88582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b="1" spc="1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7ce2c81-3e19-4982-bf5d-d8b2ef53a1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4000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5430500" cy="4191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 mà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63817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thấy: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7524750"/>
            <a:ext cx="49530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 cả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67500" y="7524750"/>
            <a:ext cx="59055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cuối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58750" y="7524750"/>
            <a:ext cx="40005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39ca06b0-d6f8-42ea-83a6-35e82d9074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867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6900" y="2762250"/>
            <a:ext cx="78867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86900" y="6096000"/>
            <a:ext cx="78867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096000"/>
            <a:ext cx="7886700" cy="2857500"/>
          </a:xfrm>
          <a:prstGeom prst="roundRect">
            <a:avLst>
              <a:gd name="adj" fmla="val 9333"/>
            </a:avLst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30861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9810750" y="30861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9810750" y="64198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6419850"/>
            <a:ext cx="762000" cy="762000"/>
          </a:xfrm>
          <a:prstGeom prst="ellipse">
            <a:avLst/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25755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906000" y="325755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906000" y="65913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33500" y="65913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286000" y="314325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8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0858500" y="314325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PostgreSQL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WAL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0858500" y="647700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Công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CDC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WAL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replication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slot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286000" y="647700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Sự kiện</a:t>
            </a:r>
            <a:r>
              <a:rPr lang="en-US" sz="2850" dirty="0" spc="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8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-4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Kafka</a:t>
            </a:r>
            <a:endParaRPr lang="en-US" sz="2850" dirty="0"/>
          </a:p>
        </p:txBody>
      </p:sp>
      <p:sp>
        <p:nvSpPr>
          <p:cNvPr id="20" name="Connector line-1792459850280-297918293"/>
          <p:cNvSpPr/>
          <p:nvPr/>
        </p:nvSpPr>
        <p:spPr>
          <a:xfrm>
            <a:off x="8858250" y="4191000"/>
            <a:ext cx="571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459850281-748343920"/>
          <p:cNvSpPr/>
          <p:nvPr/>
        </p:nvSpPr>
        <p:spPr>
          <a:xfrm>
            <a:off x="13430250" y="5676900"/>
            <a:ext cx="0" cy="3619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459850281-425367667"/>
          <p:cNvSpPr/>
          <p:nvPr/>
        </p:nvSpPr>
        <p:spPr>
          <a:xfrm flipH="1">
            <a:off x="8858250" y="7524750"/>
            <a:ext cx="571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8" name="Shape 2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9" name="Shape 2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30" name="Shape 2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2b34df1-c740-4dd4-9df8-2e66ca83d9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THĂM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</a:t>
            </a:r>
            <a:r>
              <a:rPr lang="en-US" sz="1800" b="1" spc="25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6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2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xóa: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6900" y="304800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Thăm</a:t>
            </a:r>
            <a:r>
              <a:rPr lang="en-US" sz="3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</a:t>
            </a:r>
            <a:r>
              <a:rPr lang="en-US" sz="39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updated_at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8679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3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WAL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slot</a:t>
            </a:r>
            <a:endParaRPr lang="en-US" sz="3900" dirty="0"/>
          </a:p>
        </p:txBody>
      </p:sp>
      <p:sp>
        <p:nvSpPr>
          <p:cNvPr id="8" name="Text richtext-1792459876505-428271567"/>
          <p:cNvSpPr/>
          <p:nvPr/>
        </p:nvSpPr>
        <p:spPr>
          <a:xfrm>
            <a:off x="1295400" y="4572000"/>
            <a:ext cx="71437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bị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850" dirty="0"/>
          </a:p>
        </p:txBody>
      </p:sp>
      <p:sp>
        <p:nvSpPr>
          <p:cNvPr id="9" name="Text richtext-1792459876537-100100653"/>
          <p:cNvSpPr/>
          <p:nvPr/>
        </p:nvSpPr>
        <p:spPr>
          <a:xfrm>
            <a:off x="9867900" y="4572000"/>
            <a:ext cx="71437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Xóa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06ba81e-bcbf-49ce-9ae3-4536285c80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TRỊ</a:t>
            </a: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Sự kiện</a:t>
            </a:r>
            <a:r>
              <a:rPr lang="en-US" sz="72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Cấu</a:t>
                      </a:r>
                      <a:r>
                        <a:rPr lang="en-US" sz="27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Lần</a:t>
                      </a:r>
                      <a:r>
                        <a:rPr lang="en-US" sz="2700" b="1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r>
                        <a:rPr lang="en-US" sz="27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Mặc</a:t>
                      </a:r>
                      <a:r>
                        <a:rPr lang="en-US" sz="270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Giá</a:t>
                      </a:r>
                      <a:r>
                        <a:rPr lang="en-US" sz="270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trị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7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Replica</a:t>
                      </a:r>
                      <a:r>
                        <a:rPr lang="en-US" sz="270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identity</a:t>
                      </a:r>
                      <a:r>
                        <a:rPr lang="en-US" sz="2700" b="1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full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Cả</a:t>
                      </a:r>
                      <a:r>
                        <a:rPr lang="en-US" sz="27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</a:t>
                      </a:r>
                      <a:r>
                        <a:rPr lang="en-US" sz="2700" b="1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trị</a:t>
                      </a:r>
                      <a:r>
                        <a:rPr lang="en-US" sz="27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cũ</a:t>
                      </a:r>
                      <a:r>
                        <a:rPr lang="en-US" sz="27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lẫn mới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667500"/>
            <a:ext cx="104775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sửa:</a:t>
            </a:r>
            <a:r>
              <a:rPr lang="en-US" sz="24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</a:t>
            </a:r>
            <a:r>
              <a:rPr lang="en-US" sz="24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identity</a:t>
            </a:r>
            <a:r>
              <a:rPr lang="en-US" sz="2400" b="1" dirty="0" spc="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7" name="Shape 4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6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7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5e66c5b-701f-491e-bb59-12c4334e10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Slot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WAL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không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3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250" b="1" spc="1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spc="15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2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2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spc="15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b="1" spc="15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8572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dirty="0" spc="-13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61</a:t>
            </a:r>
            <a:r>
              <a:rPr lang="en-US" sz="15000" dirty="0" spc="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endParaRPr lang="en-US" sz="15000" dirty="0"/>
          </a:p>
        </p:txBody>
      </p:sp>
      <p:sp>
        <p:nvSpPr>
          <p:cNvPr id="6" name="Connector line-1792459880830-7721020"/>
          <p:cNvSpPr/>
          <p:nvPr/>
        </p:nvSpPr>
        <p:spPr>
          <a:xfrm>
            <a:off x="9334500" y="4572000"/>
            <a:ext cx="1143000" cy="0"/>
          </a:xfrm>
          <a:prstGeom prst="line">
            <a:avLst/>
          </a:prstGeom>
          <a:noFill/>
          <a:ln w="76200">
            <a:solidFill>
              <a:srgbClr val="F3EEE3"/>
            </a:solidFill>
            <a:prstDash val="solid"/>
            <a:headEnd type="none"/>
            <a:tailEnd type="triangle" w="sm" len="sm"/>
          </a:ln>
        </p:spPr>
      </p:sp>
      <p:sp>
        <p:nvSpPr>
          <p:cNvPr id="7" name="Text 5"/>
          <p:cNvSpPr/>
          <p:nvPr/>
        </p:nvSpPr>
        <p:spPr>
          <a:xfrm>
            <a:off x="10858500" y="29527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spc="1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250" b="1" spc="9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CHECKPOINT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858500" y="3429000"/>
            <a:ext cx="6667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dirty="0" spc="-8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6.712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10858500" y="51435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2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6858000"/>
            <a:ext cx="102870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4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Xóa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slot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dùng, giám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slot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06/09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70f9bb9-b91d-4efd-9de0-3053742734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57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gốc.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57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9530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500" y="3143250"/>
            <a:ext cx="49530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20600" y="3143250"/>
            <a:ext cx="4953000" cy="2476500"/>
          </a:xfrm>
          <a:prstGeom prst="roundRect">
            <a:avLst>
              <a:gd name="adj" fmla="val 9231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524250"/>
            <a:ext cx="4305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Đơn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bảng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991350" y="3524250"/>
            <a:ext cx="4305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bao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744450" y="3524250"/>
            <a:ext cx="4305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giữ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endParaRPr lang="en-US" sz="2700" dirty="0"/>
          </a:p>
        </p:txBody>
      </p:sp>
      <p:sp>
        <p:nvSpPr>
          <p:cNvPr id="10" name="Connector line-1792459925700-404783829"/>
          <p:cNvSpPr/>
          <p:nvPr/>
        </p:nvSpPr>
        <p:spPr>
          <a:xfrm>
            <a:off x="5924550" y="4381500"/>
            <a:ext cx="685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59925700-552818157"/>
          <p:cNvSpPr/>
          <p:nvPr/>
        </p:nvSpPr>
        <p:spPr>
          <a:xfrm>
            <a:off x="11677650" y="4381500"/>
            <a:ext cx="685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6286500"/>
            <a:ext cx="9525000" cy="952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đọc</a:t>
            </a:r>
            <a:r>
              <a:rPr lang="en-US" sz="2550" b="1" dirty="0" spc="-4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WAL: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b="1" dirty="0" spc="-2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 giám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replication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slot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31f6d9f-5dd9-4371-acb9-09b5b7f98e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0" y="5048250"/>
            <a:ext cx="149352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0" y="7048500"/>
            <a:ext cx="134112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81375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90%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giới: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057400" y="5381625"/>
            <a:ext cx="1417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lo: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slot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8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WAL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819400" y="7381875"/>
            <a:ext cx="1264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test_decoding;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Debezium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pgoutput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ff88d0d-964e-4895-a2be-ee4b08ab7a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81600" y="30480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7625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1600" y="4762500"/>
            <a:ext cx="40005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1100" y="32861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CDC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48300" y="32861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WAL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 ghi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50006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SQL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48300" y="5000625"/>
            <a:ext cx="3467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MiB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mebibyte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0" y="31432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3" name="Text richtext-1792459929824-482023250"/>
          <p:cNvSpPr/>
          <p:nvPr/>
        </p:nvSpPr>
        <p:spPr>
          <a:xfrm>
            <a:off x="9906000" y="3714750"/>
            <a:ext cx="74676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Debezium:</a:t>
            </a:r>
            <a:r>
              <a:rPr lang="en-US" sz="24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Features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Debezium: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connector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Logical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Decoding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max_slot_wal_keep_size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09/09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5ffe6eb-e61a-4469-8a3b-4e404c749b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2026-10-20T01:32:41Z</dcterms:created>
  <dcterms:modified xsi:type="dcterms:W3CDTF">2026-10-20T01:32:41Z</dcterms:modified>
</cp:coreProperties>
</file>