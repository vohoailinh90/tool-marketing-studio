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ACID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81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315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1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31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1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381500"/>
            <a:ext cx="8382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hứa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sd-04-044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477500" y="914400"/>
            <a:ext cx="333375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20400" y="1619250"/>
            <a:ext cx="276225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10500" dirty="0"/>
          </a:p>
        </p:txBody>
      </p:sp>
      <p:sp>
        <p:nvSpPr>
          <p:cNvPr id="9" name="Text 7"/>
          <p:cNvSpPr/>
          <p:nvPr/>
        </p:nvSpPr>
        <p:spPr>
          <a:xfrm>
            <a:off x="10820400" y="3810000"/>
            <a:ext cx="27622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4039850" y="914400"/>
            <a:ext cx="333375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382750" y="1619250"/>
            <a:ext cx="276225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10500" dirty="0"/>
          </a:p>
        </p:txBody>
      </p:sp>
      <p:sp>
        <p:nvSpPr>
          <p:cNvPr id="12" name="Text 10"/>
          <p:cNvSpPr/>
          <p:nvPr/>
        </p:nvSpPr>
        <p:spPr>
          <a:xfrm>
            <a:off x="14382750" y="3810000"/>
            <a:ext cx="27622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0" y="4953000"/>
            <a:ext cx="333375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20400" y="5276850"/>
            <a:ext cx="276225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</a:t>
            </a:r>
            <a:endParaRPr lang="en-US" sz="10500" dirty="0"/>
          </a:p>
        </p:txBody>
      </p:sp>
      <p:sp>
        <p:nvSpPr>
          <p:cNvPr id="15" name="Text 13"/>
          <p:cNvSpPr/>
          <p:nvPr/>
        </p:nvSpPr>
        <p:spPr>
          <a:xfrm>
            <a:off x="10820400" y="7848600"/>
            <a:ext cx="27622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4039850" y="4953000"/>
            <a:ext cx="3333750" cy="38100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382750" y="5276850"/>
            <a:ext cx="276225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</a:t>
            </a:r>
            <a:endParaRPr lang="en-US" sz="10500" dirty="0"/>
          </a:p>
        </p:txBody>
      </p:sp>
      <p:sp>
        <p:nvSpPr>
          <p:cNvPr id="18" name="Text 16"/>
          <p:cNvSpPr/>
          <p:nvPr/>
        </p:nvSpPr>
        <p:spPr>
          <a:xfrm>
            <a:off x="14382750" y="7848600"/>
            <a:ext cx="27622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Bền</a:t>
            </a:r>
            <a:r>
              <a:rPr lang="en-US" sz="255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947156f-5b8d-4752-8f88-00aadf3a0f0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hứa,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14300" cy="1238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2857500"/>
            <a:ext cx="15240000" cy="133350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chắc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thử</a:t>
            </a: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</a:t>
            </a:r>
            <a:endParaRPr lang="en-US" sz="7800" dirty="0"/>
          </a:p>
        </p:txBody>
      </p:sp>
      <p:sp>
        <p:nvSpPr>
          <p:cNvPr id="6" name="Shape 4"/>
          <p:cNvSpPr/>
          <p:nvPr/>
        </p:nvSpPr>
        <p:spPr>
          <a:xfrm>
            <a:off x="914400" y="49530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53340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59055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tài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372600" y="49530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53600" y="53340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ACCOUNTS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53600" y="59055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Ràng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check: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&gt;=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95400" y="75247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cả lúc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4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hứa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753600" y="75247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r>
              <a:rPr lang="en-US" sz="24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16.15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e73085c-f5d3-48b9-b049-ce5917c9b5d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A,</a:t>
            </a:r>
            <a:r>
              <a:rPr lang="en-US" sz="19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trọn,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16459200" cy="5943600"/>
          </a:xfrm>
          <a:prstGeom prst="roundRect">
            <a:avLst>
              <a:gd name="adj" fmla="val 4487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86100"/>
            <a:ext cx="1524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150 TỪ</a:t>
            </a:r>
            <a:r>
              <a:rPr lang="en-US" sz="1800" b="1" spc="1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21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(CÓ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295400" y="3619500"/>
            <a:ext cx="156972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676400" y="384810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 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76400" y="4267200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150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2: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295400" y="5238750"/>
            <a:ext cx="15697200" cy="1428750"/>
          </a:xfrm>
          <a:prstGeom prst="roundRect">
            <a:avLst>
              <a:gd name="adj" fmla="val 13333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1676400" y="54673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76400" y="5886450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Trừ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150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1295400" y="6858000"/>
            <a:ext cx="15697200" cy="1619250"/>
          </a:xfrm>
          <a:prstGeom prst="roundRect">
            <a:avLst>
              <a:gd name="adj" fmla="val 11765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676400" y="70866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D6DC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14" kern="0" dirty="0">
                <a:solidFill>
                  <a:srgbClr val="D6DC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76400" y="7505700"/>
            <a:ext cx="1485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hủy:</a:t>
            </a:r>
            <a:r>
              <a:rPr lang="en-US" sz="42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r>
              <a:rPr lang="en-US" sz="42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677112b-7944-4675-ad4e-0a82d446fae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1950" b="1" spc="18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b="1" spc="21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1524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5242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new</a:t>
            </a:r>
            <a:r>
              <a:rPr lang="en-US" sz="2400" dirty="0" spc="-3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row</a:t>
            </a:r>
            <a:r>
              <a:rPr lang="en-US" sz="2400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violates</a:t>
            </a:r>
            <a:r>
              <a:rPr lang="en-US" sz="2400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</a:t>
            </a:r>
            <a:r>
              <a:rPr lang="en-US" sz="2400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constraint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9149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LUẬT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800" b="1" spc="20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CƠ</a:t>
            </a:r>
            <a:r>
              <a:rPr lang="en-US" sz="1800" b="1" spc="23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54864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95400" y="6667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Ràng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72600" y="4572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753600" y="49149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LUẬT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b="1" spc="2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753600" y="54864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Nó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biết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9753600" y="6667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2382500" y="3524250"/>
            <a:ext cx="4667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 C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CAP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3bfa326-7b69-451f-80e5-fd38a43bcc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I,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800100"/>
          </a:xfrm>
          <a:prstGeom prst="roundRect">
            <a:avLst>
              <a:gd name="adj" fmla="val 2381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6705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286500" y="3067050"/>
            <a:ext cx="476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 ĐỌC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950" b="1" spc="15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430000" y="3067050"/>
            <a:ext cx="571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RÚT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950" b="1" spc="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3810000"/>
            <a:ext cx="16459200" cy="2381250"/>
          </a:xfrm>
          <a:prstGeom prst="roundRect">
            <a:avLst>
              <a:gd name="adj" fmla="val 9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0957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Read</a:t>
            </a:r>
            <a:r>
              <a:rPr lang="en-US" sz="3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committed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1295400" y="48577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286500" y="4095750"/>
            <a:ext cx="4762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</a:t>
            </a:r>
            <a:r>
              <a:rPr lang="en-US" sz="3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50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6286500" y="4857750"/>
            <a:ext cx="47625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1430000" y="4095750"/>
            <a:ext cx="571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Còn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80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1430000" y="485775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14400" y="6381750"/>
            <a:ext cx="16459200" cy="2381250"/>
          </a:xfrm>
          <a:prstGeom prst="roundRect">
            <a:avLst>
              <a:gd name="adj" fmla="val 96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5400" y="666750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Repeatable</a:t>
            </a:r>
            <a:r>
              <a:rPr lang="en-US" sz="3900" dirty="0" spc="-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1295400" y="74295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286500" y="6667500"/>
            <a:ext cx="4762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</a:t>
            </a:r>
            <a:r>
              <a:rPr lang="en-US" sz="390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39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6286500" y="7429500"/>
            <a:ext cx="47625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lại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430000" y="6667500"/>
            <a:ext cx="571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Còn</a:t>
            </a:r>
            <a:r>
              <a:rPr lang="en-US" sz="3900" dirty="0" spc="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90</a:t>
            </a:r>
            <a:endParaRPr lang="en-US" sz="3900" dirty="0"/>
          </a:p>
        </p:txBody>
      </p:sp>
      <p:sp>
        <p:nvSpPr>
          <p:cNvPr id="21" name="Text 19"/>
          <p:cNvSpPr/>
          <p:nvPr/>
        </p:nvSpPr>
        <p:spPr>
          <a:xfrm>
            <a:off x="11430000" y="742950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hủy,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8f07fbce-d603-4b7d-ae41-d16ce3e411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D,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1950" b="1" spc="24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chốt</a:t>
            </a: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mất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914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CHỐT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2.000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DÒNG,</a:t>
            </a:r>
            <a:r>
              <a:rPr lang="en-US" sz="1800" b="1" spc="21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800" b="1" spc="13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180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NGỘT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3238500"/>
            <a:ext cx="9525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0" dirty="0" spc="-1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2.000</a:t>
            </a:r>
            <a:endParaRPr lang="en-US" sz="18000" dirty="0"/>
          </a:p>
        </p:txBody>
      </p:sp>
      <p:sp>
        <p:nvSpPr>
          <p:cNvPr id="6" name="Text 4"/>
          <p:cNvSpPr/>
          <p:nvPr/>
        </p:nvSpPr>
        <p:spPr>
          <a:xfrm>
            <a:off x="914400" y="6286500"/>
            <a:ext cx="914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Khởi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3000" b="1" dirty="0" spc="-5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7048500"/>
            <a:ext cx="914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8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pg_ctl</a:t>
            </a:r>
            <a:r>
              <a:rPr lang="en-US" sz="24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stop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-m</a:t>
            </a:r>
            <a:r>
              <a:rPr lang="en-US" sz="24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immediate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953750" y="2857500"/>
            <a:ext cx="641985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1334750" y="32004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SYNCHRONOUS_COMMIT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OFF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334750" y="371475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Chốt</a:t>
            </a:r>
            <a:r>
              <a:rPr lang="en-US" sz="24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400" dirty="0" spc="-5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WAL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4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1334750" y="48577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CÒN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334750" y="5295900"/>
            <a:ext cx="5715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1.928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2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1.974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1.946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11334750" y="6572250"/>
            <a:ext cx="5715000" cy="1524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454b384-2e87-4a62-9bfd-fcd0bb5c56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Lời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hứa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289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667000" y="31623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7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committed,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 nhất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3053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5148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2667000" y="46482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hủy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7912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667000" y="61341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đĩa;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phân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72771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4866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2667000" y="7620000"/>
            <a:ext cx="142875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ngột,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88f2846-70e9-4a51-98d2-8e06f8e8cf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95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Bấm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rút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 thật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49530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419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619500"/>
            <a:ext cx="4191000" cy="1524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100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000750" y="3619500"/>
            <a:ext cx="762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→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6858000" y="2819400"/>
            <a:ext cx="49530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7239000" y="3105150"/>
            <a:ext cx="419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239000" y="3619500"/>
            <a:ext cx="4191000" cy="1524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1944350" y="3619500"/>
            <a:ext cx="762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→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12801600" y="2819400"/>
            <a:ext cx="45720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182600" y="310515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1800" b="1" spc="20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1800" b="1" spc="1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182600" y="3619500"/>
            <a:ext cx="3810000" cy="1524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sau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7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5791200"/>
            <a:ext cx="16459200" cy="2971800"/>
          </a:xfrm>
          <a:prstGeom prst="roundRect">
            <a:avLst>
              <a:gd name="adj" fmla="val 8974"/>
            </a:avLst>
          </a:prstGeom>
          <a:solidFill>
            <a:srgbClr val="F3EEE3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6096000"/>
            <a:ext cx="1524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95400" y="657225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tự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trừ: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95400" y="723900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đọc: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</a:t>
            </a:r>
            <a:r>
              <a:rPr lang="en-US" sz="2550" b="1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...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update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95400" y="790575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Repeatable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read,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44939ce-3e28-40f3-a637-7aca0c23dc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1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lab044;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5441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3886200" cy="4381500"/>
          </a:xfrm>
          <a:prstGeom prst="roundRect">
            <a:avLst>
              <a:gd name="adj" fmla="val 6863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8250" y="4248150"/>
            <a:ext cx="3238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6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1650" b="1" spc="1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1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650" b="1" spc="14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38250" y="5048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41148" rIns="0" bIns="-41148" rtlCol="0" anchor="t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</a:t>
            </a:r>
            <a:r>
              <a:rPr lang="en-US" sz="48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238250" y="647700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chối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105400" y="3810000"/>
            <a:ext cx="3886200" cy="4381500"/>
          </a:xfrm>
          <a:prstGeom prst="roundRect">
            <a:avLst>
              <a:gd name="adj" fmla="val 686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9250" y="4248150"/>
            <a:ext cx="3238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6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429250" y="5048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41148" rIns="0" bIns="-41148" rtlCol="0" anchor="t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/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5429250" y="647700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committed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1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repeatable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296400" y="3810000"/>
            <a:ext cx="3886200" cy="4381500"/>
          </a:xfrm>
          <a:prstGeom prst="roundRect">
            <a:avLst>
              <a:gd name="adj" fmla="val 686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20250" y="4248150"/>
            <a:ext cx="3238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3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RÚT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LÚC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620250" y="5048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41148" rIns="0" bIns="-41148" rtlCol="0" anchor="t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80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/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90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9620250" y="647700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Repeatable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 B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487400" y="3810000"/>
            <a:ext cx="3886200" cy="4381500"/>
          </a:xfrm>
          <a:prstGeom prst="roundRect">
            <a:avLst>
              <a:gd name="adj" fmla="val 6863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811250" y="4248150"/>
            <a:ext cx="3238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BỀN</a:t>
            </a:r>
            <a:r>
              <a:rPr lang="en-US" sz="1650" b="1" spc="17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811250" y="504825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41148" rIns="0" bIns="-41148" rtlCol="0" anchor="t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2.000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3811250" y="6477000"/>
            <a:ext cx="3238500" cy="1714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Off: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1.928,</a:t>
            </a:r>
            <a:r>
              <a:rPr lang="en-US" sz="21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1.974</a:t>
            </a: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1.946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bc4d394d-de31-43c1-b06b-c4b155d122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704850"/>
          </a:xfrm>
          <a:prstGeom prst="roundRect">
            <a:avLst>
              <a:gd name="adj" fmla="val 21622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581400"/>
            <a:ext cx="16459200" cy="704850"/>
          </a:xfrm>
          <a:prstGeom prst="roundRect">
            <a:avLst>
              <a:gd name="adj" fmla="val 21622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400550"/>
            <a:ext cx="16459200" cy="704850"/>
          </a:xfrm>
          <a:prstGeom prst="roundRect">
            <a:avLst>
              <a:gd name="adj" fmla="val 21622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219700"/>
            <a:ext cx="16459200" cy="704850"/>
          </a:xfrm>
          <a:prstGeom prst="roundRect">
            <a:avLst>
              <a:gd name="adj" fmla="val 2162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287655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ACID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810000" y="295275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Atomicity, Consistency,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Isolation,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Durability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1239500" y="29527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quán,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 lập,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21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95400" y="369570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CAP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810000" y="37719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Consistency,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Availability,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Partition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1239500" y="377190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quán,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95400" y="451485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810000" y="459105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239500" y="45910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95400" y="5334000"/>
            <a:ext cx="2476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WAL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810000" y="54102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Write-Ahead</a:t>
            </a:r>
            <a:r>
              <a:rPr lang="en-US" sz="21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1239500" y="541020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6286500"/>
            <a:ext cx="81153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572250"/>
            <a:ext cx="73533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95400" y="7048500"/>
            <a:ext cx="7353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258300" y="6286500"/>
            <a:ext cx="81153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9639300" y="6572250"/>
            <a:ext cx="73533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639300" y="7048500"/>
            <a:ext cx="7353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Concurrency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639300" y="7543800"/>
            <a:ext cx="7353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Reliability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 the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Write-Ahead</a:t>
            </a:r>
            <a:r>
              <a:rPr lang="en-US" sz="22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9639300" y="8039100"/>
            <a:ext cx="73533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pg_ctl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66480395-a57f-4659-a687-73e5e2fe00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2026-10-19T04:16:02Z</dcterms:created>
  <dcterms:modified xsi:type="dcterms:W3CDTF">2026-10-19T04:16:02Z</dcterms:modified>
</cp:coreProperties>
</file>