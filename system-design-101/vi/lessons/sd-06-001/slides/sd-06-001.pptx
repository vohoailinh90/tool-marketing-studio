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 SemiBold"/>
      <p:regular r:id="rId17"/>
    </p:embeddedFont>
    <p:embeddedFont>
      <p:font typeface="Bricolage Grotesque ExtraBold"/>
      <p:regular r:id="rId18"/>
    </p:embeddedFont>
    <p:embeddedFont>
      <p:font typeface="Be Vietnam Pro"/>
      <p:regular r:id="rId19"/>
      <p:bold r:id="rId20"/>
    </p:embeddedFont>
    <p:embeddedFont>
      <p:font typeface="Be Vietnam Pr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7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SYSTEM</a:t>
            </a:r>
            <a:r>
              <a:rPr lang="en-US" sz="1950" spc="29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DESIGN</a:t>
            </a:r>
            <a:r>
              <a:rPr lang="en-US" sz="1950" spc="29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101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29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95250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ELK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Stack: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thập,</a:t>
            </a: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81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lý,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9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81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8650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-4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7810500"/>
            <a:ext cx="1333500" cy="76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6" name="Shape 4"/>
          <p:cNvSpPr/>
          <p:nvPr/>
        </p:nvSpPr>
        <p:spPr>
          <a:xfrm>
            <a:off x="10763250" y="914400"/>
            <a:ext cx="661035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10763250" y="914400"/>
            <a:ext cx="95250" cy="1809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8" name="Text 6"/>
          <p:cNvSpPr/>
          <p:nvPr/>
        </p:nvSpPr>
        <p:spPr>
          <a:xfrm>
            <a:off x="11163300" y="11620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30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0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Beats,</a:t>
            </a:r>
            <a:r>
              <a:rPr lang="en-US" sz="30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 ·</a:t>
            </a:r>
            <a:r>
              <a:rPr lang="en-US" sz="3000" dirty="0" spc="-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Logstash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1163300" y="1809750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0763250" y="3009900"/>
            <a:ext cx="661035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763250" y="3009900"/>
            <a:ext cx="95250" cy="1809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11163300" y="32575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30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0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Elasticsearch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1163300" y="3905250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mục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763250" y="5105400"/>
            <a:ext cx="661035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63250" y="5105400"/>
            <a:ext cx="95250" cy="1809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1163300" y="53530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30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00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Kibana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1163300" y="6000750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10763250" y="7200900"/>
            <a:ext cx="661035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0763250" y="7200900"/>
            <a:ext cx="95250" cy="1809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0" name="Text 18"/>
          <p:cNvSpPr/>
          <p:nvPr/>
        </p:nvSpPr>
        <p:spPr>
          <a:xfrm>
            <a:off x="11163300" y="74485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300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</a:t>
            </a:r>
            <a:r>
              <a:rPr lang="en-US" sz="3000" dirty="0" spc="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</a:t>
            </a:r>
            <a:r>
              <a:rPr lang="en-US" sz="3000" dirty="0" spc="-3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30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30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1163300" y="8096250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aee11f54-7209-40a8-8a42-0dd37a0989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TÌNH</a:t>
            </a:r>
            <a:r>
              <a:rPr lang="en-US" sz="1950" spc="226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HUỐNG</a:t>
            </a:r>
            <a:r>
              <a:rPr lang="en-US" sz="1950" spc="17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6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1950" spc="224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459200" cy="4572000"/>
          </a:xfrm>
          <a:prstGeom prst="rect">
            <a:avLst/>
          </a:prstGeom>
          <a:noFill/>
          <a:ln/>
        </p:spPr>
        <p:txBody>
          <a:bodyPr wrap="square" lIns="0" tIns="75438" rIns="0" bIns="-75438" rtlCol="0" anchor="t"/>
          <a:lstStyle/>
          <a:p>
            <a:pPr algn="l" indent="0" marL="0">
              <a:lnSpc>
                <a:spcPts val="10692"/>
              </a:lnSpc>
              <a:buNone/>
            </a:pPr>
            <a:r>
              <a:rPr lang="en-US" sz="9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Hiểu</a:t>
            </a:r>
            <a:r>
              <a:rPr lang="en-US" sz="9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99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9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9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9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bỏ,</a:t>
            </a:r>
            <a:r>
              <a:rPr lang="en-US" sz="9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9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thêm.</a:t>
            </a:r>
            <a:endParaRPr lang="en-US" sz="9900" dirty="0"/>
          </a:p>
        </p:txBody>
      </p:sp>
      <p:sp>
        <p:nvSpPr>
          <p:cNvPr id="4" name="Shape 2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7391400"/>
            <a:ext cx="32385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Beats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4914900" y="7391400"/>
            <a:ext cx="32385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Logstash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8534400" y="7391400"/>
            <a:ext cx="41910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Elasticsearch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3106400" y="7391400"/>
            <a:ext cx="32385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Kibana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9" name="Text 17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9f31a5f-f7a0-4fe0-b2d0-2eea5107d1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17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BEATS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18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LOGSTASH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 thập</a:t>
            </a:r>
            <a:r>
              <a:rPr lang="en-US" sz="78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7239000" cy="5334000"/>
          </a:xfrm>
          <a:prstGeom prst="roundRect">
            <a:avLst>
              <a:gd name="adj" fmla="val 4286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762250"/>
            <a:ext cx="7239000" cy="952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14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3600450"/>
            <a:ext cx="6477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Beats</a:t>
            </a:r>
            <a:endParaRPr lang="en-US" sz="6000" dirty="0"/>
          </a:p>
        </p:txBody>
      </p:sp>
      <p:sp>
        <p:nvSpPr>
          <p:cNvPr id="8" name="Text richtext-1792370576866-940646331"/>
          <p:cNvSpPr/>
          <p:nvPr/>
        </p:nvSpPr>
        <p:spPr>
          <a:xfrm>
            <a:off x="1295400" y="4762500"/>
            <a:ext cx="6477000" cy="3048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 trình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7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7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Filebeat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log,</a:t>
            </a:r>
            <a:r>
              <a:rPr lang="en-US" sz="27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Packetbeat</a:t>
            </a: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nhẹ,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700" dirty="0"/>
          </a:p>
        </p:txBody>
      </p:sp>
      <p:sp>
        <p:nvSpPr>
          <p:cNvPr id="9" name="Connector line-1792370576888-484155465"/>
          <p:cNvSpPr/>
          <p:nvPr/>
        </p:nvSpPr>
        <p:spPr>
          <a:xfrm>
            <a:off x="8382000" y="5429250"/>
            <a:ext cx="152400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0134600" y="2762250"/>
            <a:ext cx="7239000" cy="5334000"/>
          </a:xfrm>
          <a:prstGeom prst="roundRect">
            <a:avLst>
              <a:gd name="adj" fmla="val 4286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134600" y="2762250"/>
            <a:ext cx="7239000" cy="952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0" y="314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515600" y="3600450"/>
            <a:ext cx="6477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Logstash</a:t>
            </a:r>
            <a:endParaRPr lang="en-US" sz="6000" dirty="0"/>
          </a:p>
        </p:txBody>
      </p:sp>
      <p:sp>
        <p:nvSpPr>
          <p:cNvPr id="14" name="Text richtext-1792370576892-565681131"/>
          <p:cNvSpPr/>
          <p:nvPr/>
        </p:nvSpPr>
        <p:spPr>
          <a:xfrm>
            <a:off x="10515600" y="4762500"/>
            <a:ext cx="6477000" cy="3048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từ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log: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gian,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700" dirty="0" spc="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đi,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Text 23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f60de7f8-765f-49e9-8bbe-c76097fb7b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16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ELASTICSEARCH</a:t>
            </a:r>
            <a:r>
              <a:rPr lang="en-US" sz="1950" spc="249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1950" spc="172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09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ĐÁNH</a:t>
            </a:r>
            <a:r>
              <a:rPr lang="en-US" sz="1950" spc="225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1950" spc="226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mục,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8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4476750"/>
          </a:xfrm>
          <a:prstGeom prst="roundRect">
            <a:avLst>
              <a:gd name="adj" fmla="val 5106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289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</a:t>
            </a:r>
            <a:r>
              <a:rPr lang="en-US" sz="48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chữ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Gõ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4953000"/>
            <a:ext cx="7239000" cy="7239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timeout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295400" y="5905500"/>
            <a:ext cx="7239000" cy="7239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2762250"/>
            <a:ext cx="8001000" cy="4476750"/>
          </a:xfrm>
          <a:prstGeom prst="roundRect">
            <a:avLst>
              <a:gd name="adj" fmla="val 5106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0289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Lọc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8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9753600" y="39052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9753600" y="4953000"/>
            <a:ext cx="7239000" cy="7239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753600" y="5905500"/>
            <a:ext cx="72390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7620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7772400"/>
            <a:ext cx="15697200" cy="933450"/>
          </a:xfrm>
          <a:prstGeom prst="rect">
            <a:avLst/>
          </a:prstGeom>
          <a:noFill/>
          <a:ln/>
        </p:spPr>
        <p:txBody>
          <a:bodyPr wrap="square" lIns="0" tIns="7334" rIns="0" bIns="-7334" rtlCol="0" anchor="ctr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 kiếm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tán</a:t>
            </a:r>
            <a:r>
              <a:rPr lang="en-US" sz="33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máy,</a:t>
            </a:r>
            <a:r>
              <a:rPr lang="en-US" sz="33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xây</a:t>
            </a:r>
            <a:r>
              <a:rPr lang="en-US" sz="33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Lucene.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Text 24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33109b2-cea8-4649-9455-17c08899ae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2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KIBANA</a:t>
            </a:r>
            <a:r>
              <a:rPr lang="en-US" sz="1950" spc="224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HIỂN THỊ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Chỗ</a:t>
            </a:r>
            <a:r>
              <a:rPr lang="en-US" sz="7800" dirty="0" spc="-7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8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trực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 cố</a:t>
            </a:r>
            <a:r>
              <a:rPr lang="en-US" sz="78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78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314325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762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Kibana</a:t>
            </a:r>
            <a:endParaRPr lang="en-US" sz="5400" dirty="0"/>
          </a:p>
        </p:txBody>
      </p:sp>
      <p:sp>
        <p:nvSpPr>
          <p:cNvPr id="6" name="Text richtext-1792370597575-240525346"/>
          <p:cNvSpPr/>
          <p:nvPr/>
        </p:nvSpPr>
        <p:spPr>
          <a:xfrm>
            <a:off x="1295400" y="4000500"/>
            <a:ext cx="15697200" cy="16192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tích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-6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Vẽ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8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</a:t>
            </a:r>
            <a:endParaRPr lang="en-US" sz="2850" dirty="0"/>
          </a:p>
        </p:txBody>
      </p:sp>
      <p:sp>
        <p:nvSpPr>
          <p:cNvPr id="7" name="Connector line-1792370597591-231549230"/>
          <p:cNvSpPr/>
          <p:nvPr/>
        </p:nvSpPr>
        <p:spPr>
          <a:xfrm>
            <a:off x="9144000" y="6057900"/>
            <a:ext cx="0" cy="51435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triangl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14400" y="6762750"/>
            <a:ext cx="16459200" cy="2190750"/>
          </a:xfrm>
          <a:prstGeom prst="roundRect">
            <a:avLst>
              <a:gd name="adj" fmla="val 1043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010400"/>
            <a:ext cx="762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Elasticsearch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1295400" y="8001000"/>
            <a:ext cx="15697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8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Text 19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32daa59-ecc6-4a77-b7e3-828762e259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KHI</a:t>
            </a:r>
            <a:r>
              <a:rPr lang="en-US" sz="1950" spc="200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LOG</a:t>
            </a:r>
            <a:r>
              <a:rPr lang="en-US" sz="1950" spc="22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</a:t>
            </a:r>
            <a:r>
              <a:rPr lang="en-US" sz="1950" spc="225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1950" spc="215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</a:t>
            </a:r>
            <a:r>
              <a:rPr lang="en-US" sz="1950" spc="225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Kafka</a:t>
            </a:r>
            <a:r>
              <a:rPr lang="en-US" sz="78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đệm,</a:t>
            </a:r>
            <a:r>
              <a:rPr lang="en-US" sz="78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Logstash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78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kéo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Beats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7048500" y="285750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7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Kafka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3182600" y="285750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Logstash</a:t>
            </a:r>
            <a:endParaRPr lang="en-US" sz="3900" dirty="0"/>
          </a:p>
        </p:txBody>
      </p:sp>
      <p:sp>
        <p:nvSpPr>
          <p:cNvPr id="7" name="Connector line-1792370611907-220159041"/>
          <p:cNvSpPr/>
          <p:nvPr/>
        </p:nvSpPr>
        <p:spPr>
          <a:xfrm>
            <a:off x="5143500" y="3667125"/>
            <a:ext cx="18669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5143500" y="3143250"/>
            <a:ext cx="1866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250" dirty="0"/>
          </a:p>
        </p:txBody>
      </p:sp>
      <p:sp>
        <p:nvSpPr>
          <p:cNvPr id="9" name="Connector line-1792370611910-865749920"/>
          <p:cNvSpPr/>
          <p:nvPr/>
        </p:nvSpPr>
        <p:spPr>
          <a:xfrm flipH="1">
            <a:off x="11277600" y="3667125"/>
            <a:ext cx="18669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1277600" y="3143250"/>
            <a:ext cx="1866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3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r>
              <a:rPr lang="en-US" sz="2250" b="1" dirty="0" spc="-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14400" y="5143500"/>
            <a:ext cx="5257800" cy="3429000"/>
          </a:xfrm>
          <a:prstGeom prst="roundRect">
            <a:avLst>
              <a:gd name="adj" fmla="val 6667"/>
            </a:avLst>
          </a:prstGeom>
          <a:solidFill>
            <a:srgbClr val="DDE3FA"/>
          </a:solidFill>
          <a:ln/>
        </p:spPr>
      </p:sp>
      <p:sp>
        <p:nvSpPr>
          <p:cNvPr id="12" name="Text 10"/>
          <p:cNvSpPr/>
          <p:nvPr/>
        </p:nvSpPr>
        <p:spPr>
          <a:xfrm>
            <a:off x="1238250" y="5429250"/>
            <a:ext cx="46101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Kafka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6515100" y="5143500"/>
            <a:ext cx="5257800" cy="3429000"/>
          </a:xfrm>
          <a:prstGeom prst="roundRect">
            <a:avLst>
              <a:gd name="adj" fmla="val 6667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6838950" y="5429250"/>
            <a:ext cx="46101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đuổi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kịp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12115800" y="5143500"/>
            <a:ext cx="5257800" cy="3429000"/>
          </a:xfrm>
          <a:prstGeom prst="roundRect">
            <a:avLst>
              <a:gd name="adj" fmla="val 6667"/>
            </a:avLst>
          </a:prstGeom>
          <a:solidFill>
            <a:srgbClr val="F8D9D0"/>
          </a:solidFill>
          <a:ln/>
        </p:spPr>
      </p:sp>
      <p:sp>
        <p:nvSpPr>
          <p:cNvPr id="16" name="Text 14"/>
          <p:cNvSpPr/>
          <p:nvPr/>
        </p:nvSpPr>
        <p:spPr>
          <a:xfrm>
            <a:off x="12439650" y="5429250"/>
            <a:ext cx="46101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Logstash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ngột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4" name="Shape 2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Shape 2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7" name="Text 25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0a5630d-c1f2-4a28-95a7-07e16a71bd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GIỚI</a:t>
            </a:r>
            <a:r>
              <a:rPr lang="en-US" sz="1950" spc="22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1950" spc="20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1950" spc="22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2857500" y="28575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2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Logstash</a:t>
            </a:r>
            <a:r>
              <a:rPr lang="en-US" sz="34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4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bắt</a:t>
            </a:r>
            <a:r>
              <a:rPr lang="en-US" sz="34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buộc:</a:t>
            </a:r>
            <a:r>
              <a:rPr lang="en-US" sz="34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Beats</a:t>
            </a:r>
            <a:r>
              <a:rPr lang="en-US" sz="3450" dirty="0" spc="6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34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thẳng tới</a:t>
            </a:r>
            <a:r>
              <a:rPr lang="en-US" sz="34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Elasticsearch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18160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2857500" y="504825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34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chặng</a:t>
            </a:r>
            <a:r>
              <a:rPr lang="en-US" sz="34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34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4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4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4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thống</a:t>
            </a:r>
            <a:r>
              <a:rPr lang="en-US" sz="34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4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34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3723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2857500" y="72390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4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Log</a:t>
            </a:r>
            <a:r>
              <a:rPr lang="en-US" sz="34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4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giúp nếu</a:t>
            </a:r>
            <a:r>
              <a:rPr lang="en-US" sz="3450" dirty="0" spc="3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34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dụng</a:t>
            </a:r>
            <a:r>
              <a:rPr lang="en-US" sz="34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34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</a:t>
            </a:r>
            <a:r>
              <a:rPr lang="en-US" sz="34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34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Text 21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a66a2e3-7d60-4208-b1b9-c07cd04346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NHÌN</a:t>
            </a:r>
            <a:r>
              <a:rPr lang="en-US" sz="1950" spc="224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1950" spc="225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1950" spc="199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máy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chủ,</a:t>
            </a:r>
            <a:r>
              <a:rPr lang="en-US" sz="78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19400"/>
            <a:ext cx="15697200" cy="11239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ctr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36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Đường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ống</a:t>
            </a:r>
            <a:r>
              <a:rPr lang="en-US" sz="36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3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 là</a:t>
            </a:r>
            <a:r>
              <a:rPr lang="en-US" sz="36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r>
              <a:rPr lang="en-US" sz="3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nào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36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Kafka?</a:t>
            </a:r>
            <a:endParaRPr lang="en-US" sz="3600" dirty="0"/>
          </a:p>
        </p:txBody>
      </p:sp>
      <p:sp>
        <p:nvSpPr>
          <p:cNvPr id="6" name="Connector line-1792370639630-49011748"/>
          <p:cNvSpPr/>
          <p:nvPr/>
        </p:nvSpPr>
        <p:spPr>
          <a:xfrm>
            <a:off x="3486150" y="4953000"/>
            <a:ext cx="113157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3105150" y="4572000"/>
            <a:ext cx="762000" cy="7620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3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33" dirty="0"/>
          </a:p>
        </p:txBody>
      </p:sp>
      <p:sp>
        <p:nvSpPr>
          <p:cNvPr id="8" name="Text 6"/>
          <p:cNvSpPr/>
          <p:nvPr/>
        </p:nvSpPr>
        <p:spPr>
          <a:xfrm>
            <a:off x="8763000" y="4572000"/>
            <a:ext cx="762000" cy="7620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3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33" dirty="0"/>
          </a:p>
        </p:txBody>
      </p:sp>
      <p:sp>
        <p:nvSpPr>
          <p:cNvPr id="9" name="Text 7"/>
          <p:cNvSpPr/>
          <p:nvPr/>
        </p:nvSpPr>
        <p:spPr>
          <a:xfrm>
            <a:off x="14420850" y="45720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3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33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5143500" cy="3048000"/>
          </a:xfrm>
          <a:prstGeom prst="roundRect">
            <a:avLst>
              <a:gd name="adj" fmla="val 7500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596265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9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Tối</a:t>
            </a:r>
            <a:r>
              <a:rPr lang="en-US" sz="3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238250" y="6762750"/>
            <a:ext cx="4495800" cy="1809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Filebeat</a:t>
            </a:r>
            <a:r>
              <a:rPr lang="en-US" sz="270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Elasticsearch,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Kibana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6572250" y="5715000"/>
            <a:ext cx="5143500" cy="3048000"/>
          </a:xfrm>
          <a:prstGeom prst="roundRect">
            <a:avLst>
              <a:gd name="adj" fmla="val 7500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6896100" y="596265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3900" dirty="0" spc="-1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Kafka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6896100" y="6762750"/>
            <a:ext cx="4495800" cy="1809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theo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kịp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12230100" y="5715000"/>
            <a:ext cx="5143500" cy="3048000"/>
          </a:xfrm>
          <a:prstGeom prst="roundRect">
            <a:avLst>
              <a:gd name="adj" fmla="val 7500"/>
            </a:avLst>
          </a:prstGeom>
          <a:solidFill>
            <a:srgbClr val="F3DFB8"/>
          </a:solidFill>
          <a:ln/>
        </p:spPr>
      </p:sp>
      <p:sp>
        <p:nvSpPr>
          <p:cNvPr id="17" name="Text 15"/>
          <p:cNvSpPr/>
          <p:nvPr/>
        </p:nvSpPr>
        <p:spPr>
          <a:xfrm>
            <a:off x="12553950" y="596265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3900" dirty="0" spc="-1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r>
              <a:rPr lang="en-US" sz="3900" dirty="0" spc="6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đĩa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12553950" y="6762750"/>
            <a:ext cx="4495800" cy="1809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27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Logstash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3" name="Shape 2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4" name="Shape 2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Shape 2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9" name="Text 27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4b7fdf1-eb1e-43d5-ae93-0b50a91942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1950" spc="21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SÂU</a:t>
            </a:r>
            <a:r>
              <a:rPr lang="en-US" sz="1950" spc="225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</a:t>
            </a:r>
            <a:r>
              <a:rPr lang="en-US" sz="7800" dirty="0" spc="-9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 nguồn</a:t>
            </a:r>
            <a:endParaRPr lang="en-US" sz="7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2344400"/>
              </a:tblGrid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2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Thêm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Beats</a:t>
                      </a:r>
                      <a:r>
                        <a:rPr lang="en-US" sz="3000" dirty="0" spc="5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gửi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thẳng</a:t>
                      </a:r>
                      <a:r>
                        <a:rPr lang="en-US" sz="30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300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Elasticsearch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2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Thêm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6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Kafka</a:t>
                      </a:r>
                      <a:r>
                        <a:rPr lang="en-US" sz="30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giúp</a:t>
                      </a: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nhờ</a:t>
                      </a: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mô</a:t>
                      </a: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3000" dirty="0" spc="-3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kéo</a:t>
                      </a:r>
                      <a:r>
                        <a:rPr lang="en-US" sz="300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30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thời</a:t>
                      </a:r>
                      <a:r>
                        <a:rPr lang="en-US" sz="30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hạn</a:t>
                      </a:r>
                      <a:r>
                        <a:rPr lang="en-US" sz="30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giữ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log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3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Bỏ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Giá</a:t>
                      </a:r>
                      <a:r>
                        <a:rPr lang="en-US" sz="300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30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giấy</a:t>
                      </a:r>
                      <a:r>
                        <a:rPr lang="en-US" sz="30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phép: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</a:t>
                      </a:r>
                      <a:r>
                        <a:rPr lang="en-US" sz="300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đối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chiếu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6" kern="0">
                          <a:solidFill>
                            <a:srgbClr val="0F766E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Không</a:t>
                      </a:r>
                      <a:r>
                        <a:rPr lang="en-US" sz="3000" dirty="0" spc="-2" kern="0">
                          <a:solidFill>
                            <a:srgbClr val="0F766E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làm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Chạy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 ELK;</a:t>
                      </a: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mô</a:t>
                      </a:r>
                      <a:r>
                        <a:rPr lang="en-US" sz="3000" dirty="0" spc="-2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 README</a:t>
                      </a: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mỗi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kho mã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6" name="Shape 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7" name="Shape 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9" name="Shape 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Text 12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e8a4d84a-6c1a-4333-b08e-f0ae9a20ef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1950" spc="13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200025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38450"/>
            <a:ext cx="3810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ELK</a:t>
            </a:r>
            <a:endParaRPr lang="en-US" sz="6241" dirty="0"/>
          </a:p>
        </p:txBody>
      </p:sp>
      <p:sp>
        <p:nvSpPr>
          <p:cNvPr id="6" name="Text 4"/>
          <p:cNvSpPr/>
          <p:nvPr/>
        </p:nvSpPr>
        <p:spPr>
          <a:xfrm>
            <a:off x="1295400" y="3771900"/>
            <a:ext cx="1569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Elasticsearch,</a:t>
            </a:r>
            <a:r>
              <a:rPr lang="en-US" sz="1950" dirty="0" spc="-13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Logstash,</a:t>
            </a:r>
            <a:r>
              <a:rPr lang="en-US" sz="1950" dirty="0" spc="-3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Kibana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4152900"/>
            <a:ext cx="156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953000"/>
            <a:ext cx="16459200" cy="4191000"/>
          </a:xfrm>
          <a:prstGeom prst="roundRect">
            <a:avLst>
              <a:gd name="adj" fmla="val 545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18160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NGUỒN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1658600" y="51816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11" name="Text richtext-1792370665362-867980197"/>
          <p:cNvSpPr/>
          <p:nvPr/>
        </p:nvSpPr>
        <p:spPr>
          <a:xfrm>
            <a:off x="1295400" y="5715000"/>
            <a:ext cx="15697200" cy="3238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Elastic: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Beats,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Filebeat,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Logstash,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Kibana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Apache</a:t>
            </a:r>
            <a:r>
              <a:rPr lang="en-US" sz="25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Kafka: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Elastic: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Logstash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Logstash: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4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Text 20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792f65c9-4f39-437c-9eaa-3a3801becd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2026-10-19T13:54:05Z</dcterms:created>
  <dcterms:modified xsi:type="dcterms:W3CDTF">2026-10-19T13:54:05Z</dcterms:modified>
</cp:coreProperties>
</file>