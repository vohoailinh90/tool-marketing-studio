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7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57162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-4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</a:t>
            </a:r>
            <a:r>
              <a:rPr lang="en-US" sz="570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r>
              <a:rPr lang="en-US" sz="57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570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5700" b="1" dirty="0" spc="-7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570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CRUD</a:t>
            </a:r>
            <a:r>
              <a:rPr lang="en-US" sz="57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5700" b="1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đâu:</a:t>
            </a:r>
            <a:r>
              <a:rPr lang="en-US" sz="5700" b="1" dirty="0" spc="7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5700" b="1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57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5700" b="1" dirty="0" spc="-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5700" b="1" dirty="0" spc="7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5700" b="1" dirty="0" spc="-3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5700" b="1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5700" b="1" dirty="0" spc="-6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5700" b="1" dirty="0" spc="-4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850" dirty="0" spc="2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850" dirty="0" spc="-2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850" dirty="0" spc="-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514350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CRUD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286500" y="6858000"/>
            <a:ext cx="514350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22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658600" y="6858000"/>
            <a:ext cx="514350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2f814049-3c6c-4ae1-b4cf-4bcce0c8bd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b="1" dirty="0" spc="-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Lúc</a:t>
            </a:r>
            <a:r>
              <a:rPr lang="en-US" sz="5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10:05,</a:t>
            </a:r>
            <a:r>
              <a:rPr lang="en-US" sz="5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5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5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5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4572000"/>
            <a:ext cx="114300" cy="18097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4572000"/>
            <a:ext cx="15716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đặt,</a:t>
            </a:r>
            <a:r>
              <a:rPr lang="en-US" sz="30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30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 hủy.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4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5102060-c6bb-4a1c-b1b8-afeeb9817b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21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CRUD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9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9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9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9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2476500"/>
            <a:ext cx="3429000" cy="857250"/>
          </a:xfrm>
          <a:prstGeom prst="roundRect">
            <a:avLst>
              <a:gd name="adj" fmla="val 1777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19900" y="2476500"/>
            <a:ext cx="3429000" cy="857250"/>
          </a:xfrm>
          <a:prstGeom prst="roundRect">
            <a:avLst>
              <a:gd name="adj" fmla="val 1777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orders_crud</a:t>
            </a:r>
            <a:endParaRPr lang="en-US" sz="2400" dirty="0"/>
          </a:p>
        </p:txBody>
      </p:sp>
      <p:sp>
        <p:nvSpPr>
          <p:cNvPr id="6" name="Connector line-1792443539590-712901708"/>
          <p:cNvSpPr/>
          <p:nvPr/>
        </p:nvSpPr>
        <p:spPr>
          <a:xfrm>
            <a:off x="2628900" y="3333750"/>
            <a:ext cx="0" cy="5238750"/>
          </a:xfrm>
          <a:prstGeom prst="line">
            <a:avLst/>
          </a:prstGeom>
          <a:noFill/>
          <a:ln w="28575">
            <a:solidFill>
              <a:srgbClr val="8A867C"/>
            </a:solidFill>
            <a:prstDash val="solid"/>
            <a:headEnd type="none"/>
            <a:tailEnd type="none"/>
          </a:ln>
        </p:spPr>
      </p:sp>
      <p:sp>
        <p:nvSpPr>
          <p:cNvPr id="7" name="Connector line-1792443539591-375548704"/>
          <p:cNvSpPr/>
          <p:nvPr/>
        </p:nvSpPr>
        <p:spPr>
          <a:xfrm>
            <a:off x="8534400" y="3333750"/>
            <a:ext cx="0" cy="5238750"/>
          </a:xfrm>
          <a:prstGeom prst="line">
            <a:avLst/>
          </a:prstGeom>
          <a:noFill/>
          <a:ln w="28575">
            <a:solidFill>
              <a:srgbClr val="8A867C"/>
            </a:solidFill>
            <a:prstDash val="solid"/>
            <a:headEnd type="none"/>
            <a:tailEnd type="none"/>
          </a:ln>
        </p:spPr>
      </p:sp>
      <p:sp>
        <p:nvSpPr>
          <p:cNvPr id="8" name="Connector line-1792443539591-834565521"/>
          <p:cNvSpPr/>
          <p:nvPr/>
        </p:nvSpPr>
        <p:spPr>
          <a:xfrm>
            <a:off x="2628900" y="4191000"/>
            <a:ext cx="5753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57500" y="3762375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0" name="Connector line-1792443539593-696943716"/>
          <p:cNvSpPr/>
          <p:nvPr/>
        </p:nvSpPr>
        <p:spPr>
          <a:xfrm>
            <a:off x="2628900" y="5429250"/>
            <a:ext cx="5753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57500" y="5000625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tiền: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2" name="Connector line-1792443539595-745583722"/>
          <p:cNvSpPr/>
          <p:nvPr/>
        </p:nvSpPr>
        <p:spPr>
          <a:xfrm>
            <a:off x="2628900" y="6667500"/>
            <a:ext cx="5753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857500" y="6238875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tiền: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4" name="Connector line-1792443539597-28413262"/>
          <p:cNvSpPr/>
          <p:nvPr/>
        </p:nvSpPr>
        <p:spPr>
          <a:xfrm>
            <a:off x="2628900" y="7905750"/>
            <a:ext cx="5753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857500" y="7477125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Hủy: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239500" y="3143250"/>
            <a:ext cx="61341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20500" y="35242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620500" y="41910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cancelled,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 500,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10:21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1620500" y="5810250"/>
            <a:ext cx="5334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cho</a:t>
            </a: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22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10:05.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35eff77-94da-4078-b06a-02c4be26e3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EVENT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9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9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nối</a:t>
            </a:r>
            <a:r>
              <a:rPr lang="en-US" sz="3900" b="1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9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39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900" b="1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3900" dirty="0"/>
          </a:p>
        </p:txBody>
      </p:sp>
      <p:sp>
        <p:nvSpPr>
          <p:cNvPr id="4" name="Connector line-1792443540502-432941662"/>
          <p:cNvSpPr/>
          <p:nvPr/>
        </p:nvSpPr>
        <p:spPr>
          <a:xfrm>
            <a:off x="1428750" y="3810000"/>
            <a:ext cx="154305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628900" y="3619500"/>
            <a:ext cx="381000" cy="3810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476750"/>
            <a:ext cx="3810000" cy="2476500"/>
          </a:xfrm>
          <a:prstGeom prst="roundRect">
            <a:avLst>
              <a:gd name="adj" fmla="val 769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9900" y="3619500"/>
            <a:ext cx="381000" cy="3810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Shape 6"/>
          <p:cNvSpPr/>
          <p:nvPr/>
        </p:nvSpPr>
        <p:spPr>
          <a:xfrm>
            <a:off x="5105400" y="4476750"/>
            <a:ext cx="3810000" cy="2476500"/>
          </a:xfrm>
          <a:prstGeom prst="roundRect">
            <a:avLst>
              <a:gd name="adj" fmla="val 769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0900" y="3619500"/>
            <a:ext cx="381000" cy="3810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476750"/>
            <a:ext cx="3810000" cy="2476500"/>
          </a:xfrm>
          <a:prstGeom prst="roundRect">
            <a:avLst>
              <a:gd name="adj" fmla="val 769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201900" y="3619500"/>
            <a:ext cx="381000" cy="3810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87400" y="4476750"/>
            <a:ext cx="3810000" cy="2476500"/>
          </a:xfrm>
          <a:prstGeom prst="roundRect">
            <a:avLst>
              <a:gd name="adj" fmla="val 769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57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10:00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105400" y="2857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10:03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296400" y="2857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10:20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3487400" y="2857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10:21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00150" y="5143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OrderPlaced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391150" y="5143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OrderPaid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582150" y="5143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PaymentRefunded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773150" y="514350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OrderCancelled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752475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thêm,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dirty="0" spc="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r>
              <a:rPr lang="en-US" sz="25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dirty="0" spc="-1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dụng:</a:t>
            </a:r>
            <a:r>
              <a:rPr lang="en-US" sz="2550" dirty="0" spc="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d33065d1-e745-4c77-a940-5c76e7a589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6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39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90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9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9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6195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10:05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paid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3619500"/>
          </a:xfrm>
          <a:prstGeom prst="roundRect">
            <a:avLst>
              <a:gd name="adj" fmla="val 6316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143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b="1" dirty="0" spc="-1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3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-7" kern="0">
                <a:solidFill>
                  <a:srgbClr val="D7F3E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10:30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3600" y="3810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cancelled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753600" y="5143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7048500"/>
            <a:ext cx="16459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nối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5: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(order_id,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seq)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d25062e-7938-4773-bc52-2627e7042e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9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900" b="1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39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tạp,</a:t>
            </a:r>
            <a:r>
              <a:rPr lang="en-US" sz="3900" b="1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3900" b="1" dirty="0" spc="-4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39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900" b="1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90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81600" cy="5524500"/>
          </a:xfrm>
          <a:prstGeom prst="roundRect">
            <a:avLst>
              <a:gd name="adj" fmla="val 441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200" y="2762250"/>
            <a:ext cx="5181600" cy="5524500"/>
          </a:xfrm>
          <a:prstGeom prst="roundRect">
            <a:avLst>
              <a:gd name="adj" fmla="val 441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0" y="2762250"/>
            <a:ext cx="5181600" cy="5524500"/>
          </a:xfrm>
          <a:prstGeom prst="roundRect">
            <a:avLst>
              <a:gd name="adj" fmla="val 441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143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3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95400" y="4572000"/>
            <a:ext cx="441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400" dirty="0" spc="-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400" dirty="0" spc="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40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materialized</a:t>
            </a:r>
            <a:r>
              <a:rPr lang="en-US" sz="24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view,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4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34200" y="3143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 kiện</a:t>
            </a:r>
            <a:r>
              <a:rPr lang="en-US" sz="28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934200" y="4572000"/>
            <a:ext cx="441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4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trừ,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73000" y="3143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Lược</a:t>
            </a:r>
            <a:r>
              <a:rPr lang="en-US" sz="285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8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573000" y="4572000"/>
            <a:ext cx="441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400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cho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dc11c87-e0f5-43d0-8a1b-606bc6b724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</a:t>
            </a:r>
            <a:r>
              <a:rPr lang="en-US" sz="34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4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34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4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34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34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4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4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hoàn?</a:t>
            </a:r>
            <a:r>
              <a:rPr lang="en-US" sz="34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4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4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4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4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ngay?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37147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14350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8250" y="55245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9532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8250" y="73342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8862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8250" y="569595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38250" y="75057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81250" y="3667125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sourcing: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OrderPaid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PaymentRefunded.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381250" y="5476875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CRUD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còn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cancelled.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381250" y="7286625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phân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7477e71-201c-47ed-85d6-cb12a6fb9f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210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39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9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9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25717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67000"/>
            <a:ext cx="152400" cy="2571750"/>
          </a:xfrm>
          <a:prstGeom prst="rect">
            <a:avLst/>
          </a:prstGeom>
          <a:solidFill>
            <a:srgbClr val="8A867C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295275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28750" y="3667125"/>
            <a:ext cx="1524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 câu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hình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CRUD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6459200" cy="27622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5715000"/>
            <a:ext cx="152400" cy="27622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600075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428750" y="6715125"/>
            <a:ext cx="15240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 Ví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của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dbd27162-c489-4fff-bb70-717eef7f13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b="1" dirty="0" spc="-10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100" b="1" dirty="0" spc="-5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42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42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42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42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42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77200" cy="2190750"/>
          </a:xfrm>
          <a:prstGeom prst="roundRect">
            <a:avLst>
              <a:gd name="adj" fmla="val 10435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96400" y="2571750"/>
            <a:ext cx="8077200" cy="2190750"/>
          </a:xfrm>
          <a:prstGeom prst="roundRect">
            <a:avLst>
              <a:gd name="adj" fmla="val 10435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857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CRUD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371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Tạo,</a:t>
            </a:r>
            <a:r>
              <a:rPr lang="en-US" sz="2550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5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550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677400" y="2857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677400" y="371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55245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60960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1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 Architecture</a:t>
            </a:r>
            <a:r>
              <a:rPr lang="en-US" sz="2250" dirty="0" spc="-1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1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2250" dirty="0" spc="-1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r>
              <a:rPr lang="en-US" sz="2250" dirty="0" spc="-1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pattern,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ae65241-e086-4a83-9bce-a75e4351a4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2026-10-19T21:00:02Z</dcterms:created>
  <dcterms:modified xsi:type="dcterms:W3CDTF">2026-10-19T21:00:02Z</dcterms:modified>
</cp:coreProperties>
</file>