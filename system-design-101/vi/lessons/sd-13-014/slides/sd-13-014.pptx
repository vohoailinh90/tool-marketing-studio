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3238500"/>
          </a:xfrm>
          <a:prstGeom prst="rect">
            <a:avLst/>
          </a:prstGeom>
          <a:noFill/>
          <a:ln/>
        </p:spPr>
        <p:txBody>
          <a:bodyPr wrap="square" lIns="0" tIns="52006" rIns="0" bIns="-52006" rtlCol="0" anchor="t"/>
          <a:lstStyle/>
          <a:p>
            <a:pPr algn="l" indent="0" marL="0">
              <a:lnSpc>
                <a:spcPts val="6678"/>
              </a:lnSpc>
              <a:buNone/>
            </a:pP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 giờ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7056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3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3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môi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51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 có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</a:t>
            </a: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5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có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40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4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1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51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40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2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 bí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51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 dùng chung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nó.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 nguyên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Config.json,</a:t>
            </a:r>
            <a:r>
              <a:rPr lang="en-US" sz="4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config.json.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4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4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test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5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mới.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4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lại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5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2026-10-19T01:16:47Z</dcterms:created>
  <dcterms:modified xsi:type="dcterms:W3CDTF">2026-10-19T01:16:47Z</dcterms:modified>
</cp:coreProperties>
</file>