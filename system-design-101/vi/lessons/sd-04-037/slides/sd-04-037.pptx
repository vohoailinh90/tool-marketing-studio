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2476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2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72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8572500" cy="685800"/>
          </a:xfrm>
          <a:prstGeom prst="rect">
            <a:avLst/>
          </a:prstGeom>
          <a:noFill/>
          <a:ln/>
        </p:spPr>
        <p:txBody>
          <a:bodyPr wrap="square" lIns="0" tIns="14802" rIns="0" bIns="-14802" rtlCol="0" anchor="t"/>
          <a:lstStyle/>
          <a:p>
            <a:pPr algn="l" indent="0" marL="0">
              <a:lnSpc>
                <a:spcPts val="3566"/>
              </a:lnSpc>
              <a:buNone/>
            </a:pPr>
            <a:r>
              <a:rPr lang="en-US" sz="2743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743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hệ,</a:t>
            </a:r>
            <a:r>
              <a:rPr lang="en-US" sz="2743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43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43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 tin còn</a:t>
            </a:r>
            <a:r>
              <a:rPr lang="en-US" sz="2743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43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43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đọc?</a:t>
            </a:r>
            <a:endParaRPr lang="en-US" sz="2743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8382000" cy="485775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ngoặt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bị</a:t>
            </a:r>
            <a:r>
              <a:rPr lang="en-US" sz="22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sd-04-037</a:t>
            </a:r>
            <a:endParaRPr lang="en-US" sz="1650" dirty="0"/>
          </a:p>
        </p:txBody>
      </p:sp>
      <p:sp>
        <p:nvSpPr>
          <p:cNvPr id="7" name="Connector line-1792374299788-759199164"/>
          <p:cNvSpPr/>
          <p:nvPr/>
        </p:nvSpPr>
        <p:spPr>
          <a:xfrm>
            <a:off x="10763250" y="1428750"/>
            <a:ext cx="0" cy="6953250"/>
          </a:xfrm>
          <a:prstGeom prst="line">
            <a:avLst/>
          </a:prstGeom>
          <a:noFill/>
          <a:ln w="38100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591800" y="1638300"/>
            <a:ext cx="342900" cy="342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Shape 7"/>
          <p:cNvSpPr/>
          <p:nvPr/>
        </p:nvSpPr>
        <p:spPr>
          <a:xfrm>
            <a:off x="10591800" y="3448050"/>
            <a:ext cx="342900" cy="342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91800" y="525780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Shape 9"/>
          <p:cNvSpPr/>
          <p:nvPr/>
        </p:nvSpPr>
        <p:spPr>
          <a:xfrm>
            <a:off x="10591800" y="7067550"/>
            <a:ext cx="342900" cy="3429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34750" y="1143000"/>
            <a:ext cx="603885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677650" y="133350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IBM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MQ ·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677650" y="175260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3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11334750" y="2952750"/>
            <a:ext cx="603885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677650" y="314325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RABBITMQ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677650" y="356235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Exchange</a:t>
            </a:r>
            <a:r>
              <a:rPr lang="en-US" sz="36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11334750" y="4762500"/>
            <a:ext cx="603885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677650" y="495300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677650" y="537210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29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Nhật</a:t>
            </a:r>
            <a:r>
              <a:rPr lang="en-US" sz="3329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ký,</a:t>
            </a:r>
            <a:r>
              <a:rPr lang="en-US" sz="3329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3329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329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329" dirty="0"/>
          </a:p>
        </p:txBody>
      </p:sp>
      <p:sp>
        <p:nvSpPr>
          <p:cNvPr id="21" name="Shape 19"/>
          <p:cNvSpPr/>
          <p:nvPr/>
        </p:nvSpPr>
        <p:spPr>
          <a:xfrm>
            <a:off x="11334750" y="6572250"/>
            <a:ext cx="603885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677650" y="676275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PULSAR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677650" y="718185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Chủ</a:t>
            </a:r>
            <a:r>
              <a:rPr lang="en-US" sz="36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 hàng</a:t>
            </a:r>
            <a:r>
              <a:rPr lang="en-US" sz="3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cb1f121-2813-43ae-84f6-956c471f6a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14300" cy="2381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716250" cy="25717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75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đợi: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mất.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ký: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5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hạn.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78105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7625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52387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05900" y="4476750"/>
            <a:ext cx="78105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486900" y="47625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86900" y="52387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đọc;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7048500"/>
            <a:ext cx="160020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73342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5400" y="7791450"/>
            <a:ext cx="1524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3578a31-cc69-4bee-ba6b-ef383fb2b9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1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IBM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MQ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66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66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nghĩa:</a:t>
            </a:r>
            <a:r>
              <a:rPr lang="en-US" sz="6600" dirty="0" spc="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6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vào,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6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191000" cy="2190750"/>
          </a:xfrm>
          <a:prstGeom prst="roundRect">
            <a:avLst>
              <a:gd name="adj" fmla="val 1217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429000"/>
            <a:ext cx="361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886200"/>
            <a:ext cx="3619500" cy="11049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b="1" dirty="0" spc="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096000" y="31432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0" y="342900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77000" y="4000500"/>
            <a:ext cx="1143000" cy="857250"/>
          </a:xfrm>
          <a:prstGeom prst="roundRect">
            <a:avLst>
              <a:gd name="adj" fmla="val 15556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810500" y="4000500"/>
            <a:ext cx="1143000" cy="857250"/>
          </a:xfrm>
          <a:prstGeom prst="roundRect">
            <a:avLst>
              <a:gd name="adj" fmla="val 15556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0" y="4000500"/>
            <a:ext cx="1143000" cy="857250"/>
          </a:xfrm>
          <a:prstGeom prst="roundRect">
            <a:avLst>
              <a:gd name="adj" fmla="val 15556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 3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182600" y="3143250"/>
            <a:ext cx="4191000" cy="2190750"/>
          </a:xfrm>
          <a:prstGeom prst="roundRect">
            <a:avLst>
              <a:gd name="adj" fmla="val 1217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06450" y="3429000"/>
            <a:ext cx="361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506450" y="3886200"/>
            <a:ext cx="3619500" cy="11049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3000" dirty="0"/>
          </a:p>
        </p:txBody>
      </p:sp>
      <p:sp>
        <p:nvSpPr>
          <p:cNvPr id="15" name="Connector line-1792374335547-640038012"/>
          <p:cNvSpPr/>
          <p:nvPr/>
        </p:nvSpPr>
        <p:spPr>
          <a:xfrm>
            <a:off x="5200650" y="4238625"/>
            <a:ext cx="8001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74335547-70658943"/>
          <p:cNvSpPr/>
          <p:nvPr/>
        </p:nvSpPr>
        <p:spPr>
          <a:xfrm>
            <a:off x="12287250" y="4238625"/>
            <a:ext cx="8001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5905500"/>
            <a:ext cx="514350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6210300"/>
            <a:ext cx="438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5400" y="6667500"/>
            <a:ext cx="4381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1993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295400" y="800100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MQSeries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438900" y="5905500"/>
            <a:ext cx="51435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6819900" y="6210300"/>
            <a:ext cx="438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Ở</a:t>
            </a:r>
            <a:r>
              <a:rPr lang="en-US" sz="180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9900" y="6667500"/>
            <a:ext cx="4381500" cy="11049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1963400" y="5905500"/>
            <a:ext cx="54102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0" y="6210300"/>
            <a:ext cx="4648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0" y="6667500"/>
            <a:ext cx="4648200" cy="11049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f8e61650-c4f0-4765-bd2b-c247e25860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RABBITMQ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6300" dirty="0" spc="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63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28575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62500" y="3714750"/>
            <a:ext cx="3429000" cy="2095500"/>
          </a:xfrm>
          <a:prstGeom prst="roundRect">
            <a:avLst>
              <a:gd name="adj" fmla="val 12727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5105400" y="4000500"/>
            <a:ext cx="2762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EXCHANGE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05400" y="443865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400" dirty="0"/>
          </a:p>
        </p:txBody>
      </p:sp>
      <p:sp>
        <p:nvSpPr>
          <p:cNvPr id="8" name="Connector line-1792374355262-466097496"/>
          <p:cNvSpPr/>
          <p:nvPr/>
        </p:nvSpPr>
        <p:spPr>
          <a:xfrm>
            <a:off x="3810000" y="4762500"/>
            <a:ext cx="8763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25000" y="2952750"/>
            <a:ext cx="78486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31813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DIRECT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06000" y="3600450"/>
            <a:ext cx="704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khóa</a:t>
            </a:r>
            <a:r>
              <a:rPr lang="en-US" sz="27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25000" y="4667250"/>
            <a:ext cx="78486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0" y="48958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06000" y="5314950"/>
            <a:ext cx="704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525000" y="6381750"/>
            <a:ext cx="78486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0" y="66103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FANOUT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06000" y="7029450"/>
            <a:ext cx="7048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700" dirty="0"/>
          </a:p>
        </p:txBody>
      </p:sp>
      <p:sp>
        <p:nvSpPr>
          <p:cNvPr id="18" name="Connector line-1792374355275-624716529"/>
          <p:cNvSpPr/>
          <p:nvPr/>
        </p:nvSpPr>
        <p:spPr>
          <a:xfrm flipV="1">
            <a:off x="8229600" y="3667125"/>
            <a:ext cx="1219200" cy="809625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74355275-890800596"/>
          <p:cNvSpPr/>
          <p:nvPr/>
        </p:nvSpPr>
        <p:spPr>
          <a:xfrm>
            <a:off x="8229600" y="4762500"/>
            <a:ext cx="1219200" cy="619125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374355275-163945951"/>
          <p:cNvSpPr/>
          <p:nvPr/>
        </p:nvSpPr>
        <p:spPr>
          <a:xfrm>
            <a:off x="8229600" y="5048250"/>
            <a:ext cx="1219200" cy="2047875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819150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8250" y="8382000"/>
            <a:ext cx="15811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RabbitMQ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"tiêu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xóa":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358faad-f6ef-4728-9554-f29e5d52bf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14300" cy="2476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716250" cy="2762250"/>
          </a:xfrm>
          <a:prstGeom prst="rect">
            <a:avLst/>
          </a:prstGeom>
          <a:noFill/>
          <a:ln/>
        </p:spPr>
        <p:txBody>
          <a:bodyPr wrap="square" lIns="0" tIns="77153" rIns="0" bIns="-77153" rtlCol="0" anchor="t"/>
          <a:lstStyle/>
          <a:p>
            <a:pPr algn="l" indent="0" marL="0">
              <a:lnSpc>
                <a:spcPts val="9450"/>
              </a:lnSpc>
              <a:buNone/>
            </a:pPr>
            <a:r>
              <a:rPr lang="en-US" sz="9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Sự</a:t>
            </a:r>
            <a:r>
              <a:rPr lang="en-US" sz="9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9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9000" dirty="0" spc="-1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9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90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428750" y="4572000"/>
            <a:ext cx="1524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nhắn tin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thống,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4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5715000"/>
            <a:ext cx="7810500" cy="3048000"/>
          </a:xfrm>
          <a:prstGeom prst="roundRect">
            <a:avLst>
              <a:gd name="adj" fmla="val 8750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0198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GIỮ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65151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33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giữ;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105900" y="5715000"/>
            <a:ext cx="82677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6019800"/>
            <a:ext cx="75057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86900" y="6515100"/>
            <a:ext cx="7505700" cy="19050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nhiêu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3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0d612cb-7081-4b6a-ade2-2b463cd094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PULSAR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tầng,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 trí</a:t>
            </a:r>
            <a:r>
              <a:rPr lang="en-US" sz="63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3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PULSAR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7239000" cy="2381250"/>
          </a:xfrm>
          <a:prstGeom prst="roundRect">
            <a:avLst>
              <a:gd name="adj" fmla="val 11200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829050"/>
            <a:ext cx="647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KIỂU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305300"/>
            <a:ext cx="6477000" cy="1333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chủ</a:t>
            </a:r>
            <a:r>
              <a:rPr lang="en-US" sz="3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6191250"/>
            <a:ext cx="7239000" cy="2571750"/>
          </a:xfrm>
          <a:prstGeom prst="roundRect">
            <a:avLst>
              <a:gd name="adj" fmla="val 1037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496050"/>
            <a:ext cx="647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8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6972300"/>
            <a:ext cx="6477000" cy="1333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thống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82100" y="3048000"/>
            <a:ext cx="819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82100" y="3524250"/>
            <a:ext cx="8191500" cy="1524000"/>
          </a:xfrm>
          <a:prstGeom prst="roundRect">
            <a:avLst>
              <a:gd name="adj" fmla="val 15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9563100" y="3771900"/>
            <a:ext cx="742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63100" y="4191000"/>
            <a:ext cx="7429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Phục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9182100" y="5238750"/>
            <a:ext cx="8191500" cy="1524000"/>
          </a:xfrm>
          <a:prstGeom prst="roundRect">
            <a:avLst>
              <a:gd name="adj" fmla="val 15000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9563100" y="5486400"/>
            <a:ext cx="742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63100" y="5905500"/>
            <a:ext cx="74295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3900" dirty="0"/>
          </a:p>
        </p:txBody>
      </p:sp>
      <p:sp>
        <p:nvSpPr>
          <p:cNvPr id="18" name="Connector line-1792374397826-878718093"/>
          <p:cNvSpPr/>
          <p:nvPr/>
        </p:nvSpPr>
        <p:spPr>
          <a:xfrm>
            <a:off x="13277850" y="6800850"/>
            <a:ext cx="0" cy="3619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82100" y="7239000"/>
            <a:ext cx="8191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3100" y="7486650"/>
            <a:ext cx="742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800" b="1" spc="1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63100" y="7905750"/>
            <a:ext cx="7429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0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786c3a7-1e86-4f52-b002-561e590411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3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đúng: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không?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810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295400" y="53340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giản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63100" y="2857500"/>
            <a:ext cx="7810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4100" y="31813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1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441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944100" y="53340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71437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391400"/>
            <a:ext cx="157162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RabbitMQ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stream;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95400" y="7962900"/>
            <a:ext cx="157162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dùng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Kafka,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RabbitMQ,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Pulsar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9c46690-af18-4b78-88ad-202701faa0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tháng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715000" y="3086100"/>
            <a:ext cx="533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620500" y="3086100"/>
            <a:ext cx="5524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15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867150"/>
            <a:ext cx="16459200" cy="238125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152900"/>
            <a:ext cx="400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715000" y="415290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550" b="1" dirty="0" spc="-2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-2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620500" y="4152900"/>
            <a:ext cx="5524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từ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715000" y="5429250"/>
            <a:ext cx="1123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Lẽ</a:t>
            </a: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ra: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9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fanout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400800"/>
            <a:ext cx="16459200" cy="238125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686550"/>
            <a:ext cx="4000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kiểu</a:t>
            </a:r>
            <a:r>
              <a:rPr lang="en-US" sz="270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715000" y="66865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Còn, nếu</a:t>
            </a:r>
            <a:r>
              <a:rPr lang="en-US" sz="25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dài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620500" y="6686550"/>
            <a:ext cx="5524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 đọc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afbdea6-4114-416c-a882-c6c8082678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 cả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52750"/>
            <a:ext cx="152400" cy="27622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238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1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20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0650" y="371475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A:</a:t>
            </a:r>
            <a:r>
              <a:rPr lang="en-US" sz="4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1–3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B:</a:t>
            </a:r>
            <a:r>
              <a:rPr lang="en-US" sz="4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4–6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90650" y="47625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lại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2952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72600" y="2952750"/>
            <a:ext cx="152400" cy="27622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848850" y="3238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NHẬN</a:t>
            </a: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21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48850" y="371475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None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848850" y="47625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000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6000750"/>
            <a:ext cx="152400" cy="2762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90650" y="6286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90650" y="676275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</a:t>
            </a:r>
            <a:r>
              <a:rPr lang="en-US" sz="4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2,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r>
              <a:rPr lang="en-US" sz="4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4,</a:t>
            </a:r>
            <a:r>
              <a:rPr lang="en-US" sz="4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5,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90650" y="78105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372600" y="6000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6000750"/>
            <a:ext cx="152400" cy="2762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9848850" y="6286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THỐNG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1800" b="1" spc="1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180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48850" y="676275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848850" y="78105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725bd2cf-5492-4e46-b24b-05c8ee9a32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33750"/>
            <a:ext cx="7048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IBM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22910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International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Business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Machines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762500"/>
            <a:ext cx="7048500" cy="485775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đoàn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Mỹ, làm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IBM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MQ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7810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286500"/>
            <a:ext cx="7048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MQ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295400" y="718185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Message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95400" y="7715250"/>
            <a:ext cx="7048500" cy="485775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nhắn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63100" y="3048000"/>
            <a:ext cx="78105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944100" y="33528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44100" y="390525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44100" y="4343400"/>
            <a:ext cx="7048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44100" y="495300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RabbitMQ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944100" y="5391150"/>
            <a:ext cx="7048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Exchanges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44100" y="6000750"/>
            <a:ext cx="7048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944100" y="6438900"/>
            <a:ext cx="7048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Introduction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44100" y="7048500"/>
            <a:ext cx="3333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Pulsar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944100" y="7486650"/>
            <a:ext cx="3333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525500" y="7048500"/>
            <a:ext cx="342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525500" y="7486650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9540221a-e331-40fb-8fbc-9f1ef202f2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2026-10-19T01:48:00Z</dcterms:created>
  <dcterms:modified xsi:type="dcterms:W3CDTF">2026-10-19T01:48:00Z</dcterms:modified>
</cp:coreProperties>
</file>