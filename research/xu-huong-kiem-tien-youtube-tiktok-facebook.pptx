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8288000" cy="10287000"/>
  <p:notesSz cx="10287000" cy="18288000"/>
  <p:embeddedFontLst>
    <p:embeddedFont>
      <p:font typeface="Be Vietnam Pro"/>
      <p:regular r:id="rId21"/>
      <p:bold r:id="rId19"/>
    </p:embeddedFont>
    <p:embeddedFont>
      <p:font typeface="Bricolage Grotesque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font" Target="fonts/font1.fntdata"/><Relationship Id="rId20" Type="http://schemas.openxmlformats.org/officeDocument/2006/relationships/font" Target="fonts/font2.fntdata"/><Relationship Id="rId21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180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1800" b="1" spc="3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18/10/2026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620250" cy="37338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Lên</a:t>
            </a:r>
            <a:r>
              <a:rPr lang="en-US" sz="81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</a:t>
            </a:r>
            <a:r>
              <a:rPr lang="en-US" sz="81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hướng,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bật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nhập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810250"/>
            <a:ext cx="8953500" cy="12382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7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YouTube,</a:t>
            </a:r>
            <a:r>
              <a:rPr lang="en-US" sz="3000" dirty="0" spc="-4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TikTok,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Facebook:</a:t>
            </a:r>
            <a:r>
              <a:rPr lang="en-US" sz="30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kiện, mốc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2027,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 AI</a:t>
            </a:r>
            <a:r>
              <a:rPr lang="en-US" sz="30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API</a:t>
            </a:r>
            <a:endParaRPr lang="en-US" sz="3000" dirty="0"/>
          </a:p>
        </p:txBody>
      </p:sp>
      <p:sp>
        <p:nvSpPr>
          <p:cNvPr id="5" name="Connector line-1792305405563-397051237"/>
          <p:cNvSpPr/>
          <p:nvPr/>
        </p:nvSpPr>
        <p:spPr>
          <a:xfrm>
            <a:off x="914400" y="7524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762875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chiếu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952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16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16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944350" y="2743200"/>
            <a:ext cx="1581150" cy="2286000"/>
          </a:xfrm>
          <a:custGeom>
            <a:avLst/>
            <a:gdLst/>
            <a:ahLst/>
            <a:cxnLst/>
            <a:rect l="l" t="t" r="r" b="b"/>
            <a:pathLst>
              <a:path w="1581150" h="2286000">
                <a:moveTo>
                  <a:pt x="0" y="2286000"/>
                </a:moveTo>
                <a:cubicBezTo>
                  <a:pt x="790575" y="2286000"/>
                  <a:pt x="790575" y="0"/>
                  <a:pt x="1581150" y="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44350" y="4267200"/>
            <a:ext cx="1581150" cy="762000"/>
          </a:xfrm>
          <a:custGeom>
            <a:avLst/>
            <a:gdLst/>
            <a:ahLst/>
            <a:cxnLst/>
            <a:rect l="l" t="t" r="r" b="b"/>
            <a:pathLst>
              <a:path w="1581150" h="762000">
                <a:moveTo>
                  <a:pt x="0" y="762000"/>
                </a:moveTo>
                <a:cubicBezTo>
                  <a:pt x="790575" y="762000"/>
                  <a:pt x="790575" y="0"/>
                  <a:pt x="1581150" y="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44350" y="5029200"/>
            <a:ext cx="1581150" cy="762000"/>
          </a:xfrm>
          <a:custGeom>
            <a:avLst/>
            <a:gdLst/>
            <a:ahLst/>
            <a:cxnLst/>
            <a:rect l="l" t="t" r="r" b="b"/>
            <a:pathLst>
              <a:path w="1581150" h="762000">
                <a:moveTo>
                  <a:pt x="0" y="0"/>
                </a:moveTo>
                <a:cubicBezTo>
                  <a:pt x="790575" y="0"/>
                  <a:pt x="790575" y="762000"/>
                  <a:pt x="1581150" y="76200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944350" y="5029200"/>
            <a:ext cx="1581150" cy="2286000"/>
          </a:xfrm>
          <a:custGeom>
            <a:avLst/>
            <a:gdLst/>
            <a:ahLst/>
            <a:cxnLst/>
            <a:rect l="l" t="t" r="r" b="b"/>
            <a:pathLst>
              <a:path w="1581150" h="2286000">
                <a:moveTo>
                  <a:pt x="0" y="0"/>
                </a:moveTo>
                <a:cubicBezTo>
                  <a:pt x="790575" y="0"/>
                  <a:pt x="790575" y="2286000"/>
                  <a:pt x="1581150" y="228600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44150" y="4229100"/>
            <a:ext cx="1600200" cy="16002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Xu</a:t>
            </a:r>
            <a:r>
              <a:rPr lang="en-US" sz="24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525500" y="2381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3525500" y="3905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525500" y="5429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525500" y="6953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b="1" dirty="0" spc="-1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004c4132-577a-4c40-87dd-6aaa6bbaf37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0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5717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956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3528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r>
              <a:rPr lang="en-US" sz="42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295400" y="42291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1/2/2027: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8.000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34500" y="25717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15500" y="28956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15500" y="33528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Creator</a:t>
            </a:r>
            <a:r>
              <a:rPr lang="en-US" sz="42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Rewards:</a:t>
            </a:r>
            <a:r>
              <a:rPr lang="en-US" sz="4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</a:t>
            </a:r>
            <a:r>
              <a:rPr lang="en-US" sz="42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nước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715500" y="42291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8102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134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95400" y="65913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2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42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mời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1295400" y="74676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Meta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7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follower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334500" y="58102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9715500" y="6134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950" b="1" spc="17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715500" y="65913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7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Được</a:t>
            </a: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phép,</a:t>
            </a:r>
            <a:r>
              <a:rPr lang="en-US" sz="4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luật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9715500" y="74676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Lặp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siết;</a:t>
            </a:r>
            <a:r>
              <a:rPr lang="en-US" sz="2700" dirty="0" spc="-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audit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02/12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90ebaba-39e4-4d80-9c65-0c5b59a0f7c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LÊN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72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</a:t>
            </a:r>
            <a:r>
              <a:rPr lang="en-US" sz="72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70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700" dirty="0"/>
          </a:p>
        </p:txBody>
      </p:sp>
      <p:sp>
        <p:nvSpPr>
          <p:cNvPr id="5" name="Connector line-1792305476227-171684718"/>
          <p:cNvSpPr/>
          <p:nvPr/>
        </p:nvSpPr>
        <p:spPr>
          <a:xfrm>
            <a:off x="5848350" y="2952750"/>
            <a:ext cx="7429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6" name="Text 4"/>
          <p:cNvSpPr/>
          <p:nvPr/>
        </p:nvSpPr>
        <p:spPr>
          <a:xfrm>
            <a:off x="676275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7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endParaRPr lang="en-US" sz="2700" dirty="0"/>
          </a:p>
        </p:txBody>
      </p:sp>
      <p:sp>
        <p:nvSpPr>
          <p:cNvPr id="7" name="Connector line-1792305476230-879220886"/>
          <p:cNvSpPr/>
          <p:nvPr/>
        </p:nvSpPr>
        <p:spPr>
          <a:xfrm>
            <a:off x="11696700" y="2952750"/>
            <a:ext cx="7429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1261110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7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3981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CHÍNH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730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12" name="Text richtext-1792305476238-351065063"/>
          <p:cNvSpPr/>
          <p:nvPr/>
        </p:nvSpPr>
        <p:spPr>
          <a:xfrm>
            <a:off x="125730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Lượt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nhấp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Khảo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lòng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653415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7705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5" name="Text richtext-1792305476262-738850475"/>
          <p:cNvSpPr/>
          <p:nvPr/>
        </p:nvSpPr>
        <p:spPr>
          <a:xfrm>
            <a:off x="687705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 mạnh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Like,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sẻ,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Follower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215390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49680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8" name="Text richtext-1792305476283-57578766"/>
          <p:cNvSpPr/>
          <p:nvPr/>
        </p:nvSpPr>
        <p:spPr>
          <a:xfrm>
            <a:off x="1249680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link,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hashtag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Dashboard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reach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14400" y="885825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10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Trending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5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7/2025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03/12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f967e795-6ee8-4a29-90ce-00c3bd48a9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Bị hạ</a:t>
            </a:r>
            <a:r>
              <a:rPr lang="en-US" sz="72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7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khỏi</a:t>
            </a: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</a:t>
            </a:r>
            <a:r>
              <a:rPr lang="en-US" sz="7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5730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</a:t>
            </a:r>
            <a:r>
              <a:rPr lang="en-US" sz="345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lượng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thấp</a:t>
            </a:r>
            <a:endParaRPr lang="en-US" sz="3450" dirty="0"/>
          </a:p>
        </p:txBody>
      </p:sp>
      <p:sp>
        <p:nvSpPr>
          <p:cNvPr id="7" name="Text richtext-1792305549562-254176663"/>
          <p:cNvSpPr/>
          <p:nvPr/>
        </p:nvSpPr>
        <p:spPr>
          <a:xfrm>
            <a:off x="125730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chống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spam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clickbait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Studio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Viewed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vs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swiped</a:t>
            </a:r>
            <a:r>
              <a:rPr lang="en-US" sz="25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away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3415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7705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687705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FYF</a:t>
            </a:r>
            <a:r>
              <a:rPr lang="en-US" sz="34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clip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34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3450" dirty="0"/>
          </a:p>
        </p:txBody>
      </p:sp>
      <p:sp>
        <p:nvSpPr>
          <p:cNvPr id="11" name="Text richtext-1792305549588-768514474"/>
          <p:cNvSpPr/>
          <p:nvPr/>
        </p:nvSpPr>
        <p:spPr>
          <a:xfrm>
            <a:off x="687705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Clip còn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watermark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Clip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 từ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GIF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Dụ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tặng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quà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like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15390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49680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49680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Giảm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ưu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tiên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45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3450" dirty="0"/>
          </a:p>
        </p:txBody>
      </p:sp>
      <p:sp>
        <p:nvSpPr>
          <p:cNvPr id="15" name="Text richtext-1792305549601-233677975"/>
          <p:cNvSpPr/>
          <p:nvPr/>
        </p:nvSpPr>
        <p:spPr>
          <a:xfrm>
            <a:off x="1249680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cùng,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clip,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thuyết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thể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Màn hình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Support cho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phạt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04/12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c46ea61d-65c8-4e0b-a8fe-c39abd9c01f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 KIỆN</a:t>
            </a:r>
            <a:r>
              <a:rPr lang="en-US" sz="180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75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tối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thiểu</a:t>
            </a:r>
            <a:r>
              <a:rPr lang="en-US" sz="75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6289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6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YouTube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95400" y="32385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đến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31/1/2027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6286500" y="259080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1.000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4.000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286500" y="321945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14400" y="40386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95400" y="42862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6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YouTube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295400" y="48958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1/2/2027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286500" y="424815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mới: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8.000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286500" y="487680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 không bị ảnh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 cách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56959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5400" y="59436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4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TikTok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295400" y="65532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Creator</a:t>
            </a:r>
            <a:r>
              <a:rPr lang="en-US" sz="195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6286500" y="590550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10.000</a:t>
            </a:r>
            <a:r>
              <a:rPr lang="en-US" sz="27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follower,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100.000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xem/30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ngày,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6286500" y="653415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nước,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14400" y="73533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5400" y="76009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1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Facebook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295400" y="82105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Content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Monetization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6286500" y="756285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mời;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286500" y="819150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Bày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tỏ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tâm: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dashboard,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tab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Monetization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05/12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8543e26-21fc-4200-8a51-99c181e6ac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2027</a:t>
            </a:r>
            <a:r>
              <a:rPr lang="en-US" sz="1800" b="1" spc="2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Ngưỡng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YPP</a:t>
            </a:r>
            <a:r>
              <a:rPr lang="en-US" sz="72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1/2/2027</a:t>
            </a:r>
            <a:endParaRPr lang="en-US" sz="7200" dirty="0"/>
          </a:p>
        </p:txBody>
      </p:sp>
      <p:sp>
        <p:nvSpPr>
          <p:cNvPr id="4" name="Connector line-1792305595030-470449568"/>
          <p:cNvSpPr/>
          <p:nvPr/>
        </p:nvSpPr>
        <p:spPr>
          <a:xfrm>
            <a:off x="1905000" y="3238500"/>
            <a:ext cx="14478000" cy="0"/>
          </a:xfrm>
          <a:prstGeom prst="line">
            <a:avLst/>
          </a:prstGeom>
          <a:noFill/>
          <a:ln w="38100">
            <a:solidFill>
              <a:srgbClr val="3A3F50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3219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6" name="Shape 4"/>
          <p:cNvSpPr/>
          <p:nvPr/>
        </p:nvSpPr>
        <p:spPr>
          <a:xfrm>
            <a:off x="8934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7" name="Shape 5"/>
          <p:cNvSpPr/>
          <p:nvPr/>
        </p:nvSpPr>
        <p:spPr>
          <a:xfrm>
            <a:off x="14649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8" name="Text 6"/>
          <p:cNvSpPr/>
          <p:nvPr/>
        </p:nvSpPr>
        <p:spPr>
          <a:xfrm>
            <a:off x="952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18/10/2026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6667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31/1/2027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2382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1/2/2027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381000" y="3733800"/>
            <a:ext cx="6096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3,5 tháng</a:t>
            </a:r>
            <a:r>
              <a:rPr lang="en-US" sz="22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 cũ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6667500" y="3733800"/>
            <a:ext cx="4953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2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Studio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2382500" y="3733800"/>
            <a:ext cx="4953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Ngưỡng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2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40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5730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1950" dirty="0"/>
          </a:p>
        </p:txBody>
      </p:sp>
      <p:sp>
        <p:nvSpPr>
          <p:cNvPr id="16" name="Text richtext-1792305595043-842974380"/>
          <p:cNvSpPr/>
          <p:nvPr/>
        </p:nvSpPr>
        <p:spPr>
          <a:xfrm>
            <a:off x="125730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8.000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365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subscriber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653415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687705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1950" b="1" spc="2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b="1" spc="17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</a:t>
            </a:r>
            <a:endParaRPr lang="en-US" sz="1950" dirty="0"/>
          </a:p>
        </p:txBody>
      </p:sp>
      <p:sp>
        <p:nvSpPr>
          <p:cNvPr id="19" name="Text richtext-1792305595051-815954796"/>
          <p:cNvSpPr/>
          <p:nvPr/>
        </p:nvSpPr>
        <p:spPr>
          <a:xfrm>
            <a:off x="687705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ảnh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tiền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Hụt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mốc: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215390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49680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17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950" dirty="0"/>
          </a:p>
        </p:txBody>
      </p:sp>
      <p:sp>
        <p:nvSpPr>
          <p:cNvPr id="22" name="Text richtext-1792305595058-53929848"/>
          <p:cNvSpPr/>
          <p:nvPr/>
        </p:nvSpPr>
        <p:spPr>
          <a:xfrm>
            <a:off x="1249680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1.000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365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Shorts, mỗi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06/12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3d169d05-b457-4ff0-864c-9369070008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1800" b="1" spc="28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RPM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chênh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 hàng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chục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7500" dirty="0"/>
          </a:p>
        </p:txBody>
      </p:sp>
      <p:sp>
        <p:nvSpPr>
          <p:cNvPr id="4" name="Connector line-1792305595815-699595942"/>
          <p:cNvSpPr/>
          <p:nvPr/>
        </p:nvSpPr>
        <p:spPr>
          <a:xfrm>
            <a:off x="5905500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5" name="Connector line-1792305595815-741578907"/>
          <p:cNvSpPr/>
          <p:nvPr/>
        </p:nvSpPr>
        <p:spPr>
          <a:xfrm>
            <a:off x="9398318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6" name="Connector line-1792305595816-101076256"/>
          <p:cNvSpPr/>
          <p:nvPr/>
        </p:nvSpPr>
        <p:spPr>
          <a:xfrm>
            <a:off x="12890182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7" name="Connector line-1792305595816-649596930"/>
          <p:cNvSpPr/>
          <p:nvPr/>
        </p:nvSpPr>
        <p:spPr>
          <a:xfrm>
            <a:off x="16383000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8" name="Connector line-1792305595816-996247917"/>
          <p:cNvSpPr/>
          <p:nvPr/>
        </p:nvSpPr>
        <p:spPr>
          <a:xfrm>
            <a:off x="5905500" y="8096250"/>
            <a:ext cx="10477500" cy="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334000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826818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18682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621000" y="82105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3028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 giải</a:t>
            </a: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14400" y="33909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 USD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2890182" y="3171825"/>
            <a:ext cx="3154680" cy="3238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0767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44386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0,04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0,10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8008620" y="4219575"/>
            <a:ext cx="1389698" cy="3238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1244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YouTube,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khán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14400" y="54864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 0,22 USD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10420350" y="5267325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 w="57150">
            <a:solidFill>
              <a:srgbClr val="E847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61722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2250" b="1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914400" y="65341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0,40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1,00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9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11500485" y="6315075"/>
            <a:ext cx="1389698" cy="3238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73914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r>
              <a:rPr lang="en-US" sz="22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914400" y="77533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0,02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6956107" y="7534275"/>
            <a:ext cx="3493770" cy="3238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87630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logarit.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của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ba: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RPM.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07/12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680a5697-1fe7-46bf-9b8b-d7f06f67f0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b="1" spc="29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72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72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7200" dirty="0" spc="-9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2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nhiêu?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11239500" cy="6191250"/>
          </a:xfrm>
          <a:prstGeom prst="roundRect">
            <a:avLst>
              <a:gd name="adj" fmla="val 430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194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7239000" y="26860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1.000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8.000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7" name="Connector line-1792305677470-220348093"/>
          <p:cNvSpPr/>
          <p:nvPr/>
        </p:nvSpPr>
        <p:spPr>
          <a:xfrm>
            <a:off x="1295400" y="369570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39814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7239000" y="384810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khoảng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220 USD</a:t>
            </a:r>
            <a:endParaRPr lang="en-US" sz="3450" dirty="0"/>
          </a:p>
        </p:txBody>
      </p:sp>
      <p:sp>
        <p:nvSpPr>
          <p:cNvPr id="10" name="Connector line-1792305677475-727717167"/>
          <p:cNvSpPr/>
          <p:nvPr/>
        </p:nvSpPr>
        <p:spPr>
          <a:xfrm>
            <a:off x="1295400" y="485775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295400" y="51435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7239000" y="50101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100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3" name="Connector line-1792305677479-104528603"/>
          <p:cNvSpPr/>
          <p:nvPr/>
        </p:nvSpPr>
        <p:spPr>
          <a:xfrm>
            <a:off x="1295400" y="601980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295400" y="63055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r>
              <a:rPr lang="en-US" sz="22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22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(8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nước)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7239000" y="617220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160</a:t>
            </a:r>
            <a:r>
              <a:rPr lang="en-US" sz="3450" dirty="0" spc="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700</a:t>
            </a:r>
            <a:r>
              <a:rPr lang="en-US" sz="345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6" name="Connector line-1792305677482-990674431"/>
          <p:cNvSpPr/>
          <p:nvPr/>
        </p:nvSpPr>
        <p:spPr>
          <a:xfrm>
            <a:off x="1295400" y="718185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95400" y="74676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r>
              <a:rPr lang="en-US" sz="22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7239000" y="73342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</a:t>
            </a:r>
            <a:r>
              <a:rPr lang="en-US" sz="3450" dirty="0" spc="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</a:t>
            </a:r>
            <a:r>
              <a:rPr lang="en-US" sz="345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9" name="Text 17"/>
          <p:cNvSpPr/>
          <p:nvPr/>
        </p:nvSpPr>
        <p:spPr>
          <a:xfrm>
            <a:off x="914400" y="8705850"/>
            <a:ext cx="16459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9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RPM ở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r>
              <a:rPr lang="en-US" sz="1800" dirty="0" spc="-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TikTok,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RPM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</a:t>
            </a:r>
            <a:r>
              <a:rPr lang="en-US" sz="18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800" dirty="0" spc="-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70%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(lượt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8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kiện);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Additional</a:t>
            </a:r>
            <a:r>
              <a:rPr lang="en-US" sz="180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2534900" y="2381250"/>
            <a:ext cx="4838700" cy="6191250"/>
          </a:xfrm>
          <a:prstGeom prst="roundRect">
            <a:avLst>
              <a:gd name="adj" fmla="val 551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877800" y="2705100"/>
            <a:ext cx="4152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950" b="1" spc="1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2877800" y="3143250"/>
            <a:ext cx="4152900" cy="1238250"/>
          </a:xfrm>
          <a:prstGeom prst="rect">
            <a:avLst/>
          </a:prstGeom>
          <a:noFill/>
          <a:ln/>
        </p:spPr>
        <p:txBody>
          <a:bodyPr wrap="square" lIns="0" tIns="80010" rIns="0" bIns="-80010" rtlCol="0" anchor="t"/>
          <a:lstStyle/>
          <a:p>
            <a:pPr algn="l" indent="0" marL="0">
              <a:lnSpc>
                <a:spcPts val="9360"/>
              </a:lnSpc>
              <a:buNone/>
            </a:pPr>
            <a:r>
              <a:rPr lang="en-US" sz="90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81%</a:t>
            </a:r>
            <a:endParaRPr lang="en-US" sz="9000" dirty="0"/>
          </a:p>
        </p:txBody>
      </p:sp>
      <p:sp>
        <p:nvSpPr>
          <p:cNvPr id="23" name="Text 21"/>
          <p:cNvSpPr/>
          <p:nvPr/>
        </p:nvSpPr>
        <p:spPr>
          <a:xfrm>
            <a:off x="12877800" y="4457700"/>
            <a:ext cx="4152900" cy="1143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creator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 nhập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brand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deal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(#paid,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2026)</a:t>
            </a:r>
            <a:endParaRPr lang="en-US" sz="2250" dirty="0"/>
          </a:p>
        </p:txBody>
      </p:sp>
      <p:sp>
        <p:nvSpPr>
          <p:cNvPr id="24" name="Connector line-1792305677497-170994136"/>
          <p:cNvSpPr/>
          <p:nvPr/>
        </p:nvSpPr>
        <p:spPr>
          <a:xfrm>
            <a:off x="12877800" y="5772150"/>
            <a:ext cx="41529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5" name="Text richtext-1792305677497-393727939"/>
          <p:cNvSpPr/>
          <p:nvPr/>
        </p:nvSpPr>
        <p:spPr>
          <a:xfrm>
            <a:off x="12877800" y="6000750"/>
            <a:ext cx="4152900" cy="2381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hồng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affiliate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20%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(blog)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Tiền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endParaRPr lang="en-US" sz="2550" dirty="0"/>
          </a:p>
        </p:txBody>
      </p:sp>
      <p:sp>
        <p:nvSpPr>
          <p:cNvPr id="26" name="Shape 24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08/12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e2d2850d-5aef-4eef-abd5-0f47246aed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VIDEO</a:t>
            </a:r>
            <a:r>
              <a:rPr lang="en-US" sz="1800" b="1" spc="24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80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75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75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3812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3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39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7" name="Text richtext-1792305678213-373476176"/>
          <p:cNvSpPr/>
          <p:nvPr/>
        </p:nvSpPr>
        <p:spPr>
          <a:xfrm>
            <a:off x="125730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giới hạn khán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3415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7705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richtext-1792305678219-530878341"/>
          <p:cNvSpPr/>
          <p:nvPr/>
        </p:nvSpPr>
        <p:spPr>
          <a:xfrm>
            <a:off x="687705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C2PA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15390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9680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3" name="Text richtext-1792305678226-668456839"/>
          <p:cNvSpPr/>
          <p:nvPr/>
        </p:nvSpPr>
        <p:spPr>
          <a:xfrm>
            <a:off x="1249680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info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cung cấp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giảm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587f633-bc3c-46a6-8fd0-8dc1c535b2e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800" b="1" spc="2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 TRÊN</a:t>
            </a: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7500" dirty="0" spc="-9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75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8039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7432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950" dirty="0"/>
          </a:p>
        </p:txBody>
      </p:sp>
      <p:sp>
        <p:nvSpPr>
          <p:cNvPr id="6" name="Text richtext-1792305702542-757369029"/>
          <p:cNvSpPr/>
          <p:nvPr/>
        </p:nvSpPr>
        <p:spPr>
          <a:xfrm>
            <a:off x="1295400" y="3295650"/>
            <a:ext cx="7277100" cy="4191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từ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 nhau hàng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loạt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Ghép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clip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 không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</a:t>
            </a:r>
            <a:r>
              <a:rPr lang="en-US" sz="2700" dirty="0" spc="-4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34500" y="2381250"/>
            <a:ext cx="8039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9715500" y="27432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19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 NHẬN</a:t>
            </a:r>
            <a:endParaRPr lang="en-US" sz="1950" dirty="0"/>
          </a:p>
        </p:txBody>
      </p:sp>
      <p:sp>
        <p:nvSpPr>
          <p:cNvPr id="9" name="Text richtext-1792305702550-926960771"/>
          <p:cNvSpPr/>
          <p:nvPr/>
        </p:nvSpPr>
        <p:spPr>
          <a:xfrm>
            <a:off x="9715500" y="3295650"/>
            <a:ext cx="7277100" cy="4191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vật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 hỗ</a:t>
            </a:r>
            <a:r>
              <a:rPr lang="en-US" sz="27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kịch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Sản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tầm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80010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2A2418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8210550"/>
            <a:ext cx="15716250" cy="7239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5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cảm:</a:t>
            </a:r>
            <a:r>
              <a:rPr lang="en-US" sz="2550" b="1" dirty="0" spc="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25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khỏe,</a:t>
            </a: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lý,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chính,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550" b="1" dirty="0" spc="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r>
              <a:rPr lang="en-US" sz="25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55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b="1" dirty="0" spc="-1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10/12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4b92dd8-0b95-4671-9663-6dc1a8d738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 THỨC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Đăng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API: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72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72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richtext-1792305703330-286253789"/>
          <p:cNvSpPr/>
          <p:nvPr/>
        </p:nvSpPr>
        <p:spPr>
          <a:xfrm>
            <a:off x="125730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upload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containsSyntheticMedia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verify: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thuẫn,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3415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7705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9" name="Text richtext-1792305703335-158563325"/>
          <p:cNvSpPr/>
          <p:nvPr/>
        </p:nvSpPr>
        <p:spPr>
          <a:xfrm>
            <a:off x="687705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audit: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 của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 qua audit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Upload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hẹn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5390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9680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2" name="Text richtext-1792305703341-473149127"/>
          <p:cNvSpPr/>
          <p:nvPr/>
        </p:nvSpPr>
        <p:spPr>
          <a:xfrm>
            <a:off x="1249680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Reels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7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Tối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Reel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nền</a:t>
            </a: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tảng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 API</a:t>
            </a:r>
            <a:r>
              <a:rPr lang="en-US" sz="3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r>
              <a:rPr lang="en-US" sz="30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reach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11/12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8a71ce9-4c09-455e-81ca-3879887355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 làm</a:t>
            </a:r>
            <a:r>
              <a:rPr lang="en-US" sz="75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80391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05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950" b="1" spc="203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950" dirty="0"/>
          </a:p>
        </p:txBody>
      </p:sp>
      <p:sp>
        <p:nvSpPr>
          <p:cNvPr id="6" name="Text richtext-1792305704157-711412469"/>
          <p:cNvSpPr/>
          <p:nvPr/>
        </p:nvSpPr>
        <p:spPr>
          <a:xfrm>
            <a:off x="1295400" y="3238500"/>
            <a:ext cx="7277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34500" y="2381250"/>
            <a:ext cx="80391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15500" y="2705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endParaRPr lang="en-US" sz="1950" dirty="0"/>
          </a:p>
        </p:txBody>
      </p:sp>
      <p:sp>
        <p:nvSpPr>
          <p:cNvPr id="9" name="Text richtext-1792305704161-757323351"/>
          <p:cNvSpPr/>
          <p:nvPr/>
        </p:nvSpPr>
        <p:spPr>
          <a:xfrm>
            <a:off x="9715500" y="3238500"/>
            <a:ext cx="7277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2700" dirty="0" spc="-6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verify: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RPM: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68961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b="1" spc="228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14400" y="72580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3667" rIns="0" bIns="-3667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YPP:</a:t>
            </a:r>
            <a:r>
              <a:rPr lang="en-US" sz="1650" dirty="0" spc="-4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Partner</a:t>
            </a:r>
            <a:r>
              <a:rPr lang="en-US" sz="16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RPM: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FYF:</a:t>
            </a:r>
            <a:r>
              <a:rPr lang="en-US" sz="165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1650" dirty="0" spc="-4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feed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C2PA: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metadata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(Content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Credentials)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API: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650" dirty="0" spc="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914400" y="81534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65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14400" y="85153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3667" rIns="0" bIns="-3667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support.google.com/youtube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developers.google.com/youtube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tiktok.com/creator-academy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developers.tiktok.com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creators.facebook.com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about.fb.com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developers.facebook.com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12/12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826b097-7741-43d0-a579-80bd7e526b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2026-10-18T07:28:37Z</dcterms:created>
  <dcterms:modified xsi:type="dcterms:W3CDTF">2026-10-18T07:28:37Z</dcterms:modified>
</cp:coreProperties>
</file>