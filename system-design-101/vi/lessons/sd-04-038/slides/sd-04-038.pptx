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1333500"/>
          </a:xfrm>
          <a:prstGeom prst="rect">
            <a:avLst/>
          </a:prstGeom>
          <a:noFill/>
          <a:ln/>
        </p:spPr>
        <p:txBody>
          <a:bodyPr wrap="square" lIns="0" tIns="74935" rIns="0" bIns="-74935" rtlCol="0" anchor="t"/>
          <a:lstStyle/>
          <a:p>
            <a:pPr algn="l" indent="0" marL="0">
              <a:lnSpc>
                <a:spcPts val="9174"/>
              </a:lnSpc>
              <a:buNone/>
            </a:pPr>
            <a:r>
              <a:rPr lang="en-US" sz="8738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8738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8738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CAP</a:t>
            </a:r>
            <a:endParaRPr lang="en-US" sz="8738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33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3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3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3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3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953000"/>
            <a:ext cx="83820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mạng</a:t>
            </a:r>
            <a:r>
              <a:rPr lang="en-US" sz="2250" dirty="0" spc="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sd-04-038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14300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192000" y="129540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192000" y="180975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477500" y="35242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75285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12192000" y="390525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192000" y="441960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477500" y="613410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58500" y="6362700"/>
            <a:ext cx="1143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12192000" y="6515100"/>
            <a:ext cx="495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Chịu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2192000" y="7029450"/>
            <a:ext cx="485775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8341ec2-3ca9-4b22-a630-d9f72940f2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Mạng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cắt: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 cho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đúng?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"Hai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ba"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lầm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05900" y="4476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486900" y="47625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523875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(PACELC)</a:t>
            </a:r>
            <a:endParaRPr lang="en-US" sz="2850" dirty="0"/>
          </a:p>
        </p:txBody>
      </p:sp>
      <p:sp>
        <p:nvSpPr>
          <p:cNvPr id="11" name="Shape 9"/>
          <p:cNvSpPr/>
          <p:nvPr/>
        </p:nvSpPr>
        <p:spPr>
          <a:xfrm>
            <a:off x="914400" y="7048500"/>
            <a:ext cx="160020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73152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95400" y="7734300"/>
            <a:ext cx="1524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16.15: bản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95400" y="824865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927ce6fc-9633-472e-a1b1-5d02b9079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bộ: chọn</a:t>
            </a:r>
            <a:r>
              <a:rPr lang="en-US" sz="6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6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4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95400" y="55245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63100" y="285750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1813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800" b="1" spc="1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3714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0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4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48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9944100" y="55245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2" name="Connector line-1792374679271-305393415"/>
          <p:cNvSpPr/>
          <p:nvPr/>
        </p:nvSpPr>
        <p:spPr>
          <a:xfrm>
            <a:off x="8763000" y="4857750"/>
            <a:ext cx="7620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991600" y="4305300"/>
            <a:ext cx="571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✕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78105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3914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MẠNG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95400" y="7829550"/>
            <a:ext cx="704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563100" y="7143750"/>
            <a:ext cx="7810500" cy="1619250"/>
          </a:xfrm>
          <a:prstGeom prst="roundRect">
            <a:avLst>
              <a:gd name="adj" fmla="val 14118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944100" y="73914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44100" y="7829550"/>
            <a:ext cx="7048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55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705540a-23b3-4f01-a7d1-4105cee376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BỊ</a:t>
            </a:r>
            <a:r>
              <a:rPr lang="en-US" sz="195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bộ: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57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chờ,</a:t>
            </a:r>
            <a:r>
              <a:rPr lang="en-US" sz="57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 nhất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endParaRPr lang="en-US" sz="5700" dirty="0"/>
          </a:p>
        </p:txBody>
      </p:sp>
      <p:sp>
        <p:nvSpPr>
          <p:cNvPr id="4" name="Connector line-1792374712243-396675836"/>
          <p:cNvSpPr/>
          <p:nvPr/>
        </p:nvSpPr>
        <p:spPr>
          <a:xfrm>
            <a:off x="1085850" y="3524250"/>
            <a:ext cx="15963900" cy="0"/>
          </a:xfrm>
          <a:prstGeom prst="line">
            <a:avLst/>
          </a:prstGeom>
          <a:noFill/>
          <a:ln w="5715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14400" y="3352800"/>
            <a:ext cx="342900" cy="342900"/>
          </a:xfrm>
          <a:prstGeom prst="ellipse">
            <a:avLst/>
          </a:prstGeom>
          <a:solidFill>
            <a:srgbClr val="9AA0B5"/>
          </a:solidFill>
          <a:ln/>
        </p:spPr>
      </p:sp>
      <p:sp>
        <p:nvSpPr>
          <p:cNvPr id="6" name="Shape 4"/>
          <p:cNvSpPr/>
          <p:nvPr/>
        </p:nvSpPr>
        <p:spPr>
          <a:xfrm>
            <a:off x="5153025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9391650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13630275" y="3352800"/>
            <a:ext cx="342900" cy="3429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53025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91650" y="27622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1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630275" y="276225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b="1" spc="1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3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800" b="1" spc="13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000500"/>
            <a:ext cx="40005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synchronous_standby_names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='*'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4953000"/>
            <a:ext cx="40005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5153025" y="4000500"/>
            <a:ext cx="4000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153025" y="457200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 ở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SyncRep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391650" y="4000500"/>
            <a:ext cx="4000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statement_timeout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391650" y="50482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630275" y="4000500"/>
            <a:ext cx="381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630275" y="50482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914400" y="6286500"/>
            <a:ext cx="100965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5400" y="6572250"/>
            <a:ext cx="9334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3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029450"/>
            <a:ext cx="9334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295400" y="7696200"/>
            <a:ext cx="9334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 hai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câu: hai</a:t>
            </a:r>
            <a:r>
              <a:rPr lang="en-US" sz="240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1391900" y="6286500"/>
            <a:ext cx="59817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1772900" y="6572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772900" y="702945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8a3a636b-4c32-4116-9054-5b88243dae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vùng:</a:t>
            </a:r>
            <a:r>
              <a:rPr lang="en-US" sz="6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6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6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10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0,88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8191500" cy="647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mili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1915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 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(remote_apply),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200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906000" y="3048000"/>
            <a:ext cx="74676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0" y="3352800"/>
            <a:ext cx="6705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87000" y="390525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287000" y="4381500"/>
            <a:ext cx="3048000" cy="533400"/>
          </a:xfrm>
          <a:prstGeom prst="roundRect">
            <a:avLst>
              <a:gd name="adj" fmla="val 21429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3525500" y="44386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287000" y="523875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287000" y="5715000"/>
            <a:ext cx="6286500" cy="533400"/>
          </a:xfrm>
          <a:prstGeom prst="roundRect">
            <a:avLst>
              <a:gd name="adj" fmla="val 21429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0" y="5772150"/>
            <a:ext cx="3810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0,88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287000" y="6667500"/>
            <a:ext cx="6705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287000" y="7334250"/>
            <a:ext cx="6705600" cy="104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30439f7-2042-4550-a345-e58964fdc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0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60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tiến</a:t>
            </a: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còn: phân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chiều,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chọn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8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vùng: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2782c7-5ebd-44e7-a635-97427de5e3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Hủy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57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treo:</a:t>
            </a:r>
            <a:r>
              <a:rPr lang="en-US" sz="57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14400" y="24003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3909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715000" y="3295650"/>
            <a:ext cx="112395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Có,</a:t>
            </a:r>
            <a:r>
              <a:rPr lang="en-US" sz="28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chính;</a:t>
            </a:r>
            <a:r>
              <a:rPr lang="en-US" sz="2850" b="1" dirty="0" spc="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2291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715000" y="44767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4102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7531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715000" y="56578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bại: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65913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9342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715000" y="68389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thái;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7772400"/>
            <a:ext cx="16459200" cy="1066800"/>
          </a:xfrm>
          <a:prstGeom prst="roundRect">
            <a:avLst>
              <a:gd name="adj" fmla="val 17857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81153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5715000" y="8020050"/>
            <a:ext cx="11239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 bộ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1f3e9e5-5420-4b86-bb9b-993548ef93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chế</a:t>
            </a:r>
            <a:r>
              <a:rPr lang="en-US" sz="60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độ,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0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762500" y="27051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GIÂY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b="1" spc="16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39500" y="27051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714750"/>
            <a:ext cx="352425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('')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352425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4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('*')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0" y="314325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344805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953000" y="4381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 ngay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087100" y="314325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68100" y="344805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lại: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1468100" y="4381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4572000" y="552450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8D9D0"/>
          </a:solidFill>
          <a:ln/>
        </p:spPr>
      </p:sp>
      <p:sp>
        <p:nvSpPr>
          <p:cNvPr id="15" name="Text 13"/>
          <p:cNvSpPr/>
          <p:nvPr/>
        </p:nvSpPr>
        <p:spPr>
          <a:xfrm>
            <a:off x="4953000" y="582930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Phiên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49530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87100" y="5524500"/>
            <a:ext cx="628650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68100" y="5829300"/>
            <a:ext cx="55245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giây: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14681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lại: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8115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5433,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5434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14400" y="8572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nhau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ea0c7353-2607-4153-8c35-594aeec1d1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051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CAP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3333750" y="30289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Consistency,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333750" y="34099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767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43243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ACID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3333750" y="42481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Atomicity,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Isolation,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Durability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3750" y="46291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 tính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giao dịch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2959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43550"/>
            <a:ext cx="20002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PACELC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33750" y="54673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Partition,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Consistency,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Else,</a:t>
            </a:r>
            <a:r>
              <a:rPr lang="en-US" sz="18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Latency,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Consistency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33750" y="58483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5151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7627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3333750" y="66865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33750" y="70675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734300"/>
            <a:ext cx="10477500" cy="1104900"/>
          </a:xfrm>
          <a:prstGeom prst="roundRect">
            <a:avLst>
              <a:gd name="adj" fmla="val 17241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981950"/>
            <a:ext cx="19050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3333750" y="79057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333750" y="8286750"/>
            <a:ext cx="781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1772900" y="2857500"/>
            <a:ext cx="5600700" cy="5981700"/>
          </a:xfrm>
          <a:prstGeom prst="roundRect">
            <a:avLst>
              <a:gd name="adj" fmla="val 4762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115800" y="31623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15800" y="371475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2115800" y="4152900"/>
            <a:ext cx="4953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2115800" y="485775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2115800" y="5295900"/>
            <a:ext cx="4953000" cy="14287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High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Availability,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Load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Balancing, and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Replication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115800" y="6858000"/>
            <a:ext cx="4953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115800" y="7296150"/>
            <a:ext cx="4953000" cy="952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syncrep.c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03ac30-612e-4f2a-b7bc-fa97f2f65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2026-10-19T01:54:02Z</dcterms:created>
  <dcterms:modified xsi:type="dcterms:W3CDTF">2026-10-19T01:54:02Z</dcterms:modified>
</cp:coreProperties>
</file>