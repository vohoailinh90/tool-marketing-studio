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4287500" cy="2286000"/>
          </a:xfrm>
          <a:prstGeom prst="rect">
            <a:avLst/>
          </a:prstGeom>
          <a:noFill/>
          <a:ln/>
        </p:spPr>
        <p:txBody>
          <a:bodyPr wrap="square" lIns="0" tIns="56959" rIns="0" bIns="-56959" rtlCol="0" anchor="t"/>
          <a:lstStyle/>
          <a:p>
            <a:pPr algn="l" indent="0" marL="0">
              <a:lnSpc>
                <a:spcPts val="8073"/>
              </a:lnSpc>
              <a:buNone/>
            </a:pPr>
            <a:r>
              <a:rPr lang="en-US" sz="7475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7475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tuần</a:t>
            </a:r>
            <a:r>
              <a:rPr lang="en-US" sz="7475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hoàn</a:t>
            </a:r>
            <a:r>
              <a:rPr lang="en-US" sz="7475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Kubernetes:</a:t>
            </a:r>
            <a:r>
              <a:rPr lang="en-US" sz="7475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7475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475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7475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</a:t>
            </a:r>
            <a:endParaRPr lang="en-US" sz="7475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lõi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49911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578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2578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tùy</a:t>
            </a:r>
            <a:r>
              <a:rPr lang="en-US" sz="2700" dirty="0" spc="-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chọn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0678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345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3345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Đối</a:t>
            </a:r>
            <a:r>
              <a:rPr lang="en-US" sz="2700" dirty="0" spc="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tượng</a:t>
            </a:r>
            <a:r>
              <a:rPr lang="en-US" sz="27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API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31445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4112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4112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Dự</a:t>
            </a:r>
            <a:r>
              <a:rPr lang="en-US" sz="270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án</a:t>
            </a:r>
            <a:r>
              <a:rPr lang="en-US" sz="270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hệ</a:t>
            </a:r>
            <a:r>
              <a:rPr lang="en-US" sz="270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sinh</a:t>
            </a:r>
            <a:r>
              <a:rPr lang="en-US" sz="270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thái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aad55b8a-b44d-41c5-95b2-b6340648a7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419100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54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54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91700" y="419100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 học thuộc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70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cụm, cái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tự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cc6c4f5-5dfd-44c4-b9a0-8c67d91ec6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</a:t>
            </a:r>
            <a:r>
              <a:rPr lang="en-US" sz="1950" b="1" spc="2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123825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3143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Thứ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 cần</a:t>
            </a:r>
            <a:r>
              <a:rPr lang="en-US" sz="78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kube-apiserver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6343650" y="552450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etcd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1772900" y="552450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scheduler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14400" y="676275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controller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manager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343650" y="676275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kubelet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1772900" y="676275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361851f1-2b38-4d16-a24c-411e82a77c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</a:t>
            </a:r>
            <a:r>
              <a:rPr lang="en-US" sz="1950" b="1" spc="30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Mặc</a:t>
            </a:r>
            <a:r>
              <a:rPr lang="en-US" sz="69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có,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4953000" cy="1428750"/>
          </a:xfrm>
          <a:prstGeom prst="roundRect">
            <a:avLst>
              <a:gd name="adj" fmla="val 18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kube-proxy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49530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Plugin</a:t>
            </a:r>
            <a:r>
              <a:rPr lang="en-US" sz="33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mạng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2420600" y="4381500"/>
            <a:ext cx="4953000" cy="1905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Service</a:t>
            </a:r>
            <a:endParaRPr lang="en-US" sz="3900" dirty="0"/>
          </a:p>
        </p:txBody>
      </p:sp>
      <p:sp>
        <p:nvSpPr>
          <p:cNvPr id="7" name="Connector line-1792370698345-334275484"/>
          <p:cNvSpPr/>
          <p:nvPr/>
        </p:nvSpPr>
        <p:spPr>
          <a:xfrm>
            <a:off x="5962650" y="4143375"/>
            <a:ext cx="6362700" cy="90487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0698345-394759139"/>
          <p:cNvSpPr/>
          <p:nvPr/>
        </p:nvSpPr>
        <p:spPr>
          <a:xfrm flipV="1">
            <a:off x="5962650" y="5715000"/>
            <a:ext cx="6362700" cy="80962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29527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74295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kube-proxy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cd5fa14-421a-4080-a2c6-2e8a245cd8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95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(GIAO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 LẬP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b="1" spc="3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DỤNG)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Thứ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15100" y="3143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15800" y="3143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5429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15100" y="5429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15800" y="5429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143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3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Pod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515100" y="3143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2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Deployment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12115800" y="3143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Service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914400" y="5429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ConfigMap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6515100" y="5429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Secret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115800" y="5429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Ingress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914400" y="7810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Text 25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a7a498aa-1610-4e39-961a-1ca99389bf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 HỆ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Thứ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b="1" spc="21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KUBERNETES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762500" cy="1143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Helm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2750" y="3810000"/>
            <a:ext cx="4762500" cy="1143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Prometheus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2230100" y="3810000"/>
            <a:ext cx="4762500" cy="1143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Istio...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9055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2A2E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Kubernetes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c30c0116-2c19-41e6-b083-6a41fb634f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147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76250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51244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9342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2476500" y="29527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31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</a:t>
            </a:r>
            <a:r>
              <a:rPr lang="en-US" sz="31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</a:t>
            </a:r>
            <a:r>
              <a:rPr lang="en-US" sz="31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tốt.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2476500" y="476250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hợp</a:t>
            </a:r>
            <a:r>
              <a:rPr lang="en-US" sz="31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bạn.</a:t>
            </a:r>
            <a:endParaRPr lang="en-US" sz="3150" dirty="0"/>
          </a:p>
        </p:txBody>
      </p:sp>
      <p:sp>
        <p:nvSpPr>
          <p:cNvPr id="12" name="Text 10"/>
          <p:cNvSpPr/>
          <p:nvPr/>
        </p:nvSpPr>
        <p:spPr>
          <a:xfrm>
            <a:off x="2476500" y="65722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Bảng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nhanh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</a:t>
            </a:r>
            <a:r>
              <a:rPr lang="en-US" sz="31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3df669d9-bee1-4de0-8218-656011766b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34290" rIns="0" bIns="-34290" rtlCol="0" anchor="t"/>
          <a:lstStyle/>
          <a:p>
            <a:pPr algn="l" indent="0" marL="0">
              <a:lnSpc>
                <a:spcPts val="5940"/>
              </a:lnSpc>
              <a:buNone/>
            </a:pPr>
            <a:r>
              <a:rPr lang="en-US" sz="5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Helm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54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lõi</a:t>
            </a:r>
            <a:r>
              <a:rPr lang="en-US" sz="54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4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133350" cy="21907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3810000"/>
            <a:ext cx="1571625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914400" y="6858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Helm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đóng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riêng,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sinh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7620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 không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Helm.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562fd19e-78ef-4266-bea2-87d52f7ea2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 biệt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92430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08635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24840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762250"/>
            <a:ext cx="133350" cy="10096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924300"/>
            <a:ext cx="133350" cy="10096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5086350"/>
            <a:ext cx="133350" cy="10096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6248400"/>
            <a:ext cx="133350" cy="10096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276225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9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lõi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667500" y="276225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333500" y="392430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tùy</a:t>
            </a:r>
            <a:r>
              <a:rPr lang="en-US" sz="270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chọn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667500" y="392430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pháp khác.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333500" y="508635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Đối</a:t>
            </a:r>
            <a:r>
              <a:rPr lang="en-US" sz="2700" dirty="0" spc="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tượng</a:t>
            </a:r>
            <a:r>
              <a:rPr lang="en-US" sz="27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API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6667500" y="508635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báo.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333500" y="624840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Dự</a:t>
            </a:r>
            <a:r>
              <a:rPr lang="en-US" sz="2700" dirty="0" spc="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án</a:t>
            </a:r>
            <a:r>
              <a:rPr lang="en-US" sz="2700" dirty="0" spc="-7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hệ</a:t>
            </a:r>
            <a:r>
              <a:rPr lang="en-US" sz="27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sinh</a:t>
            </a:r>
            <a:r>
              <a:rPr lang="en-US" sz="270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thái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667500" y="624840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thêm.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14400" y="7715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Cách</a:t>
            </a:r>
            <a:r>
              <a:rPr lang="en-US" sz="24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tra: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tìm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 bài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trước,</a:t>
            </a:r>
            <a:r>
              <a:rPr lang="en-US" sz="24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án.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14400" y="8286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Làm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quen: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lõi</a:t>
            </a:r>
            <a:r>
              <a:rPr lang="en-US" sz="24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tượng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trước,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sinh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sau.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Text 3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76673ef5-8bbd-4768-b58f-d50dbe1603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1428750"/>
            <a:ext cx="157162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3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33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300" b="1" dirty="0" spc="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4476750"/>
            <a:ext cx="52578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515100" y="4476750"/>
            <a:ext cx="52578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Thành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21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cụm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115800" y="4476750"/>
            <a:ext cx="52578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Tài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0ba3c2d1-a75c-46ff-a627-db5e907c45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2026-10-19T00:46:20Z</dcterms:created>
  <dcterms:modified xsi:type="dcterms:W3CDTF">2026-10-19T00:46:20Z</dcterms:modified>
</cp:coreProperties>
</file>