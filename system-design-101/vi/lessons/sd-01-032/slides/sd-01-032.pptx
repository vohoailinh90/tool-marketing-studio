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  <p:embeddedFont>
      <p:font typeface="Roboto Mono"/>
      <p:bold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906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572500" cy="4286250"/>
          </a:xfrm>
          <a:prstGeom prst="rect">
            <a:avLst/>
          </a:prstGeom>
          <a:noFill/>
          <a:ln/>
        </p:spPr>
        <p:txBody>
          <a:bodyPr wrap="square" lIns="0" tIns="77152" rIns="0" bIns="-77152" rtlCol="0" anchor="t"/>
          <a:lstStyle/>
          <a:p>
            <a:pPr algn="l" indent="0" marL="0">
              <a:lnSpc>
                <a:spcPts val="8262"/>
              </a:lnSpc>
              <a:buNone/>
            </a:pPr>
            <a:r>
              <a:rPr lang="en-US" sz="8100" dirty="0" spc="-2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SOAP,</a:t>
            </a:r>
            <a:r>
              <a:rPr lang="en-US" sz="8100" dirty="0" spc="-1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REST,</a:t>
            </a:r>
            <a:r>
              <a:rPr lang="en-US" sz="81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GraphQL</a:t>
            </a:r>
            <a:r>
              <a:rPr lang="en-US" sz="8100" dirty="0" spc="-8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RPC: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81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góc</a:t>
            </a:r>
            <a:r>
              <a:rPr lang="en-US" sz="81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nhìn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0960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30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tên,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dirty="0" spc="-4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tiếp.</a:t>
            </a:r>
            <a:endParaRPr lang="en-US" sz="3000" dirty="0"/>
          </a:p>
        </p:txBody>
      </p:sp>
      <p:sp>
        <p:nvSpPr>
          <p:cNvPr id="5" name="Connector line-1792371622462-797415238"/>
          <p:cNvSpPr/>
          <p:nvPr/>
        </p:nvSpPr>
        <p:spPr>
          <a:xfrm>
            <a:off x="914400" y="7334250"/>
            <a:ext cx="82296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620000"/>
            <a:ext cx="819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nhấn mạnh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096500" y="1238250"/>
            <a:ext cx="3524250" cy="3810000"/>
          </a:xfrm>
          <a:prstGeom prst="roundRect">
            <a:avLst>
              <a:gd name="adj" fmla="val 8649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77500" y="1619250"/>
            <a:ext cx="285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4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SOAP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10477500" y="3810000"/>
            <a:ext cx="28575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Khung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thông</a:t>
            </a:r>
            <a:r>
              <a:rPr lang="en-US" sz="2400" dirty="0" spc="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điệp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3849350" y="1238250"/>
            <a:ext cx="3524250" cy="3810000"/>
          </a:xfrm>
          <a:prstGeom prst="roundRect">
            <a:avLst>
              <a:gd name="adj" fmla="val 8649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230350" y="1619250"/>
            <a:ext cx="285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2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</a:t>
            </a:r>
            <a:endParaRPr lang="en-US" sz="4500" dirty="0"/>
          </a:p>
        </p:txBody>
      </p:sp>
      <p:sp>
        <p:nvSpPr>
          <p:cNvPr id="13" name="Text 11"/>
          <p:cNvSpPr/>
          <p:nvPr/>
        </p:nvSpPr>
        <p:spPr>
          <a:xfrm>
            <a:off x="14230350" y="3810000"/>
            <a:ext cx="2857500" cy="11430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-7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Tài</a:t>
            </a:r>
            <a:r>
              <a:rPr lang="en-US" sz="240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nguyên,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giao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diện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thống</a:t>
            </a:r>
            <a:r>
              <a:rPr lang="en-US" sz="24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nhất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0096500" y="5276850"/>
            <a:ext cx="3524250" cy="3810000"/>
          </a:xfrm>
          <a:prstGeom prst="roundRect">
            <a:avLst>
              <a:gd name="adj" fmla="val 8649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77500" y="5657850"/>
            <a:ext cx="285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</a:t>
            </a:r>
            <a:endParaRPr lang="en-US" sz="4500" dirty="0"/>
          </a:p>
        </p:txBody>
      </p:sp>
      <p:sp>
        <p:nvSpPr>
          <p:cNvPr id="16" name="Text 14"/>
          <p:cNvSpPr/>
          <p:nvPr/>
        </p:nvSpPr>
        <p:spPr>
          <a:xfrm>
            <a:off x="10477500" y="7848600"/>
            <a:ext cx="28575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Chọn</a:t>
            </a:r>
            <a:r>
              <a:rPr lang="en-US" sz="240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trường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schema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13849350" y="5276850"/>
            <a:ext cx="3524250" cy="3810000"/>
          </a:xfrm>
          <a:prstGeom prst="roundRect">
            <a:avLst>
              <a:gd name="adj" fmla="val 8649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230350" y="5657850"/>
            <a:ext cx="285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RPC</a:t>
            </a:r>
            <a:endParaRPr lang="en-US" sz="4500" dirty="0"/>
          </a:p>
        </p:txBody>
      </p:sp>
      <p:sp>
        <p:nvSpPr>
          <p:cNvPr id="19" name="Text 17"/>
          <p:cNvSpPr/>
          <p:nvPr/>
        </p:nvSpPr>
        <p:spPr>
          <a:xfrm>
            <a:off x="14230350" y="7848600"/>
            <a:ext cx="28575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Thủ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tục</a:t>
            </a:r>
            <a:r>
              <a:rPr lang="en-US" sz="2400" dirty="0" spc="-2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tham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5e089191-1e50-4230-9de7-5b03b5a5c6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 HÌNH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800" b="1" spc="28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619250" y="1714500"/>
            <a:ext cx="15240000" cy="238125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Đặt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cạnh nhau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75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nhấn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mạnh.</a:t>
            </a:r>
            <a:endParaRPr lang="en-US" sz="7500" dirty="0"/>
          </a:p>
        </p:txBody>
      </p:sp>
      <p:sp>
        <p:nvSpPr>
          <p:cNvPr id="5" name="Text 3"/>
          <p:cNvSpPr/>
          <p:nvPr/>
        </p:nvSpPr>
        <p:spPr>
          <a:xfrm>
            <a:off x="1619250" y="4572000"/>
            <a:ext cx="72390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400" b="1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 tốc</a:t>
            </a:r>
            <a:r>
              <a:rPr lang="en-US" sz="24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0" y="4572000"/>
            <a:ext cx="7810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19250" y="6477000"/>
            <a:ext cx="352425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4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SOAP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5457825" y="6477000"/>
            <a:ext cx="3524250" cy="1619250"/>
          </a:xfrm>
          <a:prstGeom prst="roundRect">
            <a:avLst>
              <a:gd name="adj" fmla="val 14118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2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9296400" y="6477000"/>
            <a:ext cx="3524250" cy="1619250"/>
          </a:xfrm>
          <a:prstGeom prst="roundRect">
            <a:avLst>
              <a:gd name="adj" fmla="val 14118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13134975" y="6477000"/>
            <a:ext cx="3524250" cy="1619250"/>
          </a:xfrm>
          <a:prstGeom prst="roundRect">
            <a:avLst>
              <a:gd name="adj" fmla="val 14118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RPC</a:t>
            </a:r>
            <a:endParaRPr lang="en-US" sz="390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7509b5bb-396c-45d9-b62c-9333fd78f71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8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SOAP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khung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thông</a:t>
            </a:r>
            <a:r>
              <a:rPr lang="en-US" sz="6900" dirty="0" spc="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điệp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9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9144000" cy="6096000"/>
          </a:xfrm>
          <a:prstGeom prst="roundRect">
            <a:avLst>
              <a:gd name="adj" fmla="val 5625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lgDash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838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b="1" dirty="0" spc="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nền:</a:t>
            </a:r>
            <a:r>
              <a:rPr lang="en-US" sz="2100" b="1" dirty="0" spc="-1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1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1485900" y="3714750"/>
            <a:ext cx="8001000" cy="4857750"/>
          </a:xfrm>
          <a:prstGeom prst="roundRect">
            <a:avLst>
              <a:gd name="adj" fmla="val 5882"/>
            </a:avLst>
          </a:prstGeom>
          <a:solidFill>
            <a:srgbClr val="DDE3FA"/>
          </a:solidFill>
          <a:ln/>
        </p:spPr>
      </p:sp>
      <p:sp>
        <p:nvSpPr>
          <p:cNvPr id="7" name="Text 5"/>
          <p:cNvSpPr/>
          <p:nvPr/>
        </p:nvSpPr>
        <p:spPr>
          <a:xfrm>
            <a:off x="1866900" y="39052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6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Envelope</a:t>
            </a:r>
            <a:r>
              <a:rPr lang="en-US" sz="3300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3300" dirty="0" spc="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3300" dirty="0" spc="-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2057400" y="4762500"/>
            <a:ext cx="6858000" cy="3429000"/>
          </a:xfrm>
          <a:prstGeom prst="roundRect">
            <a:avLst>
              <a:gd name="adj" fmla="val 6667"/>
            </a:avLst>
          </a:prstGeom>
          <a:solidFill>
            <a:srgbClr val="1F3FD1"/>
          </a:solidFill>
          <a:ln/>
        </p:spPr>
      </p:sp>
      <p:sp>
        <p:nvSpPr>
          <p:cNvPr id="9" name="Text 7"/>
          <p:cNvSpPr/>
          <p:nvPr/>
        </p:nvSpPr>
        <p:spPr>
          <a:xfrm>
            <a:off x="2438400" y="50482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Body</a:t>
            </a:r>
            <a:r>
              <a:rPr lang="en-US" sz="33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nội</a:t>
            </a:r>
            <a:r>
              <a:rPr lang="en-US" sz="3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dung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2438400" y="5905500"/>
            <a:ext cx="6096000" cy="1143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</a:t>
            </a:r>
            <a:r>
              <a:rPr lang="en-US" sz="2250" dirty="0" spc="1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2250" dirty="0" spc="-18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7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9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250" dirty="0" spc="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2250" dirty="0" spc="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250" dirty="0" spc="-18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10477500" y="2857500"/>
            <a:ext cx="6896100" cy="1809750"/>
          </a:xfrm>
          <a:prstGeom prst="roundRect">
            <a:avLst>
              <a:gd name="adj" fmla="val 1473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858500" y="3143250"/>
            <a:ext cx="6191250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Gắn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 giao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0477500" y="4953000"/>
            <a:ext cx="6896100" cy="1809750"/>
          </a:xfrm>
          <a:prstGeom prst="roundRect">
            <a:avLst>
              <a:gd name="adj" fmla="val 1473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858500" y="5238750"/>
            <a:ext cx="6191250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Envelope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Body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10477500" y="7048500"/>
            <a:ext cx="6896100" cy="1905000"/>
          </a:xfrm>
          <a:prstGeom prst="roundRect">
            <a:avLst>
              <a:gd name="adj" fmla="val 14000"/>
            </a:avLst>
          </a:prstGeom>
          <a:solidFill>
            <a:srgbClr val="14161C"/>
          </a:solidFill>
          <a:ln/>
        </p:spPr>
      </p:sp>
      <p:sp>
        <p:nvSpPr>
          <p:cNvPr id="16" name="Text 14"/>
          <p:cNvSpPr/>
          <p:nvPr/>
        </p:nvSpPr>
        <p:spPr>
          <a:xfrm>
            <a:off x="10858500" y="7334250"/>
            <a:ext cx="619125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b="1" dirty="0" spc="-9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5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SOAP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6c544b91-95ff-48a6-abce-aebc04bfaa9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8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REST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Tài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nguyên,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diện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 nhất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950" b="1" spc="14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</a:t>
            </a:r>
            <a:r>
              <a:rPr lang="en-US" sz="1950" b="1" spc="14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NHẤN MẠNH</a:t>
            </a:r>
            <a:endParaRPr lang="en-US" sz="1950" dirty="0"/>
          </a:p>
        </p:txBody>
      </p:sp>
      <p:sp>
        <p:nvSpPr>
          <p:cNvPr id="6" name="Text richtext-1792371683398-60566601"/>
          <p:cNvSpPr/>
          <p:nvPr/>
        </p:nvSpPr>
        <p:spPr>
          <a:xfrm>
            <a:off x="1333500" y="40957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-3143" rIns="0" bIns="3143" rtlCol="0" anchor="t"/>
          <a:lstStyle/>
          <a:p>
            <a:pPr algn="l" marL="419100" indent="-299422">
              <a:lnSpc>
                <a:spcPts val="4950"/>
              </a:lnSpc>
              <a:buSzPct val="100000"/>
              <a:buFont typeface="Arial"/>
              <a:buChar char="•"/>
            </a:pPr>
            <a:r>
              <a:rPr lang="en-US" sz="3300" dirty="0" spc="-10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33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33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3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33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endParaRPr lang="en-US" sz="3300" dirty="0"/>
          </a:p>
          <a:p>
            <a:pPr algn="l" marL="419100" indent="-299422">
              <a:lnSpc>
                <a:spcPts val="4950"/>
              </a:lnSpc>
              <a:buSzPct val="100000"/>
              <a:buFont typeface="Arial"/>
              <a:buChar char="•"/>
            </a:pPr>
            <a:r>
              <a:rPr lang="en-US" sz="33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</a:t>
            </a:r>
            <a:r>
              <a:rPr lang="en-US" sz="33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 diễn</a:t>
            </a:r>
            <a:r>
              <a:rPr lang="en-US" sz="33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3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3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endParaRPr lang="en-US" sz="3300" dirty="0"/>
          </a:p>
          <a:p>
            <a:pPr algn="l" marL="419100" indent="-299422">
              <a:lnSpc>
                <a:spcPts val="4950"/>
              </a:lnSpc>
              <a:buSzPct val="100000"/>
              <a:buFont typeface="Arial"/>
              <a:buChar char="•"/>
            </a:pPr>
            <a:r>
              <a:rPr lang="en-US" sz="33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</a:t>
            </a:r>
            <a:r>
              <a:rPr lang="en-US" sz="33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33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33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33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372600" y="304800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9791700" y="342900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1950" b="1" spc="15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9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 LÀ</a:t>
            </a:r>
            <a:r>
              <a:rPr lang="en-US" sz="1950" b="1" spc="14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</a:t>
            </a:r>
            <a:endParaRPr lang="en-US" sz="1950" dirty="0"/>
          </a:p>
        </p:txBody>
      </p:sp>
      <p:sp>
        <p:nvSpPr>
          <p:cNvPr id="9" name="Text richtext-1792371683423-69937042"/>
          <p:cNvSpPr/>
          <p:nvPr/>
        </p:nvSpPr>
        <p:spPr>
          <a:xfrm>
            <a:off x="9791700" y="40957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-3143" rIns="0" bIns="3143" rtlCol="0" anchor="t"/>
          <a:lstStyle/>
          <a:p>
            <a:pPr algn="l" marL="419100" indent="-299422">
              <a:lnSpc>
                <a:spcPts val="4950"/>
              </a:lnSpc>
              <a:buSzPct val="100000"/>
              <a:buFont typeface="Arial"/>
              <a:buChar char="•"/>
            </a:pPr>
            <a:r>
              <a:rPr lang="en-US" sz="3300" dirty="0" spc="-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330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3300" dirty="0" spc="8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330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3300" dirty="0" spc="15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đẹp</a:t>
            </a:r>
            <a:endParaRPr lang="en-US" sz="3300" dirty="0"/>
          </a:p>
          <a:p>
            <a:pPr algn="l" marL="419100" indent="-299422">
              <a:lnSpc>
                <a:spcPts val="4950"/>
              </a:lnSpc>
              <a:buSzPct val="100000"/>
              <a:buFont typeface="Arial"/>
              <a:buChar char="•"/>
            </a:pPr>
            <a:r>
              <a:rPr lang="en-US" sz="3300" dirty="0" spc="-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330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300" dirty="0" spc="-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14400" y="7429500"/>
            <a:ext cx="16459200" cy="10477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REST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phong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trúc,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ràng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endParaRPr lang="en-US" sz="27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effb928c-febf-40ff-9bdb-c213832e732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GRAPHQL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Bên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 lấy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4953000" cy="3810000"/>
          </a:xfrm>
          <a:prstGeom prst="roundRect">
            <a:avLst>
              <a:gd name="adj" fmla="val 7000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24250"/>
            <a:ext cx="419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950" b="1" spc="15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b="1" spc="17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950" b="1" spc="14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1950" b="1" spc="11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381500"/>
            <a:ext cx="4191000" cy="1905000"/>
          </a:xfrm>
          <a:prstGeom prst="rect">
            <a:avLst/>
          </a:prstGeom>
          <a:noFill/>
          <a:ln/>
        </p:spPr>
        <p:txBody>
          <a:bodyPr wrap="square" lIns="0" tIns="25374" rIns="0" bIns="-25374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b="1" dirty="0" spc="3" kern="0">
                <a:solidFill>
                  <a:srgbClr val="F3EEE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{ sach</a:t>
            </a:r>
            <a:r>
              <a:rPr lang="en-US" sz="3150" b="1" dirty="0" spc="2" kern="0">
                <a:solidFill>
                  <a:srgbClr val="F3EEE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{</a:t>
            </a:r>
            <a:r>
              <a:rPr lang="en-US" sz="3150" b="1" dirty="0" spc="3" kern="0">
                <a:solidFill>
                  <a:srgbClr val="F3EEE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ten }</a:t>
            </a:r>
            <a:r>
              <a:rPr lang="en-US" sz="3150" b="1" dirty="0" spc="2" kern="0">
                <a:solidFill>
                  <a:srgbClr val="F3EEE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}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6667500" y="3238500"/>
            <a:ext cx="4953000" cy="3810000"/>
          </a:xfrm>
          <a:prstGeom prst="roundRect">
            <a:avLst>
              <a:gd name="adj" fmla="val 7000"/>
            </a:avLst>
          </a:prstGeom>
          <a:solidFill>
            <a:srgbClr val="CFE8E2"/>
          </a:solidFill>
          <a:ln/>
        </p:spPr>
      </p:sp>
      <p:sp>
        <p:nvSpPr>
          <p:cNvPr id="8" name="Text 6"/>
          <p:cNvSpPr/>
          <p:nvPr/>
        </p:nvSpPr>
        <p:spPr>
          <a:xfrm>
            <a:off x="7048500" y="3524250"/>
            <a:ext cx="419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9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PHỤC</a:t>
            </a:r>
            <a:r>
              <a:rPr lang="en-US" sz="19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7048500" y="4286250"/>
            <a:ext cx="4191000" cy="20955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Thực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</a:t>
            </a:r>
            <a:r>
              <a:rPr lang="en-US" sz="36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</a:t>
            </a:r>
            <a:r>
              <a:rPr lang="en-US" sz="36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vấn</a:t>
            </a: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phù</a:t>
            </a:r>
            <a:r>
              <a:rPr lang="en-US" sz="36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schema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12420600" y="3238500"/>
            <a:ext cx="4953000" cy="3810000"/>
          </a:xfrm>
          <a:prstGeom prst="roundRect">
            <a:avLst>
              <a:gd name="adj" fmla="val 7000"/>
            </a:avLst>
          </a:prstGeom>
          <a:solidFill>
            <a:srgbClr val="0F766E"/>
          </a:solidFill>
          <a:ln/>
        </p:spPr>
      </p:sp>
      <p:sp>
        <p:nvSpPr>
          <p:cNvPr id="11" name="Text 9"/>
          <p:cNvSpPr/>
          <p:nvPr/>
        </p:nvSpPr>
        <p:spPr>
          <a:xfrm>
            <a:off x="12801600" y="3524250"/>
            <a:ext cx="419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1950" b="1" spc="152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b="1" spc="151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801600" y="4286250"/>
            <a:ext cx="4191000" cy="20955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Đúng</a:t>
            </a:r>
            <a:r>
              <a:rPr lang="en-US" sz="36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36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chọn:</a:t>
            </a:r>
            <a:r>
              <a:rPr lang="en-US" sz="36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endParaRPr lang="en-US" sz="3600" dirty="0"/>
          </a:p>
        </p:txBody>
      </p:sp>
      <p:sp>
        <p:nvSpPr>
          <p:cNvPr id="13" name="Connector line-1792371713838-649474295"/>
          <p:cNvSpPr/>
          <p:nvPr/>
        </p:nvSpPr>
        <p:spPr>
          <a:xfrm>
            <a:off x="5867400" y="5143500"/>
            <a:ext cx="8001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71713839-373827910"/>
          <p:cNvSpPr/>
          <p:nvPr/>
        </p:nvSpPr>
        <p:spPr>
          <a:xfrm>
            <a:off x="11620500" y="5143500"/>
            <a:ext cx="8001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14400" y="7620000"/>
            <a:ext cx="114300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a3eaa679-986f-47e7-a54e-f47477cfdc7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RPC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Gọi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thao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2190750" y="2857500"/>
            <a:ext cx="3619500" cy="857250"/>
          </a:xfrm>
          <a:prstGeom prst="roundRect">
            <a:avLst>
              <a:gd name="adj" fmla="val 2444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 gọi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477750" y="2857500"/>
            <a:ext cx="3619500" cy="857250"/>
          </a:xfrm>
          <a:prstGeom prst="roundRect">
            <a:avLst>
              <a:gd name="adj" fmla="val 24444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phục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400" dirty="0"/>
          </a:p>
        </p:txBody>
      </p:sp>
      <p:sp>
        <p:nvSpPr>
          <p:cNvPr id="6" name="Connector line-1792371735527-933888968"/>
          <p:cNvSpPr/>
          <p:nvPr/>
        </p:nvSpPr>
        <p:spPr>
          <a:xfrm>
            <a:off x="4000500" y="3714750"/>
            <a:ext cx="0" cy="3905250"/>
          </a:xfrm>
          <a:prstGeom prst="line">
            <a:avLst/>
          </a:prstGeom>
          <a:noFill/>
          <a:ln w="28575">
            <a:solidFill>
              <a:srgbClr val="B9B2A2"/>
            </a:solidFill>
            <a:prstDash val="lgDash"/>
            <a:headEnd type="none"/>
            <a:tailEnd type="none"/>
          </a:ln>
        </p:spPr>
      </p:sp>
      <p:sp>
        <p:nvSpPr>
          <p:cNvPr id="7" name="Connector line-1792371735527-228938137"/>
          <p:cNvSpPr/>
          <p:nvPr/>
        </p:nvSpPr>
        <p:spPr>
          <a:xfrm>
            <a:off x="14287500" y="3714750"/>
            <a:ext cx="0" cy="3905250"/>
          </a:xfrm>
          <a:prstGeom prst="line">
            <a:avLst/>
          </a:prstGeom>
          <a:noFill/>
          <a:ln w="28575">
            <a:solidFill>
              <a:srgbClr val="B9B2A2"/>
            </a:solidFill>
            <a:prstDash val="lgDash"/>
            <a:headEnd type="none"/>
            <a:tailEnd type="none"/>
          </a:ln>
        </p:spPr>
      </p:sp>
      <p:sp>
        <p:nvSpPr>
          <p:cNvPr id="8" name="Connector line-1792371735527-926087048"/>
          <p:cNvSpPr/>
          <p:nvPr/>
        </p:nvSpPr>
        <p:spPr>
          <a:xfrm>
            <a:off x="4000500" y="4953000"/>
            <a:ext cx="1019175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381500" y="4191000"/>
            <a:ext cx="952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5" kern="0">
                <a:solidFill>
                  <a:srgbClr val="E8472B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giuSach(42)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8191500" y="4333875"/>
            <a:ext cx="571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tham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số: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2100" dirty="0"/>
          </a:p>
        </p:txBody>
      </p:sp>
      <p:sp>
        <p:nvSpPr>
          <p:cNvPr id="11" name="Connector line-1792371735533-933275108"/>
          <p:cNvSpPr/>
          <p:nvPr/>
        </p:nvSpPr>
        <p:spPr>
          <a:xfrm flipH="1">
            <a:off x="4095750" y="6477000"/>
            <a:ext cx="10191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4381500" y="59055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Thực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hiện</a:t>
            </a: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thao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tác,</a:t>
            </a:r>
            <a:r>
              <a:rPr lang="en-US" sz="24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trả</a:t>
            </a:r>
            <a:r>
              <a:rPr lang="en-US" sz="2400" dirty="0" spc="-2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kết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quả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14400" y="7905750"/>
            <a:ext cx="12382500" cy="9525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4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mạng:</a:t>
            </a:r>
            <a:r>
              <a:rPr lang="en-US" sz="240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</a:t>
            </a:r>
            <a:r>
              <a:rPr lang="en-US" sz="2400" b="1" dirty="0" spc="-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hệt</a:t>
            </a:r>
            <a:r>
              <a:rPr lang="en-US" sz="2400" b="1" dirty="0" spc="-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4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4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24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3a66d1de-4cd3-4b13-b36f-becba28af05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</a:t>
            </a:r>
            <a:r>
              <a:rPr lang="en-US" sz="1800" b="1" spc="29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nhấn mạnh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428750" y="3190875"/>
            <a:ext cx="3619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4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SOAP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5334000" y="3352800"/>
            <a:ext cx="11715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 thông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điệp: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2700" dirty="0"/>
          </a:p>
        </p:txBody>
      </p:sp>
      <p:sp>
        <p:nvSpPr>
          <p:cNvPr id="7" name="Connector line-1792371750074-571645444"/>
          <p:cNvSpPr/>
          <p:nvPr/>
        </p:nvSpPr>
        <p:spPr>
          <a:xfrm>
            <a:off x="1238250" y="4191000"/>
            <a:ext cx="158115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428750" y="4429125"/>
            <a:ext cx="3619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2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</a:t>
            </a:r>
            <a:endParaRPr lang="en-US" sz="4500" dirty="0"/>
          </a:p>
        </p:txBody>
      </p:sp>
      <p:sp>
        <p:nvSpPr>
          <p:cNvPr id="9" name="Text 7"/>
          <p:cNvSpPr/>
          <p:nvPr/>
        </p:nvSpPr>
        <p:spPr>
          <a:xfrm>
            <a:off x="5334000" y="4591050"/>
            <a:ext cx="11715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7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diễn,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diện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7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700" dirty="0"/>
          </a:p>
        </p:txBody>
      </p:sp>
      <p:sp>
        <p:nvSpPr>
          <p:cNvPr id="10" name="Connector line-1792371750079-267328712"/>
          <p:cNvSpPr/>
          <p:nvPr/>
        </p:nvSpPr>
        <p:spPr>
          <a:xfrm>
            <a:off x="1238250" y="5429250"/>
            <a:ext cx="158115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1428750" y="5667375"/>
            <a:ext cx="3619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</a:t>
            </a:r>
            <a:endParaRPr lang="en-US" sz="4500" dirty="0"/>
          </a:p>
        </p:txBody>
      </p:sp>
      <p:sp>
        <p:nvSpPr>
          <p:cNvPr id="12" name="Text 10"/>
          <p:cNvSpPr/>
          <p:nvPr/>
        </p:nvSpPr>
        <p:spPr>
          <a:xfrm>
            <a:off x="5334000" y="5829300"/>
            <a:ext cx="11715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schema</a:t>
            </a:r>
            <a:endParaRPr lang="en-US" sz="2700" dirty="0"/>
          </a:p>
        </p:txBody>
      </p:sp>
      <p:sp>
        <p:nvSpPr>
          <p:cNvPr id="13" name="Connector line-1792371750085-827741644"/>
          <p:cNvSpPr/>
          <p:nvPr/>
        </p:nvSpPr>
        <p:spPr>
          <a:xfrm>
            <a:off x="1238250" y="6667500"/>
            <a:ext cx="158115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1428750" y="6905625"/>
            <a:ext cx="3619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RPC</a:t>
            </a:r>
            <a:endParaRPr lang="en-US" sz="4500" dirty="0"/>
          </a:p>
        </p:txBody>
      </p:sp>
      <p:sp>
        <p:nvSpPr>
          <p:cNvPr id="15" name="Text 13"/>
          <p:cNvSpPr/>
          <p:nvPr/>
        </p:nvSpPr>
        <p:spPr>
          <a:xfrm>
            <a:off x="5334000" y="7067550"/>
            <a:ext cx="11715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Thủ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14400" y="8477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bảng</a:t>
            </a:r>
            <a:r>
              <a:rPr lang="en-US" sz="225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hạng,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1adddc24-b783-4e07-a3cf-c93d59e3114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2047875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69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schema: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69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619500"/>
            <a:ext cx="9525000" cy="5048250"/>
          </a:xfrm>
          <a:prstGeom prst="roundRect">
            <a:avLst>
              <a:gd name="adj" fmla="val 6038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428750" y="4000500"/>
            <a:ext cx="857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25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148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428750" y="4572000"/>
            <a:ext cx="8572500" cy="1905000"/>
          </a:xfrm>
          <a:prstGeom prst="rect">
            <a:avLst/>
          </a:prstGeom>
          <a:noFill/>
          <a:ln/>
        </p:spPr>
        <p:txBody>
          <a:bodyPr wrap="square" lIns="0" tIns="121920" rIns="0" bIns="-121920" rtlCol="0" anchor="t"/>
          <a:lstStyle/>
          <a:p>
            <a:pPr algn="l" indent="0" marL="0">
              <a:lnSpc>
                <a:spcPts val="12000"/>
              </a:lnSpc>
              <a:buNone/>
            </a:pPr>
            <a:r>
              <a:rPr lang="en-US" sz="120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GraphQL.</a:t>
            </a:r>
            <a:endParaRPr lang="en-US" sz="12000" dirty="0"/>
          </a:p>
        </p:txBody>
      </p:sp>
      <p:sp>
        <p:nvSpPr>
          <p:cNvPr id="7" name="Text 5"/>
          <p:cNvSpPr/>
          <p:nvPr/>
        </p:nvSpPr>
        <p:spPr>
          <a:xfrm>
            <a:off x="1428750" y="70485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0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300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10763250" y="3619500"/>
            <a:ext cx="6610350" cy="5048250"/>
          </a:xfrm>
          <a:prstGeom prst="roundRect">
            <a:avLst>
              <a:gd name="adj" fmla="val 60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182350" y="4000500"/>
            <a:ext cx="5810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1182350" y="4667250"/>
            <a:ext cx="5810250" cy="285750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t"/>
          <a:lstStyle/>
          <a:p>
            <a:pPr algn="l" indent="0" marL="0">
              <a:lnSpc>
                <a:spcPts val="5175"/>
              </a:lnSpc>
              <a:buNone/>
            </a:pPr>
            <a:r>
              <a:rPr lang="en-US" sz="45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Luôn</a:t>
            </a:r>
            <a:r>
              <a:rPr lang="en-US" sz="4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nhanh</a:t>
            </a:r>
            <a:r>
              <a:rPr lang="en-US" sz="45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45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những</a:t>
            </a:r>
            <a:r>
              <a:rPr lang="en-US" sz="4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4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4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450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9d5b7eba-8f41-4e3b-afca-a514141a373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8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khái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niệm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cấp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048000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6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2857500" y="3048000"/>
            <a:ext cx="14097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36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cấp,</a:t>
            </a: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857500" y="3762375"/>
            <a:ext cx="1409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Phong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cách, khung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dirty="0" spc="1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điệp,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400" dirty="0" spc="-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vấn,</a:t>
            </a:r>
            <a:r>
              <a:rPr lang="en-US" sz="2400" dirty="0" spc="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400" dirty="0" spc="-1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" y="466725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4857750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2857500" y="4857750"/>
            <a:ext cx="14097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</a:t>
            </a: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36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ràng</a:t>
            </a:r>
            <a:r>
              <a:rPr lang="en-US" sz="36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buộc</a:t>
            </a:r>
            <a:r>
              <a:rPr lang="en-US" sz="36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857500" y="5572125"/>
            <a:ext cx="1409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dirty="0" spc="-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chủ,</a:t>
            </a:r>
            <a:r>
              <a:rPr lang="en-US" sz="2400" dirty="0" spc="1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1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đệm,</a:t>
            </a: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64770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1333500" y="6667500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200" dirty="0"/>
          </a:p>
        </p:txBody>
      </p:sp>
      <p:sp>
        <p:nvSpPr>
          <p:cNvPr id="14" name="Text 12"/>
          <p:cNvSpPr/>
          <p:nvPr/>
        </p:nvSpPr>
        <p:spPr>
          <a:xfrm>
            <a:off x="2857500" y="6667500"/>
            <a:ext cx="14097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quyền,</a:t>
            </a:r>
            <a:r>
              <a:rPr lang="en-US" sz="36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</a:t>
            </a: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2857500" y="7381875"/>
            <a:ext cx="1409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RPC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400" dirty="0" spc="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400" dirty="0" spc="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14400" y="8286750"/>
            <a:ext cx="10477500" cy="762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Chọn</a:t>
            </a:r>
            <a:r>
              <a:rPr lang="en-US" sz="21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1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hợp</a:t>
            </a:r>
            <a:r>
              <a:rPr lang="en-US" sz="21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đồng,</a:t>
            </a:r>
            <a:r>
              <a:rPr lang="en-US" sz="21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vận</a:t>
            </a:r>
            <a:r>
              <a:rPr lang="en-US" sz="21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hành;</a:t>
            </a:r>
            <a:r>
              <a:rPr lang="en-US" sz="21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1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1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“mới</a:t>
            </a:r>
            <a:r>
              <a:rPr lang="en-US" sz="21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nhất”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5f47da20-ba6e-4582-b3a6-32068256dbb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tắt,</a:t>
            </a: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tám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0858500" cy="6286500"/>
          </a:xfrm>
          <a:prstGeom prst="roundRect">
            <a:avLst>
              <a:gd name="adj" fmla="val 424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00375"/>
            <a:ext cx="2095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3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SOAP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429000" y="2971800"/>
            <a:ext cx="8096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Simple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Access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429000" y="3314700"/>
            <a:ext cx="8096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sử;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endParaRPr lang="en-US" sz="2250" dirty="0"/>
          </a:p>
        </p:txBody>
      </p:sp>
      <p:sp>
        <p:nvSpPr>
          <p:cNvPr id="8" name="Connector line-1792371805236-217253272"/>
          <p:cNvSpPr/>
          <p:nvPr/>
        </p:nvSpPr>
        <p:spPr>
          <a:xfrm>
            <a:off x="1238250" y="3952875"/>
            <a:ext cx="1019175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1238250" y="4191000"/>
            <a:ext cx="2095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429000" y="4162425"/>
            <a:ext cx="8096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REpresentational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State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429000" y="4505325"/>
            <a:ext cx="8096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Phong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ràng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endParaRPr lang="en-US" sz="2250" dirty="0"/>
          </a:p>
        </p:txBody>
      </p:sp>
      <p:sp>
        <p:nvSpPr>
          <p:cNvPr id="12" name="Connector line-1792371805243-40103543"/>
          <p:cNvSpPr/>
          <p:nvPr/>
        </p:nvSpPr>
        <p:spPr>
          <a:xfrm>
            <a:off x="1238250" y="5143500"/>
            <a:ext cx="1019175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1238250" y="5381625"/>
            <a:ext cx="2095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QL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3429000" y="5353050"/>
            <a:ext cx="8096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Query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429000" y="5695950"/>
            <a:ext cx="8096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vấn,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cuối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 GraphQL</a:t>
            </a:r>
            <a:endParaRPr lang="en-US" sz="2250" dirty="0"/>
          </a:p>
        </p:txBody>
      </p:sp>
      <p:sp>
        <p:nvSpPr>
          <p:cNvPr id="16" name="Connector line-1792371805249-970183383"/>
          <p:cNvSpPr/>
          <p:nvPr/>
        </p:nvSpPr>
        <p:spPr>
          <a:xfrm>
            <a:off x="1238250" y="6334125"/>
            <a:ext cx="1019175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38250" y="6572250"/>
            <a:ext cx="2095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RPC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3429000" y="6543675"/>
            <a:ext cx="8096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Remote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Procedure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Call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429000" y="6886575"/>
            <a:ext cx="8096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thủ tục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</a:t>
            </a:r>
            <a:endParaRPr lang="en-US" sz="2250" dirty="0"/>
          </a:p>
        </p:txBody>
      </p:sp>
      <p:sp>
        <p:nvSpPr>
          <p:cNvPr id="20" name="Connector line-1792371805255-183215682"/>
          <p:cNvSpPr/>
          <p:nvPr/>
        </p:nvSpPr>
        <p:spPr>
          <a:xfrm>
            <a:off x="1238250" y="7524750"/>
            <a:ext cx="1019175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1238250" y="7762875"/>
            <a:ext cx="2095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4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3429000" y="7734300"/>
            <a:ext cx="8096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3429000" y="8077200"/>
            <a:ext cx="8096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2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web,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chở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12039600" y="2762250"/>
            <a:ext cx="5334000" cy="62865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/>
        </p:spPr>
      </p:sp>
      <p:sp>
        <p:nvSpPr>
          <p:cNvPr id="25" name="Text 23"/>
          <p:cNvSpPr/>
          <p:nvPr/>
        </p:nvSpPr>
        <p:spPr>
          <a:xfrm>
            <a:off x="12382500" y="3000375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6" name="Text richtext-1792371805264-669937381"/>
          <p:cNvSpPr/>
          <p:nvPr/>
        </p:nvSpPr>
        <p:spPr>
          <a:xfrm>
            <a:off x="12382500" y="3571875"/>
            <a:ext cx="4762500" cy="53340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marL="247650" indent="-176931">
              <a:lnSpc>
                <a:spcPts val="2633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19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body</a:t>
            </a:r>
            <a:r>
              <a:rPr lang="en-US" sz="19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endParaRPr lang="en-US" sz="1950" dirty="0"/>
          </a:p>
          <a:p>
            <a:pPr algn="l" marL="247650" indent="-176931">
              <a:lnSpc>
                <a:spcPts val="2633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19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SOAP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1.2, phần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  <a:p>
            <a:pPr algn="l" marL="247650" indent="-176931">
              <a:lnSpc>
                <a:spcPts val="2633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19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SOAP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1.2, phần</a:t>
            </a:r>
            <a:r>
              <a:rPr lang="en-US" sz="19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§4</a:t>
            </a:r>
            <a:endParaRPr lang="en-US" sz="1950" dirty="0"/>
          </a:p>
          <a:p>
            <a:pPr algn="l" marL="247650" indent="-176931">
              <a:lnSpc>
                <a:spcPts val="2633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19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GraphQL:</a:t>
            </a:r>
            <a:r>
              <a:rPr lang="en-US" sz="19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19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endParaRPr lang="en-US" sz="1950" dirty="0"/>
          </a:p>
          <a:p>
            <a:pPr algn="l" marL="247650" indent="-176931">
              <a:lnSpc>
                <a:spcPts val="2633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19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GraphQL: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9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1950" dirty="0"/>
          </a:p>
          <a:p>
            <a:pPr algn="l" marL="247650" indent="-176931">
              <a:lnSpc>
                <a:spcPts val="2633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Fielding,</a:t>
            </a:r>
            <a:r>
              <a:rPr lang="en-US" sz="19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  <a:p>
            <a:pPr algn="l" marL="247650" indent="-176931">
              <a:lnSpc>
                <a:spcPts val="2633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19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GraphQL: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endParaRPr lang="en-US" sz="1950" dirty="0"/>
          </a:p>
          <a:p>
            <a:pPr algn="l" marL="247650" indent="-176931">
              <a:lnSpc>
                <a:spcPts val="2633"/>
              </a:lnSpc>
              <a:buSzPct val="100000"/>
              <a:buFont typeface="Arial"/>
              <a:buChar char="•"/>
            </a:pP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§3–4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25156e82-0615-4ce3-99a5-ff426664331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2026-10-19T02:55:42Z</dcterms:created>
  <dcterms:modified xsi:type="dcterms:W3CDTF">2026-10-19T02:55:42Z</dcterms:modified>
</cp:coreProperties>
</file>