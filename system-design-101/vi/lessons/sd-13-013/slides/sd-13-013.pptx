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91025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 kèm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 sở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9602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714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8900" y="2047875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8" name="Text 6"/>
          <p:cNvSpPr/>
          <p:nvPr/>
        </p:nvSpPr>
        <p:spPr>
          <a:xfrm>
            <a:off x="11334750" y="2190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3429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8900" y="3762375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11334750" y="3905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51435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8900" y="5476875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4" name="Text 12"/>
          <p:cNvSpPr/>
          <p:nvPr/>
        </p:nvSpPr>
        <p:spPr>
          <a:xfrm>
            <a:off x="11334750" y="56197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6858000"/>
            <a:ext cx="7467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2A2E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48900" y="7191375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7" name="Text 15"/>
          <p:cNvSpPr/>
          <p:nvPr/>
        </p:nvSpPr>
        <p:spPr>
          <a:xfrm>
            <a:off x="11334750" y="7334250"/>
            <a:ext cx="5810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6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306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 không</a:t>
            </a:r>
            <a:r>
              <a:rPr lang="en-US" sz="2306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306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06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306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cd14e186-d5ae-4758-b28d-449cf17d88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6667500" cy="6096000"/>
          </a:xfrm>
          <a:prstGeom prst="rect">
            <a:avLst/>
          </a:prstGeom>
          <a:noFill/>
          <a:ln/>
        </p:spPr>
        <p:txBody>
          <a:bodyPr wrap="square" lIns="0" tIns="426720" rIns="0" bIns="-426720" rtlCol="0" anchor="t"/>
          <a:lstStyle/>
          <a:p>
            <a:pPr algn="l" indent="0" marL="0">
              <a:lnSpc>
                <a:spcPts val="42000"/>
              </a:lnSpc>
              <a:buNone/>
            </a:pPr>
            <a:r>
              <a:rPr lang="en-US" sz="420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0" dirty="0"/>
          </a:p>
        </p:txBody>
      </p:sp>
      <p:sp>
        <p:nvSpPr>
          <p:cNvPr id="4" name="Text 2"/>
          <p:cNvSpPr/>
          <p:nvPr/>
        </p:nvSpPr>
        <p:spPr>
          <a:xfrm>
            <a:off x="7810500" y="2476500"/>
            <a:ext cx="9563100" cy="1905000"/>
          </a:xfrm>
          <a:prstGeom prst="rect">
            <a:avLst/>
          </a:prstGeom>
          <a:noFill/>
          <a:ln/>
        </p:spPr>
        <p:txBody>
          <a:bodyPr wrap="square" lIns="0" tIns="34290" rIns="0" bIns="-34290" rtlCol="0" anchor="t"/>
          <a:lstStyle/>
          <a:p>
            <a:pPr algn="l" indent="0" marL="0">
              <a:lnSpc>
                <a:spcPts val="594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chỗ</a:t>
            </a:r>
            <a:r>
              <a:rPr lang="en-US" sz="54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4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4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vấp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chạy</a:t>
            </a:r>
            <a:r>
              <a:rPr lang="en-US" sz="54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810500" y="49530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53911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 niệm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7810500" y="6667500"/>
            <a:ext cx="95631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0" y="7105650"/>
            <a:ext cx="876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d45651e5-0adb-4bee-ac42-f2f9c6254a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CONTAINER,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 liệu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volume,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7" name="Connector line-1792371125666-368663227"/>
          <p:cNvSpPr/>
          <p:nvPr/>
        </p:nvSpPr>
        <p:spPr>
          <a:xfrm>
            <a:off x="6038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0" name="Connector line-1792371125669-194585063"/>
          <p:cNvSpPr/>
          <p:nvPr/>
        </p:nvSpPr>
        <p:spPr>
          <a:xfrm>
            <a:off x="11753850" y="3905250"/>
            <a:ext cx="4953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344400" y="3048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 w="28575">
            <a:solidFill>
              <a:srgbClr val="E8E0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687300" y="3333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52387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5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endParaRPr lang="en-US" sz="2550" dirty="0"/>
          </a:p>
        </p:txBody>
      </p:sp>
      <p:sp>
        <p:nvSpPr>
          <p:cNvPr id="16" name="Connector line-1792371125677-209480015"/>
          <p:cNvSpPr/>
          <p:nvPr/>
        </p:nvSpPr>
        <p:spPr>
          <a:xfrm>
            <a:off x="6038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629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72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19" name="Connector line-1792371125680-108127379"/>
          <p:cNvSpPr/>
          <p:nvPr/>
        </p:nvSpPr>
        <p:spPr>
          <a:xfrm>
            <a:off x="11753850" y="6572250"/>
            <a:ext cx="4953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344400" y="5715000"/>
            <a:ext cx="50292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87300" y="600075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688f242-6c43-45bb-aa0c-ca40c6fea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ĐƯỢC</a:t>
            </a:r>
            <a:r>
              <a:rPr lang="en-US" sz="1950" b="1" spc="24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network,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5715000" y="2857500"/>
            <a:ext cx="11658600" cy="5524500"/>
          </a:xfrm>
          <a:prstGeom prst="roundRect">
            <a:avLst>
              <a:gd name="adj" fmla="val 551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91250" y="3143250"/>
            <a:ext cx="1047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 DÙNG</a:t>
            </a:r>
            <a:r>
              <a:rPr lang="en-US" sz="2100" b="1" spc="8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1912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722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65722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087350" y="4476750"/>
            <a:ext cx="3810000" cy="2095500"/>
          </a:xfrm>
          <a:prstGeom prst="roundRect">
            <a:avLst>
              <a:gd name="adj" fmla="val 12727"/>
            </a:avLst>
          </a:prstGeom>
          <a:solidFill>
            <a:srgbClr val="2A2E3A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468350" y="485775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3468350" y="5524500"/>
            <a:ext cx="3143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2" name="Connector line-1792371143649-591784944"/>
          <p:cNvSpPr/>
          <p:nvPr/>
        </p:nvSpPr>
        <p:spPr>
          <a:xfrm>
            <a:off x="10096500" y="5524500"/>
            <a:ext cx="28956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096500" y="4762500"/>
            <a:ext cx="2895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191250" y="7239000"/>
            <a:ext cx="1070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Compose,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447675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4762500"/>
            <a:ext cx="3524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95400" y="5381625"/>
            <a:ext cx="352425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7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Trỏ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100" dirty="0"/>
          </a:p>
        </p:txBody>
      </p:sp>
      <p:sp>
        <p:nvSpPr>
          <p:cNvPr id="18" name="Connector line-1792371143660-447157040"/>
          <p:cNvSpPr/>
          <p:nvPr/>
        </p:nvSpPr>
        <p:spPr>
          <a:xfrm>
            <a:off x="5200650" y="5524500"/>
            <a:ext cx="89535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92adb09-8412-44bf-94c6-d14b0e67b8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4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Với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bridge,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publish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publish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32385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95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30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máy:container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195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4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401300" y="276225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2300" y="310515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782300" y="390525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r>
              <a:rPr lang="en-US" sz="24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32385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95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EXPOSE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6195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publish;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0401300" y="5334000"/>
            <a:ext cx="6896100" cy="2343150"/>
          </a:xfrm>
          <a:prstGeom prst="roundRect">
            <a:avLst>
              <a:gd name="adj" fmla="val 1138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2300" y="5676900"/>
            <a:ext cx="6134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782300" y="6477000"/>
            <a:ext cx="6134100" cy="952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publish.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73211ac-18ed-491e-83e8-30f2aea4ad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4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950" b="1" spc="26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52400" cy="10477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095500"/>
            <a:ext cx="15811500" cy="21907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policy,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unless-stopped.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spc="1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</a:t>
            </a:r>
            <a:r>
              <a:rPr lang="en-US" sz="2100" b="1" spc="13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0863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25830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3430250" y="6381750"/>
            <a:ext cx="3905250" cy="1238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e2f8ba8-c29b-4442-9932-a8e1c012a2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khi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333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90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Volume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72600" y="50482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53600" y="55054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6762750"/>
            <a:ext cx="80010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72199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24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1f347df9-6f48-44c5-9f02-3ad90be310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localhost:5432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Connector line-1792371205179-79539197"/>
          <p:cNvSpPr/>
          <p:nvPr/>
        </p:nvSpPr>
        <p:spPr>
          <a:xfrm>
            <a:off x="4000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71205180-821914866"/>
          <p:cNvSpPr/>
          <p:nvPr/>
        </p:nvSpPr>
        <p:spPr>
          <a:xfrm>
            <a:off x="14287500" y="3524250"/>
            <a:ext cx="0" cy="46672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286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573000" y="2762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</a:t>
            </a:r>
            <a:endParaRPr lang="en-US" sz="2550" dirty="0"/>
          </a:p>
        </p:txBody>
      </p:sp>
      <p:sp>
        <p:nvSpPr>
          <p:cNvPr id="8" name="Connector line-1792371205185-522112976"/>
          <p:cNvSpPr/>
          <p:nvPr/>
        </p:nvSpPr>
        <p:spPr>
          <a:xfrm>
            <a:off x="4000500" y="4286250"/>
            <a:ext cx="15240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Connector line-1792371205186-395318545"/>
          <p:cNvSpPr/>
          <p:nvPr/>
        </p:nvSpPr>
        <p:spPr>
          <a:xfrm>
            <a:off x="5524500" y="4286250"/>
            <a:ext cx="0" cy="762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0" name="Connector line-1792371205186-35076368"/>
          <p:cNvSpPr/>
          <p:nvPr/>
        </p:nvSpPr>
        <p:spPr>
          <a:xfrm flipH="1">
            <a:off x="4095750" y="5048250"/>
            <a:ext cx="14287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905500" y="4191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localhost:5432</a:t>
            </a:r>
            <a:r>
              <a:rPr lang="en-US" sz="22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250" dirty="0"/>
          </a:p>
        </p:txBody>
      </p:sp>
      <p:sp>
        <p:nvSpPr>
          <p:cNvPr id="12" name="Connector line-1792371205189-596272235"/>
          <p:cNvSpPr/>
          <p:nvPr/>
        </p:nvSpPr>
        <p:spPr>
          <a:xfrm>
            <a:off x="4000500" y="666750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381500" y="6096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db:5432: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bằng</a:t>
            </a:r>
            <a:r>
              <a:rPr lang="en-US" sz="22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696200"/>
            <a:ext cx="1562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2d1e453-0910-4191-a90c-ed8e733ba7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55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đọc;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Bridge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bridge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-p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thể;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-P cổng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Restart</a:t>
            </a:r>
            <a:r>
              <a:rPr lang="en-US" sz="255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policy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no,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on-failure,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always,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unless-stopped.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6524625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5625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6905625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depends_on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tự;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service_healthy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2134850" y="581025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15850" y="6153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Mật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515850" y="683895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DB_PASSWORD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.env,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598543f-8d31-425c-9e36-3e295aed4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3496544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TCP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Transmission Control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khiển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DNS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Domain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Name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System: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hệ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giải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miền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Structured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Query</a:t>
                      </a: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Language: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ngôn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volume;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bridge;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publish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cổng;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EXPOSE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docker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-P;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network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host;</a:t>
                      </a:r>
                      <a:r>
                        <a:rPr lang="en-US" sz="210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restart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policy;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Compose networking;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pg_isready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entrypoint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chính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043964d-8893-4690-8127-bcbb9d434a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2026-10-19T02:08:53Z</dcterms:created>
  <dcterms:modified xsi:type="dcterms:W3CDTF">2026-10-19T02:08:53Z</dcterms:modified>
</cp:coreProperties>
</file>