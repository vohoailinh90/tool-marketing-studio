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1333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42875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JSON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lồng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1238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cấp: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334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105400" y="5334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items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296400" y="5334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[0]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487400" y="5334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qty</a:t>
            </a:r>
            <a:r>
              <a:rPr lang="en-US" sz="25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9" name="Connector line-1792369977140-727769625"/>
          <p:cNvSpPr/>
          <p:nvPr/>
        </p:nvSpPr>
        <p:spPr>
          <a:xfrm>
            <a:off x="4400550" y="5762625"/>
            <a:ext cx="6477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0" name="Connector line-1792369977141-754624371"/>
          <p:cNvSpPr/>
          <p:nvPr/>
        </p:nvSpPr>
        <p:spPr>
          <a:xfrm>
            <a:off x="8591550" y="5762625"/>
            <a:ext cx="6477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1" name="Connector line-1792369977141-794940315"/>
          <p:cNvSpPr/>
          <p:nvPr/>
        </p:nvSpPr>
        <p:spPr>
          <a:xfrm>
            <a:off x="12782550" y="5762625"/>
            <a:ext cx="6477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914400" y="6477000"/>
            <a:ext cx="1619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·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JSON: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4b79ef38-21b4-4260-b8e2-f8f79d731c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lồng</a:t>
            </a:r>
            <a:r>
              <a:rPr lang="en-US" sz="72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</a:t>
            </a:r>
            <a:r>
              <a:rPr lang="en-US" sz="24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485900" y="3714750"/>
            <a:ext cx="8382000" cy="4286250"/>
          </a:xfrm>
          <a:prstGeom prst="roundRect">
            <a:avLst>
              <a:gd name="adj" fmla="val 5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390525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items</a:t>
            </a: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4572000"/>
            <a:ext cx="7239000" cy="3048000"/>
          </a:xfrm>
          <a:prstGeom prst="roundRect">
            <a:avLst>
              <a:gd name="adj" fmla="val 625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47625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[0]</a:t>
            </a:r>
            <a:r>
              <a:rPr lang="en-US" sz="24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28900" y="5524500"/>
            <a:ext cx="6096000" cy="1619250"/>
          </a:xfrm>
          <a:prstGeom prst="roundRect">
            <a:avLst>
              <a:gd name="adj" fmla="val 941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qty:</a:t>
            </a:r>
            <a:r>
              <a:rPr lang="en-US" sz="42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1239500" y="3048000"/>
            <a:ext cx="6134100" cy="2381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object,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239500" y="5334000"/>
            <a:ext cx="61341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Crack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239500" y="7334250"/>
            <a:ext cx="61341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4" name="Connector line-1792369978200-96741255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f3921d1-7b1d-43d9-b906-505c1526dd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OBJECT: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ORDER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 trí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762500" y="285750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TỬ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182350" y="285750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210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40005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Object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61912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Array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762500" y="3429000"/>
            <a:ext cx="6191250" cy="1905000"/>
          </a:xfrm>
          <a:prstGeom prst="roundRect">
            <a:avLst>
              <a:gd name="adj" fmla="val 12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Dùng</a:t>
            </a:r>
            <a:r>
              <a:rPr lang="en-US" sz="3300" dirty="0" spc="-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tên khóa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182350" y="3429000"/>
            <a:ext cx="619125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order,</a:t>
            </a:r>
            <a:r>
              <a:rPr lang="en-US" sz="33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items,</a:t>
            </a:r>
            <a:r>
              <a:rPr lang="en-US" sz="33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qty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762500" y="5619750"/>
            <a:ext cx="619125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b="1" dirty="0" spc="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30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b="1" dirty="0" spc="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182350" y="5619750"/>
            <a:ext cx="619125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items[0]</a:t>
            </a:r>
            <a:endParaRPr lang="en-US" sz="3300" dirty="0"/>
          </a:p>
        </p:txBody>
      </p:sp>
      <p:sp>
        <p:nvSpPr>
          <p:cNvPr id="12" name="Connector line-1792369979009-1913334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dcbed10-dc64-42d0-bb37-8d59c284ba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ARRAY: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ITEMS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123825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28600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Array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8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trí, bắt</a:t>
            </a:r>
            <a:r>
              <a:rPr lang="en-US" sz="84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4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42862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items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24000" y="5334000"/>
            <a:ext cx="4000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items[0]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05500" y="56197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5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items</a:t>
            </a:r>
            <a:endParaRPr lang="en-US" sz="2550" dirty="0"/>
          </a:p>
        </p:txBody>
      </p:sp>
      <p:sp>
        <p:nvSpPr>
          <p:cNvPr id="8" name="Connector line-1792370004922-59700783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1e53129-4192-43b5-9bbf-3b9bd0464a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PHẦN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TIÊN: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ITEMS[0]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28575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048250" y="4953000"/>
            <a:ext cx="28575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items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82100" y="4953000"/>
            <a:ext cx="2857500" cy="104775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[0]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315950" y="4953000"/>
            <a:ext cx="28575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qty:</a:t>
            </a:r>
            <a:r>
              <a:rPr lang="en-US" sz="2850" b="1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850" dirty="0"/>
          </a:p>
        </p:txBody>
      </p:sp>
      <p:sp>
        <p:nvSpPr>
          <p:cNvPr id="8" name="Connector line-1792370005745-770191439"/>
          <p:cNvSpPr/>
          <p:nvPr/>
        </p:nvSpPr>
        <p:spPr>
          <a:xfrm>
            <a:off x="3810000" y="5476875"/>
            <a:ext cx="1181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Connector line-1792370005746-324045207"/>
          <p:cNvSpPr/>
          <p:nvPr/>
        </p:nvSpPr>
        <p:spPr>
          <a:xfrm>
            <a:off x="7943850" y="5476875"/>
            <a:ext cx="1181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0" name="Connector line-1792370005746-194890099"/>
          <p:cNvSpPr/>
          <p:nvPr/>
        </p:nvSpPr>
        <p:spPr>
          <a:xfrm>
            <a:off x="12077700" y="5476875"/>
            <a:ext cx="1181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914400" y="62865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048250" y="62865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array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82100" y="62865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315950" y="62865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19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3143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mở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 trên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7524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550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550" dirty="0"/>
          </a:p>
        </p:txBody>
      </p:sp>
      <p:sp>
        <p:nvSpPr>
          <p:cNvPr id="17" name="Connector line-1792370005761-2470711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46ed64b-25b8-4868-97a3-6aa5ada886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FE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TRỊ</a:t>
            </a:r>
            <a:r>
              <a:rPr lang="en-US" sz="1800" b="1" spc="30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QTY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5334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l" indent="0" marL="0">
              <a:lnSpc>
                <a:spcPts val="39000"/>
              </a:lnSpc>
              <a:buNone/>
            </a:pPr>
            <a:r>
              <a:rPr lang="en-US" sz="39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0" dirty="0"/>
          </a:p>
        </p:txBody>
      </p:sp>
      <p:sp>
        <p:nvSpPr>
          <p:cNvPr id="4" name="Text 2"/>
          <p:cNvSpPr/>
          <p:nvPr/>
        </p:nvSpPr>
        <p:spPr>
          <a:xfrm>
            <a:off x="7239000" y="2857500"/>
            <a:ext cx="10134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250" b="1" spc="2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b="1" spc="23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3524250"/>
            <a:ext cx="101346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order.items[0].qty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0" y="5429250"/>
            <a:ext cx="101346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6667500"/>
            <a:ext cx="101346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giả:</a:t>
            </a:r>
            <a:r>
              <a:rPr lang="en-US" sz="2400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trường,</a:t>
            </a:r>
            <a:r>
              <a:rPr lang="en-US" sz="2400" dirty="0" spc="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dẫn.</a:t>
            </a:r>
            <a:endParaRPr lang="en-US" sz="2400" dirty="0"/>
          </a:p>
        </p:txBody>
      </p:sp>
      <p:sp>
        <p:nvSpPr>
          <p:cNvPr id="8" name="Connector line-1792370006649-47102158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8d0a2a2-c8ad-45f1-9e98-17fca89a05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Sơ</a:t>
            </a:r>
            <a:r>
              <a:rPr lang="en-US" sz="72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cho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 cấu</a:t>
            </a:r>
            <a:r>
              <a:rPr lang="en-US" sz="72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950" dirty="0"/>
          </a:p>
        </p:txBody>
      </p:sp>
      <p:sp>
        <p:nvSpPr>
          <p:cNvPr id="6" name="Text richtext-1792370061264-496855305"/>
          <p:cNvSpPr/>
          <p:nvPr/>
        </p:nvSpPr>
        <p:spPr>
          <a:xfrm>
            <a:off x="1390650" y="40957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Object,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lồng nhau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4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1950" dirty="0"/>
          </a:p>
        </p:txBody>
      </p:sp>
      <p:sp>
        <p:nvSpPr>
          <p:cNvPr id="9" name="Text richtext-1792370061287-835926888"/>
          <p:cNvSpPr/>
          <p:nvPr/>
        </p:nvSpPr>
        <p:spPr>
          <a:xfrm>
            <a:off x="9848850" y="40957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vụ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 chỉ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2400" dirty="0"/>
          </a:p>
        </p:txBody>
      </p:sp>
      <p:sp>
        <p:nvSpPr>
          <p:cNvPr id="11" name="Connector line-1792370061299-10926378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be6531a-314d-4ff6-89a6-3428c098b6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items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qty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Câu</a:t>
                      </a:r>
                      <a:r>
                        <a:rPr lang="en-US" sz="27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Đáp</a:t>
                      </a:r>
                      <a:r>
                        <a:rPr lang="en-US" sz="27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án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809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items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7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object</a:t>
                      </a:r>
                      <a:r>
                        <a:rPr lang="en-US" sz="27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hay</a:t>
                      </a:r>
                      <a:r>
                        <a:rPr lang="en-US" sz="2700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array?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9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items</a:t>
                      </a:r>
                      <a:r>
                        <a:rPr lang="en-US" sz="2700" b="1" dirty="0" spc="-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700" b="1" dirty="0" spc="-17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array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809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qty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nằm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nào?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5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Trong</a:t>
                      </a:r>
                      <a:r>
                        <a:rPr lang="en-US" sz="2700" b="1" dirty="0" spc="-1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object</a:t>
                      </a:r>
                      <a:r>
                        <a:rPr lang="en-US" sz="2700" b="1" dirty="0" spc="-3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 phần</a:t>
                      </a:r>
                      <a:r>
                        <a:rPr lang="en-US" sz="2700" b="1" dirty="0" spc="-4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tử số</a:t>
                      </a:r>
                      <a:r>
                        <a:rPr lang="en-US" sz="2700" b="1" dirty="0" spc="-1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</a:t>
                      </a:r>
                      <a:r>
                        <a:rPr lang="en-US" sz="2700" b="1" dirty="0" spc="-2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700" b="1" dirty="0" spc="-8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items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70062186-48020787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4089259-8aa3-4f04-b23a-7cf3900546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</a:t>
            </a:r>
            <a:r>
              <a:rPr lang="en-US" sz="72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Comment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532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8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39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9342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chuỗi.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1920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"2"</a:t>
            </a:r>
            <a:r>
              <a:rPr lang="en-US" sz="39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3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5730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qty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"2"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lệ.</a:t>
            </a:r>
            <a:endParaRPr lang="en-US" sz="2700" dirty="0"/>
          </a:p>
        </p:txBody>
      </p:sp>
      <p:sp>
        <p:nvSpPr>
          <p:cNvPr id="13" name="Connector line-1792370063084-38794229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912b7ef9-c22a-4e35-89ff-af93de6d0c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chữ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2381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(Application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Interface):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5334000"/>
            <a:ext cx="8763000" cy="2381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(JavaScript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Notation):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8" name="Text richtext-1792370063971-331869352"/>
          <p:cNvSpPr/>
          <p:nvPr/>
        </p:nvSpPr>
        <p:spPr>
          <a:xfrm>
            <a:off x="11201400" y="3619500"/>
            <a:ext cx="6172200" cy="457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JSON,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8259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Crack: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Connector line-1792370063976-92690173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a8d1f5b-7251-49cf-8848-e9beb02e5e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2026-10-19T00:34:56Z</dcterms:created>
  <dcterms:modified xsi:type="dcterms:W3CDTF">2026-10-19T00:34:56Z</dcterms:modified>
</cp:coreProperties>
</file>