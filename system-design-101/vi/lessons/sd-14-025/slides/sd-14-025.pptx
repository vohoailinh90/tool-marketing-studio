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23812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VPN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81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thế</a:t>
            </a:r>
            <a:r>
              <a:rPr lang="en-US" sz="81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191000"/>
            <a:ext cx="9144000" cy="1143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hầm,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làm.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2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</a:t>
            </a:r>
            <a:r>
              <a:rPr lang="en-US" sz="28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</a:t>
            </a:r>
            <a:r>
              <a:rPr lang="en-US" sz="2850" dirty="0" spc="-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rồi,</a:t>
            </a:r>
            <a:r>
              <a:rPr lang="en-US" sz="28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85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bạn?</a:t>
            </a:r>
            <a:endParaRPr lang="en-US" sz="2850" dirty="0"/>
          </a:p>
        </p:txBody>
      </p:sp>
      <p:sp>
        <p:nvSpPr>
          <p:cNvPr id="5" name="Connector line-1792370920832-524640939"/>
          <p:cNvSpPr/>
          <p:nvPr/>
        </p:nvSpPr>
        <p:spPr>
          <a:xfrm>
            <a:off x="914400" y="6000750"/>
            <a:ext cx="9144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914400" y="6419850"/>
            <a:ext cx="419100" cy="4191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6400800"/>
            <a:ext cx="419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562100" y="632460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33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562100" y="6934200"/>
            <a:ext cx="3619500" cy="66675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581650" y="6419850"/>
            <a:ext cx="419100" cy="4191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5581650" y="6400800"/>
            <a:ext cx="419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229350" y="632460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33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nghe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229350" y="6934200"/>
            <a:ext cx="3619500" cy="66675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80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dirty="0" spc="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7943850"/>
            <a:ext cx="419100" cy="4191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7924800"/>
            <a:ext cx="419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562100" y="784860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33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33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VPN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562100" y="8458200"/>
            <a:ext cx="3619500" cy="66675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 mã</a:t>
            </a:r>
            <a:r>
              <a:rPr lang="en-US" sz="1800" dirty="0" spc="-1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800" dirty="0" spc="2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581650" y="7943850"/>
            <a:ext cx="419100" cy="4191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9" name="Text 17"/>
          <p:cNvSpPr/>
          <p:nvPr/>
        </p:nvSpPr>
        <p:spPr>
          <a:xfrm>
            <a:off x="5581650" y="7924800"/>
            <a:ext cx="419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6229350" y="784860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33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6229350" y="8458200"/>
            <a:ext cx="3619500" cy="66675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1800" dirty="0" spc="2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VPN,</a:t>
            </a:r>
            <a:r>
              <a:rPr lang="en-US" sz="180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763250" y="25717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65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953750" y="3105150"/>
            <a:ext cx="30956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7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đường</a:t>
            </a:r>
            <a:r>
              <a:rPr lang="en-US" sz="180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hầm</a:t>
            </a:r>
            <a:r>
              <a:rPr lang="en-US" sz="1800" dirty="0" spc="-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180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049375" y="3105150"/>
            <a:ext cx="30956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1800" dirty="0" spc="0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1800" dirty="0" spc="6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1800" dirty="0" spc="1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hầm</a:t>
            </a:r>
            <a:endParaRPr lang="en-US" sz="1800" dirty="0"/>
          </a:p>
        </p:txBody>
      </p:sp>
      <p:sp>
        <p:nvSpPr>
          <p:cNvPr id="26" name="Connector line-1792370920869-504848481"/>
          <p:cNvSpPr/>
          <p:nvPr/>
        </p:nvSpPr>
        <p:spPr>
          <a:xfrm>
            <a:off x="10953750" y="3619500"/>
            <a:ext cx="3095625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27" name="Connector line-1792370920870-840408569"/>
          <p:cNvSpPr/>
          <p:nvPr/>
        </p:nvSpPr>
        <p:spPr>
          <a:xfrm>
            <a:off x="14049375" y="3619500"/>
            <a:ext cx="3095625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8" name="Connector line-1792370920870-218961170"/>
          <p:cNvSpPr/>
          <p:nvPr/>
        </p:nvSpPr>
        <p:spPr>
          <a:xfrm>
            <a:off x="12496800" y="3619500"/>
            <a:ext cx="0" cy="83820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0782300" y="3448050"/>
            <a:ext cx="342900" cy="3429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3877925" y="3448050"/>
            <a:ext cx="342900" cy="3429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31" name="Shape 29"/>
          <p:cNvSpPr/>
          <p:nvPr/>
        </p:nvSpPr>
        <p:spPr>
          <a:xfrm>
            <a:off x="16973550" y="34480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12353925" y="4467225"/>
            <a:ext cx="285750" cy="2857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3" name="Text 31"/>
          <p:cNvSpPr/>
          <p:nvPr/>
        </p:nvSpPr>
        <p:spPr>
          <a:xfrm>
            <a:off x="10782300" y="3943350"/>
            <a:ext cx="1524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bạn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096875" y="394335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800" dirty="0" spc="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 VPN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5525750" y="394335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trang</a:t>
            </a:r>
            <a:r>
              <a:rPr lang="en-US" sz="18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web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763500" y="4457700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18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nghe: không</a:t>
            </a:r>
            <a:r>
              <a:rPr lang="en-US" sz="1800" dirty="0" spc="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1800" dirty="0" spc="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763250" y="54292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0953750" y="5962650"/>
            <a:ext cx="6191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18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nghe</a:t>
            </a:r>
            <a:r>
              <a:rPr lang="en-US" sz="1800" dirty="0" spc="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1800" dirty="0" spc="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39" name="Connector line-1792370920883-407632538"/>
          <p:cNvSpPr/>
          <p:nvPr/>
        </p:nvSpPr>
        <p:spPr>
          <a:xfrm>
            <a:off x="10953750" y="6477000"/>
            <a:ext cx="61912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10782300" y="6305550"/>
            <a:ext cx="342900" cy="3429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3877925" y="6305550"/>
            <a:ext cx="342900" cy="342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42" name="Shape 40"/>
          <p:cNvSpPr/>
          <p:nvPr/>
        </p:nvSpPr>
        <p:spPr>
          <a:xfrm>
            <a:off x="16973550" y="63055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3" name="Text 41"/>
          <p:cNvSpPr/>
          <p:nvPr/>
        </p:nvSpPr>
        <p:spPr>
          <a:xfrm>
            <a:off x="10782300" y="6800850"/>
            <a:ext cx="1524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bạn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5525750" y="680085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trang</a:t>
            </a:r>
            <a:r>
              <a:rPr lang="en-US" sz="18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web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808a1e94-8c77-455b-b18a-2d1c2819c22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429500" cy="2381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75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ở</a:t>
            </a:r>
            <a:r>
              <a:rPr lang="en-US" sz="75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75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đoạn?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4095750"/>
            <a:ext cx="7524750" cy="23812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VPN đặt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 mã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VPN.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8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685800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 dùng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 nhỏ tự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viết,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</a:t>
            </a: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 cài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VPN,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8953500" y="1238250"/>
            <a:ext cx="8420100" cy="1600200"/>
          </a:xfrm>
          <a:prstGeom prst="roundRect">
            <a:avLst>
              <a:gd name="adj" fmla="val 1547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72600" y="1676400"/>
            <a:ext cx="723900" cy="7239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8" name="Text 6"/>
          <p:cNvSpPr/>
          <p:nvPr/>
        </p:nvSpPr>
        <p:spPr>
          <a:xfrm>
            <a:off x="9372600" y="1752600"/>
            <a:ext cx="723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382250" y="1524000"/>
            <a:ext cx="6667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382250" y="21145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nào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8953500" y="3028950"/>
            <a:ext cx="8420100" cy="1600200"/>
          </a:xfrm>
          <a:prstGeom prst="roundRect">
            <a:avLst>
              <a:gd name="adj" fmla="val 1547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72600" y="3467100"/>
            <a:ext cx="723900" cy="7239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9372600" y="3543300"/>
            <a:ext cx="723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0382250" y="3314700"/>
            <a:ext cx="6667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0382250" y="39052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ngồi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Wi-Fi</a:t>
            </a: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8953500" y="4819650"/>
            <a:ext cx="8420100" cy="1600200"/>
          </a:xfrm>
          <a:prstGeom prst="roundRect">
            <a:avLst>
              <a:gd name="adj" fmla="val 1547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5257800"/>
            <a:ext cx="723900" cy="7239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9372600" y="5334000"/>
            <a:ext cx="723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0382250" y="5105400"/>
            <a:ext cx="6667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382250" y="56959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ai?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8953500" y="6610350"/>
            <a:ext cx="8420100" cy="1600200"/>
          </a:xfrm>
          <a:prstGeom prst="roundRect">
            <a:avLst>
              <a:gd name="adj" fmla="val 1547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72600" y="7048500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3" name="Text 21"/>
          <p:cNvSpPr/>
          <p:nvPr/>
        </p:nvSpPr>
        <p:spPr>
          <a:xfrm>
            <a:off x="9372600" y="7124700"/>
            <a:ext cx="723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3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0382250" y="6896100"/>
            <a:ext cx="6667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30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0382250" y="74866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1950" dirty="0" spc="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bạn?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7" name="Connector line-1792374175097-80292972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e3cd2a46-f7ca-43c5-b5e2-6bd0606cc09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 bị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5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75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4000500"/>
            <a:ext cx="2667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428625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1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476250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endParaRPr lang="en-US" sz="1800" dirty="0"/>
          </a:p>
        </p:txBody>
      </p:sp>
      <p:sp>
        <p:nvSpPr>
          <p:cNvPr id="7" name="Connector line-1792376476955-8071994"/>
          <p:cNvSpPr/>
          <p:nvPr/>
        </p:nvSpPr>
        <p:spPr>
          <a:xfrm>
            <a:off x="3581400" y="4714875"/>
            <a:ext cx="609600" cy="0"/>
          </a:xfrm>
          <a:prstGeom prst="line">
            <a:avLst/>
          </a:prstGeom>
          <a:noFill/>
          <a:ln w="3810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8" name="Connector line-1792376476955-356153397"/>
          <p:cNvSpPr/>
          <p:nvPr/>
        </p:nvSpPr>
        <p:spPr>
          <a:xfrm flipV="1">
            <a:off x="4191000" y="3733800"/>
            <a:ext cx="1276350" cy="981075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9" name="Connector line-1792376476956-443175096"/>
          <p:cNvSpPr/>
          <p:nvPr/>
        </p:nvSpPr>
        <p:spPr>
          <a:xfrm>
            <a:off x="4191000" y="4714875"/>
            <a:ext cx="1276350" cy="981075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triangle" w="lg" len="lg"/>
          </a:ln>
        </p:spPr>
      </p:sp>
      <p:sp>
        <p:nvSpPr>
          <p:cNvPr id="10" name="Shape 8"/>
          <p:cNvSpPr/>
          <p:nvPr/>
        </p:nvSpPr>
        <p:spPr>
          <a:xfrm>
            <a:off x="4086225" y="4610100"/>
            <a:ext cx="209550" cy="20955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1" name="Shape 9"/>
          <p:cNvSpPr/>
          <p:nvPr/>
        </p:nvSpPr>
        <p:spPr>
          <a:xfrm>
            <a:off x="5524500" y="3000375"/>
            <a:ext cx="424815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53100" y="32575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3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25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2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753100" y="37338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đích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18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524500" y="5000625"/>
            <a:ext cx="424815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53100" y="52578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22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250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5753100" y="5734050"/>
            <a:ext cx="3810000" cy="6477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đích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sách,</a:t>
            </a:r>
            <a:r>
              <a:rPr lang="en-US" sz="1800" dirty="0" spc="2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8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096500" y="2762250"/>
            <a:ext cx="7277100" cy="1219200"/>
          </a:xfrm>
          <a:prstGeom prst="roundRect">
            <a:avLst>
              <a:gd name="adj" fmla="val 17188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63200" y="2895600"/>
            <a:ext cx="666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OPENVPN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363200" y="318135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--redirect-gateway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0363200" y="36004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1800" dirty="0" spc="2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800" dirty="0" spc="-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096500" y="4095750"/>
            <a:ext cx="7277100" cy="1219200"/>
          </a:xfrm>
          <a:prstGeom prst="roundRect">
            <a:avLst>
              <a:gd name="adj" fmla="val 17188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63200" y="4229100"/>
            <a:ext cx="666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WIREGUARD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363200" y="451485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AllowedIPs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0363200" y="49339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đích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18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2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8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096500" y="5429250"/>
            <a:ext cx="7277100" cy="1219200"/>
          </a:xfrm>
          <a:prstGeom prst="roundRect">
            <a:avLst>
              <a:gd name="adj" fmla="val 17188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63200" y="5562600"/>
            <a:ext cx="666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0363200" y="584835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 gói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10363200" y="62674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8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800" dirty="0" spc="2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6934200"/>
            <a:ext cx="895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65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HÌNH: TIN</a:t>
            </a:r>
            <a:r>
              <a:rPr lang="en-US" sz="1650" b="1" spc="228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165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</a:t>
            </a:r>
            <a:r>
              <a:rPr lang="en-US" sz="1650" b="1" spc="20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1650" b="1" spc="222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65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650" b="1" spc="21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1650" b="1" spc="231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71</a:t>
            </a:r>
            <a:r>
              <a:rPr lang="en-US" sz="1650" b="1" spc="20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953625" y="6896100"/>
            <a:ext cx="74199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19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95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14400" y="7353300"/>
            <a:ext cx="9020175" cy="609600"/>
          </a:xfrm>
          <a:prstGeom prst="rect">
            <a:avLst/>
          </a:prstGeom>
          <a:solidFill>
            <a:srgbClr val="2A2D38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7353300"/>
            <a:ext cx="90201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39</a:t>
            </a:r>
            <a:endParaRPr lang="en-US" sz="2550" dirty="0"/>
          </a:p>
        </p:txBody>
      </p:sp>
      <p:sp>
        <p:nvSpPr>
          <p:cNvPr id="33" name="Shape 31"/>
          <p:cNvSpPr/>
          <p:nvPr/>
        </p:nvSpPr>
        <p:spPr>
          <a:xfrm>
            <a:off x="9953625" y="7353300"/>
            <a:ext cx="904875" cy="609600"/>
          </a:xfrm>
          <a:prstGeom prst="rect">
            <a:avLst/>
          </a:prstGeom>
          <a:solidFill>
            <a:srgbClr val="7C93FF"/>
          </a:solidFill>
          <a:ln/>
        </p:spPr>
      </p:sp>
      <p:sp>
        <p:nvSpPr>
          <p:cNvPr id="34" name="Text 32"/>
          <p:cNvSpPr/>
          <p:nvPr/>
        </p:nvSpPr>
        <p:spPr>
          <a:xfrm>
            <a:off x="9953625" y="7353300"/>
            <a:ext cx="9048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550" dirty="0"/>
          </a:p>
        </p:txBody>
      </p:sp>
      <p:sp>
        <p:nvSpPr>
          <p:cNvPr id="35" name="Shape 33"/>
          <p:cNvSpPr/>
          <p:nvPr/>
        </p:nvSpPr>
        <p:spPr>
          <a:xfrm>
            <a:off x="10877550" y="7353300"/>
            <a:ext cx="2762250" cy="609600"/>
          </a:xfrm>
          <a:prstGeom prst="rect">
            <a:avLst/>
          </a:prstGeom>
          <a:solidFill>
            <a:srgbClr val="6A82F0"/>
          </a:solidFill>
          <a:ln/>
        </p:spPr>
      </p:sp>
      <p:sp>
        <p:nvSpPr>
          <p:cNvPr id="36" name="Text 34"/>
          <p:cNvSpPr/>
          <p:nvPr/>
        </p:nvSpPr>
        <p:spPr>
          <a:xfrm>
            <a:off x="10877550" y="7353300"/>
            <a:ext cx="2762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</a:t>
            </a:r>
            <a:endParaRPr lang="en-US" sz="2550" dirty="0"/>
          </a:p>
        </p:txBody>
      </p:sp>
      <p:sp>
        <p:nvSpPr>
          <p:cNvPr id="37" name="Shape 35"/>
          <p:cNvSpPr/>
          <p:nvPr/>
        </p:nvSpPr>
        <p:spPr>
          <a:xfrm>
            <a:off x="13658850" y="7353300"/>
            <a:ext cx="3714750" cy="609600"/>
          </a:xfrm>
          <a:prstGeom prst="rect">
            <a:avLst/>
          </a:prstGeom>
          <a:solidFill>
            <a:srgbClr val="5870E4"/>
          </a:solidFill>
          <a:ln/>
        </p:spPr>
      </p:sp>
      <p:sp>
        <p:nvSpPr>
          <p:cNvPr id="38" name="Text 36"/>
          <p:cNvSpPr/>
          <p:nvPr/>
        </p:nvSpPr>
        <p:spPr>
          <a:xfrm>
            <a:off x="13658850" y="7353300"/>
            <a:ext cx="3714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</a:t>
            </a:r>
            <a:endParaRPr lang="en-US" sz="2550" dirty="0"/>
          </a:p>
        </p:txBody>
      </p:sp>
      <p:sp>
        <p:nvSpPr>
          <p:cNvPr id="39" name="Text 37"/>
          <p:cNvSpPr/>
          <p:nvPr/>
        </p:nvSpPr>
        <p:spPr>
          <a:xfrm>
            <a:off x="914400" y="8077200"/>
            <a:ext cx="90201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gốc:</a:t>
            </a:r>
            <a:r>
              <a:rPr lang="en-US" sz="1650" dirty="0" spc="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9810750" y="8077200"/>
            <a:ext cx="1190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1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0877550" y="8077200"/>
            <a:ext cx="2762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3658850" y="8077200"/>
            <a:ext cx="3714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65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914400" y="8591550"/>
            <a:ext cx="1428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viết, không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65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thật;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AES-GCM.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45" name="Connector line-1792376477002-238189722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7" name="Shape 4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8" name="Shape 46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9" name="Shape 4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1834c61b-4801-42e7-9065-8e1835a7726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8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nghe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75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75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5527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của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 không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</a:t>
            </a: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3143250"/>
            <a:ext cx="6096000" cy="5048250"/>
          </a:xfrm>
          <a:prstGeom prst="roundRect">
            <a:avLst>
              <a:gd name="adj" fmla="val 490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9200" y="3409950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b="1" spc="22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6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19200" y="3790950"/>
            <a:ext cx="533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1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39</a:t>
            </a:r>
            <a:r>
              <a:rPr lang="en-US" sz="7500" dirty="0" spc="-2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endParaRPr lang="en-US" sz="7500" dirty="0"/>
          </a:p>
        </p:txBody>
      </p:sp>
      <p:sp>
        <p:nvSpPr>
          <p:cNvPr id="8" name="Text 6"/>
          <p:cNvSpPr/>
          <p:nvPr/>
        </p:nvSpPr>
        <p:spPr>
          <a:xfrm>
            <a:off x="1219200" y="49911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19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đó: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219200" y="5562600"/>
            <a:ext cx="5486400" cy="666750"/>
          </a:xfrm>
          <a:prstGeom prst="roundRect">
            <a:avLst>
              <a:gd name="adj" fmla="val 25714"/>
            </a:avLst>
          </a:prstGeom>
          <a:solidFill>
            <a:srgbClr val="F3DFB8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5562600"/>
            <a:ext cx="5486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550" b="1" dirty="0" spc="1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19200" y="6362700"/>
            <a:ext cx="5486400" cy="666750"/>
          </a:xfrm>
          <a:prstGeom prst="roundRect">
            <a:avLst>
              <a:gd name="adj" fmla="val 25714"/>
            </a:avLst>
          </a:prstGeom>
          <a:solidFill>
            <a:srgbClr val="F3DFB8"/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6362700"/>
            <a:ext cx="5486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5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9200" y="7162800"/>
            <a:ext cx="5486400" cy="666750"/>
          </a:xfrm>
          <a:prstGeom prst="roundRect">
            <a:avLst>
              <a:gd name="adj" fmla="val 25714"/>
            </a:avLst>
          </a:prstGeom>
          <a:solidFill>
            <a:srgbClr val="F3DFB8"/>
          </a:solidFill>
          <a:ln/>
        </p:spPr>
      </p:sp>
      <p:sp>
        <p:nvSpPr>
          <p:cNvPr id="14" name="Text 12"/>
          <p:cNvSpPr/>
          <p:nvPr/>
        </p:nvSpPr>
        <p:spPr>
          <a:xfrm>
            <a:off x="1219200" y="7162800"/>
            <a:ext cx="5486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7334250" y="3143250"/>
            <a:ext cx="10039350" cy="5048250"/>
          </a:xfrm>
          <a:prstGeom prst="roundRect">
            <a:avLst>
              <a:gd name="adj" fmla="val 490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9050" y="3409950"/>
            <a:ext cx="666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650" b="1" spc="22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6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639050" y="3790950"/>
            <a:ext cx="2381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71</a:t>
            </a:r>
            <a:r>
              <a:rPr lang="en-US" sz="4200" dirty="0" spc="-1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0210800" y="3790950"/>
            <a:ext cx="2381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59</a:t>
            </a:r>
            <a:r>
              <a:rPr lang="en-US" sz="4200" dirty="0" spc="-1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2782550" y="3790950"/>
            <a:ext cx="4381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1,8</a:t>
            </a:r>
            <a:r>
              <a:rPr lang="en-US" sz="4200" dirty="0" spc="1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4200" dirty="0" spc="-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2,6</a:t>
            </a:r>
            <a:r>
              <a:rPr lang="en-US" sz="42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ms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7639050" y="4514850"/>
            <a:ext cx="2381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1800" dirty="0" spc="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210800" y="4514850"/>
            <a:ext cx="2381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782550" y="4514850"/>
            <a:ext cx="4476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dirty="0" spc="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(ba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chạy)</a:t>
            </a:r>
            <a:endParaRPr lang="en-US" sz="1800" dirty="0"/>
          </a:p>
        </p:txBody>
      </p:sp>
      <p:sp>
        <p:nvSpPr>
          <p:cNvPr id="23" name="Connector line-1792378674311-157474706"/>
          <p:cNvSpPr/>
          <p:nvPr/>
        </p:nvSpPr>
        <p:spPr>
          <a:xfrm>
            <a:off x="7639050" y="5105400"/>
            <a:ext cx="942975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7686675" y="5476875"/>
            <a:ext cx="171450" cy="1714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8058150" y="5353050"/>
            <a:ext cx="895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7686675" y="6048375"/>
            <a:ext cx="171450" cy="1714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8058150" y="5924550"/>
            <a:ext cx="895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đích,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dẫn,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7686675" y="6619875"/>
            <a:ext cx="171450" cy="1714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Text 27"/>
          <p:cNvSpPr/>
          <p:nvPr/>
        </p:nvSpPr>
        <p:spPr>
          <a:xfrm>
            <a:off x="8058150" y="6496050"/>
            <a:ext cx="895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Kích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8058150" y="6915150"/>
            <a:ext cx="895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gốc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8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71</a:t>
            </a:r>
            <a:r>
              <a:rPr lang="en-US" sz="18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byte,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180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103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byte: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639050" y="7410450"/>
            <a:ext cx="9334500" cy="66675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-3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Lật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ngoài: máy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80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InvalidTag,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3" name="Connector line-1792378674329-62961857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438b490a-07f0-48f1-b779-4468ab6eb42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/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 chủ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VPN thấy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75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3429000" cy="3048000"/>
          </a:xfrm>
          <a:prstGeom prst="roundRect">
            <a:avLst>
              <a:gd name="adj" fmla="val 812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1100" y="302895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1650" b="1" spc="21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81100" y="3467100"/>
            <a:ext cx="2857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71</a:t>
            </a:r>
            <a:r>
              <a:rPr lang="en-US" sz="4800" dirty="0" spc="-1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181100" y="4400550"/>
            <a:ext cx="2857500" cy="800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2100" dirty="0" spc="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2100" dirty="0"/>
          </a:p>
        </p:txBody>
      </p:sp>
      <p:sp>
        <p:nvSpPr>
          <p:cNvPr id="8" name="Connector line-1792378802294-67549781"/>
          <p:cNvSpPr/>
          <p:nvPr/>
        </p:nvSpPr>
        <p:spPr>
          <a:xfrm>
            <a:off x="4362450" y="4286250"/>
            <a:ext cx="742950" cy="0"/>
          </a:xfrm>
          <a:prstGeom prst="line">
            <a:avLst/>
          </a:prstGeom>
          <a:noFill/>
          <a:ln w="38100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9" name="Shape 7"/>
          <p:cNvSpPr/>
          <p:nvPr/>
        </p:nvSpPr>
        <p:spPr>
          <a:xfrm>
            <a:off x="5143500" y="2762250"/>
            <a:ext cx="6858000" cy="3048000"/>
          </a:xfrm>
          <a:prstGeom prst="roundRect">
            <a:avLst>
              <a:gd name="adj" fmla="val 812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8300" y="3028950"/>
            <a:ext cx="571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VPN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448300" y="3448050"/>
            <a:ext cx="619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thứ: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5448300" y="4152900"/>
            <a:ext cx="2762250" cy="590550"/>
          </a:xfrm>
          <a:prstGeom prst="roundRect">
            <a:avLst>
              <a:gd name="adj" fmla="val 25806"/>
            </a:avLst>
          </a:prstGeom>
          <a:solidFill>
            <a:srgbClr val="3D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5448300" y="4152900"/>
            <a:ext cx="2762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343900" y="4152900"/>
            <a:ext cx="1428750" cy="590550"/>
          </a:xfrm>
          <a:prstGeom prst="roundRect">
            <a:avLst>
              <a:gd name="adj" fmla="val 25806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8343900" y="4152900"/>
            <a:ext cx="1428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đích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906000" y="4152900"/>
            <a:ext cx="1809750" cy="590550"/>
          </a:xfrm>
          <a:prstGeom prst="roundRect">
            <a:avLst>
              <a:gd name="adj" fmla="val 25806"/>
            </a:avLst>
          </a:prstGeom>
          <a:solidFill>
            <a:srgbClr val="3D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0" y="4152900"/>
            <a:ext cx="1809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448300" y="5029200"/>
            <a:ext cx="6191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19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9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endParaRPr lang="en-US" sz="1950" dirty="0"/>
          </a:p>
        </p:txBody>
      </p:sp>
      <p:sp>
        <p:nvSpPr>
          <p:cNvPr id="19" name="Connector line-1792378802307-119824642"/>
          <p:cNvSpPr/>
          <p:nvPr/>
        </p:nvSpPr>
        <p:spPr>
          <a:xfrm>
            <a:off x="12020550" y="4286250"/>
            <a:ext cx="742950" cy="0"/>
          </a:xfrm>
          <a:prstGeom prst="line">
            <a:avLst/>
          </a:prstGeom>
          <a:noFill/>
          <a:ln w="38100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20" name="Shape 18"/>
          <p:cNvSpPr/>
          <p:nvPr/>
        </p:nvSpPr>
        <p:spPr>
          <a:xfrm>
            <a:off x="12801600" y="2762250"/>
            <a:ext cx="4572000" cy="3048000"/>
          </a:xfrm>
          <a:prstGeom prst="roundRect">
            <a:avLst>
              <a:gd name="adj" fmla="val 8125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068300" y="3028950"/>
            <a:ext cx="400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1650" b="1" spc="22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3068300" y="3467100"/>
            <a:ext cx="4000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39</a:t>
            </a:r>
            <a:r>
              <a:rPr lang="en-US" sz="48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13068300" y="4400550"/>
            <a:ext cx="4000500" cy="800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4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14400" y="6096000"/>
            <a:ext cx="16459200" cy="2381250"/>
          </a:xfrm>
          <a:prstGeom prst="roundRect">
            <a:avLst>
              <a:gd name="adj" fmla="val 1040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19200" y="6362700"/>
            <a:ext cx="3810000" cy="1847850"/>
          </a:xfrm>
          <a:prstGeom prst="roundRect">
            <a:avLst>
              <a:gd name="adj" fmla="val 1134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47800" y="6496050"/>
            <a:ext cx="3352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195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2571750" y="6915150"/>
            <a:ext cx="1104900" cy="609600"/>
          </a:xfrm>
          <a:prstGeom prst="ellipse">
            <a:avLst/>
          </a:prstGeom>
          <a:solidFill>
            <a:srgbClr val="14161C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0850" y="7086600"/>
            <a:ext cx="266700" cy="266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9" name="Connector line-1792378802315-975588418"/>
          <p:cNvSpPr/>
          <p:nvPr/>
        </p:nvSpPr>
        <p:spPr>
          <a:xfrm flipV="1">
            <a:off x="2533650" y="6877050"/>
            <a:ext cx="1181100" cy="68580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1447800" y="7734300"/>
            <a:ext cx="3352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 nữa</a:t>
            </a:r>
            <a:endParaRPr lang="en-US" sz="1800" dirty="0"/>
          </a:p>
        </p:txBody>
      </p:sp>
      <p:sp>
        <p:nvSpPr>
          <p:cNvPr id="31" name="Connector line-1792378802316-155726499"/>
          <p:cNvSpPr/>
          <p:nvPr/>
        </p:nvSpPr>
        <p:spPr>
          <a:xfrm>
            <a:off x="5048250" y="7286625"/>
            <a:ext cx="742950" cy="0"/>
          </a:xfrm>
          <a:prstGeom prst="line">
            <a:avLst/>
          </a:prstGeom>
          <a:noFill/>
          <a:ln w="38100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32" name="Shape 30"/>
          <p:cNvSpPr/>
          <p:nvPr/>
        </p:nvSpPr>
        <p:spPr>
          <a:xfrm>
            <a:off x="5829300" y="6362700"/>
            <a:ext cx="3810000" cy="1847850"/>
          </a:xfrm>
          <a:prstGeom prst="roundRect">
            <a:avLst>
              <a:gd name="adj" fmla="val 1134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57900" y="6496050"/>
            <a:ext cx="3352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VPN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7181850" y="6915150"/>
            <a:ext cx="1104900" cy="609600"/>
          </a:xfrm>
          <a:prstGeom prst="ellipse">
            <a:avLst/>
          </a:prstGeom>
          <a:solidFill>
            <a:srgbClr val="14161C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00950" y="7086600"/>
            <a:ext cx="266700" cy="266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36" name="Text 34"/>
          <p:cNvSpPr/>
          <p:nvPr/>
        </p:nvSpPr>
        <p:spPr>
          <a:xfrm>
            <a:off x="6057900" y="7734300"/>
            <a:ext cx="3352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8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096500" y="6572250"/>
            <a:ext cx="695325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</a:t>
            </a:r>
            <a:endParaRPr lang="en-US" sz="2850" dirty="0"/>
          </a:p>
        </p:txBody>
      </p:sp>
      <p:sp>
        <p:nvSpPr>
          <p:cNvPr id="38" name="Text 36"/>
          <p:cNvSpPr/>
          <p:nvPr/>
        </p:nvSpPr>
        <p:spPr>
          <a:xfrm>
            <a:off x="10096500" y="7772400"/>
            <a:ext cx="695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“tin</a:t>
            </a:r>
            <a:r>
              <a:rPr lang="en-US" sz="1950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1950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1950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1950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950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VPN”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914400" y="8743950"/>
            <a:ext cx="1428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650" dirty="0" spc="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71</a:t>
            </a:r>
            <a:r>
              <a:rPr lang="en-US" sz="165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</a:t>
            </a:r>
            <a:r>
              <a:rPr lang="en-US" sz="165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viết, không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VPN</a:t>
            </a: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41" name="Connector line-1792378802326-292476838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3" name="Shape 41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4" name="Shape 42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5" name="Shape 43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6" name="Shape 44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7" name="Shape 45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e0b3c89e-caec-497b-89a0-533f13a64a5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 /</a:t>
            </a: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75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7500" dirty="0" spc="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5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49555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cầu:</a:t>
            </a:r>
            <a:r>
              <a:rPr lang="en-US" sz="19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che</a:t>
            </a:r>
            <a:r>
              <a:rPr lang="en-US" sz="1950" dirty="0" spc="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3028950"/>
            <a:ext cx="9658350" cy="1962150"/>
          </a:xfrm>
          <a:prstGeom prst="roundRect">
            <a:avLst>
              <a:gd name="adj" fmla="val 1262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9200" y="3200400"/>
            <a:ext cx="666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b="1" spc="22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6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1650" dirty="0"/>
          </a:p>
        </p:txBody>
      </p:sp>
      <p:sp>
        <p:nvSpPr>
          <p:cNvPr id="7" name="Connector line-1792382693215-196995428"/>
          <p:cNvSpPr/>
          <p:nvPr/>
        </p:nvSpPr>
        <p:spPr>
          <a:xfrm>
            <a:off x="1619250" y="3981450"/>
            <a:ext cx="82486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447800" y="3810000"/>
            <a:ext cx="342900" cy="3429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9" name="Shape 7"/>
          <p:cNvSpPr/>
          <p:nvPr/>
        </p:nvSpPr>
        <p:spPr>
          <a:xfrm>
            <a:off x="9696450" y="3810000"/>
            <a:ext cx="342900" cy="3429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0" name="Shape 8"/>
          <p:cNvSpPr/>
          <p:nvPr/>
        </p:nvSpPr>
        <p:spPr>
          <a:xfrm>
            <a:off x="4505325" y="3676650"/>
            <a:ext cx="24765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4505325" y="3676650"/>
            <a:ext cx="247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127.0.0.2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90650" y="436245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bạn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10550" y="436245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trang</a:t>
            </a:r>
            <a:r>
              <a:rPr lang="en-US" sz="18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web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24325" y="43624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nhãn:</a:t>
            </a:r>
            <a:r>
              <a:rPr lang="en-US" sz="1800" dirty="0" spc="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5181600"/>
            <a:ext cx="9658350" cy="2343150"/>
          </a:xfrm>
          <a:prstGeom prst="roundRect">
            <a:avLst>
              <a:gd name="adj" fmla="val 1056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9200" y="5353050"/>
            <a:ext cx="666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650" b="1" spc="22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6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619250" y="5772150"/>
            <a:ext cx="333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7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đường</a:t>
            </a:r>
            <a:r>
              <a:rPr lang="en-US" sz="180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hầm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53000" y="5772150"/>
            <a:ext cx="4914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180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1800" dirty="0" spc="6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180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hầm</a:t>
            </a:r>
            <a:endParaRPr lang="en-US" sz="1800" dirty="0"/>
          </a:p>
        </p:txBody>
      </p:sp>
      <p:sp>
        <p:nvSpPr>
          <p:cNvPr id="19" name="Connector line-1792382693231-508084640"/>
          <p:cNvSpPr/>
          <p:nvPr/>
        </p:nvSpPr>
        <p:spPr>
          <a:xfrm>
            <a:off x="1619250" y="6400800"/>
            <a:ext cx="33337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20" name="Connector line-1792382693232-446110707"/>
          <p:cNvSpPr/>
          <p:nvPr/>
        </p:nvSpPr>
        <p:spPr>
          <a:xfrm>
            <a:off x="4953000" y="6400800"/>
            <a:ext cx="49149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447800" y="6229350"/>
            <a:ext cx="342900" cy="3429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2" name="Shape 20"/>
          <p:cNvSpPr/>
          <p:nvPr/>
        </p:nvSpPr>
        <p:spPr>
          <a:xfrm>
            <a:off x="4781550" y="6229350"/>
            <a:ext cx="342900" cy="3429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3" name="Shape 21"/>
          <p:cNvSpPr/>
          <p:nvPr/>
        </p:nvSpPr>
        <p:spPr>
          <a:xfrm>
            <a:off x="9696450" y="6229350"/>
            <a:ext cx="342900" cy="3429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4" name="Shape 22"/>
          <p:cNvSpPr/>
          <p:nvPr/>
        </p:nvSpPr>
        <p:spPr>
          <a:xfrm>
            <a:off x="6477000" y="6096000"/>
            <a:ext cx="24765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25" name="Text 23"/>
          <p:cNvSpPr/>
          <p:nvPr/>
        </p:nvSpPr>
        <p:spPr>
          <a:xfrm>
            <a:off x="6477000" y="6096000"/>
            <a:ext cx="247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127.0.0.3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390650" y="678180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bạn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10000" y="678180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800" dirty="0" spc="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 VPN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10550" y="678180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trang</a:t>
            </a:r>
            <a:r>
              <a:rPr lang="en-US" sz="18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web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191250" y="7048500"/>
            <a:ext cx="304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nhãn:</a:t>
            </a:r>
            <a:r>
              <a:rPr lang="en-US" sz="1800" dirty="0" spc="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953750" y="3028950"/>
            <a:ext cx="6419850" cy="4495800"/>
          </a:xfrm>
          <a:prstGeom prst="roundRect">
            <a:avLst>
              <a:gd name="adj" fmla="val 5508"/>
            </a:avLst>
          </a:prstGeom>
          <a:solidFill>
            <a:srgbClr val="14161C"/>
          </a:solidFill>
          <a:ln/>
        </p:spPr>
      </p:sp>
      <p:sp>
        <p:nvSpPr>
          <p:cNvPr id="31" name="Text 29"/>
          <p:cNvSpPr/>
          <p:nvPr/>
        </p:nvSpPr>
        <p:spPr>
          <a:xfrm>
            <a:off x="11258550" y="3276600"/>
            <a:ext cx="571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1650" b="1" spc="20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b="1" spc="226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1258550" y="3657600"/>
            <a:ext cx="571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sid-4711</a:t>
            </a:r>
            <a:endParaRPr lang="en-US" sz="6000" dirty="0"/>
          </a:p>
        </p:txBody>
      </p:sp>
      <p:sp>
        <p:nvSpPr>
          <p:cNvPr id="33" name="Text 31"/>
          <p:cNvSpPr/>
          <p:nvPr/>
        </p:nvSpPr>
        <p:spPr>
          <a:xfrm>
            <a:off x="11258550" y="4724400"/>
            <a:ext cx="5810250" cy="1333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-2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4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r>
              <a:rPr lang="en-US" sz="24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này,</a:t>
            </a: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4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2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phiên.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11258550" y="6210300"/>
            <a:ext cx="581025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258550" y="6210300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sid-4711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258550" y="6858000"/>
            <a:ext cx="581025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258550" y="6858000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8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sid-4711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14400" y="7772400"/>
            <a:ext cx="16459200" cy="1066800"/>
          </a:xfrm>
          <a:prstGeom prst="roundRect">
            <a:avLst>
              <a:gd name="adj" fmla="val 19643"/>
            </a:avLst>
          </a:prstGeom>
          <a:solidFill>
            <a:srgbClr val="E8E0CF"/>
          </a:solidFill>
          <a:ln/>
        </p:spPr>
      </p:sp>
      <p:sp>
        <p:nvSpPr>
          <p:cNvPr id="39" name="Shape 37"/>
          <p:cNvSpPr/>
          <p:nvPr/>
        </p:nvSpPr>
        <p:spPr>
          <a:xfrm>
            <a:off x="1190625" y="8162925"/>
            <a:ext cx="285750" cy="2857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40" name="Text 38"/>
          <p:cNvSpPr/>
          <p:nvPr/>
        </p:nvSpPr>
        <p:spPr>
          <a:xfrm>
            <a:off x="1676400" y="7905750"/>
            <a:ext cx="15430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Đoạn sau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HTTPS.</a:t>
            </a:r>
            <a:endParaRPr lang="en-US" sz="2550" dirty="0"/>
          </a:p>
        </p:txBody>
      </p:sp>
      <p:sp>
        <p:nvSpPr>
          <p:cNvPr id="41" name="Text 39"/>
          <p:cNvSpPr/>
          <p:nvPr/>
        </p:nvSpPr>
        <p:spPr>
          <a:xfrm>
            <a:off x="1676400" y="8362950"/>
            <a:ext cx="1543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 thứ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8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18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mã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14400" y="8972550"/>
            <a:ext cx="16459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127.0.0.2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127.0.0.3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hình;</a:t>
            </a: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cộng.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44" name="Connector line-1792382693257-944441741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6" name="Shape 4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7" name="Shape 4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8" name="Shape 4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9" name="Shape 4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50" name="Shape 48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1" name="Shape 4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37a97c8d-f56d-4ffc-a3c5-0f7eb8bac7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Che</a:t>
            </a:r>
            <a:r>
              <a:rPr lang="en-US" sz="7500" dirty="0" spc="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ẩn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8115300" cy="1809750"/>
          </a:xfrm>
          <a:prstGeom prst="roundRect">
            <a:avLst>
              <a:gd name="adj" fmla="val 1368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3028950"/>
            <a:ext cx="7429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 CHỈ</a:t>
            </a:r>
            <a:r>
              <a:rPr lang="en-US" sz="1650" b="1" spc="18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19200" y="3390900"/>
            <a:ext cx="7429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b="1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219200" y="40195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1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10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10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1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258300" y="2819400"/>
            <a:ext cx="8115300" cy="1809750"/>
          </a:xfrm>
          <a:prstGeom prst="roundRect">
            <a:avLst>
              <a:gd name="adj" fmla="val 13684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63100" y="3028950"/>
            <a:ext cx="7429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563100" y="3390900"/>
            <a:ext cx="7429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563100" y="40195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cookie: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phiên,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1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 theo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4857750"/>
            <a:ext cx="8115300" cy="2495550"/>
          </a:xfrm>
          <a:prstGeom prst="roundRect">
            <a:avLst>
              <a:gd name="adj" fmla="val 9924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9200" y="5067300"/>
            <a:ext cx="7429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1650" b="1" spc="21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1650" b="1" spc="22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6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19200" y="5429250"/>
            <a:ext cx="7429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che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2850" dirty="0"/>
          </a:p>
        </p:txBody>
      </p:sp>
      <p:sp>
        <p:nvSpPr>
          <p:cNvPr id="15" name="Text richtext-1792383331666-613357305"/>
          <p:cNvSpPr/>
          <p:nvPr/>
        </p:nvSpPr>
        <p:spPr>
          <a:xfrm>
            <a:off x="1219200" y="6000750"/>
            <a:ext cx="7429500" cy="12763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21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100" dirty="0" spc="2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thẳng:</a:t>
            </a:r>
            <a:r>
              <a:rPr lang="en-US" sz="210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1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100" dirty="0" spc="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21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IPv6</a:t>
            </a:r>
            <a:r>
              <a:rPr lang="en-US" sz="210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-3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rò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1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100" dirty="0" spc="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21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258300" y="4857750"/>
            <a:ext cx="8115300" cy="2495550"/>
          </a:xfrm>
          <a:prstGeom prst="roundRect">
            <a:avLst>
              <a:gd name="adj" fmla="val 992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63100" y="5067300"/>
            <a:ext cx="7429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3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</a:t>
            </a:r>
            <a:r>
              <a:rPr lang="en-US" sz="16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650" b="1" spc="20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563100" y="5429250"/>
            <a:ext cx="7429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VPN</a:t>
            </a:r>
            <a:r>
              <a:rPr lang="en-US" sz="28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8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9563100" y="6057900"/>
            <a:ext cx="7429500" cy="952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VPN</a:t>
            </a:r>
            <a:r>
              <a:rPr lang="en-US" sz="21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mọi thứ</a:t>
            </a:r>
            <a:r>
              <a:rPr lang="en-US" sz="2100" dirty="0" spc="-3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(OWASP)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7620000"/>
            <a:ext cx="16459200" cy="1428750"/>
          </a:xfrm>
          <a:prstGeom prst="roundRect">
            <a:avLst>
              <a:gd name="adj" fmla="val 17333"/>
            </a:avLst>
          </a:prstGeom>
          <a:solidFill>
            <a:srgbClr val="2B1B19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8250" y="7829550"/>
            <a:ext cx="1581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“Riêng</a:t>
            </a:r>
            <a:r>
              <a:rPr lang="en-US" sz="300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tư”</a:t>
            </a:r>
            <a:r>
              <a:rPr lang="en-US" sz="3000" b="1" dirty="0" spc="-2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“ẩn</a:t>
            </a:r>
            <a:r>
              <a:rPr lang="en-US" sz="30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danh”</a:t>
            </a:r>
            <a:r>
              <a:rPr lang="en-US" sz="300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3000" b="1" dirty="0" spc="-1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b="1" dirty="0" spc="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30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3000" b="1" dirty="0" spc="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đầu.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238250" y="8439150"/>
            <a:ext cx="1581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2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VPN,</a:t>
            </a:r>
            <a:r>
              <a:rPr lang="en-US" sz="225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2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250" dirty="0" spc="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nhập.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Connector line-1792383331696-80317195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6" name="Shape 2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7" name="Shape 2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8" name="Shape 2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9" name="Shape 2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0" name="Shape 2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1" name="Shape 29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2" name="Shape 3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ab5a9ce5-8c5a-4694-9280-fad13482ae5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5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thiếu</a:t>
            </a:r>
            <a:r>
              <a:rPr lang="en-US" sz="75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8115300" cy="4476750"/>
          </a:xfrm>
          <a:prstGeom prst="roundRect">
            <a:avLst>
              <a:gd name="adj" fmla="val 553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3067050"/>
            <a:ext cx="7429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65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219200" y="3505200"/>
            <a:ext cx="148590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3505200"/>
            <a:ext cx="1485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1950" b="1" dirty="0" spc="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2838450" y="3505200"/>
            <a:ext cx="196215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2838450" y="3505200"/>
            <a:ext cx="19621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VPN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933950" y="3505200"/>
            <a:ext cx="16764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4933950" y="3505200"/>
            <a:ext cx="167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1950" b="1" dirty="0" spc="-14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743700" y="350520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6743700" y="350520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9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dirty="0" spc="-4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endParaRPr lang="en-US" sz="1950" dirty="0"/>
          </a:p>
        </p:txBody>
      </p:sp>
      <p:sp>
        <p:nvSpPr>
          <p:cNvPr id="14" name="Text richtext-1792383374888-35357719"/>
          <p:cNvSpPr/>
          <p:nvPr/>
        </p:nvSpPr>
        <p:spPr>
          <a:xfrm>
            <a:off x="1219200" y="4343400"/>
            <a:ext cx="7524750" cy="28194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byte,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 nguyên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127.0.0.1,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AES-GCM,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256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mỗi lần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258300" y="2819400"/>
            <a:ext cx="8115300" cy="4476750"/>
          </a:xfrm>
          <a:prstGeom prst="roundRect">
            <a:avLst>
              <a:gd name="adj" fmla="val 553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63100" y="3067050"/>
            <a:ext cx="7429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6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endParaRPr lang="en-US" sz="1650" dirty="0"/>
          </a:p>
        </p:txBody>
      </p:sp>
      <p:sp>
        <p:nvSpPr>
          <p:cNvPr id="17" name="Text richtext-1792383374900-842404097"/>
          <p:cNvSpPr/>
          <p:nvPr/>
        </p:nvSpPr>
        <p:spPr>
          <a:xfrm>
            <a:off x="9563100" y="3505200"/>
            <a:ext cx="7524750" cy="2095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tay,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thỏa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Chống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IP,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DNS,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IPv6,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563100" y="5905500"/>
            <a:ext cx="7505700" cy="1104900"/>
          </a:xfrm>
          <a:prstGeom prst="roundRect">
            <a:avLst>
              <a:gd name="adj" fmla="val 17241"/>
            </a:avLst>
          </a:prstGeom>
          <a:solidFill>
            <a:srgbClr val="F8D9D0"/>
          </a:solidFill>
          <a:ln/>
        </p:spPr>
      </p:sp>
      <p:sp>
        <p:nvSpPr>
          <p:cNvPr id="19" name="Text 17"/>
          <p:cNvSpPr/>
          <p:nvPr/>
        </p:nvSpPr>
        <p:spPr>
          <a:xfrm>
            <a:off x="9810750" y="6057900"/>
            <a:ext cx="7010400" cy="800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1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Python: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 không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1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7581900"/>
            <a:ext cx="16459200" cy="1219200"/>
          </a:xfrm>
          <a:prstGeom prst="roundRect">
            <a:avLst>
              <a:gd name="adj" fmla="val 17188"/>
            </a:avLst>
          </a:prstGeom>
          <a:solidFill>
            <a:srgbClr val="E8E0CF"/>
          </a:solidFill>
          <a:ln/>
        </p:spPr>
      </p:sp>
      <p:sp>
        <p:nvSpPr>
          <p:cNvPr id="21" name="Text 19"/>
          <p:cNvSpPr/>
          <p:nvPr/>
        </p:nvSpPr>
        <p:spPr>
          <a:xfrm>
            <a:off x="1238250" y="7791450"/>
            <a:ext cx="15811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thước.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238250" y="8286750"/>
            <a:ext cx="1581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chút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ít.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127.0.0.2</a:t>
            </a:r>
            <a:r>
              <a:rPr lang="en-US" sz="21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127.0.0.3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4" name="Connector line-1792383374916-845822481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7feae5f9-ffec-4c57-8463-e79a79aaf22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85900"/>
            <a:ext cx="7524750" cy="3048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</a:t>
            </a: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r>
              <a:rPr lang="en-US" sz="30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ngồi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Wi-Fi,</a:t>
            </a: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</a:t>
            </a:r>
            <a:r>
              <a:rPr lang="en-US" sz="30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web,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30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bạn?</a:t>
            </a:r>
            <a:endParaRPr lang="en-US" sz="3000" dirty="0"/>
          </a:p>
        </p:txBody>
      </p:sp>
      <p:sp>
        <p:nvSpPr>
          <p:cNvPr id="4" name="Connector line-1792383535546-605106503"/>
          <p:cNvSpPr/>
          <p:nvPr/>
        </p:nvSpPr>
        <p:spPr>
          <a:xfrm>
            <a:off x="1238250" y="7334250"/>
            <a:ext cx="33337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5" name="Connector line-1792383535546-52439448"/>
          <p:cNvSpPr/>
          <p:nvPr/>
        </p:nvSpPr>
        <p:spPr>
          <a:xfrm>
            <a:off x="4572000" y="7334250"/>
            <a:ext cx="36195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6" name="Connector line-1792383535547-507049213"/>
          <p:cNvSpPr/>
          <p:nvPr/>
        </p:nvSpPr>
        <p:spPr>
          <a:xfrm flipV="1">
            <a:off x="2905125" y="6400800"/>
            <a:ext cx="0" cy="933450"/>
          </a:xfrm>
          <a:prstGeom prst="line">
            <a:avLst/>
          </a:prstGeom>
          <a:noFill/>
          <a:ln w="28575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066800" y="7162800"/>
            <a:ext cx="342900" cy="3429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8" name="Shape 6"/>
          <p:cNvSpPr/>
          <p:nvPr/>
        </p:nvSpPr>
        <p:spPr>
          <a:xfrm>
            <a:off x="4400550" y="7162800"/>
            <a:ext cx="342900" cy="3429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8020050" y="7162800"/>
            <a:ext cx="342900" cy="3429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0" name="Shape 8"/>
          <p:cNvSpPr/>
          <p:nvPr/>
        </p:nvSpPr>
        <p:spPr>
          <a:xfrm>
            <a:off x="2752725" y="6096000"/>
            <a:ext cx="304800" cy="3048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3219450" y="6076950"/>
            <a:ext cx="4476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8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1800" dirty="0" spc="-4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ngồi</a:t>
            </a:r>
            <a:r>
              <a:rPr lang="en-US" sz="1800" dirty="0" spc="-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1800" dirty="0" spc="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Wi-Fi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6819900"/>
            <a:ext cx="361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trang</a:t>
            </a:r>
            <a:r>
              <a:rPr lang="en-US" sz="18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18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18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HTTPS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7677150"/>
            <a:ext cx="133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bạn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43125" y="7677150"/>
            <a:ext cx="1524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7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đường</a:t>
            </a:r>
            <a:r>
              <a:rPr lang="en-US" sz="180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hầm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14750" y="7677150"/>
            <a:ext cx="171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800" dirty="0" spc="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 VPN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67500" y="7677150"/>
            <a:ext cx="1809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trang</a:t>
            </a:r>
            <a:r>
              <a:rPr lang="en-US" sz="18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web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0" y="1428750"/>
            <a:ext cx="8229600" cy="7429500"/>
          </a:xfrm>
          <a:prstGeom prst="roundRect">
            <a:avLst>
              <a:gd name="adj" fmla="val 3590"/>
            </a:avLst>
          </a:prstGeom>
          <a:solidFill>
            <a:srgbClr val="1F3FD1"/>
          </a:solidFill>
          <a:ln/>
        </p:spPr>
      </p:sp>
      <p:sp>
        <p:nvSpPr>
          <p:cNvPr id="18" name="Shape 16"/>
          <p:cNvSpPr/>
          <p:nvPr/>
        </p:nvSpPr>
        <p:spPr>
          <a:xfrm>
            <a:off x="9563100" y="1924050"/>
            <a:ext cx="685800" cy="685800"/>
          </a:xfrm>
          <a:prstGeom prst="ellipse">
            <a:avLst/>
          </a:prstGeom>
          <a:solidFill>
            <a:srgbClr val="FBF8F2"/>
          </a:solidFill>
          <a:ln/>
        </p:spPr>
      </p:sp>
      <p:sp>
        <p:nvSpPr>
          <p:cNvPr id="19" name="Shape 17"/>
          <p:cNvSpPr/>
          <p:nvPr/>
        </p:nvSpPr>
        <p:spPr>
          <a:xfrm>
            <a:off x="9725025" y="2124075"/>
            <a:ext cx="371475" cy="279101"/>
          </a:xfrm>
          <a:custGeom>
            <a:avLst/>
            <a:gdLst/>
            <a:ahLst/>
            <a:cxnLst/>
            <a:rect l="l" t="t" r="r" b="b"/>
            <a:pathLst>
              <a:path w="371475" h="279101">
                <a:moveTo>
                  <a:pt x="0" y="161925"/>
                </a:moveTo>
                <a:lnTo>
                  <a:pt x="109358" y="271283"/>
                </a:lnTo>
                <a:cubicBezTo>
                  <a:pt x="117176" y="279101"/>
                  <a:pt x="129984" y="278644"/>
                  <a:pt x="137224" y="270289"/>
                </a:cubicBezTo>
                <a:lnTo>
                  <a:pt x="371475" y="0"/>
                </a:lnTo>
              </a:path>
            </a:pathLst>
          </a:custGeom>
          <a:ln w="76200">
            <a:solidFill>
              <a:srgbClr val="1F3F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39400" y="20955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72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100" b="1" spc="299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525000" y="3028950"/>
            <a:ext cx="7429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NGỒI</a:t>
            </a:r>
            <a:r>
              <a:rPr lang="en-US" sz="1650" b="1" spc="227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650" b="1" spc="226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WI-FI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525000" y="3352800"/>
            <a:ext cx="7524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b="1" dirty="0" spc="-3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nối,</a:t>
            </a:r>
            <a:r>
              <a:rPr lang="en-US" sz="25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550" b="1" dirty="0" spc="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thước,</a:t>
            </a:r>
            <a:r>
              <a:rPr lang="en-US" sz="255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b="1" dirty="0" spc="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525000" y="4152900"/>
            <a:ext cx="7429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26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VPN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525000" y="4476750"/>
            <a:ext cx="7524750" cy="9144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550" b="1" dirty="0" spc="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thật,</a:t>
            </a:r>
            <a:r>
              <a:rPr lang="en-US" sz="2550" b="1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đích,</a:t>
            </a:r>
            <a:r>
              <a:rPr lang="en-US" sz="255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5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9525000" y="5619750"/>
            <a:ext cx="7429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 WEB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525000" y="5943600"/>
            <a:ext cx="7524750" cy="9144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550" b="1" dirty="0" spc="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VPN,</a:t>
            </a:r>
            <a:r>
              <a:rPr lang="en-US" sz="25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b="1" dirty="0" spc="-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endParaRPr lang="en-US" sz="2550" dirty="0"/>
          </a:p>
        </p:txBody>
      </p:sp>
      <p:sp>
        <p:nvSpPr>
          <p:cNvPr id="27" name="Connector line-1792383535585-276129507"/>
          <p:cNvSpPr/>
          <p:nvPr/>
        </p:nvSpPr>
        <p:spPr>
          <a:xfrm>
            <a:off x="9525000" y="7200900"/>
            <a:ext cx="7467600" cy="0"/>
          </a:xfrm>
          <a:prstGeom prst="line">
            <a:avLst/>
          </a:prstGeom>
          <a:noFill/>
          <a:ln w="19050">
            <a:solidFill>
              <a:srgbClr val="DDE3FA">
                <a:alpha val="5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9525000" y="7410450"/>
            <a:ext cx="7467600" cy="1047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10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100" dirty="0" spc="4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5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10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1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-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</a:t>
            </a:r>
            <a:r>
              <a:rPr lang="en-US" sz="2100" dirty="0" spc="-13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-15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100" dirty="0" spc="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100" dirty="0" spc="6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3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được:</a:t>
            </a:r>
            <a:r>
              <a:rPr lang="en-US" sz="2100" dirty="0" spc="6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100" dirty="0" spc="1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10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3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4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100" dirty="0" spc="-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hầm.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0" name="Connector line-1792383535588-287548533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Shape 3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274f947e-370e-4b2a-a0d8-828dbdd248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485900"/>
            <a:ext cx="4000500" cy="2038350"/>
          </a:xfrm>
          <a:prstGeom prst="roundRect">
            <a:avLst>
              <a:gd name="adj" fmla="val 1028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657350"/>
            <a:ext cx="3543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VPN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143000" y="2171700"/>
            <a:ext cx="3543300" cy="12763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spcAft>
                <a:spcPts val="600"/>
              </a:spcAft>
              <a:buNone/>
            </a:pPr>
            <a:r>
              <a:rPr lang="en-US" sz="1650" dirty="0" spc="-1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Virtual</a:t>
            </a:r>
            <a:r>
              <a:rPr lang="en-US" sz="1650" dirty="0" spc="-7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Private Network</a:t>
            </a:r>
            <a:endParaRPr lang="en-US" sz="165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6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ảo:</a:t>
            </a:r>
            <a:r>
              <a:rPr lang="en-US" sz="165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16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 đường hầm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067300" y="1485900"/>
            <a:ext cx="4000500" cy="2038350"/>
          </a:xfrm>
          <a:prstGeom prst="roundRect">
            <a:avLst>
              <a:gd name="adj" fmla="val 1028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95900" y="1657350"/>
            <a:ext cx="3543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5295900" y="2171700"/>
            <a:ext cx="3543300" cy="12763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spcAft>
                <a:spcPts val="600"/>
              </a:spcAft>
              <a:buNone/>
            </a:pPr>
            <a:r>
              <a:rPr lang="en-US" sz="1650" dirty="0" spc="-9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Internet</a:t>
            </a:r>
            <a:r>
              <a:rPr lang="en-US" sz="1650" dirty="0" spc="-10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Protocol</a:t>
            </a:r>
            <a:endParaRPr lang="en-US" sz="165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650" dirty="0" spc="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6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IP:</a:t>
            </a:r>
            <a:r>
              <a:rPr lang="en-US" sz="16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650" dirty="0" spc="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 thiết</a:t>
            </a:r>
            <a:r>
              <a:rPr lang="en-US" sz="16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220200" y="1485900"/>
            <a:ext cx="4000500" cy="2038350"/>
          </a:xfrm>
          <a:prstGeom prst="roundRect">
            <a:avLst>
              <a:gd name="adj" fmla="val 1028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48800" y="1657350"/>
            <a:ext cx="3543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IPv6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448800" y="2171700"/>
            <a:ext cx="3543300" cy="12763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spcAft>
                <a:spcPts val="600"/>
              </a:spcAft>
              <a:buNone/>
            </a:pPr>
            <a:r>
              <a:rPr lang="en-US" sz="1650" dirty="0" spc="-9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Internet</a:t>
            </a:r>
            <a:r>
              <a:rPr lang="en-US" sz="1650" dirty="0" spc="-10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Protocol</a:t>
            </a:r>
            <a:r>
              <a:rPr lang="en-US" sz="1650" dirty="0" spc="-8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version</a:t>
            </a:r>
            <a:r>
              <a:rPr lang="en-US" sz="1650" dirty="0" spc="5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6</a:t>
            </a:r>
            <a:endParaRPr lang="en-US" sz="165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6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650" dirty="0" spc="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IP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373100" y="1485900"/>
            <a:ext cx="4000500" cy="2038350"/>
          </a:xfrm>
          <a:prstGeom prst="roundRect">
            <a:avLst>
              <a:gd name="adj" fmla="val 1028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601700" y="1657350"/>
            <a:ext cx="3543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DNS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3601700" y="2171700"/>
            <a:ext cx="3543300" cy="12763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spcAft>
                <a:spcPts val="600"/>
              </a:spcAft>
              <a:buNone/>
            </a:pPr>
            <a:r>
              <a:rPr lang="en-US" sz="1650" dirty="0" spc="-2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Domain</a:t>
            </a:r>
            <a:r>
              <a:rPr lang="en-US" sz="1650" dirty="0" spc="-1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Name</a:t>
            </a:r>
            <a:r>
              <a:rPr lang="en-US" sz="1650" dirty="0" spc="-12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System</a:t>
            </a:r>
            <a:endParaRPr lang="en-US" sz="165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6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16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6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6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650" dirty="0" spc="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IP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14400" y="3676650"/>
            <a:ext cx="4000500" cy="2038350"/>
          </a:xfrm>
          <a:prstGeom prst="roundRect">
            <a:avLst>
              <a:gd name="adj" fmla="val 1028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848100"/>
            <a:ext cx="3543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AES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143000" y="4362450"/>
            <a:ext cx="3543300" cy="12763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spcAft>
                <a:spcPts val="600"/>
              </a:spcAft>
              <a:buNone/>
            </a:pPr>
            <a:r>
              <a:rPr lang="en-US" sz="1650" dirty="0" spc="-10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Advanced</a:t>
            </a:r>
            <a:r>
              <a:rPr lang="en-US" sz="1650" dirty="0" spc="-1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Encryption</a:t>
            </a:r>
            <a:r>
              <a:rPr lang="en-US" sz="1650" dirty="0" spc="-8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Standard</a:t>
            </a:r>
            <a:endParaRPr lang="en-US" sz="165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6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 dùng một khóa chung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067300" y="3676650"/>
            <a:ext cx="4000500" cy="2038350"/>
          </a:xfrm>
          <a:prstGeom prst="roundRect">
            <a:avLst>
              <a:gd name="adj" fmla="val 1028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95900" y="3848100"/>
            <a:ext cx="3543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GCM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5295900" y="4362450"/>
            <a:ext cx="3543300" cy="12763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spcAft>
                <a:spcPts val="600"/>
              </a:spcAft>
              <a:buNone/>
            </a:pPr>
            <a:r>
              <a:rPr lang="en-US" sz="1650" dirty="0" spc="-5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Galois/Counter</a:t>
            </a:r>
            <a:r>
              <a:rPr lang="en-US" sz="1650" dirty="0" spc="-4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Mode</a:t>
            </a:r>
            <a:endParaRPr lang="en-US" sz="165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AES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6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16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6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65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220200" y="3676650"/>
            <a:ext cx="4000500" cy="2038350"/>
          </a:xfrm>
          <a:prstGeom prst="roundRect">
            <a:avLst>
              <a:gd name="adj" fmla="val 1028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48800" y="3848100"/>
            <a:ext cx="3543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448800" y="4362450"/>
            <a:ext cx="3543300" cy="12763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spcAft>
                <a:spcPts val="600"/>
              </a:spcAft>
              <a:buNone/>
            </a:pPr>
            <a:r>
              <a:rPr lang="en-US" sz="1650" dirty="0" spc="-16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Transport</a:t>
            </a:r>
            <a:r>
              <a:rPr lang="en-US" sz="1650" dirty="0" spc="-20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Layer</a:t>
            </a:r>
            <a:r>
              <a:rPr lang="en-US" sz="1650" dirty="0" spc="0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Security</a:t>
            </a:r>
            <a:endParaRPr lang="en-US" sz="165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65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6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165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HTTPS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3373100" y="3676650"/>
            <a:ext cx="4000500" cy="2038350"/>
          </a:xfrm>
          <a:prstGeom prst="roundRect">
            <a:avLst>
              <a:gd name="adj" fmla="val 1028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601700" y="3848100"/>
            <a:ext cx="3543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3601700" y="4362450"/>
            <a:ext cx="3543300" cy="12763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spcAft>
                <a:spcPts val="600"/>
              </a:spcAft>
              <a:buNone/>
            </a:pPr>
            <a:r>
              <a:rPr lang="en-US" sz="1650" dirty="0" spc="-32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HyperText</a:t>
            </a:r>
            <a:r>
              <a:rPr lang="en-US" sz="1650" dirty="0" spc="-21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Transfer</a:t>
            </a:r>
            <a:r>
              <a:rPr lang="en-US" sz="1650" dirty="0" spc="-10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Protocol</a:t>
            </a:r>
            <a:r>
              <a:rPr lang="en-US" sz="1650" dirty="0" spc="-9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Secure</a:t>
            </a:r>
            <a:endParaRPr lang="en-US" sz="165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 trang</a:t>
            </a:r>
            <a:r>
              <a:rPr lang="en-US" sz="16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mã</a:t>
            </a:r>
            <a:r>
              <a:rPr lang="en-US" sz="16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 TLS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14400" y="5867400"/>
            <a:ext cx="8153400" cy="1524000"/>
          </a:xfrm>
          <a:prstGeom prst="roundRect">
            <a:avLst>
              <a:gd name="adj" fmla="val 1375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6038850"/>
            <a:ext cx="7696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143000" y="6553200"/>
            <a:ext cx="7696200" cy="7620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spcAft>
                <a:spcPts val="600"/>
              </a:spcAft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Open</a:t>
            </a:r>
            <a:r>
              <a:rPr lang="en-US" sz="1650" dirty="0" spc="-10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Worldwide</a:t>
            </a:r>
            <a:r>
              <a:rPr lang="en-US" sz="1650" dirty="0" spc="-3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Application</a:t>
            </a:r>
            <a:r>
              <a:rPr lang="en-US" sz="1650" dirty="0" spc="0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Security</a:t>
            </a:r>
            <a:r>
              <a:rPr lang="en-US" sz="1650" dirty="0" spc="-12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Project</a:t>
            </a:r>
            <a:endParaRPr lang="en-US" sz="165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</a:t>
            </a:r>
            <a:r>
              <a:rPr lang="en-US" sz="165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6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16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65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9220200" y="5867400"/>
            <a:ext cx="8153400" cy="1524000"/>
          </a:xfrm>
          <a:prstGeom prst="roundRect">
            <a:avLst>
              <a:gd name="adj" fmla="val 1375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48800" y="6038850"/>
            <a:ext cx="7696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MDN</a:t>
            </a:r>
            <a:endParaRPr lang="en-US" sz="2550" dirty="0"/>
          </a:p>
        </p:txBody>
      </p:sp>
      <p:sp>
        <p:nvSpPr>
          <p:cNvPr id="32" name="Text 30"/>
          <p:cNvSpPr/>
          <p:nvPr/>
        </p:nvSpPr>
        <p:spPr>
          <a:xfrm>
            <a:off x="9448800" y="6553200"/>
            <a:ext cx="7696200" cy="7620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spcAft>
                <a:spcPts val="600"/>
              </a:spcAft>
              <a:buNone/>
            </a:pPr>
            <a:r>
              <a:rPr lang="en-US" sz="1650" dirty="0" spc="-5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Mozilla</a:t>
            </a:r>
            <a:r>
              <a:rPr lang="en-US" sz="1650" dirty="0" spc="-12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Developer</a:t>
            </a:r>
            <a:r>
              <a:rPr lang="en-US" sz="1650" dirty="0" spc="-7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Network</a:t>
            </a:r>
            <a:endParaRPr lang="en-US" sz="165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6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web,</a:t>
            </a:r>
            <a:r>
              <a:rPr lang="en-US" sz="16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</a:t>
            </a:r>
            <a:r>
              <a:rPr lang="en-US" sz="16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165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</a:t>
            </a:r>
            <a:endParaRPr lang="en-US" sz="1650" dirty="0"/>
          </a:p>
        </p:txBody>
      </p:sp>
      <p:sp>
        <p:nvSpPr>
          <p:cNvPr id="33" name="Connector line-1792390663611-731678573"/>
          <p:cNvSpPr/>
          <p:nvPr/>
        </p:nvSpPr>
        <p:spPr>
          <a:xfrm>
            <a:off x="914400" y="7772400"/>
            <a:ext cx="164592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914400" y="79629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14400" y="83248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OpenVPN</a:t>
            </a: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WireGuard</a:t>
            </a: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14400" y="8801100"/>
            <a:ext cx="16459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 Hình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họa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650" dirty="0" spc="-2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650" dirty="0"/>
          </a:p>
        </p:txBody>
      </p:sp>
      <p:sp>
        <p:nvSpPr>
          <p:cNvPr id="37" name="Connector line-1792390663616-833026296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9" name="Shape 37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0" name="Shape 38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1" name="Shape 39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2" name="Shape 40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3" name="Shape 41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4" name="Shape 42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5" name="Shape 43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6" name="Shape 44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7" name="Shape 45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0f001f35-f503-4375-9a2b-0dde114237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2026-10-19T06:18:47Z</dcterms:created>
  <dcterms:modified xsi:type="dcterms:W3CDTF">2026-10-19T06:18:47Z</dcterms:modified>
</cp:coreProperties>
</file>