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thắt</a:t>
            </a:r>
            <a:r>
              <a:rPr lang="en-US" sz="81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nhóm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1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mềm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 chạy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5722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Chờ</a:t>
            </a:r>
            <a:r>
              <a:rPr lang="en-US" sz="25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55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255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05400" y="59055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2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72100" y="65722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Phát</a:t>
            </a:r>
            <a:r>
              <a:rPr lang="en-US" sz="25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r>
              <a:rPr lang="en-US" sz="25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thủ</a:t>
            </a:r>
            <a:r>
              <a:rPr lang="en-US" sz="2550" dirty="0" spc="-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công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296400" y="59055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63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63100" y="65722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Sự</a:t>
            </a:r>
            <a:r>
              <a:rPr lang="en-US" sz="255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cố</a:t>
            </a:r>
            <a:r>
              <a:rPr lang="en-US" sz="25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lặp</a:t>
            </a: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3487400" y="5905500"/>
            <a:ext cx="3886200" cy="238125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54100" y="6096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754100" y="6572250"/>
            <a:ext cx="335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Hiểu</a:t>
            </a:r>
            <a:r>
              <a:rPr lang="en-US" sz="25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r>
              <a:rPr lang="en-US" sz="255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dồn</a:t>
            </a:r>
            <a:r>
              <a:rPr lang="en-US" sz="25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r>
              <a:rPr lang="en-US" sz="255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vài</a:t>
            </a:r>
            <a:r>
              <a:rPr lang="en-US" sz="2550" dirty="0" spc="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2bf55a5-fcaf-4a0b-adc9-34e248867b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chuyển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0005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Viết</a:t>
            </a:r>
            <a:r>
              <a:rPr lang="en-US" sz="36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86500" y="3238500"/>
            <a:ext cx="5715000" cy="2095500"/>
          </a:xfrm>
          <a:prstGeom prst="roundRect">
            <a:avLst>
              <a:gd name="adj" fmla="val 12727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Chuyển</a:t>
            </a:r>
            <a:r>
              <a:rPr lang="en-US" sz="330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giao</a:t>
            </a:r>
            <a:r>
              <a:rPr lang="en-US" sz="3300" dirty="0" spc="1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giữa</a:t>
            </a:r>
            <a:r>
              <a:rPr lang="en-US" sz="33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</a:t>
            </a:r>
            <a:r>
              <a:rPr lang="en-US" sz="3300" dirty="0" spc="-1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nhóm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3373100" y="3238500"/>
            <a:ext cx="40005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Lên</a:t>
            </a:r>
            <a:r>
              <a:rPr lang="en-US" sz="36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chạy</a:t>
            </a:r>
            <a:endParaRPr lang="en-US" sz="3600" dirty="0"/>
          </a:p>
        </p:txBody>
      </p:sp>
      <p:sp>
        <p:nvSpPr>
          <p:cNvPr id="7" name="Connector line-1792371351829-706138435"/>
          <p:cNvSpPr/>
          <p:nvPr/>
        </p:nvSpPr>
        <p:spPr>
          <a:xfrm>
            <a:off x="5010150" y="4286250"/>
            <a:ext cx="1181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1351830-532429821"/>
          <p:cNvSpPr/>
          <p:nvPr/>
        </p:nvSpPr>
        <p:spPr>
          <a:xfrm>
            <a:off x="12096750" y="4286250"/>
            <a:ext cx="1181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6191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Bốn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nút</a:t>
            </a: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thắt,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dấu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hiệu</a:t>
            </a: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nhận</a:t>
            </a:r>
            <a:r>
              <a:rPr lang="en-US" sz="3000" dirty="0" spc="-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ra,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</a:t>
            </a: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thử</a:t>
            </a:r>
            <a:r>
              <a:rPr lang="en-US" sz="3000" dirty="0" spc="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trước.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6953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 chậm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bạn: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5063d13-4cf4-4633-9612-5a2bd95a94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Chờ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7625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Nhóm</a:t>
            </a:r>
            <a:r>
              <a:rPr lang="en-US" sz="33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sản</a:t>
            </a:r>
            <a:r>
              <a:rPr lang="en-US" sz="33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phẩm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611100" y="3143250"/>
            <a:ext cx="47625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Môi</a:t>
            </a:r>
            <a:r>
              <a:rPr lang="en-US" sz="330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trường,</a:t>
            </a:r>
            <a:r>
              <a:rPr lang="en-US" sz="330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810250" y="3286125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100" dirty="0" spc="-1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10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1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1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r>
              <a:rPr lang="en-US" sz="21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10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ngày</a:t>
            </a:r>
            <a:endParaRPr lang="en-US" sz="2100" dirty="0"/>
          </a:p>
        </p:txBody>
      </p:sp>
      <p:sp>
        <p:nvSpPr>
          <p:cNvPr id="7" name="Connector line-1792371353866-315108935"/>
          <p:cNvSpPr/>
          <p:nvPr/>
        </p:nvSpPr>
        <p:spPr>
          <a:xfrm>
            <a:off x="5810250" y="3905250"/>
            <a:ext cx="66675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5810250" y="42862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Mẫu</a:t>
            </a: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10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21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phục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100" dirty="0"/>
          </a:p>
        </p:txBody>
      </p:sp>
      <p:sp>
        <p:nvSpPr>
          <p:cNvPr id="9" name="Connector line-1792371353869-607674800"/>
          <p:cNvSpPr/>
          <p:nvPr/>
        </p:nvSpPr>
        <p:spPr>
          <a:xfrm>
            <a:off x="5810250" y="4953000"/>
            <a:ext cx="6667500" cy="0"/>
          </a:xfrm>
          <a:prstGeom prst="line">
            <a:avLst/>
          </a:prstGeom>
          <a:noFill/>
          <a:ln w="85725">
            <a:solidFill>
              <a:srgbClr val="E8472B"/>
            </a:solidFill>
            <a:prstDash val="solid"/>
            <a:headEnd type="none"/>
            <a:tailEnd type="triangle" w="sm" len="sm"/>
          </a:ln>
        </p:spPr>
      </p:sp>
      <p:sp>
        <p:nvSpPr>
          <p:cNvPr id="10" name="Text 8"/>
          <p:cNvSpPr/>
          <p:nvPr/>
        </p:nvSpPr>
        <p:spPr>
          <a:xfrm>
            <a:off x="914400" y="6477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Thử</a:t>
            </a:r>
            <a:r>
              <a:rPr lang="en-US" sz="3000" dirty="0" spc="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trước: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mẫu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300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phục</a:t>
            </a: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7239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 hiệu: mở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Text 20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4a53a0c-7006-4559-b920-35eeb765a5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26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thủ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14400" y="3333750"/>
            <a:ext cx="723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Cần</a:t>
            </a:r>
            <a:r>
              <a:rPr lang="en-US" sz="315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150" dirty="0" spc="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3150" dirty="0" spc="-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r>
              <a:rPr lang="en-US" sz="31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đủ</a:t>
            </a:r>
            <a:r>
              <a:rPr lang="en-US" sz="31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</a:t>
            </a:r>
            <a:r>
              <a:rPr lang="en-US" sz="3150" dirty="0" spc="1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bước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0134600" y="28575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29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134600" y="3333750"/>
            <a:ext cx="7239000" cy="2476500"/>
          </a:xfrm>
          <a:prstGeom prst="roundRect">
            <a:avLst>
              <a:gd name="adj" fmla="val 10769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Viết</a:t>
            </a:r>
            <a:r>
              <a:rPr lang="en-US" sz="31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các</a:t>
            </a:r>
            <a:r>
              <a:rPr lang="en-US" sz="3150" dirty="0" spc="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bước</a:t>
            </a:r>
            <a:r>
              <a:rPr lang="en-US" sz="31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thành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pipeline</a:t>
            </a:r>
            <a:endParaRPr lang="en-US" sz="3150" dirty="0"/>
          </a:p>
        </p:txBody>
      </p:sp>
      <p:sp>
        <p:nvSpPr>
          <p:cNvPr id="8" name="Connector line-1792371355897-600319237"/>
          <p:cNvSpPr/>
          <p:nvPr/>
        </p:nvSpPr>
        <p:spPr>
          <a:xfrm>
            <a:off x="8248650" y="4572000"/>
            <a:ext cx="17907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ac93d45e-57ce-4d6d-bfa5-63c3403af2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Sự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 lại</a:t>
            </a:r>
            <a:endParaRPr lang="en-US" sz="6900" dirty="0"/>
          </a:p>
        </p:txBody>
      </p:sp>
      <p:sp>
        <p:nvSpPr>
          <p:cNvPr id="4" name="Connector line-1792371382025-624226810"/>
          <p:cNvSpPr/>
          <p:nvPr/>
        </p:nvSpPr>
        <p:spPr>
          <a:xfrm>
            <a:off x="2857500" y="4095750"/>
            <a:ext cx="12573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3622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590" dirty="0"/>
          </a:p>
        </p:txBody>
      </p:sp>
      <p:sp>
        <p:nvSpPr>
          <p:cNvPr id="6" name="Text 4"/>
          <p:cNvSpPr/>
          <p:nvPr/>
        </p:nvSpPr>
        <p:spPr>
          <a:xfrm>
            <a:off x="86487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590" dirty="0"/>
          </a:p>
        </p:txBody>
      </p:sp>
      <p:sp>
        <p:nvSpPr>
          <p:cNvPr id="7" name="Text 5"/>
          <p:cNvSpPr/>
          <p:nvPr/>
        </p:nvSpPr>
        <p:spPr>
          <a:xfrm>
            <a:off x="14935200" y="3600450"/>
            <a:ext cx="990600" cy="9906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9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590" dirty="0"/>
          </a:p>
        </p:txBody>
      </p:sp>
      <p:sp>
        <p:nvSpPr>
          <p:cNvPr id="8" name="Shape 6"/>
          <p:cNvSpPr/>
          <p:nvPr/>
        </p:nvSpPr>
        <p:spPr>
          <a:xfrm>
            <a:off x="914400" y="5143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51435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200900" y="5143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7524750" y="51435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nhường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 cho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3487400" y="5143500"/>
            <a:ext cx="3886200" cy="209550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3811250" y="5143500"/>
            <a:ext cx="323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Đặt</a:t>
            </a:r>
            <a:r>
              <a:rPr lang="en-US" sz="2550" dirty="0" spc="-2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SLO</a:t>
            </a:r>
            <a:r>
              <a:rPr lang="en-US" sz="2550" dirty="0" spc="-2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tắc khi</a:t>
            </a:r>
            <a:r>
              <a:rPr lang="en-US" sz="255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hết</a:t>
            </a: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ngân</a:t>
            </a:r>
            <a:r>
              <a:rPr lang="en-US" sz="25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2550" dirty="0" spc="-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lỗi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SLO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Text 23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42aa369-4c05-4561-9e3b-50a9a6fb06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26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dồn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 vài</a:t>
            </a:r>
            <a:r>
              <a:rPr lang="en-US" sz="69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151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5242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96100" y="4191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Viết runbook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12115800" y="3238500"/>
            <a:ext cx="5257800" cy="3429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352425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21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spc="22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96800" y="41910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Luân</a:t>
            </a:r>
            <a:r>
              <a:rPr lang="en-US" sz="39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phiên</a:t>
            </a:r>
            <a:r>
              <a:rPr lang="en-US" sz="3900" dirty="0" spc="1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trực</a:t>
            </a:r>
            <a:r>
              <a:rPr lang="en-US" sz="390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d9dc1a7-0df5-4454-a585-cbe193a64b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861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3624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5910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86740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60960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7372350"/>
            <a:ext cx="16459200" cy="125730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76009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381250" y="28575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thắt: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đầy đủ.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381250" y="43624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Nhỏ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8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riêng,</a:t>
            </a:r>
            <a:r>
              <a:rPr lang="en-US" sz="2850" dirty="0" spc="-3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586740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DevOps,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SRE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cứng.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7372350"/>
            <a:ext cx="1457325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Hãy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85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đừng</a:t>
            </a:r>
            <a:r>
              <a:rPr lang="en-US" sz="28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Text 24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0656aa7-6622-4ccb-95bb-95f8c59d2a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Hết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33350" cy="18097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952750"/>
            <a:ext cx="15716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Ưu</a:t>
            </a:r>
            <a:r>
              <a:rPr lang="en-US" sz="975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r>
              <a:rPr lang="en-US" sz="9750" dirty="0" spc="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975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97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cậy.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914400" y="6096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Giảm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 phát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6858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a56fb17-02f5-4a45-8c86-1afb542f5b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0767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2959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5151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734300"/>
            <a:ext cx="16459200" cy="1066800"/>
          </a:xfrm>
          <a:prstGeom prst="roundRect">
            <a:avLst>
              <a:gd name="adj" fmla="val 196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857500"/>
            <a:ext cx="133350" cy="1066800"/>
          </a:xfrm>
          <a:prstGeom prst="rect">
            <a:avLst/>
          </a:prstGeom>
          <a:solidFill>
            <a:srgbClr val="6B6A6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076700"/>
            <a:ext cx="133350" cy="10668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295900"/>
            <a:ext cx="133350" cy="10668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515100"/>
            <a:ext cx="133350" cy="1066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734300"/>
            <a:ext cx="133350" cy="1066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8575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2400" dirty="0" spc="-4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chỗ chờ</a:t>
            </a:r>
            <a:r>
              <a:rPr lang="en-US" sz="2400" dirty="0" spc="7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86500" y="28575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thời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33500" y="40767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24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phục</a:t>
            </a:r>
            <a:r>
              <a:rPr lang="en-US" sz="24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86500" y="40767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33500" y="52959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24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4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r>
              <a:rPr lang="en-US" sz="24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r>
              <a:rPr lang="en-US" sz="24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hành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86500" y="52959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33500" y="65151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Mục tiêu</a:t>
            </a:r>
            <a:r>
              <a:rPr lang="en-US" sz="24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</a:t>
            </a:r>
            <a:r>
              <a:rPr lang="en-US" sz="24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</a:t>
            </a:r>
            <a:r>
              <a:rPr lang="en-US" sz="2400" dirty="0" spc="-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cậy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86500" y="65151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SLO.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333500" y="7734300"/>
            <a:ext cx="4762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Chia</a:t>
            </a:r>
            <a:r>
              <a:rPr lang="en-US" sz="24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sẻ</a:t>
            </a:r>
            <a:r>
              <a:rPr lang="en-US" sz="240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4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286500" y="7734300"/>
            <a:ext cx="10858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runbook;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cố,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quy lỗi.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4" name="Text 32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9b5f53ec-f489-40d1-9b79-b09e6ca8d9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52578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1428750"/>
            <a:ext cx="4610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SLO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15100" y="1428750"/>
            <a:ext cx="52578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8950" y="1428750"/>
            <a:ext cx="4610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115800" y="1428750"/>
            <a:ext cx="52578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9650" y="1428750"/>
            <a:ext cx="4610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SRE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619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4191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15100" y="4191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100" dirty="0" spc="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115800" y="419100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Chính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ngân</a:t>
            </a: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4292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210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2100" dirty="0" spc="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10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10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15100" y="5429250"/>
            <a:ext cx="52578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Định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a872d8b-6129-4a87-ae99-02b030ea11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2026-10-19T17:23:54Z</dcterms:created>
  <dcterms:modified xsi:type="dcterms:W3CDTF">2026-10-19T17:23:54Z</dcterms:modified>
</cp:coreProperties>
</file>