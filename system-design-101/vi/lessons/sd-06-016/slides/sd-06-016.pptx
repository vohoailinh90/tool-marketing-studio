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191500" cy="447675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Elasticsearch</a:t>
            </a:r>
            <a:r>
              <a:rPr lang="en-US" sz="66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66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6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gì: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 cách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6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6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dựa</a:t>
            </a:r>
            <a:r>
              <a:rPr lang="en-US" sz="66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6675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5250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Elasticsearch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049250" y="2381250"/>
            <a:ext cx="1238250" cy="2762250"/>
          </a:xfrm>
          <a:custGeom>
            <a:avLst/>
            <a:gdLst/>
            <a:ahLst/>
            <a:cxnLst/>
            <a:rect l="l" t="t" r="r" b="b"/>
            <a:pathLst>
              <a:path w="1238250" h="2762250">
                <a:moveTo>
                  <a:pt x="0" y="0"/>
                </a:moveTo>
                <a:cubicBezTo>
                  <a:pt x="762000" y="0"/>
                  <a:pt x="762000" y="2762250"/>
                  <a:pt x="1238250" y="27622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49250" y="4286250"/>
            <a:ext cx="1238250" cy="857250"/>
          </a:xfrm>
          <a:custGeom>
            <a:avLst/>
            <a:gdLst/>
            <a:ahLst/>
            <a:cxnLst/>
            <a:rect l="l" t="t" r="r" b="b"/>
            <a:pathLst>
              <a:path w="1238250" h="857250">
                <a:moveTo>
                  <a:pt x="0" y="0"/>
                </a:moveTo>
                <a:cubicBezTo>
                  <a:pt x="762000" y="0"/>
                  <a:pt x="762000" y="857250"/>
                  <a:pt x="1238250" y="85725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49250" y="5143500"/>
            <a:ext cx="1238250" cy="1047750"/>
          </a:xfrm>
          <a:custGeom>
            <a:avLst/>
            <a:gdLst/>
            <a:ahLst/>
            <a:cxnLst/>
            <a:rect l="l" t="t" r="r" b="b"/>
            <a:pathLst>
              <a:path w="1238250" h="1047750">
                <a:moveTo>
                  <a:pt x="0" y="1047750"/>
                </a:moveTo>
                <a:cubicBezTo>
                  <a:pt x="762000" y="1047750"/>
                  <a:pt x="762000" y="0"/>
                  <a:pt x="123825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49250" y="5143500"/>
            <a:ext cx="1238250" cy="2952750"/>
          </a:xfrm>
          <a:custGeom>
            <a:avLst/>
            <a:gdLst/>
            <a:ahLst/>
            <a:cxnLst/>
            <a:rect l="l" t="t" r="r" b="b"/>
            <a:pathLst>
              <a:path w="1238250" h="2952750">
                <a:moveTo>
                  <a:pt x="0" y="2952750"/>
                </a:moveTo>
                <a:cubicBezTo>
                  <a:pt x="762000" y="2952750"/>
                  <a:pt x="762000" y="0"/>
                  <a:pt x="123825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287500" y="4191000"/>
            <a:ext cx="1905000" cy="19050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87500" y="48196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Elastic-</a:t>
            </a:r>
            <a:endParaRPr lang="en-US" sz="1950" dirty="0"/>
          </a:p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search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429750" y="20193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9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tích,</a:t>
            </a: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429750" y="39243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19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nhóm,</a:t>
            </a:r>
            <a:r>
              <a:rPr lang="en-US" sz="19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9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kính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429750" y="58293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195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stream</a:t>
            </a:r>
            <a:r>
              <a:rPr lang="en-US" sz="19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429750" y="77343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195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9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cc05ad0f-9469-475f-b40b-acd8f9aecbc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Nơi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 các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5725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750" dirty="0" spc="-13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9.5.5</a:t>
            </a:r>
            <a:endParaRPr lang="en-US" sz="24750" dirty="0"/>
          </a:p>
        </p:txBody>
      </p:sp>
      <p:sp>
        <p:nvSpPr>
          <p:cNvPr id="5" name="Text 3"/>
          <p:cNvSpPr/>
          <p:nvPr/>
        </p:nvSpPr>
        <p:spPr>
          <a:xfrm>
            <a:off x="990600" y="666750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Elasticsearch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10096500" y="3048000"/>
            <a:ext cx="7277100" cy="1809750"/>
          </a:xfrm>
          <a:prstGeom prst="roundRect">
            <a:avLst>
              <a:gd name="adj" fmla="val 13684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0572750" y="3429000"/>
            <a:ext cx="6286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endParaRPr lang="en-US" sz="6300" dirty="0"/>
          </a:p>
        </p:txBody>
      </p:sp>
      <p:sp>
        <p:nvSpPr>
          <p:cNvPr id="8" name="Shape 6"/>
          <p:cNvSpPr/>
          <p:nvPr/>
        </p:nvSpPr>
        <p:spPr>
          <a:xfrm>
            <a:off x="10096500" y="5238750"/>
            <a:ext cx="7277100" cy="1809750"/>
          </a:xfrm>
          <a:prstGeom prst="roundRect">
            <a:avLst>
              <a:gd name="adj" fmla="val 13684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0572750" y="5467350"/>
            <a:ext cx="6477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giấy</a:t>
            </a:r>
            <a:r>
              <a:rPr lang="en-US" sz="48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4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basic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0572750" y="64389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miễn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2250" dirty="0"/>
          </a:p>
        </p:txBody>
      </p:sp>
      <p:sp>
        <p:nvSpPr>
          <p:cNvPr id="11" name="Connector line-1792441511284-690434342"/>
          <p:cNvSpPr/>
          <p:nvPr/>
        </p:nvSpPr>
        <p:spPr>
          <a:xfrm>
            <a:off x="914400" y="788670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914400" y="80962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142cc50c-ec18-45b4-b2cc-10aea92148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TÍCH</a:t>
            </a:r>
            <a:r>
              <a:rPr lang="en-US" sz="1950" b="1" spc="2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Chữ</a:t>
            </a:r>
            <a:r>
              <a:rPr lang="en-US" sz="69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tích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Chuẩn:</a:t>
            </a:r>
            <a:r>
              <a:rPr lang="en-US" sz="24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“Áo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Khoác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Gió” thành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áo,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khoác,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gió.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143250"/>
            <a:ext cx="16459200" cy="5334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2194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2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191500" y="32194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b="1" spc="136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3790950"/>
            <a:ext cx="16459200" cy="723900"/>
          </a:xfrm>
          <a:prstGeom prst="roundRect">
            <a:avLst>
              <a:gd name="adj" fmla="val 1842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591050"/>
            <a:ext cx="16459200" cy="723900"/>
          </a:xfrm>
          <a:prstGeom prst="roundRect">
            <a:avLst>
              <a:gd name="adj" fmla="val 18421"/>
            </a:avLst>
          </a:prstGeom>
          <a:solidFill>
            <a:srgbClr val="DDE3FA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391150"/>
            <a:ext cx="16459200" cy="723900"/>
          </a:xfrm>
          <a:prstGeom prst="roundRect">
            <a:avLst>
              <a:gd name="adj" fmla="val 1842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6191250"/>
            <a:ext cx="16459200" cy="723900"/>
          </a:xfrm>
          <a:prstGeom prst="roundRect">
            <a:avLst>
              <a:gd name="adj" fmla="val 18421"/>
            </a:avLst>
          </a:prstGeom>
          <a:solidFill>
            <a:srgbClr val="DDE3FA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6991350"/>
            <a:ext cx="16459200" cy="723900"/>
          </a:xfrm>
          <a:prstGeom prst="roundRect">
            <a:avLst>
              <a:gd name="adj" fmla="val 1842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394335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Tìm “áo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khoác”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8191500" y="3943350"/>
            <a:ext cx="895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(1,385),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(0,528)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38250" y="474345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Tìm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“ao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khoac”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dấu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191500" y="4743450"/>
            <a:ext cx="895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</a:t>
            </a:r>
            <a:r>
              <a:rPr lang="en-US" sz="2550" dirty="0" spc="-3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kết</a:t>
            </a:r>
            <a:r>
              <a:rPr lang="en-US" sz="255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quả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38250" y="554355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Thêm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lọc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asciifolding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8191500" y="5543550"/>
            <a:ext cx="895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Áo Khoác Gió → ao, khoac, gio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238250" y="634365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Đếm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ngay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 ghi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8191500" y="6343650"/>
            <a:ext cx="895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0,</a:t>
            </a:r>
            <a:r>
              <a:rPr lang="en-US" sz="2550" dirty="0" spc="1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chưa</a:t>
            </a:r>
            <a:r>
              <a:rPr lang="en-US" sz="255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tới</a:t>
            </a:r>
            <a:r>
              <a:rPr lang="en-US" sz="255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lần làm</a:t>
            </a:r>
            <a:r>
              <a:rPr lang="en-US" sz="255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38250" y="714375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Đếm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_refresh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8191500" y="7143750"/>
            <a:ext cx="895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096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đếm.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 03/10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431d746b-455c-45ee-850e-1007073165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1950" b="1" spc="299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950" b="1" spc="249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3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177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Gộp nhóm</a:t>
            </a:r>
            <a:r>
              <a:rPr lang="en-US" sz="7177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177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7177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7177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endParaRPr lang="en-US" sz="7177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39100" cy="3810000"/>
          </a:xfrm>
          <a:prstGeom prst="roundRect">
            <a:avLst>
              <a:gd name="adj" fmla="val 6500"/>
            </a:avLst>
          </a:prstGeom>
          <a:solidFill>
            <a:srgbClr val="1E212B"/>
          </a:solidFill>
          <a:ln/>
        </p:spPr>
      </p:sp>
      <p:sp>
        <p:nvSpPr>
          <p:cNvPr id="5" name="Connector line-1792441376764-744043456"/>
          <p:cNvSpPr/>
          <p:nvPr/>
        </p:nvSpPr>
        <p:spPr>
          <a:xfrm>
            <a:off x="1295400" y="3181350"/>
            <a:ext cx="727710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295400" y="33528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195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spc="20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3924300"/>
            <a:ext cx="95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247900" y="3905250"/>
            <a:ext cx="4286250" cy="4572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6819900" y="3810000"/>
            <a:ext cx="114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4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364" dirty="0"/>
          </a:p>
        </p:txBody>
      </p:sp>
      <p:sp>
        <p:nvSpPr>
          <p:cNvPr id="10" name="Text 8"/>
          <p:cNvSpPr/>
          <p:nvPr/>
        </p:nvSpPr>
        <p:spPr>
          <a:xfrm>
            <a:off x="1295400" y="4762500"/>
            <a:ext cx="95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giay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247900" y="4743450"/>
            <a:ext cx="2857500" cy="4572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5391150" y="4648200"/>
            <a:ext cx="114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4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364" dirty="0"/>
          </a:p>
        </p:txBody>
      </p:sp>
      <p:sp>
        <p:nvSpPr>
          <p:cNvPr id="13" name="Text 11"/>
          <p:cNvSpPr/>
          <p:nvPr/>
        </p:nvSpPr>
        <p:spPr>
          <a:xfrm>
            <a:off x="1295400" y="5715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Trường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3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keyword.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334500" y="2762250"/>
            <a:ext cx="8039100" cy="3810000"/>
          </a:xfrm>
          <a:prstGeom prst="roundRect">
            <a:avLst>
              <a:gd name="adj" fmla="val 6500"/>
            </a:avLst>
          </a:prstGeom>
          <a:solidFill>
            <a:srgbClr val="1E212B"/>
          </a:solidFill>
          <a:ln/>
        </p:spPr>
      </p:sp>
      <p:sp>
        <p:nvSpPr>
          <p:cNvPr id="15" name="Connector line-1792441376789-520496452"/>
          <p:cNvSpPr/>
          <p:nvPr/>
        </p:nvSpPr>
        <p:spPr>
          <a:xfrm>
            <a:off x="9715500" y="3181350"/>
            <a:ext cx="727710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9715500" y="33528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195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(TEXT)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715500" y="39052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41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Bị</a:t>
            </a:r>
            <a:r>
              <a:rPr lang="en-US" sz="6241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241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chối</a:t>
            </a:r>
            <a:endParaRPr lang="en-US" sz="6241" dirty="0"/>
          </a:p>
        </p:txBody>
      </p:sp>
      <p:sp>
        <p:nvSpPr>
          <p:cNvPr id="18" name="Shape 16"/>
          <p:cNvSpPr/>
          <p:nvPr/>
        </p:nvSpPr>
        <p:spPr>
          <a:xfrm>
            <a:off x="9715500" y="5048250"/>
            <a:ext cx="7277100" cy="800100"/>
          </a:xfrm>
          <a:prstGeom prst="roundRect">
            <a:avLst>
              <a:gd name="adj" fmla="val 19048"/>
            </a:avLst>
          </a:prstGeom>
          <a:solidFill>
            <a:srgbClr val="14161C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01250" y="5219700"/>
            <a:ext cx="666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Fielddata</a:t>
            </a:r>
            <a:r>
              <a:rPr lang="en-US" sz="255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is</a:t>
            </a:r>
            <a:r>
              <a:rPr lang="en-US" sz="2550" dirty="0" spc="-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disabled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6953250"/>
            <a:ext cx="16459200" cy="1809750"/>
          </a:xfrm>
          <a:prstGeom prst="roundRect">
            <a:avLst>
              <a:gd name="adj" fmla="val 13684"/>
            </a:avLst>
          </a:prstGeom>
          <a:solidFill>
            <a:srgbClr val="1E21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809750" y="7191375"/>
            <a:ext cx="1333500" cy="1333500"/>
          </a:xfrm>
          <a:prstGeom prst="ellipse">
            <a:avLst/>
          </a:prstGeom>
          <a:noFill/>
          <a:ln w="38100">
            <a:solidFill>
              <a:srgbClr val="FFB4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0775" y="7772400"/>
            <a:ext cx="171450" cy="1714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3" name="Shape 21"/>
          <p:cNvSpPr/>
          <p:nvPr/>
        </p:nvSpPr>
        <p:spPr>
          <a:xfrm>
            <a:off x="2038350" y="7448550"/>
            <a:ext cx="152400" cy="1524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4" name="Shape 22"/>
          <p:cNvSpPr/>
          <p:nvPr/>
        </p:nvSpPr>
        <p:spPr>
          <a:xfrm>
            <a:off x="2781300" y="8020050"/>
            <a:ext cx="152400" cy="1524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8191500"/>
            <a:ext cx="152400" cy="1524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6" name="Text 24"/>
          <p:cNvSpPr/>
          <p:nvPr/>
        </p:nvSpPr>
        <p:spPr>
          <a:xfrm>
            <a:off x="3810000" y="7334250"/>
            <a:ext cx="1314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Bán</a:t>
            </a:r>
            <a:r>
              <a:rPr lang="en-US" sz="34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kính</a:t>
            </a:r>
            <a:r>
              <a:rPr lang="en-US" sz="34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 km</a:t>
            </a:r>
            <a:r>
              <a:rPr lang="en-US" sz="34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34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4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34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4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</a:t>
            </a:r>
            <a:r>
              <a:rPr lang="en-US" sz="34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endParaRPr lang="en-US" sz="3450" dirty="0"/>
          </a:p>
        </p:txBody>
      </p:sp>
      <p:sp>
        <p:nvSpPr>
          <p:cNvPr id="27" name="Text 25"/>
          <p:cNvSpPr/>
          <p:nvPr/>
        </p:nvSpPr>
        <p:spPr>
          <a:xfrm>
            <a:off x="3810000" y="8020050"/>
            <a:ext cx="1314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phẩm,</a:t>
            </a:r>
            <a:r>
              <a:rPr lang="en-US" sz="2550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hai</a:t>
            </a:r>
            <a:r>
              <a:rPr lang="en-US" sz="2550" dirty="0" spc="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550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3a5fa95b-40f2-496a-9df3-b41655c169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/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6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950" b="1" spc="2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</a:t>
            </a:r>
            <a:r>
              <a:rPr lang="en-US" sz="75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stream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762500" cy="3048000"/>
          </a:xfrm>
          <a:prstGeom prst="roundRect">
            <a:avLst>
              <a:gd name="adj" fmla="val 8125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813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7338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25718" rIns="0" bIns="-25718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405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40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40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</a:t>
            </a:r>
            <a:r>
              <a:rPr lang="en-US" sz="40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1295400" y="5048250"/>
            <a:ext cx="4095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logs-checkout-default</a:t>
            </a:r>
            <a:endParaRPr lang="en-US" sz="2100" dirty="0"/>
          </a:p>
        </p:txBody>
      </p:sp>
      <p:sp>
        <p:nvSpPr>
          <p:cNvPr id="8" name="Connector line-1792441405566-321909995"/>
          <p:cNvSpPr/>
          <p:nvPr/>
        </p:nvSpPr>
        <p:spPr>
          <a:xfrm>
            <a:off x="5810250" y="4381500"/>
            <a:ext cx="85725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762750" y="2857500"/>
            <a:ext cx="4762500" cy="3048000"/>
          </a:xfrm>
          <a:prstGeom prst="roundRect">
            <a:avLst>
              <a:gd name="adj" fmla="val 8125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43750" y="31813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b="1" spc="16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143750" y="3733800"/>
            <a:ext cx="4095750" cy="12382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</a:t>
            </a:r>
            <a:r>
              <a:rPr lang="en-US" sz="4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stream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143750" y="4476750"/>
            <a:ext cx="4095750" cy="1047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Elasticsearch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-3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250" dirty="0"/>
          </a:p>
        </p:txBody>
      </p:sp>
      <p:sp>
        <p:nvSpPr>
          <p:cNvPr id="13" name="Connector line-1792441405571-911495277"/>
          <p:cNvSpPr/>
          <p:nvPr/>
        </p:nvSpPr>
        <p:spPr>
          <a:xfrm>
            <a:off x="11658600" y="4381500"/>
            <a:ext cx="85725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2611100" y="2857500"/>
            <a:ext cx="4762500" cy="3048000"/>
          </a:xfrm>
          <a:prstGeom prst="roundRect">
            <a:avLst>
              <a:gd name="adj" fmla="val 8125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92100" y="31813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ẨN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992100" y="3905250"/>
            <a:ext cx="4191000" cy="18097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.ds-logs-checkout-</a:t>
            </a:r>
            <a:endParaRPr lang="en-US" sz="2250" dirty="0"/>
          </a:p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default-2026.10.18-</a:t>
            </a:r>
            <a:endParaRPr lang="en-US" sz="2250" dirty="0"/>
          </a:p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000001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6477000"/>
            <a:ext cx="16459200" cy="1428750"/>
          </a:xfrm>
          <a:prstGeom prst="roundRect">
            <a:avLst>
              <a:gd name="adj" fmla="val 17333"/>
            </a:avLst>
          </a:prstGeom>
          <a:solidFill>
            <a:srgbClr val="CFE8E2"/>
          </a:solidFill>
          <a:ln/>
        </p:spPr>
      </p:sp>
      <p:sp>
        <p:nvSpPr>
          <p:cNvPr id="18" name="Shape 16"/>
          <p:cNvSpPr/>
          <p:nvPr/>
        </p:nvSpPr>
        <p:spPr>
          <a:xfrm>
            <a:off x="1428750" y="6810375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1428750" y="6924675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50" dirty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✕</a:t>
            </a:r>
            <a:endParaRPr lang="en-US" sz="3750" dirty="0"/>
          </a:p>
        </p:txBody>
      </p:sp>
      <p:sp>
        <p:nvSpPr>
          <p:cNvPr id="20" name="Text 18"/>
          <p:cNvSpPr/>
          <p:nvPr/>
        </p:nvSpPr>
        <p:spPr>
          <a:xfrm>
            <a:off x="2571750" y="6734175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33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33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mã</a:t>
            </a: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3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2571750" y="733425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Data stream</a:t>
            </a:r>
            <a:r>
              <a:rPr lang="en-US" sz="2400" dirty="0" spc="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40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400" dirty="0" spc="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a3b95f1d-3eac-4844-a47f-7a103450b3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/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1950" b="1" spc="25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 VÀ</a:t>
            </a:r>
            <a:r>
              <a:rPr lang="en-US" sz="1950" b="1" spc="298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Học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5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ninh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33350" cy="2381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2762250"/>
            <a:ext cx="15716250" cy="2667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4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“current</a:t>
            </a:r>
            <a:r>
              <a:rPr lang="en-US" sz="63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license is</a:t>
            </a:r>
            <a:r>
              <a:rPr lang="en-US" sz="6300" dirty="0" spc="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non-compliant</a:t>
            </a:r>
            <a:r>
              <a:rPr lang="en-US" sz="6300" dirty="0" spc="-1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for</a:t>
            </a:r>
            <a:r>
              <a:rPr lang="en-US" sz="6300" dirty="0" spc="-2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[ml]”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914400" y="5905500"/>
            <a:ext cx="43815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 phép</a:t>
            </a:r>
            <a:r>
              <a:rPr lang="en-US" sz="24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basic</a:t>
            </a:r>
            <a:endParaRPr lang="en-US" sz="2400" dirty="0"/>
          </a:p>
        </p:txBody>
      </p:sp>
      <p:sp>
        <p:nvSpPr>
          <p:cNvPr id="7" name="Connector line-1792442910581-491481936"/>
          <p:cNvSpPr/>
          <p:nvPr/>
        </p:nvSpPr>
        <p:spPr>
          <a:xfrm>
            <a:off x="5524500" y="6286500"/>
            <a:ext cx="9525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667500" y="5905500"/>
            <a:ext cx="66675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4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job</a:t>
            </a:r>
            <a:r>
              <a:rPr lang="en-US" sz="240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40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620750" y="600075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7334250"/>
            <a:ext cx="16459200" cy="12382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5819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SIEM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5400" y="802005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Elastic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Security:</a:t>
            </a:r>
            <a:r>
              <a:rPr lang="en-US" sz="25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Elasticsearch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Kibana</a:t>
            </a:r>
            <a:r>
              <a:rPr lang="en-US" sz="25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ninh.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59a11be-8b32-46be-8f30-c309700057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8671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9720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60769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71818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150" y="2914650"/>
            <a:ext cx="647700" cy="6477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4019550"/>
            <a:ext cx="647700" cy="6477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5124450"/>
            <a:ext cx="647700" cy="6477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6229350"/>
            <a:ext cx="647700" cy="6477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7334250"/>
            <a:ext cx="647700" cy="6477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00150" y="3009900"/>
            <a:ext cx="647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200150" y="4114800"/>
            <a:ext cx="647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200150" y="5219700"/>
            <a:ext cx="647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200150" y="6324600"/>
            <a:ext cx="647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200150" y="7429500"/>
            <a:ext cx="647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2190750" y="30099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Sai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kiểu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gộp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hỏng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2190750" y="41148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8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8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kiểu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trường: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mới,</a:t>
            </a:r>
            <a:r>
              <a:rPr lang="en-US" sz="28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reindex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2190750" y="52197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28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ngay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2190750" y="63246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Số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shard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8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 lúc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2190750" y="74295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Học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28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 bản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3b4ee28f-82f0-468c-b87a-7c4be75f64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8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Cấu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2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72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000500" y="2762250"/>
            <a:ext cx="6667500" cy="666750"/>
          </a:xfrm>
          <a:prstGeom prst="roundRect">
            <a:avLst>
              <a:gd name="adj" fmla="val 22857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9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858500" y="2762250"/>
            <a:ext cx="6515100" cy="666750"/>
          </a:xfrm>
          <a:prstGeom prst="roundRect">
            <a:avLst>
              <a:gd name="adj" fmla="val 22857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810000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000500" y="3619500"/>
            <a:ext cx="6667500" cy="1619250"/>
          </a:xfrm>
          <a:prstGeom prst="roundRect">
            <a:avLst>
              <a:gd name="adj" fmla="val 1176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86250" y="3857625"/>
            <a:ext cx="6096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Gõ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“giay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chay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bo”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“Giày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bộ”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858500" y="3619500"/>
            <a:ext cx="6515100" cy="1619250"/>
          </a:xfrm>
          <a:prstGeom prst="roundRect">
            <a:avLst>
              <a:gd name="adj" fmla="val 1176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44250" y="3857625"/>
            <a:ext cx="59436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Biểu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14400" y="5905500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25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4000500" y="5429250"/>
            <a:ext cx="6667500" cy="1809750"/>
          </a:xfrm>
          <a:prstGeom prst="roundRect">
            <a:avLst>
              <a:gd name="adj" fmla="val 10526"/>
            </a:avLst>
          </a:prstGeom>
          <a:solidFill>
            <a:srgbClr val="DDE3FA"/>
          </a:solidFill>
          <a:ln/>
        </p:spPr>
      </p:sp>
      <p:sp>
        <p:nvSpPr>
          <p:cNvPr id="13" name="Text 11"/>
          <p:cNvSpPr/>
          <p:nvPr/>
        </p:nvSpPr>
        <p:spPr>
          <a:xfrm>
            <a:off x="4286250" y="5667375"/>
            <a:ext cx="6096000" cy="1333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2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text,</a:t>
            </a:r>
            <a:r>
              <a:rPr lang="en-US" sz="27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700" b="1" dirty="0" spc="-2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lowercase</a:t>
            </a:r>
            <a:r>
              <a:rPr lang="en-US" sz="2700" b="1" dirty="0" spc="-1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asciifolding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0858500" y="5429250"/>
            <a:ext cx="6515100" cy="1809750"/>
          </a:xfrm>
          <a:prstGeom prst="roundRect">
            <a:avLst>
              <a:gd name="adj" fmla="val 10526"/>
            </a:avLst>
          </a:prstGeom>
          <a:solidFill>
            <a:srgbClr val="F3DFB8"/>
          </a:solidFill>
          <a:ln/>
        </p:spPr>
      </p:sp>
      <p:sp>
        <p:nvSpPr>
          <p:cNvPr id="15" name="Text 13"/>
          <p:cNvSpPr/>
          <p:nvPr/>
        </p:nvSpPr>
        <p:spPr>
          <a:xfrm>
            <a:off x="11144250" y="5857875"/>
            <a:ext cx="5943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4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keyword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14400" y="76200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86765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cả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hai?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Multi-fields: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text,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keyword.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7e3b5359-500b-40ab-bd9d-2b93f493fe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4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950" b="1" spc="287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477500" cy="1619250"/>
          </a:xfrm>
          <a:prstGeom prst="roundRect">
            <a:avLst>
              <a:gd name="adj" fmla="val 1294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1333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971800"/>
            <a:ext cx="952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39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3900" dirty="0" spc="-4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ngược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572000"/>
            <a:ext cx="10477500" cy="1619250"/>
          </a:xfrm>
          <a:prstGeom prst="roundRect">
            <a:avLst>
              <a:gd name="adj" fmla="val 12941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572000"/>
            <a:ext cx="1333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781550"/>
            <a:ext cx="952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Doc</a:t>
            </a:r>
            <a:r>
              <a:rPr lang="en-US" sz="3900" dirty="0" spc="-1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values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1371600" y="546735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381750"/>
            <a:ext cx="10477500" cy="1619250"/>
          </a:xfrm>
          <a:prstGeom prst="roundRect">
            <a:avLst>
              <a:gd name="adj" fmla="val 12941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6381750"/>
            <a:ext cx="133350" cy="1619250"/>
          </a:xfrm>
          <a:prstGeom prst="roundRect">
            <a:avLst>
              <a:gd name="adj" fmla="val 50000"/>
            </a:avLst>
          </a:prstGeom>
          <a:solidFill>
            <a:srgbClr val="D8D3C4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6591300"/>
            <a:ext cx="952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D8D3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Fielddata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371600" y="72771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text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1811000" y="2762250"/>
            <a:ext cx="5562600" cy="2381250"/>
          </a:xfrm>
          <a:prstGeom prst="roundRect">
            <a:avLst>
              <a:gd name="adj" fmla="val 88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53900" y="302895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4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text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2153900" y="3810000"/>
            <a:ext cx="49530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 email,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1811000" y="5619750"/>
            <a:ext cx="5562600" cy="2381250"/>
          </a:xfrm>
          <a:prstGeom prst="roundRect">
            <a:avLst>
              <a:gd name="adj" fmla="val 88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53900" y="588645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3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keyword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12153900" y="6667500"/>
            <a:ext cx="49530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trúc: email,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 thẻ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914400" y="8382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255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stream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chuỗi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gian.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b564333f-7761-4708-a8e9-1e116e0630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5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238250"/>
          </a:xfrm>
          <a:prstGeom prst="roundRect">
            <a:avLst>
              <a:gd name="adj" fmla="val 1692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2895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SIEM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000500" y="3181350"/>
            <a:ext cx="1295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 an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ninh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4286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05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3487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5105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296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3487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71247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5105400" y="71247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9296400" y="71247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487400" y="71247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5334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Near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real-time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search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525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streams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716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Geospatial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analysis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43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Setting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machine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5334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Elastic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525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Clusters,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nodes,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3716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Explicit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mapping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143000" y="72771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9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text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5334000" y="72771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doc_values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525000" y="72771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asciifolding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3716000" y="72771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geo_distance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172a9029-754b-446f-82d1-75d99cfa92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2026-10-19T20:51:12Z</dcterms:created>
  <dcterms:modified xsi:type="dcterms:W3CDTF">2026-10-19T20:51:12Z</dcterms:modified>
</cp:coreProperties>
</file>