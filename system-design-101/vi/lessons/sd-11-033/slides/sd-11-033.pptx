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6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nhắn tin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3000" dirty="0"/>
          </a:p>
        </p:txBody>
      </p:sp>
      <p:sp>
        <p:nvSpPr>
          <p:cNvPr id="5" name="Connector line-1792423663963-73148632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7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AWS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3" name="Connector line-1792423663986-775716391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663986-237109587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663987-288549268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663987-580784664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62d821-29d3-471a-b742-d13d2c441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5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300" dirty="0" spc="-3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300" dirty="0" spc="-16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be92ad1-ddca-4e66-bea9-b9d2c1036a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NGUỒN NÓI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200.</a:t>
            </a:r>
            <a:endParaRPr lang="en-US" sz="6300" dirty="0"/>
          </a:p>
        </p:txBody>
      </p:sp>
      <p:sp>
        <p:nvSpPr>
          <p:cNvPr id="4" name="Connector line-1792423666229-793850869"/>
          <p:cNvSpPr/>
          <p:nvPr/>
        </p:nvSpPr>
        <p:spPr>
          <a:xfrm>
            <a:off x="1905000" y="4572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952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2006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86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200+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620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095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S3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EC2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29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 200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763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Phục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 190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quốc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nguồn: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a31fca2-7258-466f-b2f2-4c1ef3cde4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3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biểu.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EC2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thuê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3726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64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S3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64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 Học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8191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EC2,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edad603-8232-435c-ac73-09bb87ea4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6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b="1" dirty="0" spc="-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RDS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bảng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550" dirty="0" spc="-3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DynamoDB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Truy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 khóa,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SNS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f298074-28d7-4271-99a8-e8a4addda6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Chạy,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dõi,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Lambda: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CloudWatch: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CloudFormation: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4e16c89-8e53-4002-9827-78275bc91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TẬP:</a:t>
            </a:r>
            <a:r>
              <a:rPr lang="en-US" sz="1800" b="1" spc="3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SẺ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Gắn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ảnh: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SNS</a:t>
            </a:r>
            <a:endParaRPr lang="en-US" sz="2550" dirty="0"/>
          </a:p>
        </p:txBody>
      </p:sp>
      <p:sp>
        <p:nvSpPr>
          <p:cNvPr id="7" name="Connector line-1792423699261-365632828"/>
          <p:cNvSpPr/>
          <p:nvPr/>
        </p:nvSpPr>
        <p:spPr>
          <a:xfrm>
            <a:off x="54864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3699261-697023067"/>
          <p:cNvSpPr/>
          <p:nvPr/>
        </p:nvSpPr>
        <p:spPr>
          <a:xfrm>
            <a:off x="114300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IAM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30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 ảnh.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CloudWatch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abc50ad-59e6-4fec-8076-af73083575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ai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5637701-253677548"/>
          <p:cNvSpPr/>
          <p:nvPr/>
        </p:nvSpPr>
        <p:spPr>
          <a:xfrm>
            <a:off x="1333500" y="5334000"/>
            <a:ext cx="156210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VPC: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5274308-faa1-4803-83f4-d5e466521d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5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(Amazon</a:t>
            </a:r>
            <a:r>
              <a:rPr lang="en-US" sz="19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6583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(Virtual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Cloud):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pPr algn="l" indent="0" marL="0"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(Identity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583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RDS</a:t>
            </a:r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(Relational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 hàng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726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583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Notification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6675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964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09c653e-bdc8-4668-9598-b057caf15d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2026-10-19T16:10:52Z</dcterms:created>
  <dcterms:modified xsi:type="dcterms:W3CDTF">2026-10-19T16:10:52Z</dcterms:modified>
</cp:coreProperties>
</file>