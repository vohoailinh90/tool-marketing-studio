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144000" cy="3238500"/>
          </a:xfrm>
          <a:prstGeom prst="rect">
            <a:avLst/>
          </a:prstGeom>
          <a:noFill/>
          <a:ln/>
        </p:spPr>
        <p:txBody>
          <a:bodyPr wrap="square" lIns="0" tIns="60552" rIns="0" bIns="-60552" rtlCol="0" anchor="t"/>
          <a:lstStyle/>
          <a:p>
            <a:pPr algn="l" indent="0" marL="0">
              <a:lnSpc>
                <a:spcPts val="7416"/>
              </a:lnSpc>
              <a:buNone/>
            </a:pPr>
            <a:r>
              <a:rPr lang="en-US" sz="7063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PostgreSQL</a:t>
            </a:r>
            <a:r>
              <a:rPr lang="en-US" sz="7063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7063" dirty="0" spc="-9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7063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7063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việc:</a:t>
            </a:r>
            <a:r>
              <a:rPr lang="en-US" sz="7063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7063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7063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063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sẵn?</a:t>
            </a:r>
            <a:endParaRPr lang="en-US" sz="7063" dirty="0"/>
          </a:p>
        </p:txBody>
      </p:sp>
      <p:sp>
        <p:nvSpPr>
          <p:cNvPr id="4" name="Text 2"/>
          <p:cNvSpPr/>
          <p:nvPr/>
        </p:nvSpPr>
        <p:spPr>
          <a:xfrm>
            <a:off x="914400" y="4953000"/>
            <a:ext cx="85725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Đúng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nửa: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300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tiện ích.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628650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1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1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952500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sd-04-029</a:t>
            </a:r>
            <a:endParaRPr lang="en-US" sz="1650" dirty="0"/>
          </a:p>
        </p:txBody>
      </p:sp>
      <p:sp>
        <p:nvSpPr>
          <p:cNvPr id="7" name="Connector line-1792370793839-695179712"/>
          <p:cNvSpPr/>
          <p:nvPr/>
        </p:nvSpPr>
        <p:spPr>
          <a:xfrm flipV="1">
            <a:off x="11906250" y="3571875"/>
            <a:ext cx="1809750" cy="2143125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8" name="Connector line-1792370793840-309760948"/>
          <p:cNvSpPr/>
          <p:nvPr/>
        </p:nvSpPr>
        <p:spPr>
          <a:xfrm>
            <a:off x="11906250" y="5715000"/>
            <a:ext cx="1809750" cy="47625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9" name="Connector line-1792370793841-17057774"/>
          <p:cNvSpPr/>
          <p:nvPr/>
        </p:nvSpPr>
        <p:spPr>
          <a:xfrm>
            <a:off x="11906250" y="5715000"/>
            <a:ext cx="1809750" cy="2238375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10382250" y="4191000"/>
            <a:ext cx="3048000" cy="3048000"/>
          </a:xfrm>
          <a:prstGeom prst="ellipse">
            <a:avLst/>
          </a:prstGeom>
          <a:solidFill>
            <a:srgbClr val="1E212B"/>
          </a:solidFill>
          <a:ln w="38100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PostgreSQL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16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3716000" y="3143250"/>
            <a:ext cx="36576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2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3716000" y="5334000"/>
            <a:ext cx="36576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100" b="1" dirty="0" spc="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được,</a:t>
            </a:r>
            <a:r>
              <a:rPr lang="en-US" sz="210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b="1" dirty="0" spc="-4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HTAP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3716000" y="7524750"/>
            <a:ext cx="36576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Tiện</a:t>
            </a:r>
            <a:r>
              <a:rPr lang="en-US" sz="21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ích</a:t>
            </a:r>
            <a:r>
              <a:rPr lang="en-US" sz="21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1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10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5" name="Moda image moda-export-watermark-0247b9ba-48dd-4f0e-837d-3a99372d477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6667500" cy="4762500"/>
          </a:xfrm>
          <a:prstGeom prst="rect">
            <a:avLst/>
          </a:prstGeom>
          <a:noFill/>
          <a:ln/>
        </p:spPr>
        <p:txBody>
          <a:bodyPr wrap="square" lIns="0" tIns="350520" rIns="0" bIns="-350520" rtlCol="0" anchor="t"/>
          <a:lstStyle/>
          <a:p>
            <a:pPr algn="l" indent="0" marL="0">
              <a:lnSpc>
                <a:spcPts val="34500"/>
              </a:lnSpc>
              <a:buNone/>
            </a:pPr>
            <a:r>
              <a:rPr lang="en-US" sz="345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</a:t>
            </a:r>
            <a:endParaRPr lang="en-US" sz="34500" dirty="0"/>
          </a:p>
        </p:txBody>
      </p:sp>
      <p:sp>
        <p:nvSpPr>
          <p:cNvPr id="4" name="Text 2"/>
          <p:cNvSpPr/>
          <p:nvPr/>
        </p:nvSpPr>
        <p:spPr>
          <a:xfrm>
            <a:off x="5334000" y="2381250"/>
            <a:ext cx="12001500" cy="1295400"/>
          </a:xfrm>
          <a:prstGeom prst="rect">
            <a:avLst/>
          </a:prstGeom>
          <a:noFill/>
          <a:ln/>
        </p:spPr>
        <p:txBody>
          <a:bodyPr wrap="square" lIns="0" tIns="38100" rIns="0" bIns="-38100" rtlCol="0" anchor="t"/>
          <a:lstStyle/>
          <a:p>
            <a:pPr algn="l" indent="0" marL="0">
              <a:lnSpc>
                <a:spcPts val="6600"/>
              </a:lnSpc>
              <a:buNone/>
            </a:pPr>
            <a:r>
              <a:rPr lang="en-US" sz="6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việc,</a:t>
            </a:r>
            <a:r>
              <a:rPr lang="en-US" sz="6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5334000" y="3429000"/>
            <a:ext cx="120015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đồ: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334000" y="4476750"/>
            <a:ext cx="1200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Khảo</a:t>
            </a:r>
            <a:r>
              <a:rPr lang="en-US" sz="21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nhà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1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Stack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Overflow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2022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14400" y="6286500"/>
            <a:ext cx="16459200" cy="2381250"/>
          </a:xfrm>
          <a:prstGeom prst="roundRect">
            <a:avLst>
              <a:gd name="adj" fmla="val 112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6591300"/>
            <a:ext cx="15811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b="1" spc="18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7048500"/>
            <a:ext cx="158115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850" b="1" dirty="0" spc="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16, chia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loại.</a:t>
            </a:r>
            <a:endParaRPr lang="en-US" sz="2850" dirty="0"/>
          </a:p>
        </p:txBody>
      </p:sp>
      <p:sp>
        <p:nvSpPr>
          <p:cNvPr id="10" name="Text 8"/>
          <p:cNvSpPr/>
          <p:nvPr/>
        </p:nvSpPr>
        <p:spPr>
          <a:xfrm>
            <a:off x="1295400" y="7810500"/>
            <a:ext cx="1581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PostgreSQL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16.15,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Ubuntu,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813faf0a-fb75-491a-9a7d-fd946f669dc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8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b="1" spc="21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</a:t>
            </a: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cài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181600" cy="5715000"/>
          </a:xfrm>
          <a:prstGeom prst="roundRect">
            <a:avLst>
              <a:gd name="adj" fmla="val 5147"/>
            </a:avLst>
          </a:prstGeom>
          <a:solidFill>
            <a:srgbClr val="B45309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90900"/>
            <a:ext cx="44196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6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LÕI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848100"/>
            <a:ext cx="4419600" cy="1905000"/>
          </a:xfrm>
          <a:prstGeom prst="rect">
            <a:avLst/>
          </a:prstGeom>
          <a:noFill/>
          <a:ln/>
        </p:spPr>
        <p:txBody>
          <a:bodyPr wrap="square" lIns="0" tIns="30480" rIns="0" bIns="-3048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Giao</a:t>
            </a:r>
            <a:r>
              <a:rPr lang="en-US" sz="4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4800" dirty="0" spc="-10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OLTP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1295400" y="5334000"/>
            <a:ext cx="4419600" cy="2476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Thêm,</a:t>
            </a:r>
            <a:r>
              <a:rPr lang="en-US" sz="24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đọc, sửa,</a:t>
            </a:r>
            <a:r>
              <a:rPr lang="en-US" sz="24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(CRUD):</a:t>
            </a:r>
            <a:r>
              <a:rPr lang="en-US" sz="24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553200" y="3048000"/>
            <a:ext cx="5181600" cy="5715000"/>
          </a:xfrm>
          <a:prstGeom prst="roundRect">
            <a:avLst>
              <a:gd name="adj" fmla="val 5147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34200" y="3390900"/>
            <a:ext cx="44196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1800" b="1" spc="22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800" b="1" spc="20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934200" y="3848100"/>
            <a:ext cx="4419600" cy="190500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postgres_fdw</a:t>
            </a:r>
            <a:endParaRPr lang="en-US" sz="4200" dirty="0"/>
          </a:p>
        </p:txBody>
      </p:sp>
      <p:sp>
        <p:nvSpPr>
          <p:cNvPr id="11" name="Text richtext-1792370850688-257680871"/>
          <p:cNvSpPr/>
          <p:nvPr/>
        </p:nvSpPr>
        <p:spPr>
          <a:xfrm>
            <a:off x="6934200" y="5334000"/>
            <a:ext cx="4419600" cy="2476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Module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contrib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Bật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40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create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extension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12192000" y="3048000"/>
            <a:ext cx="5181600" cy="5715000"/>
          </a:xfrm>
          <a:prstGeom prst="roundRect">
            <a:avLst>
              <a:gd name="adj" fmla="val 5147"/>
            </a:avLst>
          </a:prstGeom>
          <a:solidFill>
            <a:srgbClr val="F3DFB8"/>
          </a:solidFill>
          <a:ln/>
        </p:spPr>
      </p:sp>
      <p:sp>
        <p:nvSpPr>
          <p:cNvPr id="13" name="Text 11"/>
          <p:cNvSpPr/>
          <p:nvPr/>
        </p:nvSpPr>
        <p:spPr>
          <a:xfrm>
            <a:off x="12573000" y="3390900"/>
            <a:ext cx="44196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573000" y="3848100"/>
            <a:ext cx="4419600" cy="190500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Join</a:t>
            </a: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 hai cơ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sở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4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4200" dirty="0"/>
          </a:p>
        </p:txBody>
      </p:sp>
      <p:sp>
        <p:nvSpPr>
          <p:cNvPr id="15" name="Text richtext-1792370850714-112269467"/>
          <p:cNvSpPr/>
          <p:nvPr/>
        </p:nvSpPr>
        <p:spPr>
          <a:xfrm>
            <a:off x="12573000" y="5334000"/>
            <a:ext cx="4419600" cy="2476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sales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đây,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products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 khác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5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hoạch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ghi:</a:t>
            </a:r>
            <a:r>
              <a:rPr lang="en-US" sz="240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Foreign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Scan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on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products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bbf1c06a-8b02-4c16-8ec1-8dbeb130aa5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8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18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ĐƯỢC,</a:t>
            </a:r>
            <a:r>
              <a:rPr lang="en-US" sz="1950" b="1" spc="24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950" b="1" spc="18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HTAP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Bảng</a:t>
            </a:r>
            <a:r>
              <a:rPr lang="en-US" sz="6900" dirty="0" spc="-6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thường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lưu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52700"/>
            <a:ext cx="164592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 500.000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dòng,</a:t>
            </a:r>
            <a:r>
              <a:rPr lang="en-US" sz="22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bảy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cột.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25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2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22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kB.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914400" y="3333750"/>
            <a:ext cx="8001000" cy="4095750"/>
          </a:xfrm>
          <a:prstGeom prst="roundRect">
            <a:avLst>
              <a:gd name="adj" fmla="val 6512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36576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80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1800" b="1" spc="20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0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180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SUM(C1)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4191000"/>
            <a:ext cx="7239000" cy="194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-407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7.744</a:t>
            </a:r>
            <a:endParaRPr lang="en-US" sz="9000" dirty="0"/>
          </a:p>
        </p:txBody>
      </p:sp>
      <p:sp>
        <p:nvSpPr>
          <p:cNvPr id="8" name="Text 6"/>
          <p:cNvSpPr/>
          <p:nvPr/>
        </p:nvSpPr>
        <p:spPr>
          <a:xfrm>
            <a:off x="1295400" y="5810250"/>
            <a:ext cx="7239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9372600" y="3333750"/>
            <a:ext cx="8001000" cy="4095750"/>
          </a:xfrm>
          <a:prstGeom prst="roundRect">
            <a:avLst>
              <a:gd name="adj" fmla="val 6512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9753600" y="36576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CỘNG</a:t>
            </a:r>
            <a:r>
              <a:rPr lang="en-US" sz="1800" b="1" spc="2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1800" b="1" spc="17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BẢY</a:t>
            </a:r>
            <a:r>
              <a:rPr lang="en-US" sz="1800" b="1" spc="20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753600" y="4191000"/>
            <a:ext cx="7239000" cy="194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-40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7.744</a:t>
            </a:r>
            <a:endParaRPr lang="en-US" sz="9000" dirty="0"/>
          </a:p>
        </p:txBody>
      </p:sp>
      <p:sp>
        <p:nvSpPr>
          <p:cNvPr id="12" name="Text 10"/>
          <p:cNvSpPr/>
          <p:nvPr/>
        </p:nvSpPr>
        <p:spPr>
          <a:xfrm>
            <a:off x="9753600" y="5810250"/>
            <a:ext cx="7239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trang: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 như khi cộng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endParaRPr lang="en-US" sz="2700" dirty="0"/>
          </a:p>
        </p:txBody>
      </p:sp>
      <p:sp>
        <p:nvSpPr>
          <p:cNvPr id="13" name="Connector line-1792370873981-757353526"/>
          <p:cNvSpPr/>
          <p:nvPr/>
        </p:nvSpPr>
        <p:spPr>
          <a:xfrm>
            <a:off x="9029700" y="5191125"/>
            <a:ext cx="22860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914400" y="7715250"/>
            <a:ext cx="16459200" cy="1047750"/>
          </a:xfrm>
          <a:prstGeom prst="roundRect">
            <a:avLst>
              <a:gd name="adj" fmla="val 18182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 tích</a:t>
            </a:r>
            <a:r>
              <a:rPr lang="en-US" sz="2400" b="1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400" b="1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chạy;</a:t>
            </a:r>
            <a:r>
              <a:rPr lang="en-US" sz="2400" b="1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400" b="1" dirty="0" spc="3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400" b="1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b="1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2400" b="1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b="1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400" b="1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2400" b="1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400" b="1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04/09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1044ea55-66bb-4785-898e-7234158aea5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8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TIỆN ÍCH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1950" b="1" spc="21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2438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14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47</a:t>
            </a:r>
            <a:r>
              <a:rPr lang="en-US" sz="6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tiện</a:t>
            </a:r>
            <a:r>
              <a:rPr lang="en-US" sz="66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ích</a:t>
            </a:r>
            <a:r>
              <a:rPr lang="en-US" sz="6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sẵn, không</a:t>
            </a: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6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những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 này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1295400" y="3048000"/>
            <a:ext cx="4381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TIỆN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ÍCH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096000" y="3048000"/>
            <a:ext cx="5334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620500" y="304800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" y="3524250"/>
            <a:ext cx="16459200" cy="1047750"/>
          </a:xfrm>
          <a:prstGeom prst="roundRect">
            <a:avLst>
              <a:gd name="adj" fmla="val 1818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3810000"/>
            <a:ext cx="4572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PostGIS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6096000" y="3829050"/>
            <a:ext cx="53340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bản</a:t>
            </a:r>
            <a:r>
              <a:rPr lang="en-US" sz="24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1620500" y="3829050"/>
            <a:ext cx="5524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24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riêng,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4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14400" y="4705350"/>
            <a:ext cx="16459200" cy="1047750"/>
          </a:xfrm>
          <a:prstGeom prst="roundRect">
            <a:avLst>
              <a:gd name="adj" fmla="val 1818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95400" y="4991100"/>
            <a:ext cx="4572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TimescaleDB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6096000" y="5010150"/>
            <a:ext cx="53340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chuỗi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1620500" y="5010150"/>
            <a:ext cx="5524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24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riêng,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4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14400" y="5886450"/>
            <a:ext cx="16459200" cy="1047750"/>
          </a:xfrm>
          <a:prstGeom prst="roundRect">
            <a:avLst>
              <a:gd name="adj" fmla="val 1818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95400" y="6172200"/>
            <a:ext cx="4572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Citus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6096000" y="6191250"/>
            <a:ext cx="53340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4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1620500" y="6191250"/>
            <a:ext cx="5524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24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riêng,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4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914400" y="7067550"/>
            <a:ext cx="16459200" cy="1619250"/>
          </a:xfrm>
          <a:prstGeom prst="roundRect">
            <a:avLst>
              <a:gd name="adj" fmla="val 11765"/>
            </a:avLst>
          </a:prstGeom>
          <a:solidFill>
            <a:srgbClr val="F8D9D0"/>
          </a:solidFill>
          <a:ln/>
        </p:spPr>
      </p:sp>
      <p:sp>
        <p:nvSpPr>
          <p:cNvPr id="20" name="Text 18"/>
          <p:cNvSpPr/>
          <p:nvPr/>
        </p:nvSpPr>
        <p:spPr>
          <a:xfrm>
            <a:off x="1295400" y="7353300"/>
            <a:ext cx="4572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PipelineDB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6096000" y="7372350"/>
            <a:ext cx="53340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chảy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1620500" y="7372350"/>
            <a:ext cx="5524500" cy="1143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4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ngừng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1.0.0;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10,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e5fa8e9a-c5c7-434b-87ae-41959e000da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"Có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tiện</a:t>
            </a:r>
            <a:r>
              <a:rPr lang="en-US" sz="69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ích"</a:t>
            </a:r>
            <a:r>
              <a:rPr lang="en-US" sz="69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"dùng</a:t>
            </a:r>
            <a:r>
              <a:rPr lang="en-US" sz="6900" dirty="0" spc="-10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được"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90875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5400" dirty="0"/>
          </a:p>
        </p:txBody>
      </p:sp>
      <p:sp>
        <p:nvSpPr>
          <p:cNvPr id="6" name="Shape 4"/>
          <p:cNvSpPr/>
          <p:nvPr/>
        </p:nvSpPr>
        <p:spPr>
          <a:xfrm>
            <a:off x="914400" y="44767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4619625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8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5400" dirty="0"/>
          </a:p>
        </p:txBody>
      </p:sp>
      <p:sp>
        <p:nvSpPr>
          <p:cNvPr id="8" name="Shape 6"/>
          <p:cNvSpPr/>
          <p:nvPr/>
        </p:nvSpPr>
        <p:spPr>
          <a:xfrm>
            <a:off x="914400" y="59055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048375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5400" dirty="0"/>
          </a:p>
        </p:txBody>
      </p:sp>
      <p:sp>
        <p:nvSpPr>
          <p:cNvPr id="10" name="Shape 8"/>
          <p:cNvSpPr/>
          <p:nvPr/>
        </p:nvSpPr>
        <p:spPr>
          <a:xfrm>
            <a:off x="914400" y="73342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7477125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04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2762250" y="339090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8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tiện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ích.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2762250" y="481965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tiện ích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phiên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bản,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giấy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phép,</a:t>
            </a:r>
            <a:r>
              <a:rPr lang="en-US" sz="28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đội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2762250" y="624840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Ubuntu.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762250" y="767715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Bình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2022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8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06/09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4a433d91-79e5-46ad-a854-c821fc8e4e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2438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Bán</a:t>
            </a:r>
            <a:r>
              <a:rPr lang="en-US" sz="66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hàng,</a:t>
            </a: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</a:t>
            </a:r>
            <a:r>
              <a:rPr lang="en-US" sz="66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66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6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đồ:</a:t>
            </a: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600" dirty="0" spc="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6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2552700"/>
            <a:ext cx="164592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25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cơ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nhà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2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2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mây.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914400" y="33337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6576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TIỆN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ÍCH</a:t>
            </a:r>
            <a:r>
              <a:rPr lang="en-US" sz="1800" b="1" spc="22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4095750"/>
            <a:ext cx="72390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bật</a:t>
            </a:r>
            <a:r>
              <a:rPr lang="en-US" sz="4800" dirty="0" spc="-6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48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PostGIS?</a:t>
            </a:r>
            <a:endParaRPr lang="en-US" sz="4800" dirty="0"/>
          </a:p>
        </p:txBody>
      </p:sp>
      <p:sp>
        <p:nvSpPr>
          <p:cNvPr id="8" name="Text richtext-1792370944774-404518935"/>
          <p:cNvSpPr/>
          <p:nvPr/>
        </p:nvSpPr>
        <p:spPr>
          <a:xfrm>
            <a:off x="1295400" y="5334000"/>
            <a:ext cx="7239000" cy="2190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không,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tiện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ích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372600" y="33337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14161C"/>
          </a:solidFill>
          <a:ln/>
        </p:spPr>
      </p:sp>
      <p:sp>
        <p:nvSpPr>
          <p:cNvPr id="10" name="Text 8"/>
          <p:cNvSpPr/>
          <p:nvPr/>
        </p:nvSpPr>
        <p:spPr>
          <a:xfrm>
            <a:off x="9753600" y="36576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800" b="1" spc="22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80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0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1800" b="1" spc="19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753600" y="4095750"/>
            <a:ext cx="72390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Quét</a:t>
            </a:r>
            <a:r>
              <a:rPr lang="en-US" sz="48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r>
              <a:rPr lang="en-US" sz="4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nhiêu</a:t>
            </a:r>
            <a:r>
              <a:rPr lang="en-US" sz="48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4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liệu?</a:t>
            </a:r>
            <a:endParaRPr lang="en-US" sz="4800" dirty="0"/>
          </a:p>
        </p:txBody>
      </p:sp>
      <p:sp>
        <p:nvSpPr>
          <p:cNvPr id="12" name="Text richtext-1792370944793-240785593"/>
          <p:cNvSpPr/>
          <p:nvPr/>
        </p:nvSpPr>
        <p:spPr>
          <a:xfrm>
            <a:off x="9753600" y="5334000"/>
            <a:ext cx="7239000" cy="2190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dòng:</a:t>
            </a:r>
            <a:r>
              <a:rPr lang="en-US" sz="25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 dòng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Cần: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đọc,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hợp,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e06de0d2-7d2d-4fb8-8c02-9ec1d5c0cb2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1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1950" b="1" spc="22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b="1" spc="21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1950" b="1" spc="18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14300" cy="28575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524000"/>
            <a:ext cx="15811500" cy="314325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-1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47</a:t>
            </a:r>
            <a:r>
              <a:rPr lang="en-US" sz="7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tiện</a:t>
            </a:r>
            <a:r>
              <a:rPr lang="en-US" sz="75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ích;</a:t>
            </a:r>
            <a:r>
              <a:rPr lang="en-US" sz="75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</a:t>
            </a:r>
            <a:r>
              <a:rPr lang="en-US" sz="7500" dirty="0" spc="-9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hỏi,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 có</a:t>
            </a:r>
            <a:r>
              <a:rPr lang="en-US" sz="75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postgres_fdw.</a:t>
            </a:r>
            <a:endParaRPr lang="en-US" sz="7500" dirty="0"/>
          </a:p>
        </p:txBody>
      </p:sp>
      <p:sp>
        <p:nvSpPr>
          <p:cNvPr id="5" name="Shape 3"/>
          <p:cNvSpPr/>
          <p:nvPr/>
        </p:nvSpPr>
        <p:spPr>
          <a:xfrm>
            <a:off x="914400" y="5715000"/>
            <a:ext cx="8001000" cy="2667000"/>
          </a:xfrm>
          <a:prstGeom prst="roundRect">
            <a:avLst>
              <a:gd name="adj" fmla="val 10000"/>
            </a:avLst>
          </a:prstGeom>
          <a:solidFill>
            <a:srgbClr val="F3DFB8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03885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JOIN</a:t>
            </a:r>
            <a:r>
              <a:rPr lang="en-US" sz="1800" b="1" spc="21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800" b="1" spc="22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1800" b="1" spc="23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1800" b="1" spc="22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6515100"/>
            <a:ext cx="7239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sản</a:t>
            </a:r>
            <a:r>
              <a:rPr lang="en-US" sz="54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phẩm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1295400" y="7620000"/>
            <a:ext cx="7239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products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2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372600" y="5715000"/>
            <a:ext cx="8001000" cy="2667000"/>
          </a:xfrm>
          <a:prstGeom prst="roundRect">
            <a:avLst>
              <a:gd name="adj" fmla="val 10000"/>
            </a:avLst>
          </a:prstGeom>
          <a:solidFill>
            <a:srgbClr val="CFE8E2"/>
          </a:solidFill>
          <a:ln/>
        </p:spPr>
      </p:sp>
      <p:sp>
        <p:nvSpPr>
          <p:cNvPr id="10" name="Text 8"/>
          <p:cNvSpPr/>
          <p:nvPr/>
        </p:nvSpPr>
        <p:spPr>
          <a:xfrm>
            <a:off x="9753600" y="603885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800" b="1" spc="20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18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EXPLAIN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753600" y="6515100"/>
            <a:ext cx="7239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2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7.744</a:t>
            </a:r>
            <a:r>
              <a:rPr lang="en-US" sz="54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trang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9753600" y="7620000"/>
            <a:ext cx="7239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câu,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cả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hit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25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08/09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77ceea85-55bc-4b17-89d6-68dcf2a79a1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17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6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600" dirty="0" spc="-7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6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chiếu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3886200" cy="2143125"/>
          </a:xfrm>
          <a:prstGeom prst="roundRect">
            <a:avLst>
              <a:gd name="adj" fmla="val 10667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181100" y="2914650"/>
            <a:ext cx="3429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SQL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181100" y="3600450"/>
            <a:ext cx="3429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Structured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Query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181100" y="3981450"/>
            <a:ext cx="3429000" cy="7620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19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19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 trúc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5105400" y="2762250"/>
            <a:ext cx="3886200" cy="2143125"/>
          </a:xfrm>
          <a:prstGeom prst="roundRect">
            <a:avLst>
              <a:gd name="adj" fmla="val 10667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5372100" y="2914650"/>
            <a:ext cx="3429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9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OLTP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5372100" y="3600450"/>
            <a:ext cx="3429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OnLine</a:t>
            </a:r>
            <a:r>
              <a:rPr lang="en-US" sz="16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Transaction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Processing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5372100" y="3981450"/>
            <a:ext cx="3429000" cy="7620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19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296400" y="2762250"/>
            <a:ext cx="3886200" cy="2143125"/>
          </a:xfrm>
          <a:prstGeom prst="roundRect">
            <a:avLst>
              <a:gd name="adj" fmla="val 10667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9563100" y="2914650"/>
            <a:ext cx="3429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1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CRUD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9563100" y="3600450"/>
            <a:ext cx="3429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Create,</a:t>
            </a:r>
            <a:r>
              <a:rPr lang="en-US" sz="16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Read,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Update,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Delete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9563100" y="3981450"/>
            <a:ext cx="3429000" cy="7620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Tạo,</a:t>
            </a:r>
            <a:r>
              <a:rPr lang="en-US" sz="19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đọc,</a:t>
            </a:r>
            <a:r>
              <a:rPr lang="en-US" sz="19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sửa,</a:t>
            </a:r>
            <a:r>
              <a:rPr lang="en-US" sz="19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3487400" y="2762250"/>
            <a:ext cx="3886200" cy="2143125"/>
          </a:xfrm>
          <a:prstGeom prst="roundRect">
            <a:avLst>
              <a:gd name="adj" fmla="val 10667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3754100" y="2914650"/>
            <a:ext cx="3429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OLAP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13754100" y="3600450"/>
            <a:ext cx="3429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OnLine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Analytical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Processing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3754100" y="3981450"/>
            <a:ext cx="3429000" cy="7620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19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19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914400" y="5095875"/>
            <a:ext cx="3886200" cy="2143125"/>
          </a:xfrm>
          <a:prstGeom prst="roundRect">
            <a:avLst>
              <a:gd name="adj" fmla="val 10667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1181100" y="5248275"/>
            <a:ext cx="3429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8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HTAP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1181100" y="5934075"/>
            <a:ext cx="3429000" cy="57150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Hybrid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Transactional/Analytical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Processing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181100" y="6572250"/>
            <a:ext cx="3429000" cy="571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Lai</a:t>
            </a:r>
            <a:r>
              <a:rPr lang="en-US" sz="18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18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8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 tích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5105400" y="5095875"/>
            <a:ext cx="3886200" cy="2143125"/>
          </a:xfrm>
          <a:prstGeom prst="roundRect">
            <a:avLst>
              <a:gd name="adj" fmla="val 10667"/>
            </a:avLst>
          </a:prstGeom>
          <a:solidFill>
            <a:srgbClr val="1E212B"/>
          </a:solidFill>
          <a:ln/>
        </p:spPr>
      </p:sp>
      <p:sp>
        <p:nvSpPr>
          <p:cNvPr id="25" name="Text 23"/>
          <p:cNvSpPr/>
          <p:nvPr/>
        </p:nvSpPr>
        <p:spPr>
          <a:xfrm>
            <a:off x="5372100" y="5248275"/>
            <a:ext cx="3429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DB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5372100" y="5934075"/>
            <a:ext cx="3429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DataBase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5372100" y="6315075"/>
            <a:ext cx="3429000" cy="7620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950" dirty="0"/>
          </a:p>
        </p:txBody>
      </p:sp>
      <p:sp>
        <p:nvSpPr>
          <p:cNvPr id="28" name="Shape 26"/>
          <p:cNvSpPr/>
          <p:nvPr/>
        </p:nvSpPr>
        <p:spPr>
          <a:xfrm>
            <a:off x="9296400" y="5095875"/>
            <a:ext cx="3886200" cy="2143125"/>
          </a:xfrm>
          <a:prstGeom prst="roundRect">
            <a:avLst>
              <a:gd name="adj" fmla="val 10667"/>
            </a:avLst>
          </a:prstGeom>
          <a:solidFill>
            <a:srgbClr val="1E212B"/>
          </a:solidFill>
          <a:ln/>
        </p:spPr>
      </p:sp>
      <p:sp>
        <p:nvSpPr>
          <p:cNvPr id="29" name="Text 27"/>
          <p:cNvSpPr/>
          <p:nvPr/>
        </p:nvSpPr>
        <p:spPr>
          <a:xfrm>
            <a:off x="9563100" y="5248275"/>
            <a:ext cx="3429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3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FDW</a:t>
            </a:r>
            <a:endParaRPr lang="en-US" sz="3600" dirty="0"/>
          </a:p>
        </p:txBody>
      </p:sp>
      <p:sp>
        <p:nvSpPr>
          <p:cNvPr id="30" name="Text 28"/>
          <p:cNvSpPr/>
          <p:nvPr/>
        </p:nvSpPr>
        <p:spPr>
          <a:xfrm>
            <a:off x="9563100" y="5934075"/>
            <a:ext cx="3429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Foreign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Data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Wrapper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9563100" y="6315075"/>
            <a:ext cx="3429000" cy="7620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9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bọc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endParaRPr lang="en-US" sz="1950" dirty="0"/>
          </a:p>
        </p:txBody>
      </p:sp>
      <p:sp>
        <p:nvSpPr>
          <p:cNvPr id="32" name="Shape 30"/>
          <p:cNvSpPr/>
          <p:nvPr/>
        </p:nvSpPr>
        <p:spPr>
          <a:xfrm>
            <a:off x="13487400" y="5095875"/>
            <a:ext cx="3886200" cy="2143125"/>
          </a:xfrm>
          <a:prstGeom prst="roundRect">
            <a:avLst>
              <a:gd name="adj" fmla="val 10667"/>
            </a:avLst>
          </a:prstGeom>
          <a:solidFill>
            <a:srgbClr val="1E212B"/>
          </a:solidFill>
          <a:ln/>
        </p:spPr>
      </p:sp>
      <p:sp>
        <p:nvSpPr>
          <p:cNvPr id="33" name="Text 31"/>
          <p:cNvSpPr/>
          <p:nvPr/>
        </p:nvSpPr>
        <p:spPr>
          <a:xfrm>
            <a:off x="13754100" y="5248275"/>
            <a:ext cx="3429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GIS</a:t>
            </a:r>
            <a:endParaRPr lang="en-US" sz="3600" dirty="0"/>
          </a:p>
        </p:txBody>
      </p:sp>
      <p:sp>
        <p:nvSpPr>
          <p:cNvPr id="34" name="Text 32"/>
          <p:cNvSpPr/>
          <p:nvPr/>
        </p:nvSpPr>
        <p:spPr>
          <a:xfrm>
            <a:off x="13754100" y="5934075"/>
            <a:ext cx="3429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Geographic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Information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13754100" y="6315075"/>
            <a:ext cx="3429000" cy="7620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 thông tin</a:t>
            </a:r>
            <a:r>
              <a:rPr lang="en-US" sz="195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1950" dirty="0"/>
          </a:p>
        </p:txBody>
      </p:sp>
      <p:sp>
        <p:nvSpPr>
          <p:cNvPr id="36" name="Shape 34"/>
          <p:cNvSpPr/>
          <p:nvPr/>
        </p:nvSpPr>
        <p:spPr>
          <a:xfrm>
            <a:off x="914400" y="7429500"/>
            <a:ext cx="164592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219200" y="7620000"/>
            <a:ext cx="15811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1219200" y="8039100"/>
            <a:ext cx="15811500" cy="76200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 bài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16:</a:t>
            </a:r>
            <a:r>
              <a:rPr lang="en-US" sz="19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postgres_fdw;</a:t>
            </a: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Additional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Supplied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Modules;</a:t>
            </a:r>
            <a:r>
              <a:rPr lang="en-US" sz="19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Database</a:t>
            </a:r>
            <a:r>
              <a:rPr lang="en-US" sz="19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Page</a:t>
            </a:r>
            <a:r>
              <a:rPr lang="en-US" sz="19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Layout</a:t>
            </a:r>
            <a:r>
              <a:rPr lang="en-US" sz="19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-4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TOAST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PipelineDB: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endParaRPr lang="en-US" sz="1950" dirty="0"/>
          </a:p>
        </p:txBody>
      </p:sp>
      <p:sp>
        <p:nvSpPr>
          <p:cNvPr id="39" name="Shape 3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09/09</a:t>
            </a:r>
            <a:endParaRPr lang="en-US" sz="1650" dirty="0"/>
          </a:p>
        </p:txBody>
      </p:sp>
      <p:sp>
        <p:nvSpPr>
          <p:cNvPr id="49" name="Shape 4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0" name="Moda image moda-export-watermark-a0696bee-c8dc-4596-b5ac-c411b74d849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2026-10-19T00:50:08Z</dcterms:created>
  <dcterms:modified xsi:type="dcterms:W3CDTF">2026-10-19T00:50:08Z</dcterms:modified>
</cp:coreProperties>
</file>