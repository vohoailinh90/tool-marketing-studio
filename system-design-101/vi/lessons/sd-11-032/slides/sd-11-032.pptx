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 tin</a:t>
            </a:r>
            <a:r>
              <a:rPr lang="en-US" sz="66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mây,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thế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423256013-704101948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</a:t>
            </a:r>
            <a:r>
              <a:rPr lang="en-US" sz="22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mẫu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0" y="3143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sau,</a:t>
            </a:r>
            <a:r>
              <a:rPr lang="en-US" sz="21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381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1950" b="1" dirty="0" spc="3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0" y="5619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Saga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Tranh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3" name="Connector line-1792423256042-73065224"/>
          <p:cNvSpPr/>
          <p:nvPr/>
        </p:nvSpPr>
        <p:spPr>
          <a:xfrm flipV="1">
            <a:off x="12439650" y="3505200"/>
            <a:ext cx="895350" cy="16383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Connector line-1792423256043-349645905"/>
          <p:cNvSpPr/>
          <p:nvPr/>
        </p:nvSpPr>
        <p:spPr>
          <a:xfrm flipV="1">
            <a:off x="12439650" y="4743450"/>
            <a:ext cx="895350" cy="4000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Connector line-1792423256043-13771925"/>
          <p:cNvSpPr/>
          <p:nvPr/>
        </p:nvSpPr>
        <p:spPr>
          <a:xfrm>
            <a:off x="12439650" y="5143500"/>
            <a:ext cx="895350" cy="8382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6" name="Connector line-1792423256043-373320462"/>
          <p:cNvSpPr/>
          <p:nvPr/>
        </p:nvSpPr>
        <p:spPr>
          <a:xfrm>
            <a:off x="12439650" y="5143500"/>
            <a:ext cx="895350" cy="20764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08f9ed7-e827-4e02-ace2-4219f2df73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1430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4953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3300" dirty="0" spc="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3300" dirty="0" spc="-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300" dirty="0" spc="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300" dirty="0" spc="-9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3300" dirty="0" spc="13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e656e65-7e16-4f12-9667-985f356668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7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300" dirty="0" spc="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DC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khách: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"đã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nhận"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485900" y="4857750"/>
            <a:ext cx="15316200" cy="1428750"/>
          </a:xfrm>
          <a:prstGeom prst="roundRect">
            <a:avLst>
              <a:gd name="adj" fmla="val 16000"/>
            </a:avLst>
          </a:prstGeom>
          <a:solidFill>
            <a:srgbClr val="C5CFF7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857750"/>
            <a:ext cx="14573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Kênh: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đăng,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nhận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2057400" y="6572250"/>
            <a:ext cx="14173200" cy="1428750"/>
          </a:xfrm>
          <a:prstGeom prst="roundRect">
            <a:avLst>
              <a:gd name="adj" fmla="val 16000"/>
            </a:avLst>
          </a:prstGeom>
          <a:solidFill>
            <a:srgbClr val="AEBB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572250"/>
            <a:ext cx="13430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dài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49bcd99-8db0-4d0f-a64c-8983f770c4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ĐỢI</a:t>
            </a:r>
            <a:r>
              <a:rPr lang="en-US" sz="1800" b="1" spc="33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63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</a:t>
            </a:r>
            <a:r>
              <a:rPr lang="en-US" sz="63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HÀNG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richtext-1792423261169-61699747"/>
          <p:cNvSpPr/>
          <p:nvPr/>
        </p:nvSpPr>
        <p:spPr>
          <a:xfrm>
            <a:off x="12954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3726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250" b="1" spc="26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37147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richtext-1792423261193-864407487"/>
          <p:cNvSpPr/>
          <p:nvPr/>
        </p:nvSpPr>
        <p:spPr>
          <a:xfrm>
            <a:off x="97536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 thấp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d3a2644-cad8-477d-810c-ea0e3dd454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SAGA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Nhất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cần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1432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1432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858000" y="57150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Bù: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850" dirty="0"/>
          </a:p>
        </p:txBody>
      </p:sp>
      <p:sp>
        <p:nvSpPr>
          <p:cNvPr id="9" name="Connector line-1792423262075-278601813"/>
          <p:cNvSpPr/>
          <p:nvPr/>
        </p:nvSpPr>
        <p:spPr>
          <a:xfrm>
            <a:off x="5486400" y="3857625"/>
            <a:ext cx="1371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23262075-32952497"/>
          <p:cNvSpPr/>
          <p:nvPr/>
        </p:nvSpPr>
        <p:spPr>
          <a:xfrm>
            <a:off x="11430000" y="3857625"/>
            <a:ext cx="1371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23262076-227927501"/>
          <p:cNvSpPr/>
          <p:nvPr/>
        </p:nvSpPr>
        <p:spPr>
          <a:xfrm flipV="1">
            <a:off x="11430000" y="4572000"/>
            <a:ext cx="3657600" cy="1857375"/>
          </a:xfrm>
          <a:prstGeom prst="curvedConnector2">
            <a:avLst/>
          </a:prstGeom>
          <a:noFill/>
          <a:ln w="47625">
            <a:solidFill>
              <a:srgbClr val="E8472B"/>
            </a:solidFill>
            <a:prstDash val="solid"/>
            <a:headEnd type="triangle"/>
            <a:tailEnd type="none"/>
          </a:ln>
        </p:spPr>
      </p:sp>
      <p:sp>
        <p:nvSpPr>
          <p:cNvPr id="12" name="Connector line-1792423262076-432007475"/>
          <p:cNvSpPr/>
          <p:nvPr/>
        </p:nvSpPr>
        <p:spPr>
          <a:xfrm flipH="1">
            <a:off x="5486400" y="6429375"/>
            <a:ext cx="13716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7905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có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 thao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763b841-c9e7-4d1c-b749-e5eeb40c03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 không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6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514725"/>
            <a:ext cx="876300" cy="8763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kênh.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419725"/>
            <a:ext cx="876300" cy="8763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62250" y="5048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 phối hợp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phức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tạp.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95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7324725"/>
            <a:ext cx="876300" cy="8763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62250" y="6953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14229b2-214e-4828-9c7f-6dd1eda1d2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nói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 hành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vi.</a:t>
            </a:r>
            <a:endParaRPr lang="en-US" sz="6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10863072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Mẫu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4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55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r>
                        <a:rPr lang="en-US" sz="2550" b="1" dirty="0" spc="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Tranh</a:t>
                      </a:r>
                      <a:r>
                        <a:rPr lang="en-US" sz="25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Thông</a:t>
                      </a:r>
                      <a:r>
                        <a:rPr lang="en-US" sz="2550" dirty="0" spc="2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điệp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</a:t>
                      </a:r>
                      <a:r>
                        <a:rPr lang="en-US" sz="2550" dirty="0" spc="-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xong</a:t>
                      </a:r>
                      <a:r>
                        <a:rPr lang="en-US" sz="2550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7</a:t>
                      </a:r>
                      <a:r>
                        <a:rPr lang="en-US" sz="2550" dirty="0" spc="-1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8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Hàng</a:t>
                      </a:r>
                      <a:r>
                        <a:rPr lang="en-US" sz="2550" b="1" dirty="0" spc="1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đợi</a:t>
                      </a:r>
                      <a:r>
                        <a:rPr lang="en-US" sz="2550" b="1" dirty="0" spc="4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ưu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0</a:t>
                      </a:r>
                      <a:r>
                        <a:rPr lang="en-US" sz="2550" dirty="0" spc="-2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trên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</a:t>
                      </a:r>
                      <a:r>
                        <a:rPr lang="en-US" sz="2550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thấp</a:t>
                      </a:r>
                      <a:r>
                        <a:rPr lang="en-US" sz="2550" dirty="0" spc="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phục</a:t>
                      </a:r>
                      <a:r>
                        <a:rPr lang="en-US" sz="25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Saga</a:t>
                      </a:r>
                      <a:r>
                        <a:rPr lang="en-US" sz="2550" b="1" dirty="0" spc="-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hỏng</a:t>
                      </a:r>
                      <a:r>
                        <a:rPr lang="en-US" sz="2550" b="1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bước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Bù</a:t>
                      </a:r>
                      <a:r>
                        <a:rPr lang="en-US" sz="2550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ngược: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hoàn</a:t>
                      </a:r>
                      <a:r>
                        <a:rPr lang="en-US" sz="25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tiền,</a:t>
                      </a:r>
                      <a:r>
                        <a:rPr lang="en-US" sz="2550" dirty="0" spc="-2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hủy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chỗ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Thẻ</a:t>
                      </a:r>
                      <a:r>
                        <a:rPr lang="en-US" sz="25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5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Tham</a:t>
                      </a:r>
                      <a:r>
                        <a:rPr lang="en-US" sz="25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chiếu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60</a:t>
                      </a:r>
                      <a:r>
                        <a:rPr lang="en-US" sz="2550" dirty="0" spc="-1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byte</a:t>
                      </a:r>
                      <a:r>
                        <a:rPr lang="en-US" sz="2550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5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khối</a:t>
                      </a:r>
                      <a:r>
                        <a:rPr lang="en-US" sz="25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</a:t>
                      </a:r>
                      <a:r>
                        <a:rPr lang="en-US" sz="2550" dirty="0" spc="-1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megabyte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e4d77410-0383-4483-b66a-d367c81b9b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</a:t>
            </a:r>
            <a:r>
              <a:rPr lang="en-US" sz="6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megabyte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richtext-1792423289748-998434728"/>
          <p:cNvSpPr/>
          <p:nvPr/>
        </p:nvSpPr>
        <p:spPr>
          <a:xfrm>
            <a:off x="1333500" y="5334000"/>
            <a:ext cx="15621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300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3000" dirty="0" spc="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d15e6678-e648-4ec5-b4f5-2929daa2e2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buNone/>
            </a:pP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(HyperText Transfer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web;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"đã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nhận".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000500"/>
            <a:ext cx="8001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000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(Application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Interface):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61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09134a3-805d-4156-9937-7c45b174ab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2026-10-19T15:21:56Z</dcterms:created>
  <dcterms:modified xsi:type="dcterms:W3CDTF">2026-10-19T15:21:56Z</dcterms:modified>
</cp:coreProperties>
</file>