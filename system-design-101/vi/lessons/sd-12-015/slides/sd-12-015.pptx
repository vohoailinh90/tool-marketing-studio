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3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3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3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3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3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5" name="Connector line-1792423869890-507572633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FF6A4D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FF6A4D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419100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1619250"/>
                </a:moveTo>
                <a:cubicBezTo>
                  <a:pt x="838200" y="16192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600075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0"/>
                </a:moveTo>
                <a:cubicBezTo>
                  <a:pt x="838200" y="0"/>
                  <a:pt x="838200" y="1619250"/>
                  <a:pt x="1600200" y="1619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144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144500" y="7258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9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215373f-881f-488a-b070-2987a84536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FCM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7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cài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b="1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e8e0705-f8fa-4d95-827c-3cf2e2116e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THẺ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 sau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tháng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049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7625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435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78.547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51435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10490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53.455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14300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40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7625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35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78.300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51435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10490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4.014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14300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847725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0fa905d-cab2-4851-89cd-37a82a674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001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7" name="Connector line-1792423875156-612181673"/>
          <p:cNvSpPr/>
          <p:nvPr/>
        </p:nvSpPr>
        <p:spPr>
          <a:xfrm>
            <a:off x="393382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7672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47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6247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11" name="Connector line-1792423875160-773373114"/>
          <p:cNvSpPr/>
          <p:nvPr/>
        </p:nvSpPr>
        <p:spPr>
          <a:xfrm>
            <a:off x="729615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905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2480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2480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</a:t>
            </a:r>
            <a:endParaRPr lang="en-US" sz="2550" dirty="0"/>
          </a:p>
        </p:txBody>
      </p:sp>
      <p:sp>
        <p:nvSpPr>
          <p:cNvPr id="15" name="Connector line-1792423875163-629810074"/>
          <p:cNvSpPr/>
          <p:nvPr/>
        </p:nvSpPr>
        <p:spPr>
          <a:xfrm>
            <a:off x="1065847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00137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28712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28712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ngoại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550" dirty="0"/>
          </a:p>
        </p:txBody>
      </p:sp>
      <p:sp>
        <p:nvSpPr>
          <p:cNvPr id="19" name="Connector line-1792423875169-808722337"/>
          <p:cNvSpPr/>
          <p:nvPr/>
        </p:nvSpPr>
        <p:spPr>
          <a:xfrm>
            <a:off x="1402080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3637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6494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46494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7048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4eaee89-e780-4a28-8796-2c6e43f5a0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800" b="1" spc="3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69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trở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3825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524750" y="27622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GIỜ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0" y="2762250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 28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3333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524750" y="3333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92,5%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668250" y="3333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857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" y="4857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24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524750" y="4857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16,5%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668250" y="4857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6381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" y="6381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72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524750" y="6381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668250" y="6381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4400" y="8001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chọn.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7f30e98-308d-437e-b9a9-4092ccbb5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TỤ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dọn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0" dirty="0" spc="-5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40%</a:t>
            </a:r>
            <a:endParaRPr lang="en-US" sz="285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dọn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6000" y="304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53.455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4953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953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4,9%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525000" y="685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685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 như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8c47098-26be-4337-bc4e-5397d1ebb4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HẠN</a:t>
            </a:r>
            <a:r>
              <a:rPr lang="en-US" sz="180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 sống theo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112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82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28</a:t>
            </a:r>
            <a:r>
              <a:rPr lang="en-US" sz="9882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9882" dirty="0"/>
          </a:p>
        </p:txBody>
      </p:sp>
      <p:sp>
        <p:nvSpPr>
          <p:cNvPr id="9" name="Text 7"/>
          <p:cNvSpPr/>
          <p:nvPr/>
        </p:nvSpPr>
        <p:spPr>
          <a:xfrm>
            <a:off x="6905625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51585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5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38200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68c48cb-15ed-4aa8-b5b6-43733bde40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thẻ, ba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956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952750" y="30956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09587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2952750" y="509587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961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2952750" y="70961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0de7808-2cb6-493c-8d3d-19d6e504f2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429000" y="30480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nhắn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85775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429000" y="447675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2865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429000" y="59055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100" dirty="0"/>
          </a:p>
        </p:txBody>
      </p:sp>
      <p:sp>
        <p:nvSpPr>
          <p:cNvPr id="13" name="Connector line-1792423911360-811591923"/>
          <p:cNvSpPr/>
          <p:nvPr/>
        </p:nvSpPr>
        <p:spPr>
          <a:xfrm>
            <a:off x="12382500" y="3048000"/>
            <a:ext cx="0" cy="533400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858750" y="30480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423911362-210267362"/>
          <p:cNvSpPr/>
          <p:nvPr/>
        </p:nvSpPr>
        <p:spPr>
          <a:xfrm>
            <a:off x="12858750" y="36195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858750" y="6667500"/>
            <a:ext cx="47625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a213ccd-36be-4143-855d-5e0163834e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2026-10-19T15:40:48Z</dcterms:created>
  <dcterms:modified xsi:type="dcterms:W3CDTF">2026-10-19T15:40:48Z</dcterms:modified>
</cp:coreProperties>
</file>