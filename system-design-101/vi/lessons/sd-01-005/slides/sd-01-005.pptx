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3143250"/>
          </a:xfrm>
          <a:prstGeom prst="rect">
            <a:avLst/>
          </a:prstGeom>
          <a:noFill/>
          <a:ln/>
        </p:spPr>
        <p:txBody>
          <a:bodyPr wrap="square" lIns="0" tIns="60897" rIns="0" bIns="-60897" rtlCol="0" anchor="t"/>
          <a:lstStyle/>
          <a:p>
            <a:pPr algn="l" indent="0" marL="0">
              <a:lnSpc>
                <a:spcPts val="7124"/>
              </a:lnSpc>
              <a:buNone/>
            </a:pPr>
            <a:r>
              <a:rPr lang="en-US" sz="6850" dirty="0" spc="-20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NAT</a:t>
            </a:r>
            <a:r>
              <a:rPr lang="en-US" sz="6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68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Internet</a:t>
            </a:r>
            <a:r>
              <a:rPr lang="en-US" sz="6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8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685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685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85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 một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IPv4 phía</a:t>
            </a:r>
            <a:r>
              <a:rPr lang="en-US" sz="28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ngoài: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router</a:t>
            </a:r>
            <a:r>
              <a:rPr lang="en-US" sz="28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850" dirty="0"/>
          </a:p>
        </p:txBody>
      </p:sp>
      <p:sp>
        <p:nvSpPr>
          <p:cNvPr id="5" name="Connector line-1792291999680-407781545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381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NAPT: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809750"/>
            <a:ext cx="6896100" cy="5810250"/>
          </a:xfrm>
          <a:prstGeom prst="roundRect">
            <a:avLst>
              <a:gd name="adj" fmla="val 524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0858500" y="21526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4859000" y="215265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endParaRPr lang="en-US" sz="1650" dirty="0"/>
          </a:p>
        </p:txBody>
      </p:sp>
      <p:sp>
        <p:nvSpPr>
          <p:cNvPr id="11" name="Connector line-1792291999691-145943333"/>
          <p:cNvSpPr/>
          <p:nvPr/>
        </p:nvSpPr>
        <p:spPr>
          <a:xfrm>
            <a:off x="10858500" y="2590800"/>
            <a:ext cx="6134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0858500" y="2857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658600" y="281940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10.0.0.2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1658600" y="3181350"/>
            <a:ext cx="3143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:50000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5049500" y="28194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203.0.113.10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5049500" y="3181350"/>
            <a:ext cx="209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:62001</a:t>
            </a:r>
            <a:endParaRPr lang="en-US" sz="2250" dirty="0"/>
          </a:p>
        </p:txBody>
      </p:sp>
      <p:sp>
        <p:nvSpPr>
          <p:cNvPr id="17" name="Connector line-1792291999702-944088903"/>
          <p:cNvSpPr/>
          <p:nvPr/>
        </p:nvSpPr>
        <p:spPr>
          <a:xfrm>
            <a:off x="13106400" y="3171825"/>
            <a:ext cx="16192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291999702-259710985"/>
          <p:cNvSpPr/>
          <p:nvPr/>
        </p:nvSpPr>
        <p:spPr>
          <a:xfrm>
            <a:off x="10858500" y="3905250"/>
            <a:ext cx="6134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0858500" y="4191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1658600" y="415290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10.0.0.3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1658600" y="4514850"/>
            <a:ext cx="3143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:50000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5049500" y="41529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203.0.113.10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5049500" y="4514850"/>
            <a:ext cx="209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:62002</a:t>
            </a:r>
            <a:endParaRPr lang="en-US" sz="2250" dirty="0"/>
          </a:p>
        </p:txBody>
      </p:sp>
      <p:sp>
        <p:nvSpPr>
          <p:cNvPr id="24" name="Connector line-1792291999711-490273684"/>
          <p:cNvSpPr/>
          <p:nvPr/>
        </p:nvSpPr>
        <p:spPr>
          <a:xfrm>
            <a:off x="13106400" y="4505325"/>
            <a:ext cx="16192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5" name="Connector line-1792291999711-209675482"/>
          <p:cNvSpPr/>
          <p:nvPr/>
        </p:nvSpPr>
        <p:spPr>
          <a:xfrm>
            <a:off x="10858500" y="5238750"/>
            <a:ext cx="6134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0858500" y="55245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Cùng</a:t>
            </a:r>
            <a:r>
              <a:rPr lang="en-US" sz="225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IPv4 phía</a:t>
            </a:r>
            <a:r>
              <a:rPr lang="en-US" sz="225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ngoài,</a:t>
            </a:r>
            <a:r>
              <a:rPr lang="en-US" sz="22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2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cổng.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858500" y="6572250"/>
            <a:ext cx="613410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 IP phía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632da92-50b6-4dfa-a69d-6cef38b3e8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6096000" cy="8191500"/>
          </a:xfrm>
          <a:prstGeom prst="rect">
            <a:avLst/>
          </a:prstGeom>
          <a:noFill/>
          <a:ln/>
        </p:spPr>
        <p:txBody>
          <a:bodyPr wrap="square" lIns="0" tIns="579120" rIns="0" bIns="-579120" rtlCol="0" anchor="ctr"/>
          <a:lstStyle/>
          <a:p>
            <a:pPr algn="l" indent="0" marL="0">
              <a:lnSpc>
                <a:spcPts val="57000"/>
              </a:lnSpc>
              <a:buNone/>
            </a:pPr>
            <a:r>
              <a:rPr lang="en-US" sz="57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7000" dirty="0"/>
          </a:p>
        </p:txBody>
      </p:sp>
      <p:sp>
        <p:nvSpPr>
          <p:cNvPr id="3" name="Text 1"/>
          <p:cNvSpPr/>
          <p:nvPr/>
        </p:nvSpPr>
        <p:spPr>
          <a:xfrm>
            <a:off x="6667500" y="14287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667500" y="1905000"/>
            <a:ext cx="10706100" cy="3143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IPv4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6667500" y="5334000"/>
            <a:ext cx="10706100" cy="952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3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Router</a:t>
            </a:r>
            <a:r>
              <a:rPr lang="en-US" sz="300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3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0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000" dirty="0" spc="-1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667500" y="6667500"/>
            <a:ext cx="7239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NAPT:</a:t>
            </a:r>
            <a:r>
              <a:rPr lang="en-US" sz="22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250" b="1" dirty="0" spc="-5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b="1" dirty="0" spc="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2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667500" y="78105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750" dirty="0"/>
          </a:p>
        </p:txBody>
      </p:sp>
      <p:sp>
        <p:nvSpPr>
          <p:cNvPr id="8" name="Text 6"/>
          <p:cNvSpPr/>
          <p:nvPr/>
        </p:nvSpPr>
        <p:spPr>
          <a:xfrm>
            <a:off x="7658100" y="78105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38100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5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8686800" y="7810500"/>
            <a:ext cx="7620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3B3A37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250" dirty="0" spc="-10" kern="0">
                <a:solidFill>
                  <a:srgbClr val="3B3A37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250" dirty="0" spc="-12" kern="0">
                <a:solidFill>
                  <a:srgbClr val="3B3A37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250" dirty="0" spc="-2" kern="0">
                <a:solidFill>
                  <a:srgbClr val="3B3A37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2250" dirty="0" spc="3" kern="0">
                <a:solidFill>
                  <a:srgbClr val="3B3A37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250" dirty="0"/>
          </a:p>
        </p:txBody>
      </p:sp>
      <p:sp>
        <p:nvSpPr>
          <p:cNvPr id="10" name="Connector line-1792292027160-694614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d66c6ef-a102-4f30-ab5c-f4c0b48895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1391900" y="25908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16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3048000"/>
            <a:ext cx="51435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4476750"/>
            <a:ext cx="51435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4099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1143000" y="4838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 w="38100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2496" dirty="0"/>
          </a:p>
        </p:txBody>
      </p:sp>
      <p:sp>
        <p:nvSpPr>
          <p:cNvPr id="10" name="Text 8"/>
          <p:cNvSpPr/>
          <p:nvPr/>
        </p:nvSpPr>
        <p:spPr>
          <a:xfrm>
            <a:off x="1905000" y="3048000"/>
            <a:ext cx="409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10.0.0.2:50000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905000" y="4476750"/>
            <a:ext cx="409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10.0.0.3:50000</a:t>
            </a:r>
            <a:endParaRPr lang="en-US" sz="2700" dirty="0"/>
          </a:p>
        </p:txBody>
      </p:sp>
      <p:sp>
        <p:nvSpPr>
          <p:cNvPr id="12" name="Connector line-1792292098582-599405634"/>
          <p:cNvSpPr/>
          <p:nvPr/>
        </p:nvSpPr>
        <p:spPr>
          <a:xfrm>
            <a:off x="6134100" y="3667125"/>
            <a:ext cx="895350" cy="0"/>
          </a:xfrm>
          <a:prstGeom prst="line">
            <a:avLst/>
          </a:prstGeom>
          <a:noFill/>
          <a:ln w="6667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292098582-862776526"/>
          <p:cNvSpPr/>
          <p:nvPr/>
        </p:nvSpPr>
        <p:spPr>
          <a:xfrm>
            <a:off x="6134100" y="5095875"/>
            <a:ext cx="895350" cy="0"/>
          </a:xfrm>
          <a:prstGeom prst="line">
            <a:avLst/>
          </a:prstGeom>
          <a:noFill/>
          <a:ln w="6667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143750" y="3048000"/>
            <a:ext cx="3143250" cy="2667000"/>
          </a:xfrm>
          <a:prstGeom prst="roundRect">
            <a:avLst>
              <a:gd name="adj" fmla="val 12857"/>
            </a:avLst>
          </a:prstGeom>
          <a:solidFill>
            <a:srgbClr val="14161C"/>
          </a:solidFill>
          <a:ln w="5715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3750" y="33528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Router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7143750" y="3905250"/>
            <a:ext cx="3143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11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NAPT</a:t>
            </a:r>
            <a:endParaRPr lang="en-US" sz="5611" dirty="0"/>
          </a:p>
        </p:txBody>
      </p:sp>
      <p:sp>
        <p:nvSpPr>
          <p:cNvPr id="17" name="Text 15"/>
          <p:cNvSpPr/>
          <p:nvPr/>
        </p:nvSpPr>
        <p:spPr>
          <a:xfrm>
            <a:off x="7334250" y="4857750"/>
            <a:ext cx="2762250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ctr" indent="0" marL="0">
              <a:lnSpc>
                <a:spcPts val="2438"/>
              </a:lnSpc>
              <a:buNone/>
            </a:pPr>
            <a:r>
              <a:rPr lang="en-US" sz="1950" dirty="0" spc="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19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</a:t>
            </a:r>
            <a:r>
              <a:rPr lang="en-US" sz="195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cổng nguồn</a:t>
            </a:r>
            <a:endParaRPr lang="en-US" sz="1950" dirty="0"/>
          </a:p>
        </p:txBody>
      </p:sp>
      <p:sp>
        <p:nvSpPr>
          <p:cNvPr id="18" name="Connector line-1792292098590-642645949"/>
          <p:cNvSpPr/>
          <p:nvPr/>
        </p:nvSpPr>
        <p:spPr>
          <a:xfrm>
            <a:off x="10382250" y="3667125"/>
            <a:ext cx="895350" cy="0"/>
          </a:xfrm>
          <a:prstGeom prst="line">
            <a:avLst/>
          </a:prstGeom>
          <a:noFill/>
          <a:ln w="6667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292098591-71372848"/>
          <p:cNvSpPr/>
          <p:nvPr/>
        </p:nvSpPr>
        <p:spPr>
          <a:xfrm>
            <a:off x="10382250" y="5095875"/>
            <a:ext cx="895350" cy="0"/>
          </a:xfrm>
          <a:prstGeom prst="line">
            <a:avLst/>
          </a:prstGeom>
          <a:noFill/>
          <a:ln w="6667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1391900" y="3048000"/>
            <a:ext cx="59817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391900" y="4476750"/>
            <a:ext cx="59817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11715750" y="3048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203.0.113.10:62001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1715750" y="447675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203.0.113.10:62002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5924550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cổng, khác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1391900" y="59245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676275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27" name="Text 25"/>
          <p:cNvSpPr/>
          <p:nvPr/>
        </p:nvSpPr>
        <p:spPr>
          <a:xfrm>
            <a:off x="1428750" y="6762750"/>
            <a:ext cx="15430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198.51.100.20,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443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14400" y="80772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800" dirty="0"/>
          </a:p>
        </p:txBody>
      </p:sp>
      <p:sp>
        <p:nvSpPr>
          <p:cNvPr id="29" name="Connector line-1792292098606-50322860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847f11b5-cd2b-478e-a717-a9cbd2731e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Router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ánh</a:t>
            </a: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xạ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905000" y="27813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286500" y="2781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16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3200400"/>
            <a:ext cx="110490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819650"/>
            <a:ext cx="110490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2050" y="36480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62050" y="5267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38100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905000" y="320040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10.0.0.2:50000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905000" y="481965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10.0.0.3:50000</a:t>
            </a:r>
            <a:endParaRPr lang="en-US" sz="2700" dirty="0"/>
          </a:p>
        </p:txBody>
      </p:sp>
      <p:sp>
        <p:nvSpPr>
          <p:cNvPr id="12" name="Connector line-1792292119319-824181126"/>
          <p:cNvSpPr/>
          <p:nvPr/>
        </p:nvSpPr>
        <p:spPr>
          <a:xfrm>
            <a:off x="5429250" y="3914775"/>
            <a:ext cx="762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292119319-957246515"/>
          <p:cNvSpPr/>
          <p:nvPr/>
        </p:nvSpPr>
        <p:spPr>
          <a:xfrm>
            <a:off x="5429250" y="5534025"/>
            <a:ext cx="762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381750" y="3200400"/>
            <a:ext cx="542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203.0.113.10:62001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381750" y="4819650"/>
            <a:ext cx="542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203.0.113.10:62002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6667500"/>
            <a:ext cx="110490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27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2344400" y="3200400"/>
            <a:ext cx="5029200" cy="4381500"/>
          </a:xfrm>
          <a:prstGeom prst="roundRect">
            <a:avLst>
              <a:gd name="adj" fmla="val 6087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12687300" y="3505200"/>
            <a:ext cx="438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650" dirty="0"/>
          </a:p>
        </p:txBody>
      </p:sp>
      <p:sp>
        <p:nvSpPr>
          <p:cNvPr id="19" name="Text richtext-1792292119326-829666348"/>
          <p:cNvSpPr/>
          <p:nvPr/>
        </p:nvSpPr>
        <p:spPr>
          <a:xfrm>
            <a:off x="12687300" y="3962400"/>
            <a:ext cx="4419600" cy="3524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Router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ánh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gián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endParaRPr lang="en-US" sz="2250" dirty="0"/>
          </a:p>
        </p:txBody>
      </p:sp>
      <p:sp>
        <p:nvSpPr>
          <p:cNvPr id="20" name="Connector line-1792292119346-17007090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01e7813-f135-494c-9d58-ceb93a0228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ánh</a:t>
            </a: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xạ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đích</a:t>
            </a:r>
            <a:endParaRPr lang="en-US" sz="6900" dirty="0"/>
          </a:p>
        </p:txBody>
      </p:sp>
      <p:sp>
        <p:nvSpPr>
          <p:cNvPr id="4" name="Connector line-1792292139613-854853736"/>
          <p:cNvSpPr/>
          <p:nvPr/>
        </p:nvSpPr>
        <p:spPr>
          <a:xfrm>
            <a:off x="2857500" y="3200400"/>
            <a:ext cx="0" cy="5705475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5" name="Connector line-1792292139613-848485727"/>
          <p:cNvSpPr/>
          <p:nvPr/>
        </p:nvSpPr>
        <p:spPr>
          <a:xfrm>
            <a:off x="9144000" y="3200400"/>
            <a:ext cx="0" cy="5705475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6" name="Connector line-1792292139613-897552955"/>
          <p:cNvSpPr/>
          <p:nvPr/>
        </p:nvSpPr>
        <p:spPr>
          <a:xfrm>
            <a:off x="15430500" y="3200400"/>
            <a:ext cx="0" cy="5705475"/>
          </a:xfrm>
          <a:prstGeom prst="line">
            <a:avLst/>
          </a:prstGeom>
          <a:noFill/>
          <a:ln w="28575">
            <a:solidFill>
              <a:srgbClr val="C9C2B2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38250" y="2590800"/>
            <a:ext cx="323850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810500" y="2590800"/>
            <a:ext cx="266700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4478000" y="2590800"/>
            <a:ext cx="1905000" cy="5905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38100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143250" y="35433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hồi:</a:t>
            </a:r>
            <a:r>
              <a:rPr lang="en-US" sz="2100" b="1" dirty="0" spc="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203.0.113.10:62002</a:t>
            </a:r>
            <a:endParaRPr lang="en-US" sz="2100" dirty="0"/>
          </a:p>
        </p:txBody>
      </p:sp>
      <p:sp>
        <p:nvSpPr>
          <p:cNvPr id="11" name="Connector line-1792292139623-670547823"/>
          <p:cNvSpPr/>
          <p:nvPr/>
        </p:nvSpPr>
        <p:spPr>
          <a:xfrm>
            <a:off x="2971800" y="4095750"/>
            <a:ext cx="6038850" cy="0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334000" y="4762500"/>
            <a:ext cx="762000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 ánh xạ: :62002 → 10.0.0.3:50000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334000" y="561975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ánh</a:t>
            </a:r>
            <a:r>
              <a:rPr lang="en-US" sz="1950" dirty="0" spc="-2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xạ</a:t>
            </a:r>
            <a:r>
              <a:rPr lang="en-US" sz="19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còn</a:t>
            </a:r>
            <a:r>
              <a:rPr lang="en-US" sz="195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1950" dirty="0" spc="1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lực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29750" y="62865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10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đích,</a:t>
            </a:r>
            <a:r>
              <a:rPr lang="en-US" sz="21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15" name="Connector line-1792292139635-155147762"/>
          <p:cNvSpPr/>
          <p:nvPr/>
        </p:nvSpPr>
        <p:spPr>
          <a:xfrm>
            <a:off x="9258300" y="6838950"/>
            <a:ext cx="6038850" cy="0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3335000" y="7429500"/>
            <a:ext cx="419100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191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ánh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:62001.</a:t>
            </a:r>
            <a:endParaRPr lang="en-US" sz="2100" dirty="0"/>
          </a:p>
        </p:txBody>
      </p:sp>
      <p:sp>
        <p:nvSpPr>
          <p:cNvPr id="18" name="Connector line-1792292139639-21728413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7398566-ee4c-4d0b-a9b6-eabb76b020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kiệm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IPv4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05100"/>
            <a:ext cx="9906000" cy="4191000"/>
          </a:xfrm>
          <a:prstGeom prst="roundRect">
            <a:avLst>
              <a:gd name="adj" fmla="val 7273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01400" y="2705100"/>
            <a:ext cx="6172200" cy="41910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0099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NAT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333500" y="38290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38290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Shape 7"/>
          <p:cNvSpPr/>
          <p:nvPr/>
        </p:nvSpPr>
        <p:spPr>
          <a:xfrm>
            <a:off x="2781300" y="38290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Shape 8"/>
          <p:cNvSpPr/>
          <p:nvPr/>
        </p:nvSpPr>
        <p:spPr>
          <a:xfrm>
            <a:off x="3505200" y="38290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Connector line-1792292164040-135029730"/>
          <p:cNvSpPr/>
          <p:nvPr/>
        </p:nvSpPr>
        <p:spPr>
          <a:xfrm>
            <a:off x="4305300" y="4114800"/>
            <a:ext cx="2266950" cy="0"/>
          </a:xfrm>
          <a:prstGeom prst="line">
            <a:avLst/>
          </a:prstGeom>
          <a:noFill/>
          <a:ln w="7620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19900" y="3543300"/>
            <a:ext cx="3429000" cy="1143000"/>
          </a:xfrm>
          <a:prstGeom prst="roundRect">
            <a:avLst>
              <a:gd name="adj" fmla="val 30000"/>
            </a:avLst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6819900" y="35433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5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050" dirty="0" spc="-3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IPv4</a:t>
            </a:r>
            <a:endParaRPr lang="en-US" sz="4050" dirty="0"/>
          </a:p>
        </p:txBody>
      </p:sp>
      <p:sp>
        <p:nvSpPr>
          <p:cNvPr id="14" name="Text richtext-1792292164043-871495559"/>
          <p:cNvSpPr/>
          <p:nvPr/>
        </p:nvSpPr>
        <p:spPr>
          <a:xfrm>
            <a:off x="1295400" y="5334000"/>
            <a:ext cx="8953500" cy="2857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Nhiều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sẻ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IPv4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300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địa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1582400" y="30099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NAT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1650" dirty="0"/>
          </a:p>
        </p:txBody>
      </p:sp>
      <p:sp>
        <p:nvSpPr>
          <p:cNvPr id="16" name="Text richtext-1792292164062-178079438"/>
          <p:cNvSpPr/>
          <p:nvPr/>
        </p:nvSpPr>
        <p:spPr>
          <a:xfrm>
            <a:off x="11582400" y="3619500"/>
            <a:ext cx="5429250" cy="4572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3000" dirty="0" spc="-9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Tạo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3000" dirty="0" spc="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địa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IPv4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Loại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bỏ</a:t>
            </a:r>
            <a:r>
              <a:rPr lang="en-US" sz="30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30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endParaRPr lang="en-US" sz="3000" dirty="0"/>
          </a:p>
        </p:txBody>
      </p:sp>
      <p:sp>
        <p:nvSpPr>
          <p:cNvPr id="17" name="Connector line-1792292164068-76549965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c064b96d-9e3a-4310-be92-a939fd8a53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b="1" spc="28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Basic</a:t>
            </a:r>
            <a:r>
              <a:rPr lang="en-US" sz="6900" dirty="0" spc="-1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NAT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NAPT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813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72500" y="27813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CỔNG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TCP/UDP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2385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3340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38500"/>
            <a:ext cx="3619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Basic</a:t>
            </a:r>
            <a:r>
              <a:rPr lang="en-US" sz="4200" dirty="0" spc="-89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NAT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14400" y="5334000"/>
            <a:ext cx="3619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NAPT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4762500" y="32385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/>
        </p:spPr>
      </p:sp>
      <p:sp>
        <p:nvSpPr>
          <p:cNvPr id="11" name="Shape 9"/>
          <p:cNvSpPr/>
          <p:nvPr/>
        </p:nvSpPr>
        <p:spPr>
          <a:xfrm>
            <a:off x="8572500" y="32385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4762500" y="53340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/>
        </p:spPr>
      </p:sp>
      <p:sp>
        <p:nvSpPr>
          <p:cNvPr id="13" name="Shape 11"/>
          <p:cNvSpPr/>
          <p:nvPr/>
        </p:nvSpPr>
        <p:spPr>
          <a:xfrm>
            <a:off x="8572500" y="53340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/>
        </p:spPr>
      </p:sp>
      <p:sp>
        <p:nvSpPr>
          <p:cNvPr id="14" name="Shape 12"/>
          <p:cNvSpPr/>
          <p:nvPr/>
        </p:nvSpPr>
        <p:spPr>
          <a:xfrm>
            <a:off x="6115050" y="3733800"/>
            <a:ext cx="914400" cy="9144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6362700" y="4038600"/>
            <a:ext cx="438150" cy="323850"/>
          </a:xfrm>
          <a:custGeom>
            <a:avLst/>
            <a:gdLst/>
            <a:ahLst/>
            <a:cxnLst/>
            <a:rect l="l" t="t" r="r" b="b"/>
            <a:pathLst>
              <a:path w="438150" h="323850">
                <a:moveTo>
                  <a:pt x="0" y="171450"/>
                </a:moveTo>
                <a:lnTo>
                  <a:pt x="152400" y="323850"/>
                </a:lnTo>
                <a:lnTo>
                  <a:pt x="438150" y="0"/>
                </a:lnTo>
              </a:path>
            </a:pathLst>
          </a:custGeom>
          <a:ln w="952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25050" y="3733800"/>
            <a:ext cx="914400" cy="914400"/>
          </a:xfrm>
          <a:prstGeom prst="ellipse">
            <a:avLst/>
          </a:prstGeom>
          <a:solidFill>
            <a:srgbClr val="6B6A66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29850" y="4038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0"/>
                </a:moveTo>
                <a:lnTo>
                  <a:pt x="304800" y="304800"/>
                </a:lnTo>
                <a:moveTo>
                  <a:pt x="304800" y="0"/>
                </a:moveTo>
                <a:lnTo>
                  <a:pt x="0" y="304800"/>
                </a:lnTo>
              </a:path>
            </a:pathLst>
          </a:custGeom>
          <a:ln w="952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15050" y="5829300"/>
            <a:ext cx="914400" cy="9144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6362700" y="6134100"/>
            <a:ext cx="438150" cy="323850"/>
          </a:xfrm>
          <a:custGeom>
            <a:avLst/>
            <a:gdLst/>
            <a:ahLst/>
            <a:cxnLst/>
            <a:rect l="l" t="t" r="r" b="b"/>
            <a:pathLst>
              <a:path w="438150" h="323850">
                <a:moveTo>
                  <a:pt x="0" y="171450"/>
                </a:moveTo>
                <a:lnTo>
                  <a:pt x="152400" y="323850"/>
                </a:lnTo>
                <a:lnTo>
                  <a:pt x="438150" y="0"/>
                </a:lnTo>
              </a:path>
            </a:pathLst>
          </a:custGeom>
          <a:ln w="952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25050" y="5829300"/>
            <a:ext cx="914400" cy="9144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1" name="Shape 19"/>
          <p:cNvSpPr/>
          <p:nvPr/>
        </p:nvSpPr>
        <p:spPr>
          <a:xfrm>
            <a:off x="10172700" y="6134100"/>
            <a:ext cx="438150" cy="323850"/>
          </a:xfrm>
          <a:custGeom>
            <a:avLst/>
            <a:gdLst/>
            <a:ahLst/>
            <a:cxnLst/>
            <a:rect l="l" t="t" r="r" b="b"/>
            <a:pathLst>
              <a:path w="438150" h="323850">
                <a:moveTo>
                  <a:pt x="0" y="171450"/>
                </a:moveTo>
                <a:lnTo>
                  <a:pt x="152400" y="323850"/>
                </a:lnTo>
                <a:lnTo>
                  <a:pt x="438150" y="0"/>
                </a:lnTo>
              </a:path>
            </a:pathLst>
          </a:custGeom>
          <a:ln w="952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668250" y="3238500"/>
            <a:ext cx="4705350" cy="40005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23" name="Text 21"/>
          <p:cNvSpPr/>
          <p:nvPr/>
        </p:nvSpPr>
        <p:spPr>
          <a:xfrm>
            <a:off x="13011150" y="3543300"/>
            <a:ext cx="409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3011150" y="4000500"/>
            <a:ext cx="4095750" cy="3143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mọi</a:t>
            </a:r>
            <a:r>
              <a:rPr lang="en-US" sz="3000" b="1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914400" y="7715250"/>
            <a:ext cx="164592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428750" y="7715250"/>
            <a:ext cx="15430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Basic</a:t>
            </a:r>
            <a:r>
              <a:rPr lang="en-US" sz="270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chỉ;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NAPT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TCP/UDP.</a:t>
            </a:r>
            <a:endParaRPr lang="en-US" sz="2700" dirty="0"/>
          </a:p>
        </p:txBody>
      </p:sp>
      <p:sp>
        <p:nvSpPr>
          <p:cNvPr id="27" name="Connector line-1792292186982-31110223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Text 3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0c9b1947-c4b1-41da-8d2a-9608f80f6a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-2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NAT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thay thế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75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tường</a:t>
            </a:r>
            <a:r>
              <a:rPr lang="en-US" sz="75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lửa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50"/>
              </a:lnSpc>
              <a:buNone/>
            </a:pPr>
            <a:r>
              <a:rPr lang="en-US" sz="75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5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-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75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5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428625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0" y="428625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46291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b="1" spc="2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17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t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34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4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34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3450" b="1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34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4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34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lực.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753600" y="46291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MỚI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753600" y="51435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t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4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</a:t>
            </a:r>
            <a:r>
              <a:rPr lang="en-US" sz="34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3450" b="1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34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phù</a:t>
            </a:r>
            <a:r>
              <a:rPr lang="en-US" sz="34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8820150" y="525780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8820150" y="525780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≠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14400" y="72771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7277100"/>
            <a:ext cx="1543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270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gián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đoạn.</a:t>
            </a:r>
            <a:endParaRPr lang="en-US" sz="2700" dirty="0"/>
          </a:p>
        </p:txBody>
      </p:sp>
      <p:sp>
        <p:nvSpPr>
          <p:cNvPr id="14" name="Connector line-1792292301130-91924450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f370349-5d71-49f6-b4d0-e346f141bf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0002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6480"/>
              </a:lnSpc>
              <a:buNone/>
            </a:pP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60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TCP</a:t>
            </a:r>
            <a:r>
              <a:rPr lang="en-US" sz="60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0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203.0.113.10:62002</a:t>
            </a:r>
            <a:r>
              <a:rPr lang="en-US" sz="60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0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0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6480"/>
              </a:lnSpc>
              <a:buNone/>
            </a:pPr>
            <a:r>
              <a:rPr lang="en-US" sz="60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0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B?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4953000" cy="2667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5" name="Shape 3"/>
          <p:cNvSpPr/>
          <p:nvPr/>
        </p:nvSpPr>
        <p:spPr>
          <a:xfrm>
            <a:off x="6667500" y="4191000"/>
            <a:ext cx="4953000" cy="2667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6" name="Shape 4"/>
          <p:cNvSpPr/>
          <p:nvPr/>
        </p:nvSpPr>
        <p:spPr>
          <a:xfrm>
            <a:off x="12420600" y="4191000"/>
            <a:ext cx="4953000" cy="2667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7" name="Shape 5"/>
          <p:cNvSpPr/>
          <p:nvPr/>
        </p:nvSpPr>
        <p:spPr>
          <a:xfrm>
            <a:off x="1295400" y="4533900"/>
            <a:ext cx="723900" cy="723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5339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048500" y="4533900"/>
            <a:ext cx="723900" cy="723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7048500" y="45339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12801600" y="4533900"/>
            <a:ext cx="723900" cy="723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0" y="45339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295400" y="5486400"/>
            <a:ext cx="4191000" cy="12382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203.0.113.10:62002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7048500" y="5486400"/>
            <a:ext cx="4191000" cy="12382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xạ: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62002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12801600" y="5486400"/>
            <a:ext cx="4191000" cy="123825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10.0.0.3:50000</a:t>
            </a:r>
            <a:endParaRPr lang="en-US" sz="2850" dirty="0"/>
          </a:p>
        </p:txBody>
      </p:sp>
      <p:sp>
        <p:nvSpPr>
          <p:cNvPr id="16" name="Connector line-1792292326324-86016096"/>
          <p:cNvSpPr/>
          <p:nvPr/>
        </p:nvSpPr>
        <p:spPr>
          <a:xfrm>
            <a:off x="5962650" y="5524500"/>
            <a:ext cx="6096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292326324-326023833"/>
          <p:cNvSpPr/>
          <p:nvPr/>
        </p:nvSpPr>
        <p:spPr>
          <a:xfrm>
            <a:off x="11715750" y="5524500"/>
            <a:ext cx="6096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4400" y="7429500"/>
            <a:ext cx="16459200" cy="1428750"/>
          </a:xfrm>
          <a:prstGeom prst="roundRect">
            <a:avLst>
              <a:gd name="adj" fmla="val 32000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428750" y="76771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428750" y="8096250"/>
            <a:ext cx="1543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B: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330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33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3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10.0.0.3:50000.</a:t>
            </a:r>
            <a:endParaRPr lang="en-US" sz="3300" dirty="0"/>
          </a:p>
        </p:txBody>
      </p:sp>
      <p:sp>
        <p:nvSpPr>
          <p:cNvPr id="21" name="Connector line-1792292326330-67596468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b2e0738-44c5-4a7a-884a-96fd451fe0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5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2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52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525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2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5250" dirty="0"/>
          </a:p>
        </p:txBody>
      </p:sp>
      <p:sp>
        <p:nvSpPr>
          <p:cNvPr id="4" name="Text 2"/>
          <p:cNvSpPr/>
          <p:nvPr/>
        </p:nvSpPr>
        <p:spPr>
          <a:xfrm>
            <a:off x="914400" y="2419350"/>
            <a:ext cx="190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9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NAT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2857500" y="2400300"/>
            <a:ext cx="838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Address</a:t>
            </a: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Translation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857500" y="272415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mạng:</a:t>
            </a: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250" dirty="0"/>
          </a:p>
        </p:txBody>
      </p:sp>
      <p:sp>
        <p:nvSpPr>
          <p:cNvPr id="7" name="Connector line-1792292368035-373414953"/>
          <p:cNvSpPr/>
          <p:nvPr/>
        </p:nvSpPr>
        <p:spPr>
          <a:xfrm>
            <a:off x="914400" y="3181350"/>
            <a:ext cx="10325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914400" y="3238500"/>
            <a:ext cx="190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NAPT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2857500" y="3219450"/>
            <a:ext cx="838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Address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Translation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857500" y="354330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250" dirty="0"/>
          </a:p>
        </p:txBody>
      </p:sp>
      <p:sp>
        <p:nvSpPr>
          <p:cNvPr id="11" name="Connector line-1792292368041-863593090"/>
          <p:cNvSpPr/>
          <p:nvPr/>
        </p:nvSpPr>
        <p:spPr>
          <a:xfrm>
            <a:off x="914400" y="4000500"/>
            <a:ext cx="10325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914400" y="4057650"/>
            <a:ext cx="190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857500" y="4038600"/>
            <a:ext cx="838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57500" y="436245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Internet:</a:t>
            </a: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2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chỉ,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250" dirty="0"/>
          </a:p>
        </p:txBody>
      </p:sp>
      <p:sp>
        <p:nvSpPr>
          <p:cNvPr id="15" name="Connector line-1792292368047-722691773"/>
          <p:cNvSpPr/>
          <p:nvPr/>
        </p:nvSpPr>
        <p:spPr>
          <a:xfrm>
            <a:off x="914400" y="4819650"/>
            <a:ext cx="10325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914400" y="4876800"/>
            <a:ext cx="190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IPv4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2857500" y="4857750"/>
            <a:ext cx="838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857500" y="518160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IP:</a:t>
            </a:r>
            <a:r>
              <a:rPr lang="en-US" sz="225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250" dirty="0"/>
          </a:p>
        </p:txBody>
      </p:sp>
      <p:sp>
        <p:nvSpPr>
          <p:cNvPr id="19" name="Connector line-1792292368054-958899053"/>
          <p:cNvSpPr/>
          <p:nvPr/>
        </p:nvSpPr>
        <p:spPr>
          <a:xfrm>
            <a:off x="914400" y="5638800"/>
            <a:ext cx="10325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14400" y="5695950"/>
            <a:ext cx="190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3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2857500" y="5676900"/>
            <a:ext cx="838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Transmission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857500" y="600075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truyền:</a:t>
            </a:r>
            <a:r>
              <a:rPr lang="en-US" sz="225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2250" dirty="0"/>
          </a:p>
        </p:txBody>
      </p:sp>
      <p:sp>
        <p:nvSpPr>
          <p:cNvPr id="23" name="Connector line-1792292368060-329458209"/>
          <p:cNvSpPr/>
          <p:nvPr/>
        </p:nvSpPr>
        <p:spPr>
          <a:xfrm>
            <a:off x="914400" y="6457950"/>
            <a:ext cx="10325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14400" y="6515100"/>
            <a:ext cx="190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UDP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2857500" y="6496050"/>
            <a:ext cx="838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User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Datagram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857500" y="681990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giản,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250" dirty="0"/>
          </a:p>
        </p:txBody>
      </p:sp>
      <p:sp>
        <p:nvSpPr>
          <p:cNvPr id="27" name="Connector line-1792292368066-903783947"/>
          <p:cNvSpPr/>
          <p:nvPr/>
        </p:nvSpPr>
        <p:spPr>
          <a:xfrm>
            <a:off x="914400" y="7277100"/>
            <a:ext cx="103251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14400" y="7334250"/>
            <a:ext cx="190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3300" dirty="0"/>
          </a:p>
        </p:txBody>
      </p:sp>
      <p:sp>
        <p:nvSpPr>
          <p:cNvPr id="29" name="Text 27"/>
          <p:cNvSpPr/>
          <p:nvPr/>
        </p:nvSpPr>
        <p:spPr>
          <a:xfrm>
            <a:off x="2857500" y="7315200"/>
            <a:ext cx="838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 Locator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857500" y="763905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11811000" y="2381250"/>
            <a:ext cx="5562600" cy="5734050"/>
          </a:xfrm>
          <a:prstGeom prst="roundRect">
            <a:avLst>
              <a:gd name="adj" fmla="val 4795"/>
            </a:avLst>
          </a:prstGeom>
          <a:solidFill>
            <a:srgbClr val="1E212B"/>
          </a:solidFill>
          <a:ln/>
        </p:spPr>
      </p:sp>
      <p:sp>
        <p:nvSpPr>
          <p:cNvPr id="32" name="Text 30"/>
          <p:cNvSpPr/>
          <p:nvPr/>
        </p:nvSpPr>
        <p:spPr>
          <a:xfrm>
            <a:off x="12153900" y="26860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153900" y="3200400"/>
            <a:ext cx="4876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12153900" y="3543300"/>
            <a:ext cx="4876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19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2153900" y="4152900"/>
            <a:ext cx="4876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3022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§2–2.2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2153900" y="4495800"/>
            <a:ext cx="4876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Basic</a:t>
            </a:r>
            <a:r>
              <a:rPr lang="en-US" sz="19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NAPT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12153900" y="5105400"/>
            <a:ext cx="4876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1918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2153900" y="5448300"/>
            <a:ext cx="4876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2153900" y="6057900"/>
            <a:ext cx="4876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5737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2153900" y="6400800"/>
            <a:ext cx="4876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2153900" y="7010400"/>
            <a:ext cx="4876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4864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§2.2</a:t>
            </a:r>
            <a:endParaRPr lang="en-US" sz="2250" dirty="0"/>
          </a:p>
        </p:txBody>
      </p:sp>
      <p:sp>
        <p:nvSpPr>
          <p:cNvPr id="42" name="Text 40"/>
          <p:cNvSpPr/>
          <p:nvPr/>
        </p:nvSpPr>
        <p:spPr>
          <a:xfrm>
            <a:off x="12153900" y="7353300"/>
            <a:ext cx="4876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NAT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914400" y="8477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 IP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 cho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 không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44" name="Connector line-1792292368092-70040543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Text 5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57" name="Shape 5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8" name="Moda image moda-export-watermark-928eb04b-0313-4435-a2fd-db36975bef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2026-10-18T05:33:59Z</dcterms:created>
  <dcterms:modified xsi:type="dcterms:W3CDTF">2026-10-18T05:33:59Z</dcterms:modified>
</cp:coreProperties>
</file>