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20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21717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ninh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nhập môn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7719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CIA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thủ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 bản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66725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8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850" dirty="0"/>
          </a:p>
        </p:txBody>
      </p:sp>
      <p:sp>
        <p:nvSpPr>
          <p:cNvPr id="6" name="Connector line-1792338490927-283651555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Bí</a:t>
            </a:r>
            <a:r>
              <a:rPr lang="en-US" sz="42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800" dirty="0" spc="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Toàn</a:t>
            </a:r>
            <a:r>
              <a:rPr lang="en-US" sz="4200" dirty="0" spc="-2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vẹn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24815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Sẵn</a:t>
            </a:r>
            <a:r>
              <a:rPr lang="en-US" sz="42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sàng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5819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cần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763250" y="23812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650" b="1" spc="21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CIA</a:t>
            </a:r>
            <a:endParaRPr lang="en-US" sz="1650" dirty="0"/>
          </a:p>
        </p:txBody>
      </p:sp>
      <p:sp>
        <p:nvSpPr>
          <p:cNvPr id="15" name="Connector line-1792338490950-407257348"/>
          <p:cNvSpPr/>
          <p:nvPr/>
        </p:nvSpPr>
        <p:spPr>
          <a:xfrm flipH="1">
            <a:off x="11811000" y="3619500"/>
            <a:ext cx="2286000" cy="2571750"/>
          </a:xfrm>
          <a:prstGeom prst="line">
            <a:avLst/>
          </a:prstGeom>
          <a:noFill/>
          <a:ln w="47625">
            <a:solidFill>
              <a:srgbClr val="4A4E5C"/>
            </a:solidFill>
            <a:prstDash val="solid"/>
            <a:headEnd type="none"/>
            <a:tailEnd type="none"/>
          </a:ln>
        </p:spPr>
      </p:sp>
      <p:sp>
        <p:nvSpPr>
          <p:cNvPr id="16" name="Connector line-1792338490950-335348197"/>
          <p:cNvSpPr/>
          <p:nvPr/>
        </p:nvSpPr>
        <p:spPr>
          <a:xfrm>
            <a:off x="14097000" y="3619500"/>
            <a:ext cx="2286000" cy="2571750"/>
          </a:xfrm>
          <a:prstGeom prst="line">
            <a:avLst/>
          </a:prstGeom>
          <a:noFill/>
          <a:ln w="47625">
            <a:solidFill>
              <a:srgbClr val="4A4E5C"/>
            </a:solidFill>
            <a:prstDash val="solid"/>
            <a:headEnd type="none"/>
            <a:tailEnd type="none"/>
          </a:ln>
        </p:spPr>
      </p:sp>
      <p:sp>
        <p:nvSpPr>
          <p:cNvPr id="17" name="Connector line-1792338490951-887757285"/>
          <p:cNvSpPr/>
          <p:nvPr/>
        </p:nvSpPr>
        <p:spPr>
          <a:xfrm>
            <a:off x="11811000" y="6191250"/>
            <a:ext cx="4572000" cy="0"/>
          </a:xfrm>
          <a:prstGeom prst="line">
            <a:avLst/>
          </a:prstGeom>
          <a:noFill/>
          <a:ln w="47625">
            <a:solidFill>
              <a:srgbClr val="4A4E5C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3506450" y="3028950"/>
            <a:ext cx="1181100" cy="1181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11220450" y="5600700"/>
            <a:ext cx="1181100" cy="1181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15792450" y="5600700"/>
            <a:ext cx="1181100" cy="1181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14916150" y="3295650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22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4916150" y="3714750"/>
            <a:ext cx="2514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confidentiality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668000" y="69342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2250" b="1" dirty="0" spc="-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0668000" y="7353300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integrity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5240000" y="69342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Sẵn</a:t>
            </a:r>
            <a:r>
              <a:rPr lang="en-US" sz="22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5240000" y="7353300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availability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0ede879-2bf9-4eea-8736-c097dc4f6b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25717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81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81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 thủ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hai</a:t>
            </a:r>
            <a:r>
              <a:rPr lang="en-US" sz="27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5619750"/>
            <a:ext cx="7239000" cy="2952750"/>
          </a:xfrm>
          <a:prstGeom prst="roundRect">
            <a:avLst>
              <a:gd name="adj" fmla="val 9032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59626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650" b="1" spc="23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6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b="1" spc="22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b="1" spc="22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1650" dirty="0"/>
          </a:p>
        </p:txBody>
      </p:sp>
      <p:sp>
        <p:nvSpPr>
          <p:cNvPr id="7" name="Text richtext-1792338520292-410382214"/>
          <p:cNvSpPr/>
          <p:nvPr/>
        </p:nvSpPr>
        <p:spPr>
          <a:xfrm>
            <a:off x="1333500" y="6438900"/>
            <a:ext cx="6477000" cy="1809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lời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40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 nghiệm nhỏ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572500" y="914400"/>
            <a:ext cx="8801100" cy="7905750"/>
          </a:xfrm>
          <a:prstGeom prst="roundRect">
            <a:avLst>
              <a:gd name="adj" fmla="val 38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53500" y="1333500"/>
            <a:ext cx="8039100" cy="1905000"/>
          </a:xfrm>
          <a:prstGeom prst="roundRect">
            <a:avLst>
              <a:gd name="adj" fmla="val 13000"/>
            </a:avLst>
          </a:prstGeom>
          <a:solidFill>
            <a:srgbClr val="DDE3FA"/>
          </a:solidFill>
          <a:ln/>
        </p:spPr>
      </p:sp>
      <p:sp>
        <p:nvSpPr>
          <p:cNvPr id="10" name="Text 8"/>
          <p:cNvSpPr/>
          <p:nvPr/>
        </p:nvSpPr>
        <p:spPr>
          <a:xfrm>
            <a:off x="9391650" y="16764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0858500" y="1562100"/>
            <a:ext cx="5905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30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858500" y="2057400"/>
            <a:ext cx="590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confidentiality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858500" y="24955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8953500" y="3429000"/>
            <a:ext cx="8039100" cy="1905000"/>
          </a:xfrm>
          <a:prstGeom prst="roundRect">
            <a:avLst>
              <a:gd name="adj" fmla="val 13000"/>
            </a:avLst>
          </a:prstGeom>
          <a:solidFill>
            <a:srgbClr val="F3DFB8"/>
          </a:solidFill>
          <a:ln/>
        </p:spPr>
      </p:sp>
      <p:sp>
        <p:nvSpPr>
          <p:cNvPr id="15" name="Text 13"/>
          <p:cNvSpPr/>
          <p:nvPr/>
        </p:nvSpPr>
        <p:spPr>
          <a:xfrm>
            <a:off x="9391650" y="37719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0858500" y="3657600"/>
            <a:ext cx="5905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8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3000" b="1" dirty="0" spc="-2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0858500" y="4152900"/>
            <a:ext cx="590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integrity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858500" y="45910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8953500" y="5524500"/>
            <a:ext cx="8039100" cy="1905000"/>
          </a:xfrm>
          <a:prstGeom prst="roundRect">
            <a:avLst>
              <a:gd name="adj" fmla="val 13000"/>
            </a:avLst>
          </a:prstGeom>
          <a:solidFill>
            <a:srgbClr val="CFE8E2"/>
          </a:solidFill>
          <a:ln/>
        </p:spPr>
      </p:sp>
      <p:sp>
        <p:nvSpPr>
          <p:cNvPr id="20" name="Text 18"/>
          <p:cNvSpPr/>
          <p:nvPr/>
        </p:nvSpPr>
        <p:spPr>
          <a:xfrm>
            <a:off x="9391650" y="58674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-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10858500" y="5753100"/>
            <a:ext cx="5905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Sẵn</a:t>
            </a:r>
            <a:r>
              <a:rPr lang="en-US" sz="30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0858500" y="6248400"/>
            <a:ext cx="590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858500" y="66865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8953500" y="7867650"/>
            <a:ext cx="8039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CIA:</a:t>
            </a:r>
            <a:r>
              <a:rPr lang="en-US" sz="18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Confidentiality</a:t>
            </a:r>
            <a:r>
              <a:rPr lang="en-US" sz="18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Integrity</a:t>
            </a:r>
            <a:r>
              <a:rPr lang="en-US" sz="18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Availability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53500" y="8229600"/>
            <a:ext cx="803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6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chữ viết</a:t>
            </a: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650" dirty="0"/>
          </a:p>
        </p:txBody>
      </p:sp>
      <p:sp>
        <p:nvSpPr>
          <p:cNvPr id="26" name="Connector line-1792338520348-40606923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99e8c0a2-3762-47fd-bfb6-700739ff7c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800" b="1" spc="28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/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74676" rIns="0" bIns="-74676" rtlCol="0" anchor="t"/>
          <a:lstStyle/>
          <a:p>
            <a:pPr algn="l" indent="0" marL="0">
              <a:lnSpc>
                <a:spcPts val="8736"/>
              </a:lnSpc>
              <a:buNone/>
            </a:pPr>
            <a:r>
              <a:rPr lang="en-US" sz="8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Bí</a:t>
            </a:r>
            <a:r>
              <a:rPr lang="en-US" sz="8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850" dirty="0" spc="9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1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850" dirty="0" spc="-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850" dirty="0" spc="7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850" dirty="0" spc="1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850" dirty="0" spc="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850" dirty="0" spc="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4191000"/>
            <a:ext cx="72390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45339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33500" y="5010150"/>
            <a:ext cx="5524500" cy="133350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33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lương</a:t>
            </a:r>
            <a:r>
              <a:rPr lang="en-US" sz="33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3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3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33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lọt</a:t>
            </a:r>
            <a:r>
              <a:rPr lang="en-US" sz="330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3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ngoài.</a:t>
            </a:r>
            <a:endParaRPr lang="en-US" sz="3300" dirty="0"/>
          </a:p>
        </p:txBody>
      </p:sp>
      <p:sp>
        <p:nvSpPr>
          <p:cNvPr id="8" name="Connector line-1792338798882-772877649"/>
          <p:cNvSpPr/>
          <p:nvPr/>
        </p:nvSpPr>
        <p:spPr>
          <a:xfrm>
            <a:off x="2095500" y="7620000"/>
            <a:ext cx="2019300" cy="0"/>
          </a:xfrm>
          <a:prstGeom prst="line">
            <a:avLst/>
          </a:prstGeom>
          <a:noFill/>
          <a:ln w="28575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9" name="Connector line-1792338798882-502924669"/>
          <p:cNvSpPr/>
          <p:nvPr/>
        </p:nvSpPr>
        <p:spPr>
          <a:xfrm>
            <a:off x="4953000" y="7620000"/>
            <a:ext cx="2019300" cy="0"/>
          </a:xfrm>
          <a:prstGeom prst="line">
            <a:avLst/>
          </a:prstGeom>
          <a:noFill/>
          <a:ln w="28575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257300" y="72009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4114800" y="72009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3810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6972300" y="72009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3810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723900" y="81915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18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81400" y="81915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4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Toàn</a:t>
            </a:r>
            <a:r>
              <a:rPr lang="en-US" sz="1800" dirty="0" spc="-1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vẹn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38900" y="81915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Sẵn</a:t>
            </a:r>
            <a:r>
              <a:rPr lang="en-US" sz="180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sàng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572500" y="914400"/>
            <a:ext cx="8801100" cy="7905750"/>
          </a:xfrm>
          <a:prstGeom prst="roundRect">
            <a:avLst>
              <a:gd name="adj" fmla="val 3855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53500" y="1276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650" b="1" spc="18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6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953500" y="1809750"/>
            <a:ext cx="8039100" cy="2000250"/>
          </a:xfrm>
          <a:prstGeom prst="roundRect">
            <a:avLst>
              <a:gd name="adj" fmla="val 11429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58300" y="21336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172700" y="2152650"/>
            <a:ext cx="447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4954250" y="2171700"/>
            <a:ext cx="1809750" cy="419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165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sd-14-002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172700" y="2762250"/>
            <a:ext cx="657225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8953500" y="4038600"/>
            <a:ext cx="8039100" cy="2000250"/>
          </a:xfrm>
          <a:prstGeom prst="roundRect">
            <a:avLst>
              <a:gd name="adj" fmla="val 11429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58300" y="43624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172700" y="4381500"/>
            <a:ext cx="447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4954250" y="4400550"/>
            <a:ext cx="1809750" cy="419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 sd-14-004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172700" y="4991100"/>
            <a:ext cx="657225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225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2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8953500" y="6267450"/>
            <a:ext cx="8039100" cy="2000250"/>
          </a:xfrm>
          <a:prstGeom prst="roundRect">
            <a:avLst>
              <a:gd name="adj" fmla="val 11429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8300" y="65913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0172700" y="661035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700" b="1" dirty="0" spc="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14954250" y="6629400"/>
            <a:ext cx="1809750" cy="419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165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sd-14-003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0172700" y="7219950"/>
            <a:ext cx="657225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22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2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2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2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250" dirty="0"/>
          </a:p>
        </p:txBody>
      </p:sp>
      <p:sp>
        <p:nvSpPr>
          <p:cNvPr id="33" name="Connector line-1792338798927-316324111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a69c5aec-ca6d-460a-b8f9-cbd04e3153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80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74676" rIns="0" bIns="-74676" rtlCol="0" anchor="t"/>
          <a:lstStyle/>
          <a:p>
            <a:pPr algn="l" indent="0" marL="0">
              <a:lnSpc>
                <a:spcPts val="8736"/>
              </a:lnSpc>
              <a:buNone/>
            </a:pPr>
            <a:r>
              <a:rPr lang="en-US" sz="8400" dirty="0" spc="-1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Toàn</a:t>
            </a:r>
            <a:r>
              <a:rPr lang="en-US" sz="84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vẹn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5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2850" dirty="0" spc="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850" dirty="0" spc="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850" dirty="0" spc="15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850" dirty="0" spc="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85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850" dirty="0" spc="-1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285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2850" dirty="0" spc="9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4191000"/>
            <a:ext cx="7239000" cy="2000250"/>
          </a:xfrm>
          <a:prstGeom prst="roundRect">
            <a:avLst>
              <a:gd name="adj" fmla="val 13333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45148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r>
              <a:rPr lang="en-US" sz="16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33500" y="4953000"/>
            <a:ext cx="64008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 USD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900 USD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6419850"/>
            <a:ext cx="7239000" cy="2400300"/>
          </a:xfrm>
          <a:prstGeom prst="roundRect">
            <a:avLst>
              <a:gd name="adj" fmla="val 11111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67437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BIỆN</a:t>
            </a:r>
            <a:r>
              <a:rPr lang="en-US" sz="16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endParaRPr lang="en-US" sz="1650" dirty="0"/>
          </a:p>
        </p:txBody>
      </p:sp>
      <p:sp>
        <p:nvSpPr>
          <p:cNvPr id="10" name="Text richtext-1792338938116-62698842"/>
          <p:cNvSpPr/>
          <p:nvPr/>
        </p:nvSpPr>
        <p:spPr>
          <a:xfrm>
            <a:off x="1333500" y="7181850"/>
            <a:ext cx="6477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HMAC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sd-14-015)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572500" y="914400"/>
            <a:ext cx="8801100" cy="7905750"/>
          </a:xfrm>
          <a:prstGeom prst="roundRect">
            <a:avLst>
              <a:gd name="adj" fmla="val 38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53500" y="1276350"/>
            <a:ext cx="803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THÍ</a:t>
            </a: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65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r>
              <a:rPr lang="en-US" sz="1650" b="1" spc="21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650" b="1" spc="1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163300" y="1695450"/>
            <a:ext cx="3619500" cy="800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USD</a:t>
            </a:r>
            <a:endParaRPr lang="en-US" sz="2700" dirty="0"/>
          </a:p>
        </p:txBody>
      </p:sp>
      <p:sp>
        <p:nvSpPr>
          <p:cNvPr id="14" name="Connector line-1792338938141-633901913"/>
          <p:cNvSpPr/>
          <p:nvPr/>
        </p:nvSpPr>
        <p:spPr>
          <a:xfrm>
            <a:off x="12973050" y="2495550"/>
            <a:ext cx="0" cy="7429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5" name="Connector line-1792338938141-664597140"/>
          <p:cNvSpPr/>
          <p:nvPr/>
        </p:nvSpPr>
        <p:spPr>
          <a:xfrm>
            <a:off x="10915650" y="3238500"/>
            <a:ext cx="41148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6" name="Connector line-1792338938142-258790765"/>
          <p:cNvSpPr/>
          <p:nvPr/>
        </p:nvSpPr>
        <p:spPr>
          <a:xfrm>
            <a:off x="10915650" y="3238500"/>
            <a:ext cx="0" cy="4762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38938142-380032722"/>
          <p:cNvSpPr/>
          <p:nvPr/>
        </p:nvSpPr>
        <p:spPr>
          <a:xfrm>
            <a:off x="15030450" y="3238500"/>
            <a:ext cx="0" cy="4762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3182600" y="2533650"/>
            <a:ext cx="381000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4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Kẻ</a:t>
            </a:r>
            <a:r>
              <a:rPr lang="en-US" sz="1800" dirty="0" spc="-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tấn</a:t>
            </a:r>
            <a:r>
              <a:rPr lang="en-US" sz="1800" dirty="0" spc="-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1800" dirty="0" spc="-6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lật</a:t>
            </a:r>
            <a:r>
              <a:rPr lang="en-US" sz="1800" dirty="0" spc="0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800" dirty="0" spc="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bit:</a:t>
            </a:r>
            <a:r>
              <a:rPr lang="en-US" sz="1800" dirty="0" spc="0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800" dirty="0" spc="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1800" dirty="0" spc="0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9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53500" y="3771900"/>
            <a:ext cx="3924300" cy="2362200"/>
          </a:xfrm>
          <a:prstGeom prst="roundRect">
            <a:avLst>
              <a:gd name="adj" fmla="val 9677"/>
            </a:avLst>
          </a:prstGeom>
          <a:solidFill>
            <a:srgbClr val="F8D9D0"/>
          </a:solidFill>
          <a:ln/>
        </p:spPr>
      </p:sp>
      <p:sp>
        <p:nvSpPr>
          <p:cNvPr id="20" name="Text 18"/>
          <p:cNvSpPr/>
          <p:nvPr/>
        </p:nvSpPr>
        <p:spPr>
          <a:xfrm>
            <a:off x="9220200" y="398145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AES-CTR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220200" y="44196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220200" y="5048250"/>
            <a:ext cx="342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</a:t>
            </a:r>
            <a:r>
              <a:rPr lang="en-US" sz="25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900</a:t>
            </a:r>
            <a:r>
              <a:rPr lang="en-US" sz="25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USD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220200" y="554355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không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3068300" y="3771900"/>
            <a:ext cx="3924300" cy="2362200"/>
          </a:xfrm>
          <a:prstGeom prst="roundRect">
            <a:avLst>
              <a:gd name="adj" fmla="val 9677"/>
            </a:avLst>
          </a:prstGeom>
          <a:solidFill>
            <a:srgbClr val="F3DFB8"/>
          </a:solidFill>
          <a:ln/>
        </p:spPr>
      </p:sp>
      <p:sp>
        <p:nvSpPr>
          <p:cNvPr id="25" name="Text 23"/>
          <p:cNvSpPr/>
          <p:nvPr/>
        </p:nvSpPr>
        <p:spPr>
          <a:xfrm>
            <a:off x="13335000" y="398145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AES-GCM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3335000" y="44196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335000" y="5048250"/>
            <a:ext cx="342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InvalidTag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3335000" y="554355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chối,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953500" y="6362700"/>
            <a:ext cx="8039100" cy="1390650"/>
          </a:xfrm>
          <a:prstGeom prst="roundRect">
            <a:avLst>
              <a:gd name="adj" fmla="val 16438"/>
            </a:avLst>
          </a:prstGeom>
          <a:solidFill>
            <a:srgbClr val="FBF8F2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58300" y="6553200"/>
            <a:ext cx="742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HMAC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258300" y="6953250"/>
            <a:ext cx="742950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100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1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chối,</a:t>
            </a:r>
            <a:r>
              <a:rPr lang="en-US" sz="21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8953500" y="7943850"/>
            <a:ext cx="803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bí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1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vẹn.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8953500" y="8382000"/>
            <a:ext cx="803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650" dirty="0"/>
          </a:p>
        </p:txBody>
      </p:sp>
      <p:sp>
        <p:nvSpPr>
          <p:cNvPr id="34" name="Connector line-1792338938170-98424869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e3e33226-546f-48ba-a844-c906eb0803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800" b="1" spc="28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74676" rIns="0" bIns="-74676" rtlCol="0" anchor="t"/>
          <a:lstStyle/>
          <a:p>
            <a:pPr algn="l" indent="0" marL="0">
              <a:lnSpc>
                <a:spcPts val="8736"/>
              </a:lnSpc>
              <a:buNone/>
            </a:pPr>
            <a:r>
              <a:rPr lang="en-US" sz="8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Sẵn</a:t>
            </a:r>
            <a:r>
              <a:rPr lang="en-US" sz="8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sàng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1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 được</a:t>
            </a:r>
            <a:r>
              <a:rPr lang="en-US" sz="2850" dirty="0" spc="-6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85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1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850" dirty="0" spc="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85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4191000"/>
            <a:ext cx="72390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45148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33500" y="49530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33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33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3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3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14400" y="6419850"/>
            <a:ext cx="7239000" cy="2400300"/>
          </a:xfrm>
          <a:prstGeom prst="roundRect">
            <a:avLst>
              <a:gd name="adj" fmla="val 1111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67437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BIỆN</a:t>
            </a:r>
            <a:r>
              <a:rPr lang="en-US" sz="16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endParaRPr lang="en-US" sz="1650" dirty="0"/>
          </a:p>
        </p:txBody>
      </p:sp>
      <p:sp>
        <p:nvSpPr>
          <p:cNvPr id="10" name="Text richtext-1792339062036-937672270"/>
          <p:cNvSpPr/>
          <p:nvPr/>
        </p:nvSpPr>
        <p:spPr>
          <a:xfrm>
            <a:off x="1333500" y="7181850"/>
            <a:ext cx="6477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 cho</a:t>
            </a:r>
            <a:r>
              <a:rPr lang="en-US" sz="24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572500" y="914400"/>
            <a:ext cx="8801100" cy="7905750"/>
          </a:xfrm>
          <a:prstGeom prst="roundRect">
            <a:avLst>
              <a:gd name="adj" fmla="val 3855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53500" y="1276350"/>
            <a:ext cx="803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THÍ</a:t>
            </a:r>
            <a:r>
              <a:rPr lang="en-US" sz="16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6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6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1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650" b="1" spc="21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SÀNG,</a:t>
            </a:r>
            <a:r>
              <a:rPr lang="en-US" sz="1650" b="1" spc="23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1650" b="1" spc="22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953500" y="1714500"/>
            <a:ext cx="80391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“máy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95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treo”</a:t>
            </a:r>
            <a:r>
              <a:rPr lang="en-US" sz="1950" dirty="0" spc="-2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lặng.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19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19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sau,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9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195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1950" dirty="0"/>
          </a:p>
        </p:txBody>
      </p:sp>
      <p:sp>
        <p:nvSpPr>
          <p:cNvPr id="14" name="Connector line-1792339062058-667000683"/>
          <p:cNvSpPr/>
          <p:nvPr/>
        </p:nvSpPr>
        <p:spPr>
          <a:xfrm>
            <a:off x="8953500" y="4095750"/>
            <a:ext cx="80391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5" name="Connector line-1792339062058-39009613"/>
          <p:cNvSpPr/>
          <p:nvPr/>
        </p:nvSpPr>
        <p:spPr>
          <a:xfrm>
            <a:off x="8953500" y="5429250"/>
            <a:ext cx="80391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8953500" y="3048000"/>
            <a:ext cx="609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9620250" y="3067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1800" dirty="0" spc="-2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một,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192000" y="3162300"/>
            <a:ext cx="3810000" cy="533400"/>
          </a:xfrm>
          <a:prstGeom prst="roundRect">
            <a:avLst>
              <a:gd name="adj" fmla="val 25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0/5</a:t>
            </a: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953500" y="4381500"/>
            <a:ext cx="609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620250" y="4343400"/>
            <a:ext cx="2495550" cy="9525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1800" dirty="0" spc="-2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một,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1,0</a:t>
            </a:r>
            <a:r>
              <a:rPr lang="en-US" sz="18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192000" y="4495800"/>
            <a:ext cx="2057400" cy="533400"/>
          </a:xfrm>
          <a:prstGeom prst="roundRect">
            <a:avLst>
              <a:gd name="adj" fmla="val 25000"/>
            </a:avLst>
          </a:prstGeom>
          <a:solidFill>
            <a:srgbClr val="3D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14401800" y="4610100"/>
            <a:ext cx="2762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5/5,</a:t>
            </a:r>
            <a:r>
              <a:rPr lang="en-US" sz="19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95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2,70</a:t>
            </a:r>
            <a:r>
              <a:rPr lang="en-US" sz="19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953500" y="5715000"/>
            <a:ext cx="609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9620250" y="5734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dirty="0" spc="-2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192000" y="5829300"/>
            <a:ext cx="57150" cy="533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12420600" y="5943600"/>
            <a:ext cx="419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5/5,</a:t>
            </a:r>
            <a:r>
              <a:rPr lang="en-US" sz="1950" b="1" dirty="0" spc="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19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0,01</a:t>
            </a:r>
            <a:r>
              <a:rPr lang="en-US" sz="19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1950" dirty="0"/>
          </a:p>
        </p:txBody>
      </p:sp>
      <p:sp>
        <p:nvSpPr>
          <p:cNvPr id="27" name="Connector line-1792339062074-677879592"/>
          <p:cNvSpPr/>
          <p:nvPr/>
        </p:nvSpPr>
        <p:spPr>
          <a:xfrm>
            <a:off x="12192000" y="6686550"/>
            <a:ext cx="3810000" cy="0"/>
          </a:xfrm>
          <a:prstGeom prst="line">
            <a:avLst/>
          </a:prstGeom>
          <a:noFill/>
          <a:ln w="19050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28" name="Connector line-1792339062074-520604342"/>
          <p:cNvSpPr/>
          <p:nvPr/>
        </p:nvSpPr>
        <p:spPr>
          <a:xfrm>
            <a:off x="12192000" y="6686550"/>
            <a:ext cx="0" cy="95250"/>
          </a:xfrm>
          <a:prstGeom prst="line">
            <a:avLst/>
          </a:prstGeom>
          <a:noFill/>
          <a:ln w="19050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1715750" y="6838950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1650" dirty="0"/>
          </a:p>
        </p:txBody>
      </p:sp>
      <p:sp>
        <p:nvSpPr>
          <p:cNvPr id="30" name="Connector line-1792339062076-694349625"/>
          <p:cNvSpPr/>
          <p:nvPr/>
        </p:nvSpPr>
        <p:spPr>
          <a:xfrm>
            <a:off x="12954000" y="6686550"/>
            <a:ext cx="0" cy="95250"/>
          </a:xfrm>
          <a:prstGeom prst="line">
            <a:avLst/>
          </a:prstGeom>
          <a:noFill/>
          <a:ln w="19050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12477750" y="6838950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650" dirty="0"/>
          </a:p>
        </p:txBody>
      </p:sp>
      <p:sp>
        <p:nvSpPr>
          <p:cNvPr id="32" name="Connector line-1792339062077-603071682"/>
          <p:cNvSpPr/>
          <p:nvPr/>
        </p:nvSpPr>
        <p:spPr>
          <a:xfrm>
            <a:off x="13716000" y="6686550"/>
            <a:ext cx="0" cy="95250"/>
          </a:xfrm>
          <a:prstGeom prst="line">
            <a:avLst/>
          </a:prstGeom>
          <a:noFill/>
          <a:ln w="19050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3239750" y="6838950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650" dirty="0"/>
          </a:p>
        </p:txBody>
      </p:sp>
      <p:sp>
        <p:nvSpPr>
          <p:cNvPr id="34" name="Connector line-1792339062079-837154462"/>
          <p:cNvSpPr/>
          <p:nvPr/>
        </p:nvSpPr>
        <p:spPr>
          <a:xfrm>
            <a:off x="14478000" y="6686550"/>
            <a:ext cx="0" cy="95250"/>
          </a:xfrm>
          <a:prstGeom prst="line">
            <a:avLst/>
          </a:prstGeom>
          <a:noFill/>
          <a:ln w="19050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14001750" y="6838950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650" dirty="0"/>
          </a:p>
        </p:txBody>
      </p:sp>
      <p:sp>
        <p:nvSpPr>
          <p:cNvPr id="36" name="Connector line-1792339062080-765012785"/>
          <p:cNvSpPr/>
          <p:nvPr/>
        </p:nvSpPr>
        <p:spPr>
          <a:xfrm>
            <a:off x="15240000" y="6686550"/>
            <a:ext cx="0" cy="95250"/>
          </a:xfrm>
          <a:prstGeom prst="line">
            <a:avLst/>
          </a:prstGeom>
          <a:noFill/>
          <a:ln w="19050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14763750" y="6838950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650" dirty="0"/>
          </a:p>
        </p:txBody>
      </p:sp>
      <p:sp>
        <p:nvSpPr>
          <p:cNvPr id="38" name="Connector line-1792339062082-131852184"/>
          <p:cNvSpPr/>
          <p:nvPr/>
        </p:nvSpPr>
        <p:spPr>
          <a:xfrm>
            <a:off x="16002000" y="6686550"/>
            <a:ext cx="0" cy="95250"/>
          </a:xfrm>
          <a:prstGeom prst="line">
            <a:avLst/>
          </a:prstGeom>
          <a:noFill/>
          <a:ln w="19050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15525750" y="6838950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8953500" y="7429500"/>
            <a:ext cx="803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9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treo: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9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5/5,</a:t>
            </a:r>
            <a:r>
              <a:rPr lang="en-US" sz="19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0,01</a:t>
            </a:r>
            <a:r>
              <a:rPr lang="en-US" sz="19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8953500" y="7962900"/>
            <a:ext cx="8039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953500" y="8305800"/>
            <a:ext cx="8039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</a:t>
            </a:r>
            <a:r>
              <a:rPr lang="en-US" sz="1800" dirty="0" spc="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 không</a:t>
            </a:r>
            <a:r>
              <a:rPr lang="en-US" sz="1800" dirty="0" spc="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1800" dirty="0"/>
          </a:p>
        </p:txBody>
      </p:sp>
      <p:sp>
        <p:nvSpPr>
          <p:cNvPr id="43" name="Connector line-1792339062089-44050299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8" name="Shape 46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9" name="Shape 4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c1f97bfb-b38c-469a-8231-64d1c95924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MỐI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</a:t>
            </a:r>
            <a:r>
              <a:rPr lang="en-US" sz="1800" b="1" spc="28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74676" rIns="0" bIns="-74676" rtlCol="0" anchor="t"/>
          <a:lstStyle/>
          <a:p>
            <a:pPr algn="l" indent="0" marL="0">
              <a:lnSpc>
                <a:spcPts val="8736"/>
              </a:lnSpc>
              <a:buNone/>
            </a:pPr>
            <a:r>
              <a:rPr lang="en-US" sz="84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STRIDE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Mẹo</a:t>
            </a:r>
            <a:r>
              <a:rPr lang="en-US" sz="2850" dirty="0" spc="-5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850" dirty="0" spc="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sáu</a:t>
            </a:r>
            <a:r>
              <a:rPr lang="en-US" sz="2850" dirty="0" spc="-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2850" dirty="0" spc="-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mối</a:t>
            </a:r>
            <a:r>
              <a:rPr lang="en-US" sz="2850" dirty="0" spc="16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</a:t>
            </a:r>
            <a:r>
              <a:rPr lang="en-US" sz="2850" dirty="0" spc="-7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dọa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3600450"/>
            <a:ext cx="6096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mỗi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 tính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715000"/>
            <a:ext cx="7239000" cy="3105150"/>
          </a:xfrm>
          <a:prstGeom prst="roundRect">
            <a:avLst>
              <a:gd name="adj" fmla="val 8589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6038850"/>
            <a:ext cx="628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LỪA</a:t>
            </a:r>
            <a:r>
              <a:rPr lang="en-US" sz="1650" b="1" spc="1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16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(PHISHING)</a:t>
            </a:r>
            <a:endParaRPr lang="en-US" sz="1650" dirty="0"/>
          </a:p>
        </p:txBody>
      </p:sp>
      <p:sp>
        <p:nvSpPr>
          <p:cNvPr id="8" name="Text richtext-1792339384718-545422849"/>
          <p:cNvSpPr/>
          <p:nvPr/>
        </p:nvSpPr>
        <p:spPr>
          <a:xfrm>
            <a:off x="1333500" y="6496050"/>
            <a:ext cx="6477000" cy="2381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Nhắm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MDN, chỉ</a:t>
            </a:r>
            <a:r>
              <a:rPr lang="en-US" sz="24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passkey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Passkey: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sd-14-006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572500" y="914400"/>
            <a:ext cx="8801100" cy="7905750"/>
          </a:xfrm>
          <a:prstGeom prst="roundRect">
            <a:avLst>
              <a:gd name="adj" fmla="val 38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0" y="1219200"/>
            <a:ext cx="361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MỐI ĐE</a:t>
            </a:r>
            <a:r>
              <a:rPr lang="en-US" sz="165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001750" y="1219200"/>
            <a:ext cx="2990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</a:t>
            </a: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953500" y="1619250"/>
            <a:ext cx="3619500" cy="952500"/>
          </a:xfrm>
          <a:prstGeom prst="roundRect">
            <a:avLst>
              <a:gd name="adj" fmla="val 26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</a:t>
            </a:r>
            <a:r>
              <a:rPr lang="en-US" sz="240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400" dirty="0"/>
          </a:p>
        </p:txBody>
      </p:sp>
      <p:sp>
        <p:nvSpPr>
          <p:cNvPr id="13" name="Connector line-1792339384748-934802566"/>
          <p:cNvSpPr/>
          <p:nvPr/>
        </p:nvSpPr>
        <p:spPr>
          <a:xfrm>
            <a:off x="12744450" y="2095500"/>
            <a:ext cx="10858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4001750" y="1619250"/>
            <a:ext cx="2990850" cy="952500"/>
          </a:xfrm>
          <a:prstGeom prst="roundRect">
            <a:avLst>
              <a:gd name="adj" fmla="val 26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25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8953500" y="2762250"/>
            <a:ext cx="3619500" cy="952500"/>
          </a:xfrm>
          <a:prstGeom prst="roundRect">
            <a:avLst>
              <a:gd name="adj" fmla="val 26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400" b="1" dirty="0" spc="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</a:t>
            </a:r>
            <a:r>
              <a:rPr lang="en-US" sz="240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400" dirty="0"/>
          </a:p>
        </p:txBody>
      </p:sp>
      <p:sp>
        <p:nvSpPr>
          <p:cNvPr id="16" name="Connector line-1792339384752-808213567"/>
          <p:cNvSpPr/>
          <p:nvPr/>
        </p:nvSpPr>
        <p:spPr>
          <a:xfrm>
            <a:off x="12744450" y="3238500"/>
            <a:ext cx="10858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4001750" y="2762250"/>
            <a:ext cx="2990850" cy="952500"/>
          </a:xfrm>
          <a:prstGeom prst="roundRect">
            <a:avLst>
              <a:gd name="adj" fmla="val 26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2550" b="1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8953500" y="3905250"/>
            <a:ext cx="3619500" cy="952500"/>
          </a:xfrm>
          <a:prstGeom prst="roundRect">
            <a:avLst>
              <a:gd name="adj" fmla="val 26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4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4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400" dirty="0"/>
          </a:p>
        </p:txBody>
      </p:sp>
      <p:sp>
        <p:nvSpPr>
          <p:cNvPr id="19" name="Connector line-1792339384756-450408591"/>
          <p:cNvSpPr/>
          <p:nvPr/>
        </p:nvSpPr>
        <p:spPr>
          <a:xfrm>
            <a:off x="12744450" y="4381500"/>
            <a:ext cx="10858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4001750" y="3905250"/>
            <a:ext cx="2990850" cy="952500"/>
          </a:xfrm>
          <a:prstGeom prst="roundRect">
            <a:avLst>
              <a:gd name="adj" fmla="val 26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Sẵn</a:t>
            </a:r>
            <a:r>
              <a:rPr lang="en-US" sz="25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2550" dirty="0"/>
          </a:p>
        </p:txBody>
      </p:sp>
      <p:sp>
        <p:nvSpPr>
          <p:cNvPr id="21" name="Connector line-1792339384758-160722220"/>
          <p:cNvSpPr/>
          <p:nvPr/>
        </p:nvSpPr>
        <p:spPr>
          <a:xfrm>
            <a:off x="8953500" y="5238750"/>
            <a:ext cx="80391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8953500" y="5334000"/>
            <a:ext cx="8039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180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180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180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1800" dirty="0" spc="2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1800" dirty="0" spc="-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53500" y="5772150"/>
            <a:ext cx="3619500" cy="800100"/>
          </a:xfrm>
          <a:prstGeom prst="roundRect">
            <a:avLst>
              <a:gd name="adj" fmla="val 28571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2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mạo</a:t>
            </a:r>
            <a:endParaRPr lang="en-US" sz="2250" dirty="0"/>
          </a:p>
        </p:txBody>
      </p:sp>
      <p:sp>
        <p:nvSpPr>
          <p:cNvPr id="24" name="Connector line-1792339384763-926568867"/>
          <p:cNvSpPr/>
          <p:nvPr/>
        </p:nvSpPr>
        <p:spPr>
          <a:xfrm>
            <a:off x="12744450" y="6172200"/>
            <a:ext cx="10858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4001750" y="5772150"/>
            <a:ext cx="2990850" cy="800100"/>
          </a:xfrm>
          <a:prstGeom prst="roundRect">
            <a:avLst>
              <a:gd name="adj" fmla="val 28571"/>
            </a:avLst>
          </a:prstGeom>
          <a:solidFill>
            <a:srgbClr val="FBF8F2"/>
          </a:solidFill>
          <a:ln w="19050">
            <a:solidFill>
              <a:srgbClr val="6B6A6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Xác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8953500" y="6743700"/>
            <a:ext cx="3619500" cy="800100"/>
          </a:xfrm>
          <a:prstGeom prst="roundRect">
            <a:avLst>
              <a:gd name="adj" fmla="val 28571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Chối</a:t>
            </a:r>
            <a:r>
              <a:rPr lang="en-US" sz="22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2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vi</a:t>
            </a:r>
            <a:endParaRPr lang="en-US" sz="2250" dirty="0"/>
          </a:p>
        </p:txBody>
      </p:sp>
      <p:sp>
        <p:nvSpPr>
          <p:cNvPr id="27" name="Connector line-1792339384766-671389445"/>
          <p:cNvSpPr/>
          <p:nvPr/>
        </p:nvSpPr>
        <p:spPr>
          <a:xfrm>
            <a:off x="12744450" y="7143750"/>
            <a:ext cx="10858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4001750" y="6743700"/>
            <a:ext cx="2990850" cy="800100"/>
          </a:xfrm>
          <a:prstGeom prst="roundRect">
            <a:avLst>
              <a:gd name="adj" fmla="val 28571"/>
            </a:avLst>
          </a:prstGeom>
          <a:solidFill>
            <a:srgbClr val="FBF8F2"/>
          </a:solidFill>
          <a:ln w="19050">
            <a:solidFill>
              <a:srgbClr val="6B6A6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Nhật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2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vết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8953500" y="7715250"/>
            <a:ext cx="3619500" cy="800100"/>
          </a:xfrm>
          <a:prstGeom prst="roundRect">
            <a:avLst>
              <a:gd name="adj" fmla="val 28571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Nâng</a:t>
            </a:r>
            <a:r>
              <a:rPr lang="en-US" sz="2250" b="1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250" dirty="0"/>
          </a:p>
        </p:txBody>
      </p:sp>
      <p:sp>
        <p:nvSpPr>
          <p:cNvPr id="30" name="Connector line-1792339384770-79069164"/>
          <p:cNvSpPr/>
          <p:nvPr/>
        </p:nvSpPr>
        <p:spPr>
          <a:xfrm>
            <a:off x="12744450" y="8115300"/>
            <a:ext cx="10858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4001750" y="7715250"/>
            <a:ext cx="2990850" cy="800100"/>
          </a:xfrm>
          <a:prstGeom prst="roundRect">
            <a:avLst>
              <a:gd name="adj" fmla="val 28571"/>
            </a:avLst>
          </a:prstGeom>
          <a:solidFill>
            <a:srgbClr val="FBF8F2"/>
          </a:solidFill>
          <a:ln w="19050">
            <a:solidFill>
              <a:srgbClr val="6B6A6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</a:t>
            </a:r>
            <a:r>
              <a:rPr lang="en-US" sz="22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endParaRPr lang="en-US" sz="2250" dirty="0"/>
          </a:p>
        </p:txBody>
      </p:sp>
      <p:sp>
        <p:nvSpPr>
          <p:cNvPr id="32" name="Connector line-1792339384772-48531900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1c6b4ac9-aec2-4d79-a687-d80d1cc66a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PHÒNG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80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72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2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2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57800" cy="6096000"/>
          </a:xfrm>
          <a:prstGeom prst="roundRect">
            <a:avLst>
              <a:gd name="adj" fmla="val 507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067050"/>
            <a:ext cx="464820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Tường</a:t>
            </a:r>
            <a:r>
              <a:rPr lang="en-US" sz="24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19200" y="4095750"/>
            <a:ext cx="4648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650" dirty="0"/>
          </a:p>
        </p:txBody>
      </p:sp>
      <p:sp>
        <p:nvSpPr>
          <p:cNvPr id="7" name="Text richtext-1792363417754-65093351"/>
          <p:cNvSpPr/>
          <p:nvPr/>
        </p:nvSpPr>
        <p:spPr>
          <a:xfrm>
            <a:off x="1219200" y="4495800"/>
            <a:ext cx="46482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</a:t>
            </a:r>
            <a:r>
              <a:rPr lang="en-US" sz="25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Bớt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550" dirty="0"/>
          </a:p>
        </p:txBody>
      </p:sp>
      <p:sp>
        <p:nvSpPr>
          <p:cNvPr id="8" name="Connector line-1792363417772-652974461"/>
          <p:cNvSpPr/>
          <p:nvPr/>
        </p:nvSpPr>
        <p:spPr>
          <a:xfrm>
            <a:off x="1219200" y="6191250"/>
            <a:ext cx="46482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219200" y="6400800"/>
            <a:ext cx="4648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6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650" dirty="0"/>
          </a:p>
        </p:txBody>
      </p:sp>
      <p:sp>
        <p:nvSpPr>
          <p:cNvPr id="10" name="Text richtext-1792363417775-500260979"/>
          <p:cNvSpPr/>
          <p:nvPr/>
        </p:nvSpPr>
        <p:spPr>
          <a:xfrm>
            <a:off x="1219200" y="6800850"/>
            <a:ext cx="464820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 nó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bị làm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6515100" y="2762250"/>
            <a:ext cx="5257800" cy="6096000"/>
          </a:xfrm>
          <a:prstGeom prst="roundRect">
            <a:avLst>
              <a:gd name="adj" fmla="val 507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6819900" y="3067050"/>
            <a:ext cx="4648200" cy="685800"/>
          </a:xfrm>
          <a:prstGeom prst="roundRect">
            <a:avLst>
              <a:gd name="adj" fmla="val 50000"/>
            </a:avLst>
          </a:prstGeom>
          <a:solidFill>
            <a:srgbClr val="D8D3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diệt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virus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19900" y="4095750"/>
            <a:ext cx="4648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650" dirty="0"/>
          </a:p>
        </p:txBody>
      </p:sp>
      <p:sp>
        <p:nvSpPr>
          <p:cNvPr id="14" name="Text richtext-1792363417785-14723152"/>
          <p:cNvSpPr/>
          <p:nvPr/>
        </p:nvSpPr>
        <p:spPr>
          <a:xfrm>
            <a:off x="6819900" y="4495800"/>
            <a:ext cx="46482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phần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7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nên</a:t>
            </a:r>
            <a:r>
              <a:rPr lang="en-US" sz="2550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550" dirty="0"/>
          </a:p>
        </p:txBody>
      </p:sp>
      <p:sp>
        <p:nvSpPr>
          <p:cNvPr id="15" name="Connector line-1792363417789-597340028"/>
          <p:cNvSpPr/>
          <p:nvPr/>
        </p:nvSpPr>
        <p:spPr>
          <a:xfrm>
            <a:off x="6819900" y="6191250"/>
            <a:ext cx="46482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6819900" y="6400800"/>
            <a:ext cx="4648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6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650" dirty="0"/>
          </a:p>
        </p:txBody>
      </p:sp>
      <p:sp>
        <p:nvSpPr>
          <p:cNvPr id="17" name="Text richtext-1792363417792-831381423"/>
          <p:cNvSpPr/>
          <p:nvPr/>
        </p:nvSpPr>
        <p:spPr>
          <a:xfrm>
            <a:off x="6819900" y="6800850"/>
            <a:ext cx="46482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hiệu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100%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bổ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6819900" y="7962900"/>
            <a:ext cx="46482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 lệ</a:t>
            </a:r>
            <a:r>
              <a:rPr lang="en-US" sz="180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80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115800" y="2762250"/>
            <a:ext cx="5257800" cy="6096000"/>
          </a:xfrm>
          <a:prstGeom prst="roundRect">
            <a:avLst>
              <a:gd name="adj" fmla="val 5072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420600" y="3067050"/>
            <a:ext cx="46482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420600" y="4095750"/>
            <a:ext cx="4648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650" dirty="0"/>
          </a:p>
        </p:txBody>
      </p:sp>
      <p:sp>
        <p:nvSpPr>
          <p:cNvPr id="22" name="Text richtext-1792363417804-97193159"/>
          <p:cNvSpPr/>
          <p:nvPr/>
        </p:nvSpPr>
        <p:spPr>
          <a:xfrm>
            <a:off x="12420600" y="4495800"/>
            <a:ext cx="46482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23" name="Connector line-1792363417807-203024248"/>
          <p:cNvSpPr/>
          <p:nvPr/>
        </p:nvSpPr>
        <p:spPr>
          <a:xfrm>
            <a:off x="12420600" y="6191250"/>
            <a:ext cx="46482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2420600" y="6400800"/>
            <a:ext cx="4648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6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650" dirty="0"/>
          </a:p>
        </p:txBody>
      </p:sp>
      <p:sp>
        <p:nvSpPr>
          <p:cNvPr id="25" name="Text richtext-1792363417809-709233773"/>
          <p:cNvSpPr/>
          <p:nvPr/>
        </p:nvSpPr>
        <p:spPr>
          <a:xfrm>
            <a:off x="12420600" y="6800850"/>
            <a:ext cx="464820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1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giúp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550" dirty="0"/>
          </a:p>
        </p:txBody>
      </p:sp>
      <p:sp>
        <p:nvSpPr>
          <p:cNvPr id="26" name="Connector line-1792363417813-857010716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f1cdb295-c08a-4bb6-94ae-09378d59d7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21907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endParaRPr lang="en-US" sz="7200" dirty="0"/>
          </a:p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72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độc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làm hại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5143500"/>
            <a:ext cx="7239000" cy="3676650"/>
          </a:xfrm>
          <a:prstGeom prst="roundRect">
            <a:avLst>
              <a:gd name="adj" fmla="val 7254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5467350"/>
            <a:ext cx="6477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</a:t>
            </a:r>
            <a:r>
              <a:rPr lang="en-US" sz="1650" b="1" spc="22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1650" b="1" spc="21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650" b="1" spc="23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650" b="1" spc="20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1650" dirty="0"/>
          </a:p>
        </p:txBody>
      </p:sp>
      <p:sp>
        <p:nvSpPr>
          <p:cNvPr id="7" name="Text richtext-1792363476549-523225304"/>
          <p:cNvSpPr/>
          <p:nvPr/>
        </p:nvSpPr>
        <p:spPr>
          <a:xfrm>
            <a:off x="1333500" y="5924550"/>
            <a:ext cx="6477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quyền: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Chống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 trọn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572500" y="914400"/>
            <a:ext cx="8801100" cy="7905750"/>
          </a:xfrm>
          <a:prstGeom prst="roundRect">
            <a:avLst>
              <a:gd name="adj" fmla="val 38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53500" y="1219200"/>
            <a:ext cx="803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 ·</a:t>
            </a:r>
            <a:r>
              <a:rPr lang="en-US" sz="1650" b="1" spc="21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b="1" spc="1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525000" y="1619250"/>
            <a:ext cx="6896100" cy="1905000"/>
          </a:xfrm>
          <a:prstGeom prst="roundRect">
            <a:avLst>
              <a:gd name="adj" fmla="val 13000"/>
            </a:avLst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9800" y="1790700"/>
            <a:ext cx="628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BIỆN</a:t>
            </a:r>
            <a:r>
              <a:rPr lang="en-US" sz="165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829800" y="2133600"/>
            <a:ext cx="62865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829800" y="3067050"/>
            <a:ext cx="628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phổ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8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18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1800" dirty="0"/>
          </a:p>
        </p:txBody>
      </p:sp>
      <p:sp>
        <p:nvSpPr>
          <p:cNvPr id="14" name="Connector line-1792363476583-895847311"/>
          <p:cNvSpPr/>
          <p:nvPr/>
        </p:nvSpPr>
        <p:spPr>
          <a:xfrm>
            <a:off x="12973050" y="3524250"/>
            <a:ext cx="0" cy="99060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3277850" y="3771900"/>
            <a:ext cx="314325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47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Kẻ</a:t>
            </a:r>
            <a:r>
              <a:rPr lang="en-US" sz="1950" dirty="0" spc="-6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tấn</a:t>
            </a:r>
            <a:r>
              <a:rPr lang="en-US" sz="1950" dirty="0" spc="-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1950" dirty="0" spc="-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1950" dirty="0" spc="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1950" dirty="0" spc="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1950" dirty="0" spc="-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</a:t>
            </a:r>
            <a:r>
              <a:rPr lang="en-US" sz="1950" dirty="0" spc="-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sai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0" y="4591050"/>
            <a:ext cx="6896100" cy="1905000"/>
          </a:xfrm>
          <a:prstGeom prst="roundRect">
            <a:avLst>
              <a:gd name="adj" fmla="val 13000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4762500"/>
            <a:ext cx="628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650" b="1" spc="21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29800" y="5143500"/>
            <a:ext cx="628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829800" y="5848350"/>
            <a:ext cx="219075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4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1650" b="1" spc="138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650" b="1" spc="141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25000" y="6896100"/>
            <a:ext cx="6896100" cy="1619250"/>
          </a:xfrm>
          <a:prstGeom prst="roundRect">
            <a:avLst>
              <a:gd name="adj" fmla="val 15294"/>
            </a:avLst>
          </a:prstGeom>
          <a:solidFill>
            <a:srgbClr val="E8E0CF"/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7086600"/>
            <a:ext cx="628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650" b="1" spc="21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829800" y="7486650"/>
            <a:ext cx="62865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STRIDE,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LINDDUN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(MDN)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ASVS</a:t>
            </a:r>
            <a:r>
              <a:rPr lang="en-US" sz="21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(OWASP),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khác.</a:t>
            </a:r>
            <a:endParaRPr lang="en-US" sz="2100" dirty="0"/>
          </a:p>
        </p:txBody>
      </p:sp>
      <p:sp>
        <p:nvSpPr>
          <p:cNvPr id="23" name="Connector line-1792363476601-54640163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6d7137a5-ff42-41bf-b6ee-e17474116f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334500" cy="12382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9334500" cy="18669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cửa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 hóa mọi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hàng,</a:t>
            </a:r>
            <a:r>
              <a:rPr lang="en-US" sz="240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ngày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khuyến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mãi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4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4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được.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24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4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nào,</a:t>
            </a:r>
            <a:r>
              <a:rPr lang="en-US" sz="24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hỏng,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pháp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đâu?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4857750"/>
            <a:ext cx="9277350" cy="3962400"/>
          </a:xfrm>
          <a:prstGeom prst="roundRect">
            <a:avLst>
              <a:gd name="adj" fmla="val 769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5181600"/>
            <a:ext cx="838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650" b="1" spc="19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KHUYẾN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381250" y="5715000"/>
            <a:ext cx="1524000" cy="1524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 spc="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3600450" y="55435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33800" y="5695950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0" y="133350"/>
                </a:moveTo>
                <a:lnTo>
                  <a:pt x="114300" y="247650"/>
                </a:lnTo>
                <a:lnTo>
                  <a:pt x="304800" y="0"/>
                </a:lnTo>
              </a:path>
            </a:pathLst>
          </a:custGeom>
          <a:ln w="57150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8250" y="74485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2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38250" y="78676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00900" y="5715000"/>
            <a:ext cx="1524000" cy="1524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7200" dirty="0"/>
          </a:p>
        </p:txBody>
      </p:sp>
      <p:sp>
        <p:nvSpPr>
          <p:cNvPr id="13" name="Shape 11"/>
          <p:cNvSpPr/>
          <p:nvPr/>
        </p:nvSpPr>
        <p:spPr>
          <a:xfrm>
            <a:off x="8420100" y="55435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8572500" y="56959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0"/>
                </a:moveTo>
                <a:lnTo>
                  <a:pt x="266700" y="266700"/>
                </a:lnTo>
              </a:path>
            </a:pathLst>
          </a:custGeom>
          <a:ln w="571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72500" y="56959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700" y="0"/>
                </a:moveTo>
                <a:lnTo>
                  <a:pt x="0" y="266700"/>
                </a:lnTo>
              </a:path>
            </a:pathLst>
          </a:custGeom>
          <a:ln w="571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7900" y="74485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Sẵn</a:t>
            </a:r>
            <a:r>
              <a:rPr lang="en-US" sz="22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2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057900" y="7867650"/>
            <a:ext cx="3810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chậm,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668000" y="914400"/>
            <a:ext cx="6705600" cy="7905750"/>
          </a:xfrm>
          <a:prstGeom prst="roundRect">
            <a:avLst>
              <a:gd name="adj" fmla="val 4545"/>
            </a:avLst>
          </a:prstGeom>
          <a:solidFill>
            <a:srgbClr val="1F3FD1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25200" y="13716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96650" y="1562100"/>
            <a:ext cx="361950" cy="295275"/>
          </a:xfrm>
          <a:custGeom>
            <a:avLst/>
            <a:gdLst/>
            <a:ahLst/>
            <a:cxnLst/>
            <a:rect l="l" t="t" r="r" b="b"/>
            <a:pathLst>
              <a:path w="361950" h="295275">
                <a:moveTo>
                  <a:pt x="0" y="152400"/>
                </a:moveTo>
                <a:lnTo>
                  <a:pt x="142875" y="295275"/>
                </a:lnTo>
                <a:lnTo>
                  <a:pt x="361950" y="0"/>
                </a:lnTo>
              </a:path>
            </a:pathLst>
          </a:custGeom>
          <a:ln w="571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25200" y="23241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125200" y="2705100"/>
            <a:ext cx="5905500" cy="21907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Sẵn sàng</a:t>
            </a:r>
            <a:endParaRPr lang="en-US" sz="7200" dirty="0"/>
          </a:p>
          <a:p>
            <a:pPr algn="l" indent="0" marL="0">
              <a:lnSpc>
                <a:spcPts val="7488"/>
              </a:lnSpc>
              <a:buNone/>
            </a:pPr>
            <a:r>
              <a:rPr lang="en-US" sz="7200" dirty="0" spc="1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đang</a:t>
            </a:r>
            <a:r>
              <a:rPr lang="en-US" sz="720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endParaRPr lang="en-US" sz="7200" dirty="0"/>
          </a:p>
        </p:txBody>
      </p:sp>
      <p:sp>
        <p:nvSpPr>
          <p:cNvPr id="23" name="Text richtext-1792363513035-141663266"/>
          <p:cNvSpPr/>
          <p:nvPr/>
        </p:nvSpPr>
        <p:spPr>
          <a:xfrm>
            <a:off x="11125200" y="5219700"/>
            <a:ext cx="5905500" cy="3238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bí</a:t>
            </a:r>
            <a:r>
              <a:rPr lang="en-US" sz="240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mật,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40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40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400" dirty="0" spc="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độ,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chờ,</a:t>
            </a:r>
            <a:r>
              <a:rPr lang="en-US" sz="240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phòng.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240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0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công:</a:t>
            </a:r>
            <a:r>
              <a:rPr lang="en-US" sz="240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00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400" dirty="0"/>
          </a:p>
        </p:txBody>
      </p:sp>
      <p:sp>
        <p:nvSpPr>
          <p:cNvPr id="24" name="Connector line-1792363513046-6889051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0f7f1c73-ea2b-4b88-8370-be0abd72ff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485900"/>
            <a:ext cx="4000500" cy="1943100"/>
          </a:xfrm>
          <a:prstGeom prst="roundRect">
            <a:avLst>
              <a:gd name="adj" fmla="val 10784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695450"/>
            <a:ext cx="3543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21717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Confidentiality,</a:t>
            </a: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Integrity,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Availability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2876550"/>
            <a:ext cx="35433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16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mật,</a:t>
            </a:r>
            <a:r>
              <a:rPr lang="en-US" sz="16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6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vẹn,</a:t>
            </a:r>
            <a:r>
              <a:rPr lang="en-US" sz="16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 sàng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067300" y="1485900"/>
            <a:ext cx="4000500" cy="1943100"/>
          </a:xfrm>
          <a:prstGeom prst="roundRect">
            <a:avLst>
              <a:gd name="adj" fmla="val 10784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5295900" y="1695450"/>
            <a:ext cx="3543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USD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95900" y="21717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United</a:t>
            </a:r>
            <a:r>
              <a:rPr lang="en-US" sz="165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States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Dollar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295900" y="2876550"/>
            <a:ext cx="35433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đô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Mỹ,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16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220200" y="1485900"/>
            <a:ext cx="4000500" cy="1943100"/>
          </a:xfrm>
          <a:prstGeom prst="roundRect">
            <a:avLst>
              <a:gd name="adj" fmla="val 10784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448800" y="1695450"/>
            <a:ext cx="3543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HMAC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448800" y="21717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Hash-based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448800" y="2876550"/>
            <a:ext cx="35433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6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6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6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3373100" y="1485900"/>
            <a:ext cx="4000500" cy="1943100"/>
          </a:xfrm>
          <a:prstGeom prst="roundRect">
            <a:avLst>
              <a:gd name="adj" fmla="val 10784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3601700" y="1695450"/>
            <a:ext cx="3543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AES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601700" y="21717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Advanced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Encryption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601700" y="2876550"/>
            <a:ext cx="35433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khóa chung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14400" y="3581400"/>
            <a:ext cx="4000500" cy="1943100"/>
          </a:xfrm>
          <a:prstGeom prst="roundRect">
            <a:avLst>
              <a:gd name="adj" fmla="val 10784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3790950"/>
            <a:ext cx="3543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CTR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43000" y="42672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4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CounTeR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43000" y="4972050"/>
            <a:ext cx="35433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6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6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mật,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báo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6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6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5067300" y="3581400"/>
            <a:ext cx="4000500" cy="1943100"/>
          </a:xfrm>
          <a:prstGeom prst="roundRect">
            <a:avLst>
              <a:gd name="adj" fmla="val 10784"/>
            </a:avLst>
          </a:prstGeom>
          <a:solidFill>
            <a:srgbClr val="1E212B"/>
          </a:solidFill>
          <a:ln/>
        </p:spPr>
      </p:sp>
      <p:sp>
        <p:nvSpPr>
          <p:cNvPr id="24" name="Text 22"/>
          <p:cNvSpPr/>
          <p:nvPr/>
        </p:nvSpPr>
        <p:spPr>
          <a:xfrm>
            <a:off x="5295900" y="3790950"/>
            <a:ext cx="3543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GCM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295900" y="42672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Galois/Counter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295900" y="4972050"/>
            <a:ext cx="35433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16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kiểm:</a:t>
            </a:r>
            <a:r>
              <a:rPr lang="en-US" sz="16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220200" y="3581400"/>
            <a:ext cx="4000500" cy="1943100"/>
          </a:xfrm>
          <a:prstGeom prst="roundRect">
            <a:avLst>
              <a:gd name="adj" fmla="val 10784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9448800" y="3790950"/>
            <a:ext cx="3543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448800" y="42672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448800" y="4972050"/>
            <a:ext cx="35433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16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6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băm,</a:t>
            </a:r>
            <a:r>
              <a:rPr lang="en-US" sz="16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SHA-256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3373100" y="3581400"/>
            <a:ext cx="4000500" cy="1943100"/>
          </a:xfrm>
          <a:prstGeom prst="roundRect">
            <a:avLst>
              <a:gd name="adj" fmla="val 10784"/>
            </a:avLst>
          </a:prstGeom>
          <a:solidFill>
            <a:srgbClr val="1E212B"/>
          </a:solidFill>
          <a:ln/>
        </p:spPr>
      </p:sp>
      <p:sp>
        <p:nvSpPr>
          <p:cNvPr id="32" name="Text 30"/>
          <p:cNvSpPr/>
          <p:nvPr/>
        </p:nvSpPr>
        <p:spPr>
          <a:xfrm>
            <a:off x="13601700" y="3790950"/>
            <a:ext cx="3543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3601700" y="42672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3601700" y="4972050"/>
            <a:ext cx="35433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165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65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14400" y="5676900"/>
            <a:ext cx="4000500" cy="1943100"/>
          </a:xfrm>
          <a:prstGeom prst="roundRect">
            <a:avLst>
              <a:gd name="adj" fmla="val 10784"/>
            </a:avLst>
          </a:prstGeom>
          <a:solidFill>
            <a:srgbClr val="1E212B"/>
          </a:solidFill>
          <a:ln/>
        </p:spPr>
      </p:sp>
      <p:sp>
        <p:nvSpPr>
          <p:cNvPr id="36" name="Text 34"/>
          <p:cNvSpPr/>
          <p:nvPr/>
        </p:nvSpPr>
        <p:spPr>
          <a:xfrm>
            <a:off x="1143000" y="5886450"/>
            <a:ext cx="3543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ASVS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143000" y="63627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Verification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143000" y="7067550"/>
            <a:ext cx="35433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ninh</a:t>
            </a:r>
            <a:r>
              <a:rPr lang="en-US" sz="16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3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5067300" y="5676900"/>
            <a:ext cx="4000500" cy="1943100"/>
          </a:xfrm>
          <a:prstGeom prst="roundRect">
            <a:avLst>
              <a:gd name="adj" fmla="val 10784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5295900" y="5886450"/>
            <a:ext cx="3543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MDN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5295900" y="63627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5295900" y="7067550"/>
            <a:ext cx="35433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65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nghệ</a:t>
            </a:r>
            <a:r>
              <a:rPr lang="en-US" sz="16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9220200" y="5676900"/>
            <a:ext cx="4000500" cy="1943100"/>
          </a:xfrm>
          <a:prstGeom prst="roundRect">
            <a:avLst>
              <a:gd name="adj" fmla="val 10784"/>
            </a:avLst>
          </a:prstGeom>
          <a:solidFill>
            <a:srgbClr val="1E212B"/>
          </a:solidFill>
          <a:ln/>
        </p:spPr>
      </p:sp>
      <p:sp>
        <p:nvSpPr>
          <p:cNvPr id="44" name="Text 42"/>
          <p:cNvSpPr/>
          <p:nvPr/>
        </p:nvSpPr>
        <p:spPr>
          <a:xfrm>
            <a:off x="9448800" y="5886450"/>
            <a:ext cx="3543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STRIDE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9448800" y="63627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 do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(an ninh)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9448800" y="7067550"/>
            <a:ext cx="35433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mẹo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6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mối</a:t>
            </a:r>
            <a:r>
              <a:rPr lang="en-US" sz="165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dọa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3373100" y="5676900"/>
            <a:ext cx="4000500" cy="1943100"/>
          </a:xfrm>
          <a:prstGeom prst="roundRect">
            <a:avLst>
              <a:gd name="adj" fmla="val 10784"/>
            </a:avLst>
          </a:prstGeom>
          <a:solidFill>
            <a:srgbClr val="1E212B"/>
          </a:solidFill>
          <a:ln/>
        </p:spPr>
      </p:sp>
      <p:sp>
        <p:nvSpPr>
          <p:cNvPr id="48" name="Text 46"/>
          <p:cNvSpPr/>
          <p:nvPr/>
        </p:nvSpPr>
        <p:spPr>
          <a:xfrm>
            <a:off x="13601700" y="5886450"/>
            <a:ext cx="3543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LINDDUN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13601700" y="63627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 do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165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(riêng</a:t>
            </a:r>
            <a:r>
              <a:rPr lang="en-US" sz="1650" dirty="0" spc="3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tư)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3601700" y="7067550"/>
            <a:ext cx="35433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16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mối</a:t>
            </a:r>
            <a:r>
              <a:rPr lang="en-US" sz="165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dọa</a:t>
            </a:r>
            <a:r>
              <a:rPr lang="en-US" sz="16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6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6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914400" y="78676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914400" y="8229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MDN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r>
              <a:rPr lang="en-US" sz="18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8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ASVS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pyca/cryptography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CPython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socketserver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914400" y="8629650"/>
            <a:ext cx="1428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 Hình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họa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54" name="Connector line-1792390665383-149108112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6" name="Shape 5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7" name="Shape 5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8" name="Shape 5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9" name="Shape 5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0" name="Shape 5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1" name="Shape 5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2" name="Shape 6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3" name="Shape 6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4" name="Shape 62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5" name="Text 6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66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9797e441-c75f-46c8-b5dc-4a89357124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2026-10-19T06:18:46Z</dcterms:created>
  <dcterms:modified xsi:type="dcterms:W3CDTF">2026-10-19T06:18:46Z</dcterms:modified>
</cp:coreProperties>
</file>