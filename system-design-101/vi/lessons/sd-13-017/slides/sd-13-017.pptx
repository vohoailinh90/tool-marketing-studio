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2667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Deployment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81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Kubernetes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 thế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image: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controller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7150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5905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3817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Đổi image, hai</a:t>
            </a:r>
            <a:r>
              <a:rPr lang="en-US" sz="25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tham số</a:t>
            </a:r>
            <a:r>
              <a:rPr lang="en-US" sz="25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chỉnh</a:t>
            </a:r>
            <a:r>
              <a:rPr lang="en-US" sz="255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nhịp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105400" y="57150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72100" y="5905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372100" y="63817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Điều</a:t>
            </a:r>
            <a:r>
              <a:rPr lang="en-US" sz="255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kiện</a:t>
            </a:r>
            <a:r>
              <a:rPr lang="en-US" sz="2550" dirty="0" spc="2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</a:t>
            </a:r>
            <a:r>
              <a:rPr lang="en-US" sz="25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tiếp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296400" y="57150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63100" y="5905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563100" y="63817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4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Kẹt</a:t>
            </a:r>
            <a:r>
              <a:rPr lang="en-US" sz="2550" dirty="0" spc="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thì</a:t>
            </a:r>
            <a:r>
              <a:rPr lang="en-US" sz="255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báo,</a:t>
            </a:r>
            <a:r>
              <a:rPr lang="en-US" sz="2550" dirty="0" spc="-1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2550" dirty="0" spc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r>
              <a:rPr lang="en-US" sz="2550" dirty="0" spc="2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dừng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3487400" y="57150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54100" y="5905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754100" y="63817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Ngoài</a:t>
            </a:r>
            <a:r>
              <a:rPr lang="en-US" sz="255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nhịp</a:t>
            </a:r>
            <a:r>
              <a:rPr lang="en-US" sz="255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mặc</a:t>
            </a:r>
            <a:r>
              <a:rPr lang="en-US" sz="2550" dirty="0" spc="1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định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f3f1250-22d8-4e5a-9f97-d99abd0d99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2476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2762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cập</a:t>
            </a:r>
            <a:r>
              <a:rPr lang="en-US" sz="7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nhật:</a:t>
            </a:r>
            <a:r>
              <a:rPr lang="en-US" sz="78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trôi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chảy,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r>
              <a:rPr lang="en-US" sz="78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78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kẹt.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thẻ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đầu: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nhịp</a:t>
            </a:r>
            <a:r>
              <a:rPr lang="en-US" sz="27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RollingUpdate,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mặc</a:t>
            </a:r>
            <a:r>
              <a:rPr lang="en-US" sz="2700" dirty="0" spc="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7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Deployment.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96964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Thẻ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cuối:</a:t>
            </a:r>
            <a:r>
              <a:rPr lang="en-US" sz="270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27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Deployment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83797154-9025-4182-9b9f-4826e98a25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b="1" spc="28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Bạn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image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001000" cy="1809750"/>
          </a:xfrm>
          <a:prstGeom prst="roundRect">
            <a:avLst>
              <a:gd name="adj" fmla="val 1473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Deployment</a:t>
            </a:r>
            <a:r>
              <a:rPr lang="en-US" sz="30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tạo</a:t>
            </a:r>
            <a:r>
              <a:rPr lang="en-US" sz="3000" dirty="0" spc="-2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ReplicaSet</a:t>
            </a:r>
            <a:r>
              <a:rPr lang="en-US" sz="3000" dirty="0" spc="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372600" y="2762250"/>
            <a:ext cx="8001000" cy="1809750"/>
          </a:xfrm>
          <a:prstGeom prst="roundRect">
            <a:avLst>
              <a:gd name="adj" fmla="val 1473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Mở</a:t>
            </a:r>
            <a:r>
              <a:rPr lang="en-US" sz="30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dần</a:t>
            </a:r>
            <a:r>
              <a:rPr lang="en-US" sz="3000" dirty="0" spc="-2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Pod</a:t>
            </a:r>
            <a:r>
              <a:rPr lang="en-US" sz="30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mới,</a:t>
            </a:r>
            <a:r>
              <a:rPr lang="en-US" sz="30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thu</a:t>
            </a:r>
            <a:r>
              <a:rPr lang="en-US" sz="30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dần</a:t>
            </a:r>
            <a:r>
              <a:rPr lang="en-US" sz="3000" dirty="0" spc="-2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Pod</a:t>
            </a:r>
            <a:r>
              <a:rPr lang="en-US" sz="30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cũ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504825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1950" b="1" spc="3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5619750"/>
            <a:ext cx="8001000" cy="2095500"/>
          </a:xfrm>
          <a:prstGeom prst="roundRect">
            <a:avLst>
              <a:gd name="adj" fmla="val 12727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5810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1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maxSurge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295400" y="6572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72600" y="5619750"/>
            <a:ext cx="8001000" cy="2095500"/>
          </a:xfrm>
          <a:prstGeom prst="roundRect">
            <a:avLst>
              <a:gd name="adj" fmla="val 12727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53600" y="5810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maxUnavailable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9753600" y="6572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fbc74fc5-f3b0-4ab9-816f-1349adcdf91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6900" dirty="0" spc="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3619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Pod</a:t>
            </a:r>
            <a:r>
              <a:rPr lang="en-US" sz="3300" dirty="0" spc="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191125" y="3429000"/>
            <a:ext cx="3619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Sẵn</a:t>
            </a:r>
            <a:r>
              <a:rPr lang="en-US" sz="270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sàng</a:t>
            </a:r>
            <a:r>
              <a:rPr lang="en-US" sz="2700" dirty="0" spc="-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(readiness</a:t>
            </a:r>
            <a:r>
              <a:rPr lang="en-US" sz="2700" dirty="0" spc="-1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probe)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467850" y="3429000"/>
            <a:ext cx="3619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minReadySeconds:</a:t>
            </a:r>
            <a:r>
              <a:rPr lang="en-US" sz="255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liên</a:t>
            </a:r>
            <a:r>
              <a:rPr lang="en-US" sz="25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tục</a:t>
            </a:r>
            <a:r>
              <a:rPr lang="en-US" sz="2550" dirty="0" spc="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đủ</a:t>
            </a:r>
            <a:r>
              <a:rPr lang="en-US" sz="255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số</a:t>
            </a:r>
            <a:r>
              <a:rPr lang="en-US" sz="2550" dirty="0" spc="-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giây</a:t>
            </a:r>
            <a:r>
              <a:rPr lang="en-US" sz="255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đã</a:t>
            </a:r>
            <a:r>
              <a:rPr lang="en-US" sz="25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đặt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3744575" y="3429000"/>
            <a:ext cx="3629025" cy="2286000"/>
          </a:xfrm>
          <a:prstGeom prst="roundRect">
            <a:avLst>
              <a:gd name="adj" fmla="val 11667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Đi</a:t>
            </a:r>
            <a:r>
              <a:rPr lang="en-US" sz="33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tiếp</a:t>
            </a:r>
            <a:endParaRPr lang="en-US" sz="3300" dirty="0"/>
          </a:p>
        </p:txBody>
      </p:sp>
      <p:sp>
        <p:nvSpPr>
          <p:cNvPr id="8" name="Connector line-1792371083556-62746134"/>
          <p:cNvSpPr/>
          <p:nvPr/>
        </p:nvSpPr>
        <p:spPr>
          <a:xfrm>
            <a:off x="4629150" y="4572000"/>
            <a:ext cx="466725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9" name="Connector line-1792371083557-769797493"/>
          <p:cNvSpPr/>
          <p:nvPr/>
        </p:nvSpPr>
        <p:spPr>
          <a:xfrm>
            <a:off x="8905875" y="4572000"/>
            <a:ext cx="466725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0" name="Connector line-1792371083557-22719500"/>
          <p:cNvSpPr/>
          <p:nvPr/>
        </p:nvSpPr>
        <p:spPr>
          <a:xfrm>
            <a:off x="13182600" y="4572000"/>
            <a:ext cx="466725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14400" y="6572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Pod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 sẵn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sàng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30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Deployment</a:t>
            </a:r>
            <a:r>
              <a:rPr lang="en-US" sz="30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r>
              <a:rPr lang="en-US" sz="3000" dirty="0" spc="3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tiếp.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Text 20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23bc9707-9e4e-4308-be5b-95e92e36a2e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 3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KẸT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950" b="1" spc="27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Kẹt</a:t>
            </a: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progressDeadlineSeconds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333500" y="438150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Quá</a:t>
            </a:r>
            <a:r>
              <a:rPr lang="en-US" sz="33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33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3300" dirty="0" spc="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33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kiện</a:t>
            </a:r>
            <a:r>
              <a:rPr lang="en-US" sz="33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Progressing</a:t>
            </a:r>
            <a:r>
              <a:rPr lang="en-US" sz="33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33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lý</a:t>
            </a:r>
            <a:r>
              <a:rPr lang="en-US" sz="33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</a:t>
            </a:r>
            <a:r>
              <a:rPr lang="en-US" sz="33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ProgressDeadlineExceeded.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Muốn</a:t>
            </a:r>
            <a:r>
              <a:rPr lang="en-US" sz="3000" dirty="0" spc="27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dừng</a:t>
            </a:r>
            <a:r>
              <a:rPr lang="en-US" sz="3000" dirty="0" spc="-1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hay</a:t>
            </a:r>
            <a:r>
              <a:rPr lang="en-US" sz="30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quay</a:t>
            </a:r>
            <a:r>
              <a:rPr lang="en-US" sz="30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lui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791700" y="438150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kubectl</a:t>
            </a:r>
            <a:r>
              <a:rPr lang="en-US" sz="33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rollout</a:t>
            </a:r>
            <a:r>
              <a:rPr lang="en-US" sz="33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pause</a:t>
            </a:r>
            <a:r>
              <a:rPr lang="en-US" sz="33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33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undo.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85561898-ab82-448e-bef3-747e8933012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8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1950" b="1" spc="28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Ngoài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nhịp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mặc</a:t>
            </a:r>
            <a:r>
              <a:rPr lang="en-US" sz="6900" dirty="0" spc="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04775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lgDash"/>
          </a:ln>
        </p:spPr>
      </p:sp>
      <p:sp>
        <p:nvSpPr>
          <p:cNvPr id="5" name="Text 3"/>
          <p:cNvSpPr/>
          <p:nvPr/>
        </p:nvSpPr>
        <p:spPr>
          <a:xfrm>
            <a:off x="1295400" y="3333750"/>
            <a:ext cx="971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Chia</a:t>
            </a:r>
            <a:r>
              <a:rPr lang="en-US" sz="3300" dirty="0" spc="-2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3300" dirty="0" spc="-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</a:t>
            </a:r>
            <a:r>
              <a:rPr lang="en-US" sz="3300" dirty="0" spc="-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%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295400" y="4095750"/>
            <a:ext cx="9715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Ingress,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mesh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Argo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Rollouts,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Flagger.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14400" y="5429250"/>
            <a:ext cx="10477500" cy="2000250"/>
          </a:xfrm>
          <a:prstGeom prst="roundRect">
            <a:avLst>
              <a:gd name="adj" fmla="val 13333"/>
            </a:avLst>
          </a:prstGeom>
          <a:solidFill>
            <a:srgbClr val="2A2E3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619750"/>
            <a:ext cx="971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Deployment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295400" y="6381750"/>
            <a:ext cx="9715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1811000" y="3143250"/>
            <a:ext cx="5562600" cy="4286250"/>
          </a:xfrm>
          <a:prstGeom prst="roundRect">
            <a:avLst>
              <a:gd name="adj" fmla="val 622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192000" y="3429000"/>
            <a:ext cx="48006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39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Recreate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2192000" y="4381500"/>
            <a:ext cx="48006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Dừng</a:t>
            </a: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hết</a:t>
            </a:r>
            <a:r>
              <a:rPr lang="en-US" sz="30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30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mới.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69eab89a-cd2a-4977-8a0c-58a3ad8fe24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147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76250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51244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9342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2476500" y="295275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31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ngừng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vụ:</a:t>
            </a:r>
            <a:r>
              <a:rPr lang="en-US" sz="31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31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đúng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1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probe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31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xác.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2476500" y="476250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Hai</a:t>
            </a: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31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tương</a:t>
            </a:r>
            <a:r>
              <a:rPr lang="en-US" sz="31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31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song</a:t>
            </a: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song.</a:t>
            </a:r>
            <a:endParaRPr lang="en-US" sz="3150" dirty="0"/>
          </a:p>
        </p:txBody>
      </p:sp>
      <p:sp>
        <p:nvSpPr>
          <p:cNvPr id="12" name="Text 10"/>
          <p:cNvSpPr/>
          <p:nvPr/>
        </p:nvSpPr>
        <p:spPr>
          <a:xfrm>
            <a:off x="2476500" y="657225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Probe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sai</a:t>
            </a:r>
            <a:r>
              <a:rPr lang="en-US" sz="31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315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Pod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31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traffic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quá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sớm.</a:t>
            </a:r>
            <a:endParaRPr lang="en-US" sz="31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8621710c-17de-49c7-9f0a-1f72ddeea95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Pod,</a:t>
            </a:r>
            <a:r>
              <a:rPr lang="en-US" sz="69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maxSurge: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1,</a:t>
            </a:r>
            <a:r>
              <a:rPr lang="en-US" sz="69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maxUnavailable: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0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4765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Controller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nhắm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 tối</a:t>
            </a:r>
            <a:r>
              <a:rPr lang="en-US" sz="27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2857500"/>
            <a:ext cx="5334000" cy="533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867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4867" dirty="0"/>
          </a:p>
        </p:txBody>
      </p:sp>
      <p:sp>
        <p:nvSpPr>
          <p:cNvPr id="6" name="Text 4"/>
          <p:cNvSpPr/>
          <p:nvPr/>
        </p:nvSpPr>
        <p:spPr>
          <a:xfrm>
            <a:off x="6667500" y="3810000"/>
            <a:ext cx="107061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3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Tối</a:t>
            </a:r>
            <a:r>
              <a:rPr lang="en-US" sz="390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đa</a:t>
            </a:r>
            <a:r>
              <a:rPr lang="en-US" sz="3900" dirty="0" spc="-1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390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đang</a:t>
            </a:r>
            <a:r>
              <a:rPr lang="en-US" sz="3900" dirty="0" spc="-9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tắt:</a:t>
            </a:r>
            <a:r>
              <a:rPr lang="en-US" sz="390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3</a:t>
            </a:r>
            <a:r>
              <a:rPr lang="en-US" sz="3900" dirty="0" spc="-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+</a:t>
            </a:r>
            <a:r>
              <a:rPr lang="en-US" sz="3900" dirty="0" spc="-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1</a:t>
            </a:r>
            <a:r>
              <a:rPr lang="en-US" sz="39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tạm</a:t>
            </a:r>
            <a:r>
              <a:rPr lang="en-US" sz="390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thời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6667500" y="4762500"/>
            <a:ext cx="107061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3000" dirty="0" spc="-3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tính;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667500" y="5715000"/>
            <a:ext cx="107061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maxUnavailable:</a:t>
            </a:r>
            <a:r>
              <a:rPr lang="en-US" sz="3000" dirty="0" spc="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</a:t>
            </a:r>
            <a:r>
              <a:rPr lang="en-US" sz="3000" dirty="0" spc="-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3000" dirty="0" spc="1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đảm</a:t>
            </a:r>
            <a:r>
              <a:rPr lang="en-US" sz="3000" dirty="0" spc="1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3000" dirty="0" spc="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sự</a:t>
            </a:r>
            <a:r>
              <a:rPr lang="en-US" sz="3000" dirty="0" spc="-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cố.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f284008e-592a-436f-a22a-9b8782dd9a3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69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6957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7244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57531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67818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78105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67000"/>
            <a:ext cx="133350" cy="9144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3695700"/>
            <a:ext cx="133350" cy="9144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4724400"/>
            <a:ext cx="133350" cy="9144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5753100"/>
            <a:ext cx="133350" cy="9144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6781800"/>
            <a:ext cx="133350" cy="9144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7810500"/>
            <a:ext cx="133350" cy="9144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6" name="Text 14"/>
          <p:cNvSpPr/>
          <p:nvPr/>
        </p:nvSpPr>
        <p:spPr>
          <a:xfrm>
            <a:off x="1333500" y="26670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Mặc</a:t>
            </a:r>
            <a:r>
              <a:rPr lang="en-US" sz="2250" dirty="0" spc="1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6858000" y="26670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RollingUpdate;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maxSurge,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maxUnavailable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25%.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333500" y="36957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9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minReadySeconds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6858000" y="36957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 sàng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22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giây.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333500" y="47244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progressDeadlineSeconds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6858000" y="47244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hiện;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quay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lui.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333500" y="57531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Quay</a:t>
            </a:r>
            <a:r>
              <a:rPr lang="en-US" sz="225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lui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6858000" y="57531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kubectl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rollout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undo;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history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lưu.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333500" y="67818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Recreate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6858000" y="67818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lúc.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333500" y="78105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Chia</a:t>
            </a:r>
            <a:r>
              <a:rPr lang="en-US" sz="2250" dirty="0" spc="-1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225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</a:t>
            </a:r>
            <a:r>
              <a:rPr lang="en-US" sz="2250" dirty="0" spc="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%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6858000" y="78105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Argo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Rollouts,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Flagger.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1" name="Shape 2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Shape 3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3" name="Shape 3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4" name="Shape 3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5" name="Shape 3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6" name="Shape 3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7" name="Shape 3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8" name="Text 3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41172fb2-3016-49d7-808b-24f1d6c16ea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52578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38250" y="1428750"/>
            <a:ext cx="46101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RollingUpdate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 mặc</a:t>
            </a:r>
            <a:r>
              <a:rPr lang="en-US" sz="24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Deployment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515100" y="1428750"/>
            <a:ext cx="52578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38950" y="1428750"/>
            <a:ext cx="46101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Recreate</a:t>
            </a:r>
            <a:r>
              <a:rPr lang="en-US" sz="24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2115800" y="1428750"/>
            <a:ext cx="52578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439650" y="1428750"/>
            <a:ext cx="46101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readiness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probe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8100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144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5151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Deployment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1158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Argo</a:t>
            </a:r>
            <a:r>
              <a:rPr lang="en-US" sz="2100" dirty="0" spc="-1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Rollouts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14400" y="58102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Flagger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Text 2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f35ca81d-6e5e-442f-8773-0cbbffa2cb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2026-10-19T17:18:59Z</dcterms:created>
  <dcterms:modified xsi:type="dcterms:W3CDTF">2026-10-19T17:18:59Z</dcterms:modified>
</cp:coreProperties>
</file>