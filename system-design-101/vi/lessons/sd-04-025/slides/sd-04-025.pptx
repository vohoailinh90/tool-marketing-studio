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144000" cy="2657475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7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72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85725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dời?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334000"/>
            <a:ext cx="8572500" cy="4572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 thêm</a:t>
            </a:r>
            <a:r>
              <a:rPr lang="en-US" sz="21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sd-04-025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0477500" y="914400"/>
            <a:ext cx="6896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858500" y="120015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180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0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DẢI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858500" y="1638300"/>
            <a:ext cx="60960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12.500</a:t>
            </a:r>
            <a:r>
              <a:rPr lang="en-US" sz="48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48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dời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10477500" y="2952750"/>
            <a:ext cx="6896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858500" y="323850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BĂM</a:t>
            </a: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858500" y="3676650"/>
            <a:ext cx="60960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79.651</a:t>
            </a:r>
            <a:r>
              <a:rPr lang="en-US" sz="48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48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dời</a:t>
            </a:r>
            <a:endParaRPr lang="en-US" sz="4800" dirty="0"/>
          </a:p>
        </p:txBody>
      </p:sp>
      <p:sp>
        <p:nvSpPr>
          <p:cNvPr id="13" name="Shape 11"/>
          <p:cNvSpPr/>
          <p:nvPr/>
        </p:nvSpPr>
        <p:spPr>
          <a:xfrm>
            <a:off x="10477500" y="4991100"/>
            <a:ext cx="6896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858500" y="527685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BĂM</a:t>
            </a:r>
            <a:r>
              <a:rPr lang="en-US" sz="1800" b="1" spc="18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800" b="1" spc="21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858500" y="5715000"/>
            <a:ext cx="60960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6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20.670</a:t>
            </a:r>
            <a:r>
              <a:rPr lang="en-US" sz="48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48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dời</a:t>
            </a:r>
            <a:endParaRPr lang="en-US" sz="4800" dirty="0"/>
          </a:p>
        </p:txBody>
      </p:sp>
      <p:sp>
        <p:nvSpPr>
          <p:cNvPr id="16" name="Shape 14"/>
          <p:cNvSpPr/>
          <p:nvPr/>
        </p:nvSpPr>
        <p:spPr>
          <a:xfrm>
            <a:off x="10477500" y="7029450"/>
            <a:ext cx="6896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858500" y="731520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Ô</a:t>
            </a:r>
            <a:r>
              <a:rPr lang="en-US" sz="1800" b="1" spc="20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858500" y="7753350"/>
            <a:ext cx="60960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19.993</a:t>
            </a:r>
            <a:r>
              <a:rPr lang="en-US" sz="48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48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dời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10477500" y="9096375"/>
            <a:ext cx="68961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trên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100.000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a67175ed-179b-4eb6-807c-bb59a9ca80c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524000"/>
            <a:ext cx="114300" cy="23812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428750"/>
            <a:ext cx="15240000" cy="257175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 cách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7500" dirty="0" spc="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đều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hỏi:</a:t>
            </a:r>
            <a:r>
              <a:rPr lang="en-US" sz="75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75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</a:t>
            </a:r>
            <a:r>
              <a:rPr lang="en-US" sz="75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75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15240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Chúng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8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shard: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238750"/>
            <a:ext cx="7810500" cy="1143000"/>
          </a:xfrm>
          <a:prstGeom prst="roundRect">
            <a:avLst>
              <a:gd name="adj" fmla="val 23333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Bao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dời?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05900" y="5238750"/>
            <a:ext cx="7810500" cy="1143000"/>
          </a:xfrm>
          <a:prstGeom prst="roundRect">
            <a:avLst>
              <a:gd name="adj" fmla="val 23333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30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30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300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914400" y="6858000"/>
            <a:ext cx="16002000" cy="1905000"/>
          </a:xfrm>
          <a:prstGeom prst="roundRect">
            <a:avLst>
              <a:gd name="adj" fmla="val 14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71247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581900"/>
            <a:ext cx="15240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100.000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từ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dời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295400" y="8153400"/>
            <a:ext cx="1524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10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này,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9cbd1f5a-4e64-4602-9b9f-7d0295a5f19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950" b="1" spc="22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b="1" spc="20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DẢI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72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72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dải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id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liền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3657600" cy="247650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3524250"/>
            <a:ext cx="30861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00150" y="3981450"/>
            <a:ext cx="3086100" cy="1000125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dải,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dải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25.000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00150" y="5048250"/>
            <a:ext cx="30861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25.000,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25.001</a:t>
            </a:r>
            <a:r>
              <a:rPr lang="en-US" sz="195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...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5029200" y="3238500"/>
            <a:ext cx="3657600" cy="247650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14950" y="3524250"/>
            <a:ext cx="30861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314950" y="3981450"/>
            <a:ext cx="3086100" cy="1000125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7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shard: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đôi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dải cuối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0" y="3238500"/>
            <a:ext cx="3657600" cy="2476500"/>
          </a:xfrm>
          <a:prstGeom prst="roundRect">
            <a:avLst>
              <a:gd name="adj" fmla="val 10769"/>
            </a:avLst>
          </a:prstGeom>
          <a:solidFill>
            <a:srgbClr val="B45309"/>
          </a:solidFill>
          <a:ln/>
        </p:spPr>
      </p:sp>
      <p:sp>
        <p:nvSpPr>
          <p:cNvPr id="12" name="Text 10"/>
          <p:cNvSpPr/>
          <p:nvPr/>
        </p:nvSpPr>
        <p:spPr>
          <a:xfrm>
            <a:off x="9429750" y="3524250"/>
            <a:ext cx="30861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8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800" b="1" spc="226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DỜI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429750" y="3924300"/>
            <a:ext cx="30861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12.500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9429750" y="4953000"/>
            <a:ext cx="30861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 12,5%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13258800" y="3238500"/>
            <a:ext cx="3657600" cy="247650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544550" y="3524250"/>
            <a:ext cx="30861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180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544550" y="3981450"/>
            <a:ext cx="3086100" cy="5905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3544550" y="4572000"/>
            <a:ext cx="3086100" cy="7239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9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12.500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 3</a:t>
            </a:r>
            <a:r>
              <a:rPr lang="en-US" sz="19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25.000</a:t>
            </a:r>
            <a:endParaRPr lang="en-US" sz="1950" dirty="0"/>
          </a:p>
        </p:txBody>
      </p:sp>
      <p:sp>
        <p:nvSpPr>
          <p:cNvPr id="19" name="Connector line-1792369527258-945137124"/>
          <p:cNvSpPr/>
          <p:nvPr/>
        </p:nvSpPr>
        <p:spPr>
          <a:xfrm>
            <a:off x="4610100" y="4476750"/>
            <a:ext cx="3810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0" name="Connector line-1792369527258-424513296"/>
          <p:cNvSpPr/>
          <p:nvPr/>
        </p:nvSpPr>
        <p:spPr>
          <a:xfrm>
            <a:off x="8724900" y="4476750"/>
            <a:ext cx="3810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1" name="Connector line-1792369527258-73961444"/>
          <p:cNvSpPr/>
          <p:nvPr/>
        </p:nvSpPr>
        <p:spPr>
          <a:xfrm>
            <a:off x="12839700" y="4476750"/>
            <a:ext cx="3810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14400" y="6191250"/>
            <a:ext cx="7810500" cy="2571750"/>
          </a:xfrm>
          <a:prstGeom prst="roundRect">
            <a:avLst>
              <a:gd name="adj" fmla="val 10370"/>
            </a:avLst>
          </a:prstGeom>
          <a:solidFill>
            <a:srgbClr val="F3DFB8"/>
          </a:solidFill>
          <a:ln/>
        </p:spPr>
      </p:sp>
      <p:sp>
        <p:nvSpPr>
          <p:cNvPr id="23" name="Text 21"/>
          <p:cNvSpPr/>
          <p:nvPr/>
        </p:nvSpPr>
        <p:spPr>
          <a:xfrm>
            <a:off x="1295400" y="647700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BẪY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295400" y="6915150"/>
            <a:ext cx="7048500" cy="1000125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Id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dần: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10.000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1295400" y="8058150"/>
            <a:ext cx="7048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gánh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9105900" y="6191250"/>
            <a:ext cx="7810500" cy="2571750"/>
          </a:xfrm>
          <a:prstGeom prst="roundRect">
            <a:avLst>
              <a:gd name="adj" fmla="val 10370"/>
            </a:avLst>
          </a:prstGeom>
          <a:solidFill>
            <a:srgbClr val="E8E0CF"/>
          </a:solidFill>
          <a:ln/>
        </p:spPr>
      </p:sp>
      <p:sp>
        <p:nvSpPr>
          <p:cNvPr id="27" name="Text 25"/>
          <p:cNvSpPr/>
          <p:nvPr/>
        </p:nvSpPr>
        <p:spPr>
          <a:xfrm>
            <a:off x="9486900" y="647700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BÙ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9486900" y="6915150"/>
            <a:ext cx="7048500" cy="5905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chạm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2700" dirty="0"/>
          </a:p>
        </p:txBody>
      </p:sp>
      <p:sp>
        <p:nvSpPr>
          <p:cNvPr id="29" name="Text 27"/>
          <p:cNvSpPr/>
          <p:nvPr/>
        </p:nvSpPr>
        <p:spPr>
          <a:xfrm>
            <a:off x="9486900" y="8058150"/>
            <a:ext cx="7048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dụ: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 từ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30.000</a:t>
            </a:r>
            <a:r>
              <a:rPr lang="en-US" sz="21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31.000.</a:t>
            </a:r>
            <a:endParaRPr lang="en-US" sz="210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236ec455-497a-4615-9890-c9e3b32876a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1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9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2543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Shard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=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băm(id)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lấy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dư cho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78105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48615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 CHO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000500"/>
            <a:ext cx="70485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r>
              <a:rPr lang="en-US" sz="60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1295400" y="5143500"/>
            <a:ext cx="7048500" cy="619125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8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8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850" dirty="0" spc="-4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8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đều.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563100" y="3143250"/>
            <a:ext cx="7810500" cy="4000500"/>
          </a:xfrm>
          <a:prstGeom prst="roundRect">
            <a:avLst>
              <a:gd name="adj" fmla="val 6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944100" y="348615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 CHO 5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944100" y="4000500"/>
            <a:ext cx="70485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5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79.651</a:t>
            </a:r>
            <a:r>
              <a:rPr lang="en-US" sz="6000" dirty="0" spc="-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9944100" y="5143500"/>
            <a:ext cx="7048500" cy="1057275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chỗ,</a:t>
            </a:r>
            <a:r>
              <a:rPr lang="en-US" sz="28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80%:</a:t>
            </a:r>
            <a:r>
              <a:rPr lang="en-US" sz="28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 cả kho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chuyển.</a:t>
            </a:r>
            <a:endParaRPr lang="en-US" sz="2850" dirty="0"/>
          </a:p>
        </p:txBody>
      </p:sp>
      <p:sp>
        <p:nvSpPr>
          <p:cNvPr id="12" name="Connector line-1792369543811-671652864"/>
          <p:cNvSpPr/>
          <p:nvPr/>
        </p:nvSpPr>
        <p:spPr>
          <a:xfrm>
            <a:off x="8858250" y="5143500"/>
            <a:ext cx="5715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14400" y="7524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7791450"/>
            <a:ext cx="157162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7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yên.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d4dcba70-4851-4ad3-948a-3c99370a789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1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1950" b="1" spc="18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950" b="1" spc="21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Khóa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</a:t>
            </a:r>
            <a:r>
              <a:rPr lang="en-US" sz="69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69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vòng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2381250" y="3524250"/>
            <a:ext cx="4762500" cy="4762500"/>
          </a:xfrm>
          <a:prstGeom prst="ellipse">
            <a:avLst/>
          </a:prstGeom>
          <a:solidFill>
            <a:srgbClr val="FBF8F2"/>
          </a:solidFill>
          <a:ln w="952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34025" y="3419475"/>
            <a:ext cx="838200" cy="8382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6581775" y="6305550"/>
            <a:ext cx="838200" cy="8382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3533775" y="7724775"/>
            <a:ext cx="838200" cy="8382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2105025" y="4676775"/>
            <a:ext cx="838200" cy="838200"/>
          </a:xfrm>
          <a:prstGeom prst="ellipse">
            <a:avLst/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5162550" y="7724775"/>
            <a:ext cx="838200" cy="838200"/>
          </a:xfrm>
          <a:prstGeom prst="ellipse">
            <a:avLst/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6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Mới</a:t>
            </a:r>
            <a:endParaRPr lang="en-US" sz="1856" dirty="0"/>
          </a:p>
        </p:txBody>
      </p:sp>
      <p:sp>
        <p:nvSpPr>
          <p:cNvPr id="10" name="Shape 8"/>
          <p:cNvSpPr/>
          <p:nvPr/>
        </p:nvSpPr>
        <p:spPr>
          <a:xfrm>
            <a:off x="6296025" y="7439025"/>
            <a:ext cx="304800" cy="304800"/>
          </a:xfrm>
          <a:prstGeom prst="ellipse">
            <a:avLst/>
          </a:prstGeom>
          <a:solidFill>
            <a:srgbClr val="6B6A66"/>
          </a:solidFill>
          <a:ln/>
        </p:spPr>
      </p:sp>
      <p:sp>
        <p:nvSpPr>
          <p:cNvPr id="11" name="Connector line-1792369573755-718196846"/>
          <p:cNvSpPr/>
          <p:nvPr/>
        </p:nvSpPr>
        <p:spPr>
          <a:xfrm flipH="1">
            <a:off x="6019800" y="7734300"/>
            <a:ext cx="323850" cy="2857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3143250" y="5524500"/>
            <a:ext cx="3238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3143250" y="592455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(chấm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xám)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1800" dirty="0" spc="-2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572500" y="3143250"/>
            <a:ext cx="8801100" cy="2381250"/>
          </a:xfrm>
          <a:prstGeom prst="roundRect">
            <a:avLst>
              <a:gd name="adj" fmla="val 11200"/>
            </a:avLst>
          </a:prstGeom>
          <a:solidFill>
            <a:srgbClr val="E8472B"/>
          </a:solidFill>
          <a:ln/>
        </p:spPr>
      </p:sp>
      <p:sp>
        <p:nvSpPr>
          <p:cNvPr id="15" name="Text 13"/>
          <p:cNvSpPr/>
          <p:nvPr/>
        </p:nvSpPr>
        <p:spPr>
          <a:xfrm>
            <a:off x="8953500" y="3429000"/>
            <a:ext cx="8001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100 ĐIỂM</a:t>
            </a:r>
            <a:r>
              <a:rPr lang="en-US" sz="1800" b="1" spc="225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SHARD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953500" y="3829050"/>
            <a:ext cx="80010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7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20.670</a:t>
            </a:r>
            <a:r>
              <a:rPr lang="en-US" sz="60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0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dời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8953500" y="4857750"/>
            <a:ext cx="8001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21%: chỉ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2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chen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8572500" y="5810250"/>
            <a:ext cx="8801100" cy="1905000"/>
          </a:xfrm>
          <a:prstGeom prst="roundRect">
            <a:avLst>
              <a:gd name="adj" fmla="val 14000"/>
            </a:avLst>
          </a:prstGeom>
          <a:solidFill>
            <a:srgbClr val="F8D9D0"/>
          </a:solidFill>
          <a:ln/>
        </p:spPr>
      </p:sp>
      <p:sp>
        <p:nvSpPr>
          <p:cNvPr id="19" name="Text 17"/>
          <p:cNvSpPr/>
          <p:nvPr/>
        </p:nvSpPr>
        <p:spPr>
          <a:xfrm>
            <a:off x="8953500" y="6076950"/>
            <a:ext cx="8001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SHARD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953500" y="6515100"/>
            <a:ext cx="8001000" cy="5524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Cung</a:t>
            </a:r>
            <a:r>
              <a:rPr lang="en-US" sz="25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chênh: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13.057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43.504 khóa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8572500" y="8001000"/>
            <a:ext cx="8801100" cy="4572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Cassandra: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 đặt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210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420cbddc-9b15-4949-a9fc-d2622eaaee3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1950" b="1" spc="2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Khóa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ô,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ô thuộc</a:t>
            </a:r>
            <a:r>
              <a:rPr lang="en-US" sz="6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91440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95650"/>
            <a:ext cx="8382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7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752850"/>
            <a:ext cx="8382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Băm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14400" y="4857750"/>
            <a:ext cx="9144000" cy="1619250"/>
          </a:xfrm>
          <a:prstGeom prst="roundRect">
            <a:avLst>
              <a:gd name="adj" fmla="val 16471"/>
            </a:avLst>
          </a:prstGeom>
          <a:solidFill>
            <a:srgbClr val="DDE3FA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5105400"/>
            <a:ext cx="8382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7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180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1.024</a:t>
            </a:r>
            <a:r>
              <a:rPr lang="en-US" sz="180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 CỐ</a:t>
            </a:r>
            <a:r>
              <a:rPr lang="en-US" sz="180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5562600"/>
            <a:ext cx="8382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đổi: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8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14400" y="6667500"/>
            <a:ext cx="9144000" cy="1619250"/>
          </a:xfrm>
          <a:prstGeom prst="roundRect">
            <a:avLst>
              <a:gd name="adj" fmla="val 16471"/>
            </a:avLst>
          </a:prstGeom>
          <a:solidFill>
            <a:srgbClr val="1F3FD1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915150"/>
            <a:ext cx="8382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78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1800" b="1" spc="226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800" b="1" spc="225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1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1800" b="1" spc="222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95400" y="7372350"/>
            <a:ext cx="8382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Ô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28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nào: chia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b="1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10515600" y="3048000"/>
            <a:ext cx="6858000" cy="3429000"/>
          </a:xfrm>
          <a:prstGeom prst="roundRect">
            <a:avLst>
              <a:gd name="adj" fmla="val 7778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896600" y="333375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 SHARD:</a:t>
            </a:r>
            <a:r>
              <a:rPr lang="en-US" sz="1800" b="1" spc="21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TRAO</a:t>
            </a:r>
            <a:r>
              <a:rPr lang="en-US" sz="180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204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896600" y="3771900"/>
            <a:ext cx="60960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3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19.993</a:t>
            </a:r>
            <a:endParaRPr lang="en-US" sz="6000" dirty="0"/>
          </a:p>
        </p:txBody>
      </p:sp>
      <p:sp>
        <p:nvSpPr>
          <p:cNvPr id="16" name="Text 14"/>
          <p:cNvSpPr/>
          <p:nvPr/>
        </p:nvSpPr>
        <p:spPr>
          <a:xfrm>
            <a:off x="10896600" y="4762500"/>
            <a:ext cx="6096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dời (20%)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0896600" y="5334000"/>
            <a:ext cx="6096000" cy="4572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19.922</a:t>
            </a:r>
            <a:r>
              <a:rPr lang="en-US" sz="21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20.200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10515600" y="6667500"/>
            <a:ext cx="6858000" cy="1619250"/>
          </a:xfrm>
          <a:prstGeom prst="roundRect">
            <a:avLst>
              <a:gd name="adj" fmla="val 16471"/>
            </a:avLst>
          </a:prstGeom>
          <a:solidFill>
            <a:srgbClr val="E8E0CF"/>
          </a:solidFill>
          <a:ln/>
        </p:spPr>
      </p:sp>
      <p:sp>
        <p:nvSpPr>
          <p:cNvPr id="19" name="Text 17"/>
          <p:cNvSpPr/>
          <p:nvPr/>
        </p:nvSpPr>
        <p:spPr>
          <a:xfrm>
            <a:off x="10896600" y="691515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r>
              <a:rPr lang="en-US" sz="180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CLUSTER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896600" y="7353300"/>
            <a:ext cx="6096000" cy="523875"/>
          </a:xfrm>
          <a:prstGeom prst="rect">
            <a:avLst/>
          </a:prstGeom>
          <a:noFill/>
          <a:ln/>
        </p:spPr>
        <p:txBody>
          <a:bodyPr wrap="square" lIns="0" tIns="8763" rIns="0" bIns="-8763" rtlCol="0" anchor="t"/>
          <a:lstStyle/>
          <a:p>
            <a:pPr algn="l" indent="0" marL="0">
              <a:lnSpc>
                <a:spcPts val="3105"/>
              </a:lnSpc>
              <a:buNone/>
            </a:pPr>
            <a:r>
              <a:rPr lang="en-US" sz="23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16.384 ô,</a:t>
            </a:r>
            <a:r>
              <a:rPr lang="en-US" sz="23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ô</a:t>
            </a:r>
            <a:r>
              <a:rPr lang="en-US" sz="23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3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3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crc16</a:t>
            </a:r>
            <a:r>
              <a:rPr lang="en-US" sz="23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3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300" dirty="0"/>
          </a:p>
        </p:txBody>
      </p:sp>
      <p:sp>
        <p:nvSpPr>
          <p:cNvPr id="21" name="Shape 1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3dd1182e-30fa-40c6-8271-8c7aac375fc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9087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5400" dirty="0"/>
          </a:p>
        </p:txBody>
      </p:sp>
      <p:sp>
        <p:nvSpPr>
          <p:cNvPr id="6" name="Shape 4"/>
          <p:cNvSpPr/>
          <p:nvPr/>
        </p:nvSpPr>
        <p:spPr>
          <a:xfrm>
            <a:off x="914400" y="4476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461962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8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5400" dirty="0"/>
          </a:p>
        </p:txBody>
      </p:sp>
      <p:sp>
        <p:nvSpPr>
          <p:cNvPr id="8" name="Shape 6"/>
          <p:cNvSpPr/>
          <p:nvPr/>
        </p:nvSpPr>
        <p:spPr>
          <a:xfrm>
            <a:off x="914400" y="5905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04837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5400" dirty="0"/>
          </a:p>
        </p:txBody>
      </p:sp>
      <p:sp>
        <p:nvSpPr>
          <p:cNvPr id="10" name="Shape 8"/>
          <p:cNvSpPr/>
          <p:nvPr/>
        </p:nvSpPr>
        <p:spPr>
          <a:xfrm>
            <a:off x="914400" y="73342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47712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2762250" y="339090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8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762250" y="48196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nóng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shard,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762250" y="624840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Băm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tự: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chạm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762250" y="76771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Đụng</a:t>
            </a:r>
            <a:r>
              <a:rPr lang="en-US" sz="28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lo;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8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rải</a:t>
            </a:r>
            <a:r>
              <a:rPr lang="en-US" sz="28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d19ce2e2-e1c9-4585-a7ea-e6547938c85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990725"/>
          </a:xfrm>
          <a:prstGeom prst="rect">
            <a:avLst/>
          </a:prstGeom>
          <a:noFill/>
          <a:ln/>
        </p:spPr>
        <p:txBody>
          <a:bodyPr wrap="square" lIns="0" tIns="41910" rIns="0" bIns="-41910" rtlCol="0" anchor="t"/>
          <a:lstStyle/>
          <a:p>
            <a:pPr algn="l" indent="0" marL="0">
              <a:lnSpc>
                <a:spcPts val="7260"/>
              </a:lnSpc>
              <a:buNone/>
            </a:pPr>
            <a:r>
              <a:rPr lang="en-US" sz="66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6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9</a:t>
            </a:r>
            <a:r>
              <a:rPr lang="en-US" sz="66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</a:t>
            </a:r>
            <a:r>
              <a:rPr lang="en-US" sz="66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66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dư: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chuyển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nhiêu?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3524250"/>
            <a:ext cx="8572500" cy="421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0" dirty="0" spc="-4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89%</a:t>
            </a:r>
            <a:endParaRPr lang="en-US" sz="19500" dirty="0"/>
          </a:p>
        </p:txBody>
      </p:sp>
      <p:sp>
        <p:nvSpPr>
          <p:cNvPr id="5" name="Text 3"/>
          <p:cNvSpPr/>
          <p:nvPr/>
        </p:nvSpPr>
        <p:spPr>
          <a:xfrm>
            <a:off x="914400" y="6286500"/>
            <a:ext cx="8191500" cy="1057275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Gần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chuyển:</a:t>
            </a:r>
            <a:r>
              <a:rPr lang="en-US" sz="28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88.874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100.000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7620000"/>
            <a:ext cx="8191500" cy="7810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yên.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906000" y="3619500"/>
            <a:ext cx="7467600" cy="5143500"/>
          </a:xfrm>
          <a:prstGeom prst="roundRect">
            <a:avLst>
              <a:gd name="adj" fmla="val 51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87000" y="3924300"/>
            <a:ext cx="67056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NẾU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800" b="1" spc="2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287000" y="4476750"/>
            <a:ext cx="6705600" cy="1047750"/>
          </a:xfrm>
          <a:prstGeom prst="roundRect">
            <a:avLst>
              <a:gd name="adj" fmla="val 18182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Băm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quán,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0287000" y="5715000"/>
            <a:ext cx="6705600" cy="1047750"/>
          </a:xfrm>
          <a:prstGeom prst="roundRect">
            <a:avLst>
              <a:gd name="adj" fmla="val 18182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Ô</a:t>
            </a:r>
            <a:r>
              <a:rPr lang="en-US" sz="25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0287000" y="7048500"/>
            <a:ext cx="67056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60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~11%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10287000" y="8001000"/>
            <a:ext cx="670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khoảng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9: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41527603-9a9a-497c-98b3-6f828624e2c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1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Bảng</a:t>
            </a:r>
            <a:r>
              <a:rPr lang="en-US" sz="69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 của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295400" y="2914650"/>
            <a:ext cx="4191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05500" y="2914650"/>
            <a:ext cx="323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DỜI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525000" y="2914650"/>
            <a:ext cx="762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342900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49580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556260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662940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769620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3429000"/>
            <a:ext cx="114300" cy="9525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4495800"/>
            <a:ext cx="114300" cy="9525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5562600"/>
            <a:ext cx="114300" cy="952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6629400"/>
            <a:ext cx="114300" cy="952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7696200"/>
            <a:ext cx="114300" cy="9525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3657600"/>
            <a:ext cx="4381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dải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295400" y="4724400"/>
            <a:ext cx="4381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Băm</a:t>
            </a:r>
            <a:r>
              <a:rPr lang="en-US" sz="255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5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295400" y="5791200"/>
            <a:ext cx="4381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Vòng,</a:t>
            </a:r>
            <a:r>
              <a:rPr lang="en-US" sz="25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550" b="1" dirty="0" spc="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295400" y="6858000"/>
            <a:ext cx="4381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Vòng,</a:t>
            </a:r>
            <a:r>
              <a:rPr lang="en-US" sz="25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550" b="1" dirty="0" spc="1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295400" y="7924800"/>
            <a:ext cx="4381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Ô</a:t>
            </a:r>
            <a:r>
              <a:rPr lang="en-US" sz="2550" b="1" dirty="0" spc="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5905500" y="3600450"/>
            <a:ext cx="3238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12.500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5905500" y="4667250"/>
            <a:ext cx="3238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79.651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5905500" y="5734050"/>
            <a:ext cx="3238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2.906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5905500" y="6800850"/>
            <a:ext cx="3238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20.670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5905500" y="7867650"/>
            <a:ext cx="3238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19.993</a:t>
            </a:r>
            <a:endParaRPr lang="en-US" sz="3600" dirty="0"/>
          </a:p>
        </p:txBody>
      </p:sp>
      <p:sp>
        <p:nvSpPr>
          <p:cNvPr id="27" name="Text 25"/>
          <p:cNvSpPr/>
          <p:nvPr/>
        </p:nvSpPr>
        <p:spPr>
          <a:xfrm>
            <a:off x="9525000" y="3695700"/>
            <a:ext cx="7620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10.000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endParaRPr lang="en-US" sz="2250" dirty="0"/>
          </a:p>
        </p:txBody>
      </p:sp>
      <p:sp>
        <p:nvSpPr>
          <p:cNvPr id="28" name="Text 26"/>
          <p:cNvSpPr/>
          <p:nvPr/>
        </p:nvSpPr>
        <p:spPr>
          <a:xfrm>
            <a:off x="9525000" y="4762500"/>
            <a:ext cx="7620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88.874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9525000" y="5829300"/>
            <a:ext cx="7620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13.057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43.504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250" dirty="0"/>
          </a:p>
        </p:txBody>
      </p:sp>
      <p:sp>
        <p:nvSpPr>
          <p:cNvPr id="30" name="Text 28"/>
          <p:cNvSpPr/>
          <p:nvPr/>
        </p:nvSpPr>
        <p:spPr>
          <a:xfrm>
            <a:off x="9525000" y="6896100"/>
            <a:ext cx="7620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250" dirty="0"/>
          </a:p>
        </p:txBody>
      </p:sp>
      <p:sp>
        <p:nvSpPr>
          <p:cNvPr id="31" name="Text 29"/>
          <p:cNvSpPr/>
          <p:nvPr/>
        </p:nvSpPr>
        <p:spPr>
          <a:xfrm>
            <a:off x="9525000" y="7962900"/>
            <a:ext cx="7620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204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chủ,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</a:t>
            </a:r>
            <a:endParaRPr lang="en-US" sz="2250" dirty="0"/>
          </a:p>
        </p:txBody>
      </p:sp>
      <p:sp>
        <p:nvSpPr>
          <p:cNvPr id="32" name="Shape 3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ae647d6b-a96b-4b3e-a7e2-c0071acb55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1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7810500" cy="5715000"/>
          </a:xfrm>
          <a:prstGeom prst="roundRect">
            <a:avLst>
              <a:gd name="adj" fmla="val 4667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9090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13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905250"/>
            <a:ext cx="70485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1295400" y="4857750"/>
            <a:ext cx="7048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Secure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295400" y="5429250"/>
            <a:ext cx="7048500" cy="942975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toàn: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nhiên.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295400" y="7239000"/>
            <a:ext cx="7048500" cy="428625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 thử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SHA-256</a:t>
            </a:r>
            <a:r>
              <a:rPr lang="en-US" sz="195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19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563100" y="3048000"/>
            <a:ext cx="7810500" cy="1714500"/>
          </a:xfrm>
          <a:prstGeom prst="roundRect">
            <a:avLst>
              <a:gd name="adj" fmla="val 15556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9944100" y="333375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944100" y="3790950"/>
            <a:ext cx="7048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40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563100" y="5048250"/>
            <a:ext cx="7810500" cy="1714500"/>
          </a:xfrm>
          <a:prstGeom prst="roundRect">
            <a:avLst>
              <a:gd name="adj" fmla="val 15556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9944100" y="533400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944100" y="5791200"/>
            <a:ext cx="7048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src/cluster.h</a:t>
            </a:r>
            <a:r>
              <a:rPr lang="en-US" sz="24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src/cluster.c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563100" y="7048500"/>
            <a:ext cx="7810500" cy="1714500"/>
          </a:xfrm>
          <a:prstGeom prst="roundRect">
            <a:avLst>
              <a:gd name="adj" fmla="val 15556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9944100" y="733425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APACHE</a:t>
            </a:r>
            <a:r>
              <a:rPr lang="en-US" sz="1800" b="1" spc="21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CASSANDRA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944100" y="7791450"/>
            <a:ext cx="7048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conf/cassandra.yaml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1b7e8b29-7819-4f26-b639-f7e3531c20b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2026-10-19T01:41:02Z</dcterms:created>
  <dcterms:modified xsi:type="dcterms:W3CDTF">2026-10-19T01:41:02Z</dcterms:modified>
</cp:coreProperties>
</file>