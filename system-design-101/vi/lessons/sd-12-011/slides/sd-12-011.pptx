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Nền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3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A/B: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700" dirty="0"/>
          </a:p>
        </p:txBody>
      </p:sp>
      <p:sp>
        <p:nvSpPr>
          <p:cNvPr id="5" name="Connector line-1792423345460-95007131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FF6A4D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FF6A4D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A/B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của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 sai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d4da0c1-123d-406a-9e39-3001bbd907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A</a:t>
            </a:r>
            <a:endParaRPr lang="en-US" sz="2100" dirty="0"/>
          </a:p>
        </p:txBody>
      </p:sp>
      <p:sp>
        <p:nvSpPr>
          <p:cNvPr id="6" name="Text richtext-1792423346627-509188438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9" name="Text richtext-1792423346651-345335052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mới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15fb9af-9a9b-47a0-8d30-d42083a02f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nghĩa,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khai, ghi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nhận,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b="1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00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00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3000" b="1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cf97cbe-972b-438e-929c-a18bc8dda2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015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550" dirty="0"/>
          </a:p>
        </p:txBody>
      </p:sp>
      <p:sp>
        <p:nvSpPr>
          <p:cNvPr id="7" name="Connector line-1792423350543-18901630"/>
          <p:cNvSpPr/>
          <p:nvPr/>
        </p:nvSpPr>
        <p:spPr>
          <a:xfrm>
            <a:off x="4781550" y="4714875"/>
            <a:ext cx="3048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445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1020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550" dirty="0"/>
          </a:p>
        </p:txBody>
      </p:sp>
      <p:sp>
        <p:nvSpPr>
          <p:cNvPr id="11" name="Connector line-1792423350551-176498868"/>
          <p:cNvSpPr/>
          <p:nvPr/>
        </p:nvSpPr>
        <p:spPr>
          <a:xfrm>
            <a:off x="8991600" y="4714875"/>
            <a:ext cx="3048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3450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025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025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15" name="Connector line-1792423350556-477276828"/>
          <p:cNvSpPr/>
          <p:nvPr/>
        </p:nvSpPr>
        <p:spPr>
          <a:xfrm>
            <a:off x="13201650" y="4714875"/>
            <a:ext cx="3048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54455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3030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83030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30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390ebc3-ee29-42aa-a285-9d49d33b21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NHÓM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Băm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2762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333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100.000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50.190,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49.810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857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4857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 tổ</a:t>
            </a: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25%</a:t>
            </a: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6381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0" y="6381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A-A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B-B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00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nhóm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842534a9-cfc7-493f-9bc5-ad0fde6811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4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0,23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50.190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49.810: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0,011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50.400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49.600: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52" dirty="0" spc="-3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0,0000018</a:t>
            </a:r>
            <a:endParaRPr lang="en-US" sz="7552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50.000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48.500: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như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lỗi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2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58bf23c-20cd-482c-9d96-e59000970f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 NHÌN GIỮA</a:t>
            </a:r>
            <a:r>
              <a:rPr lang="en-US" sz="1800" b="1" spc="3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thật,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8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17%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4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5%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5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 83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 lần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73548e3-d26e-4f43-9d35-97ac8149f8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50.000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1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47.000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rõ: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31effd7-fdef-41dd-980a-6eb39c0169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SRM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100" dirty="0"/>
          </a:p>
        </p:txBody>
      </p:sp>
      <p:sp>
        <p:nvSpPr>
          <p:cNvPr id="10" name="Connector line-1792423383692-451938081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2" name="Text richtext-1792423383695-956948634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2239540-48e2-455a-89c9-acda7e01cc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2026-10-19T15:23:22Z</dcterms:created>
  <dcterms:modified xsi:type="dcterms:W3CDTF">2026-10-19T15:23:22Z</dcterms:modified>
</cp:coreProperties>
</file>