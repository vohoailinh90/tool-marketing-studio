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505075"/>
          </a:xfrm>
          <a:prstGeom prst="rect">
            <a:avLst/>
          </a:prstGeom>
          <a:noFill/>
          <a:ln/>
        </p:spPr>
        <p:txBody>
          <a:bodyPr wrap="square" lIns="0" tIns="82296" rIns="0" bIns="-82296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81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phỏng</a:t>
            </a:r>
            <a:r>
              <a:rPr lang="en-US" sz="81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81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thống: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r>
              <a:rPr lang="en-US" sz="8100" dirty="0" spc="-10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-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</a:t>
            </a:r>
            <a:r>
              <a:rPr lang="en-US" sz="3000" dirty="0" spc="7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2219325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90550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364" dirty="0"/>
          </a:p>
        </p:txBody>
      </p:sp>
      <p:sp>
        <p:nvSpPr>
          <p:cNvPr id="7" name="Text 5"/>
          <p:cNvSpPr/>
          <p:nvPr/>
        </p:nvSpPr>
        <p:spPr>
          <a:xfrm>
            <a:off x="1143000" y="6667500"/>
            <a:ext cx="1762125" cy="8001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286125" y="5715000"/>
            <a:ext cx="2219325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4725" y="590550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64" dirty="0"/>
          </a:p>
        </p:txBody>
      </p:sp>
      <p:sp>
        <p:nvSpPr>
          <p:cNvPr id="10" name="Text 8"/>
          <p:cNvSpPr/>
          <p:nvPr/>
        </p:nvSpPr>
        <p:spPr>
          <a:xfrm>
            <a:off x="3514725" y="6667500"/>
            <a:ext cx="1762125" cy="8001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657850" y="5715000"/>
            <a:ext cx="2219325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6450" y="590550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364" dirty="0"/>
          </a:p>
        </p:txBody>
      </p:sp>
      <p:sp>
        <p:nvSpPr>
          <p:cNvPr id="13" name="Text 11"/>
          <p:cNvSpPr/>
          <p:nvPr/>
        </p:nvSpPr>
        <p:spPr>
          <a:xfrm>
            <a:off x="5886450" y="6667500"/>
            <a:ext cx="1762125" cy="8001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9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029575" y="5715000"/>
            <a:ext cx="2219325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8175" y="590550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364" dirty="0"/>
          </a:p>
        </p:txBody>
      </p:sp>
      <p:sp>
        <p:nvSpPr>
          <p:cNvPr id="16" name="Text 14"/>
          <p:cNvSpPr/>
          <p:nvPr/>
        </p:nvSpPr>
        <p:spPr>
          <a:xfrm>
            <a:off x="8258175" y="6667500"/>
            <a:ext cx="1762125" cy="8001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01300" y="5715000"/>
            <a:ext cx="2219325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29900" y="590550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364" dirty="0"/>
          </a:p>
        </p:txBody>
      </p:sp>
      <p:sp>
        <p:nvSpPr>
          <p:cNvPr id="19" name="Text 17"/>
          <p:cNvSpPr/>
          <p:nvPr/>
        </p:nvSpPr>
        <p:spPr>
          <a:xfrm>
            <a:off x="10629900" y="6667500"/>
            <a:ext cx="1762125" cy="8001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773025" y="5715000"/>
            <a:ext cx="2219325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01625" y="590550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4364" dirty="0"/>
          </a:p>
        </p:txBody>
      </p:sp>
      <p:sp>
        <p:nvSpPr>
          <p:cNvPr id="22" name="Text 20"/>
          <p:cNvSpPr/>
          <p:nvPr/>
        </p:nvSpPr>
        <p:spPr>
          <a:xfrm>
            <a:off x="13001625" y="6667500"/>
            <a:ext cx="1762125" cy="8001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19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rộng,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5144750" y="5715000"/>
            <a:ext cx="2219325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373350" y="590550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4364" dirty="0"/>
          </a:p>
        </p:txBody>
      </p:sp>
      <p:sp>
        <p:nvSpPr>
          <p:cNvPr id="25" name="Text 23"/>
          <p:cNvSpPr/>
          <p:nvPr/>
        </p:nvSpPr>
        <p:spPr>
          <a:xfrm>
            <a:off x="15373350" y="6667500"/>
            <a:ext cx="1762125" cy="8001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14400" y="80010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bản: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ví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suốt: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 rút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cc753ce-0fda-4209-8ce9-eedf3dc8d7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905000"/>
            <a:ext cx="15944850" cy="4000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ctr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sót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trọng,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luôn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mình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đâu.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914400" y="685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7048500"/>
            <a:ext cx="4000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19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334000" y="7048500"/>
            <a:ext cx="11620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33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33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3300" dirty="0"/>
          </a:p>
        </p:txBody>
      </p:sp>
      <p:sp>
        <p:nvSpPr>
          <p:cNvPr id="8" name="Connector line-1792370180111-30882640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6c7aaea-04d0-4e82-9ade-2db155854e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8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72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72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người?</a:t>
            </a:r>
            <a:endParaRPr lang="en-US" sz="7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3621024"/>
                <a:gridCol w="6419088"/>
                <a:gridCol w="6419088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400" b="1" dirty="0" spc="12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Bước</a:t>
                      </a:r>
                      <a:endParaRPr lang="en-US" sz="1200" dirty="0"/>
                    </a:p>
                  </a:txBody>
                  <a:tcPr marL="285750" marR="285750" marT="285750" marB="6477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400" b="1" dirty="0" spc="-5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Nói</a:t>
                      </a:r>
                      <a:r>
                        <a:rPr lang="en-US" sz="2400" b="1" dirty="0" spc="-14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r>
                        <a:rPr lang="en-US" sz="2400" b="1" dirty="0" spc="13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400" b="1" dirty="0" spc="-1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285750" marR="285750" marT="285750" marB="6477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400" b="1" dirty="0" spc="-40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Với</a:t>
                      </a:r>
                      <a:r>
                        <a:rPr lang="en-US" sz="2400" b="1" dirty="0" spc="0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400" b="1" dirty="0" spc="2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400" b="1" dirty="0" spc="3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rút</a:t>
                      </a:r>
                      <a:r>
                        <a:rPr lang="en-US" sz="2400" b="1" dirty="0" spc="-9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gọn</a:t>
                      </a:r>
                      <a:endParaRPr lang="en-US" sz="1200" dirty="0"/>
                    </a:p>
                  </a:txBody>
                  <a:tcPr marL="285750" marR="285750" marT="285750" marB="6477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1809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400" b="1" dirty="0" spc="-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·</a:t>
                      </a:r>
                      <a:r>
                        <a:rPr lang="en-US" sz="2400" b="1" dirty="0" spc="-65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Yêu</a:t>
                      </a:r>
                      <a:r>
                        <a:rPr lang="en-US" sz="2400" b="1" dirty="0" spc="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cầu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400" dirty="0" spc="-5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Tách</a:t>
                      </a:r>
                      <a:r>
                        <a:rPr lang="en-US" sz="240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r>
                        <a:rPr lang="en-US" sz="24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khỏi</a:t>
                      </a:r>
                      <a:r>
                        <a:rPr lang="en-US" sz="240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mức</a:t>
                      </a: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chất</a:t>
                      </a:r>
                      <a:r>
                        <a:rPr lang="en-US" sz="24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lượng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phải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đạt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Dán</a:t>
                      </a:r>
                      <a:r>
                        <a:rPr lang="en-US" sz="24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đường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 dài,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ngắn;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mở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nhanh, không hỏng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809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400" b="1" dirty="0" spc="6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r>
                        <a:rPr lang="en-US" sz="2400" b="1" dirty="0" spc="-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· Quy</a:t>
                      </a:r>
                      <a:r>
                        <a:rPr lang="en-US" sz="2400" b="1" dirty="0" spc="-3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40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Đặt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</a:t>
                      </a:r>
                      <a:r>
                        <a:rPr lang="en-US" sz="2400" dirty="0" spc="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40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rõ,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suy</a:t>
                      </a:r>
                      <a:r>
                        <a:rPr lang="en-US" sz="2400" dirty="0" spc="-3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liệu,</a:t>
                      </a:r>
                      <a:r>
                        <a:rPr lang="en-US" sz="2400" dirty="0" spc="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lưu</a:t>
                      </a:r>
                      <a:r>
                        <a:rPr lang="en-US" sz="24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lượng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40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Đường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</a:t>
                      </a: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ngày;</a:t>
                      </a:r>
                      <a:r>
                        <a:rPr lang="en-US" sz="24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tỷ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lệ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mở</a:t>
                      </a:r>
                      <a:r>
                        <a:rPr lang="en-US" sz="24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trên</a:t>
                      </a: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620000"/>
            <a:ext cx="164592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 số</a:t>
            </a: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endParaRPr lang="en-US" sz="2550" dirty="0"/>
          </a:p>
        </p:txBody>
      </p:sp>
      <p:sp>
        <p:nvSpPr>
          <p:cNvPr id="6" name="Connector line-1792370193248-61073939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902f9bdd-9019-4d25-8163-4f7d701702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PHÁC</a:t>
            </a:r>
            <a:r>
              <a:rPr lang="en-US" sz="1800" b="1" spc="28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Vài</a:t>
            </a: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khối,</a:t>
            </a:r>
            <a:r>
              <a:rPr lang="en-US" sz="72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2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3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 Thiết</a:t>
            </a:r>
            <a:r>
              <a:rPr lang="en-US" sz="3900" dirty="0" spc="-3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3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39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33500" y="4286250"/>
            <a:ext cx="1905000" cy="1047750"/>
          </a:xfrm>
          <a:prstGeom prst="roundRect">
            <a:avLst>
              <a:gd name="adj" fmla="val 18182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7" name="Connector line-1792370211475-657049195"/>
          <p:cNvSpPr/>
          <p:nvPr/>
        </p:nvSpPr>
        <p:spPr>
          <a:xfrm>
            <a:off x="3333750" y="4667250"/>
            <a:ext cx="66675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8" name="Text 6"/>
          <p:cNvSpPr/>
          <p:nvPr/>
        </p:nvSpPr>
        <p:spPr>
          <a:xfrm>
            <a:off x="4095750" y="4286250"/>
            <a:ext cx="20955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endParaRPr lang="en-US" sz="2100" dirty="0"/>
          </a:p>
        </p:txBody>
      </p:sp>
      <p:sp>
        <p:nvSpPr>
          <p:cNvPr id="9" name="Connector line-1792370211477-141599028"/>
          <p:cNvSpPr/>
          <p:nvPr/>
        </p:nvSpPr>
        <p:spPr>
          <a:xfrm>
            <a:off x="6286500" y="4667250"/>
            <a:ext cx="66675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0" name="Text 8"/>
          <p:cNvSpPr/>
          <p:nvPr/>
        </p:nvSpPr>
        <p:spPr>
          <a:xfrm>
            <a:off x="7048500" y="4286250"/>
            <a:ext cx="1524000" cy="1047750"/>
          </a:xfrm>
          <a:prstGeom prst="roundRect">
            <a:avLst>
              <a:gd name="adj" fmla="val 18182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2286000" y="5334000"/>
            <a:ext cx="5524500" cy="762000"/>
          </a:xfrm>
          <a:custGeom>
            <a:avLst/>
            <a:gdLst/>
            <a:ahLst/>
            <a:cxnLst/>
            <a:rect l="l" t="t" r="r" b="b"/>
            <a:pathLst>
              <a:path w="5524500" h="762000">
                <a:moveTo>
                  <a:pt x="5524500" y="0"/>
                </a:moveTo>
                <a:cubicBezTo>
                  <a:pt x="5524500" y="762000"/>
                  <a:pt x="0" y="762000"/>
                  <a:pt x="0" y="95250"/>
                </a:cubicBezTo>
              </a:path>
            </a:pathLst>
          </a:custGeom>
          <a:ln w="28575">
            <a:solidFill>
              <a:srgbClr val="9AA0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3500" y="6191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6953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5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72600" y="285750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91700" y="3143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3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9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791700" y="4095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19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791700" y="4572000"/>
            <a:ext cx="7162800" cy="952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dẫn ngắn → đường dẫn dài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91700" y="5810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1950" b="1" spc="18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91700" y="6286500"/>
            <a:ext cx="7162800" cy="952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791700" y="75247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9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5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b="1" dirty="0" spc="2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lưu.</a:t>
            </a:r>
            <a:endParaRPr lang="en-US" sz="2550" dirty="0"/>
          </a:p>
        </p:txBody>
      </p:sp>
      <p:sp>
        <p:nvSpPr>
          <p:cNvPr id="21" name="Connector line-1792370211516-35278128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dd4349c-0149-45d8-9a94-77a8b30eb5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5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ĐÀO</a:t>
            </a:r>
            <a:r>
              <a:rPr lang="en-US" sz="1800" b="1" spc="2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diện,</a:t>
            </a:r>
            <a:r>
              <a:rPr lang="en-US" sz="72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nghẽn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5715000"/>
          </a:xfrm>
          <a:prstGeom prst="roundRect">
            <a:avLst>
              <a:gd name="adj" fmla="val 4667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39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9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3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24765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“tạo”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4000500" y="4095750"/>
            <a:ext cx="24765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“mở”</a:t>
            </a:r>
            <a:endParaRPr lang="en-US" sz="2850" dirty="0"/>
          </a:p>
        </p:txBody>
      </p:sp>
      <p:sp>
        <p:nvSpPr>
          <p:cNvPr id="8" name="Text richtext-1792370228025-654843807"/>
          <p:cNvSpPr/>
          <p:nvPr/>
        </p:nvSpPr>
        <p:spPr>
          <a:xfrm>
            <a:off x="1295400" y="5429250"/>
            <a:ext cx="5334000" cy="2857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7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thành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phần?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Dạng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cặp?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524750" y="2952750"/>
            <a:ext cx="98488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r>
              <a:rPr lang="en-US" sz="3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 Mở</a:t>
            </a:r>
            <a:r>
              <a:rPr lang="en-US" sz="390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3900" dirty="0" spc="-3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9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39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524750" y="3905250"/>
            <a:ext cx="9848850" cy="1238250"/>
          </a:xfrm>
          <a:prstGeom prst="roundRect">
            <a:avLst>
              <a:gd name="adj" fmla="val 18462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85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850" b="1" dirty="0" spc="-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tăng, chỗ</a:t>
            </a:r>
            <a:r>
              <a:rPr lang="en-US" sz="2850" b="1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b="1" dirty="0" spc="-7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</a:t>
            </a:r>
            <a:r>
              <a:rPr lang="en-US" sz="2850" b="1" dirty="0" spc="9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trước?</a:t>
            </a:r>
            <a:endParaRPr lang="en-US" sz="2850" dirty="0"/>
          </a:p>
        </p:txBody>
      </p:sp>
      <p:sp>
        <p:nvSpPr>
          <p:cNvPr id="11" name="Connector line-1792370228052-158694346"/>
          <p:cNvSpPr/>
          <p:nvPr/>
        </p:nvSpPr>
        <p:spPr>
          <a:xfrm>
            <a:off x="12449175" y="5191125"/>
            <a:ext cx="0" cy="428625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524750" y="5667375"/>
            <a:ext cx="9848850" cy="11430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7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7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2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700" dirty="0"/>
          </a:p>
        </p:txBody>
      </p:sp>
      <p:sp>
        <p:nvSpPr>
          <p:cNvPr id="13" name="Connector line-1792370228055-289666249"/>
          <p:cNvSpPr/>
          <p:nvPr/>
        </p:nvSpPr>
        <p:spPr>
          <a:xfrm>
            <a:off x="12449175" y="6858000"/>
            <a:ext cx="0" cy="428625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524750" y="7334250"/>
            <a:ext cx="984885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Kèm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2700" dirty="0"/>
          </a:p>
        </p:txBody>
      </p:sp>
      <p:sp>
        <p:nvSpPr>
          <p:cNvPr id="15" name="Connector line-1792370228057-27124286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6642811-b4e2-44a8-a522-ae0d2f29ad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b="1" spc="23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“Nếu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72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 sao?”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3200400" cy="1428750"/>
          </a:xfrm>
          <a:prstGeom prst="roundRect">
            <a:avLst>
              <a:gd name="adj" fmla="val 16000"/>
            </a:avLst>
          </a:prstGeom>
          <a:solidFill>
            <a:srgbClr val="F3EEE3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700" dirty="0"/>
          </a:p>
        </p:txBody>
      </p:sp>
      <p:sp>
        <p:nvSpPr>
          <p:cNvPr id="5" name="Connector line-1792370247675-807354233"/>
          <p:cNvSpPr/>
          <p:nvPr/>
        </p:nvSpPr>
        <p:spPr>
          <a:xfrm>
            <a:off x="4210050" y="4714875"/>
            <a:ext cx="9906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6" name="Text 4"/>
          <p:cNvSpPr/>
          <p:nvPr/>
        </p:nvSpPr>
        <p:spPr>
          <a:xfrm>
            <a:off x="5334000" y="4000500"/>
            <a:ext cx="32004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020050" y="36766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8020050" y="36766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3300" dirty="0"/>
          </a:p>
        </p:txBody>
      </p:sp>
      <p:sp>
        <p:nvSpPr>
          <p:cNvPr id="9" name="Connector line-1792370247680-746023841"/>
          <p:cNvSpPr/>
          <p:nvPr/>
        </p:nvSpPr>
        <p:spPr>
          <a:xfrm>
            <a:off x="8629650" y="4714875"/>
            <a:ext cx="9906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0" name="Text 8"/>
          <p:cNvSpPr/>
          <p:nvPr/>
        </p:nvSpPr>
        <p:spPr>
          <a:xfrm>
            <a:off x="9753600" y="4000500"/>
            <a:ext cx="32004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2439650" y="36766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439650" y="36766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3300" dirty="0"/>
          </a:p>
        </p:txBody>
      </p:sp>
      <p:sp>
        <p:nvSpPr>
          <p:cNvPr id="13" name="Connector line-1792370247684-715284439"/>
          <p:cNvSpPr/>
          <p:nvPr/>
        </p:nvSpPr>
        <p:spPr>
          <a:xfrm>
            <a:off x="13049250" y="4714875"/>
            <a:ext cx="9906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14173200" y="4000500"/>
            <a:ext cx="32004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6859250" y="36766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6859250" y="36766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14400" y="5905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7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14400" y="7048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</p:sp>
      <p:sp>
        <p:nvSpPr>
          <p:cNvPr id="19" name="Text 17"/>
          <p:cNvSpPr/>
          <p:nvPr/>
        </p:nvSpPr>
        <p:spPr>
          <a:xfrm>
            <a:off x="1428750" y="7143750"/>
            <a:ext cx="1543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phòng.</a:t>
            </a:r>
            <a:endParaRPr lang="en-US" sz="3000" dirty="0"/>
          </a:p>
        </p:txBody>
      </p:sp>
      <p:sp>
        <p:nvSpPr>
          <p:cNvPr id="20" name="Connector line-1792370247694-16677285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61cd7d6-ce82-4b8e-b007-b3da964064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7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đồ,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kịch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57187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1950" b="1" spc="1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1950" dirty="0"/>
          </a:p>
        </p:txBody>
      </p:sp>
      <p:sp>
        <p:nvSpPr>
          <p:cNvPr id="6" name="Text richtext-1792370261343-966102469"/>
          <p:cNvSpPr/>
          <p:nvPr/>
        </p:nvSpPr>
        <p:spPr>
          <a:xfrm>
            <a:off x="1333500" y="41910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marL="361950" indent="-258592">
              <a:lnSpc>
                <a:spcPts val="399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muốn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đào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buSzPct val="100000"/>
              <a:buFont typeface="Arial"/>
              <a:buChar char="•"/>
            </a:pP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3619500"/>
          </a:xfrm>
          <a:prstGeom prst="roundRect">
            <a:avLst>
              <a:gd name="adj" fmla="val 736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57187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1950" b="1" spc="23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9" name="Text richtext-1792370261363-296629639"/>
          <p:cNvSpPr/>
          <p:nvPr/>
        </p:nvSpPr>
        <p:spPr>
          <a:xfrm>
            <a:off x="9791700" y="41910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marL="361950" indent="-258592">
              <a:lnSpc>
                <a:spcPts val="399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bị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850" dirty="0"/>
          </a:p>
        </p:txBody>
      </p:sp>
      <p:sp>
        <p:nvSpPr>
          <p:cNvPr id="10" name="Connector line-1792370261371-44978814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6939591-9b9c-428a-975b-6982dd8ce0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69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người,</a:t>
            </a:r>
            <a:r>
              <a:rPr lang="en-US" sz="69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tốc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độ: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thiếu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4" name="Connector line-1792370281594-239781472"/>
          <p:cNvSpPr/>
          <p:nvPr/>
        </p:nvSpPr>
        <p:spPr>
          <a:xfrm>
            <a:off x="2000250" y="4191000"/>
            <a:ext cx="14287500" cy="0"/>
          </a:xfrm>
          <a:prstGeom prst="line">
            <a:avLst/>
          </a:prstGeom>
          <a:noFill/>
          <a:ln w="571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524000" y="3714750"/>
            <a:ext cx="952500" cy="952500"/>
          </a:xfrm>
          <a:prstGeom prst="ellipse">
            <a:avLst/>
          </a:prstGeom>
          <a:solidFill>
            <a:srgbClr val="7C93FF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3762375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57250" y="48577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905250" y="3714750"/>
            <a:ext cx="952500" cy="952500"/>
          </a:xfrm>
          <a:prstGeom prst="ellipse">
            <a:avLst/>
          </a:prstGeom>
          <a:solidFill>
            <a:srgbClr val="7C93FF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5250" y="3762375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38500" y="48577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286500" y="3714750"/>
            <a:ext cx="952500" cy="952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6B6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6500" y="3762375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19750" y="48577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100" b="1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667750" y="3714750"/>
            <a:ext cx="952500" cy="952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6B6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7750" y="3762375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001000" y="48577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049000" y="3714750"/>
            <a:ext cx="952500" cy="952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6B6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49000" y="3762375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0382250" y="48577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3430250" y="3714750"/>
            <a:ext cx="952500" cy="952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30250" y="3762375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6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2763500" y="48577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100" b="1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5811500" y="3714750"/>
            <a:ext cx="952500" cy="952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6B6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11500" y="3762375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5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5144750" y="48577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100" b="1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4400" y="5905500"/>
            <a:ext cx="164592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28750" y="6191250"/>
            <a:ext cx="1543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8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Bước</a:t>
            </a:r>
            <a:r>
              <a:rPr lang="en-US" sz="48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4800" dirty="0" spc="-5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-6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48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1428750" y="7143750"/>
            <a:ext cx="154305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cơ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 cache.</a:t>
            </a:r>
            <a:endParaRPr lang="en-US" sz="2700" dirty="0"/>
          </a:p>
        </p:txBody>
      </p:sp>
      <p:sp>
        <p:nvSpPr>
          <p:cNvPr id="29" name="Connector line-1792370281622-1577922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8" name="Shape 3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284705ef-c1c0-44b1-b079-1d044ebd05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·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800" b="1" spc="29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System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Design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Primer: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9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990600"/>
          </a:xfrm>
          <a:prstGeom prst="roundRect">
            <a:avLst>
              <a:gd name="adj" fmla="val 21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857500"/>
            <a:ext cx="857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286000" y="2857500"/>
            <a:ext cx="10477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buộc, giả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478000" y="3067050"/>
            <a:ext cx="2571750" cy="571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b="1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000500"/>
            <a:ext cx="16459200" cy="990600"/>
          </a:xfrm>
          <a:prstGeom prst="roundRect">
            <a:avLst>
              <a:gd name="adj" fmla="val 21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000500"/>
            <a:ext cx="857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286000" y="4000500"/>
            <a:ext cx="10477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4478000" y="4210050"/>
            <a:ext cx="2571750" cy="571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phác thảo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143500"/>
            <a:ext cx="16459200" cy="990600"/>
          </a:xfrm>
          <a:prstGeom prst="roundRect">
            <a:avLst>
              <a:gd name="adj" fmla="val 21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5143500"/>
            <a:ext cx="857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286000" y="5143500"/>
            <a:ext cx="10477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7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4478000" y="5353050"/>
            <a:ext cx="2571750" cy="571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21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286500"/>
            <a:ext cx="16459200" cy="990600"/>
          </a:xfrm>
          <a:prstGeom prst="roundRect">
            <a:avLst>
              <a:gd name="adj" fmla="val 21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6286500"/>
            <a:ext cx="857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2286000" y="6286500"/>
            <a:ext cx="10477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4478000" y="6496050"/>
            <a:ext cx="2571750" cy="571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100" b="1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76200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khung,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endParaRPr lang="en-US" sz="2700" dirty="0"/>
          </a:p>
        </p:txBody>
      </p:sp>
      <p:sp>
        <p:nvSpPr>
          <p:cNvPr id="21" name="Connector line-1792370294887-45359205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9d0eab7-9369-457d-a410-3a18bee64d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000500" y="30289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00500" y="3429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4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4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5245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CSDL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4000500" y="55054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(database)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00500" y="59055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4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tìm,</a:t>
            </a:r>
            <a:r>
              <a:rPr lang="en-US" sz="24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096500" y="3048000"/>
            <a:ext cx="72771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72750" y="34290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2" name="Text richtext-1792370309386-40797472"/>
          <p:cNvSpPr/>
          <p:nvPr/>
        </p:nvSpPr>
        <p:spPr>
          <a:xfrm>
            <a:off x="10572750" y="4000500"/>
            <a:ext cx="6324600" cy="2476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Primer: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cận phỏng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572750" y="6858000"/>
            <a:ext cx="6324600" cy="13335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2026-10-13;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chuẩn.</a:t>
            </a:r>
            <a:endParaRPr lang="en-US" sz="1800" dirty="0"/>
          </a:p>
        </p:txBody>
      </p:sp>
      <p:sp>
        <p:nvSpPr>
          <p:cNvPr id="14" name="Connector line-1792370309405-92917350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9a462cd-bd4d-4482-82ae-3a724c151e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2026-10-19T05:14:39Z</dcterms:created>
  <dcterms:modified xsi:type="dcterms:W3CDTF">2026-10-19T05:14:39Z</dcterms:modified>
</cp:coreProperties>
</file>