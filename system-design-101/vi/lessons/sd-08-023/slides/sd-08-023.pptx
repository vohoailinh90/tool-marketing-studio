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3000" dirty="0"/>
          </a:p>
        </p:txBody>
      </p:sp>
      <p:sp>
        <p:nvSpPr>
          <p:cNvPr id="5" name="Connector line-1792393042835-491773950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239500" y="447675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239500" y="581025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aed0972c-4d2d-44f9-9322-d1cd8bc5bd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0289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Cân</a:t>
            </a:r>
            <a:r>
              <a:rPr lang="en-US" sz="24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4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0150" y="381000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9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029200" y="2762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14950" y="30289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CDN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14950" y="381000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0" y="2762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29750" y="30289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Cổng</a:t>
            </a:r>
            <a:r>
              <a:rPr lang="en-US" sz="24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API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29750" y="381000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9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 tới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258800" y="2762250"/>
            <a:ext cx="41148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44550" y="3028950"/>
            <a:ext cx="352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Nhà</a:t>
            </a:r>
            <a:r>
              <a:rPr lang="en-US" sz="24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 danh tính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544550" y="3810000"/>
            <a:ext cx="35242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429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0150" y="56959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Sổ đăng</a:t>
            </a:r>
            <a:r>
              <a:rPr lang="en-US" sz="24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00150" y="647700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tìm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029200" y="5429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4950" y="56959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Quản</a:t>
            </a:r>
            <a:r>
              <a:rPr lang="en-US" sz="240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lý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14950" y="647700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0" y="5429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9750" y="5695950"/>
            <a:ext cx="333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Dịch</a:t>
            </a:r>
            <a:r>
              <a:rPr lang="en-US" sz="24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r>
              <a:rPr lang="en-US" sz="24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29750" y="647700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258800" y="5429250"/>
            <a:ext cx="4114800" cy="2381250"/>
          </a:xfrm>
          <a:prstGeom prst="roundRect">
            <a:avLst>
              <a:gd name="adj" fmla="val 9600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3544550" y="5695950"/>
            <a:ext cx="352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24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544550" y="6477000"/>
            <a:ext cx="35242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1950" dirty="0"/>
          </a:p>
        </p:txBody>
      </p:sp>
      <p:sp>
        <p:nvSpPr>
          <p:cNvPr id="28" name="Connector line-1792393043973-20078814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c87fac08-c6b1-4119-8815-ef187052d2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800" b="1" spc="29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180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bộ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Cổng,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tính,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r>
              <a:rPr lang="en-US" sz="5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54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ký,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dõi: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54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54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4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48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endParaRPr lang="en-US" sz="2250" dirty="0"/>
          </a:p>
        </p:txBody>
      </p:sp>
      <p:sp>
        <p:nvSpPr>
          <p:cNvPr id="7" name="Connector line-1792393044842-50923567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d0ee879-4d78-489b-ae4c-fd186c1a00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b="1" spc="28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Rẻ</a:t>
            </a:r>
            <a:r>
              <a:rPr lang="en-US" sz="69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nhiêu?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7242048"/>
                <a:gridCol w="4608576"/>
                <a:gridCol w="460857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phận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9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250" b="1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rẻ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9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25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đắt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93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1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Cổng</a:t>
                      </a:r>
                      <a:r>
                        <a:rPr lang="en-US" sz="2250" dirty="0" spc="4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API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gọi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thẳng: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0,5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qua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cổng: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0,9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Sổ</a:t>
                      </a:r>
                      <a:r>
                        <a:rPr lang="en-US" sz="2250" dirty="0" spc="0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đăng</a:t>
                      </a:r>
                      <a:r>
                        <a:rPr lang="en-US" sz="2250" dirty="0" spc="4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ký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nhớ</a:t>
                      </a:r>
                      <a:r>
                        <a:rPr lang="en-US" sz="2250" dirty="0" spc="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địa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chỉ:</a:t>
                      </a:r>
                      <a:r>
                        <a:rPr lang="en-US" sz="22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0,24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tra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lần: 0,6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Nhà</a:t>
                      </a:r>
                      <a:r>
                        <a:rPr lang="en-US" sz="2250" dirty="0" spc="1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cấp danh</a:t>
                      </a:r>
                      <a:r>
                        <a:rPr lang="en-US" sz="2250" dirty="0" spc="3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tính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chữ ký: 2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hỏi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chủ:</a:t>
                      </a: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230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Quản</a:t>
                      </a:r>
                      <a:r>
                        <a:rPr lang="en-US" sz="2250" dirty="0" spc="2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lý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25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đếm: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0,3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dòng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nhật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ký: 13</a:t>
                      </a:r>
                      <a:r>
                        <a:rPr lang="en-US" sz="225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18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Dữ</a:t>
                      </a:r>
                      <a:r>
                        <a:rPr lang="en-US" sz="2250" dirty="0" spc="1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liệu</a:t>
                      </a:r>
                      <a:r>
                        <a:rPr lang="en-US" sz="2250" dirty="0" spc="0" kern="0">
                          <a:solidFill>
                            <a:srgbClr val="7C93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phép nối: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0,2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gọi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250" dirty="0" spc="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đơn: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50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93045673-10631722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ba16b16-94b4-46c5-b13d-9530b8e318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ĐO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CDN,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 ms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thêm.</a:t>
            </a:r>
            <a:endParaRPr lang="en-US" sz="2400" dirty="0"/>
          </a:p>
        </p:txBody>
      </p:sp>
      <p:sp>
        <p:nvSpPr>
          <p:cNvPr id="10" name="Connector line-1792393046559-81887948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b64ed7f-4f10-4480-a79f-bfbbf05aca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spc="299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b="1" spc="30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31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b="1" spc="30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nối,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ctr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spc="-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0" y="29527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0" y="29527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nối: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0" y="46672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46672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đơn: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0" y="63817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63817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cả</a:t>
            </a:r>
            <a:r>
              <a:rPr lang="en-US" sz="24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khách:</a:t>
            </a:r>
            <a:r>
              <a:rPr lang="en-US" sz="24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2" name="Connector line-1792393080408-66629318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52349fc-c379-4a41-9943-6839821329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4795" rIns="0" bIns="-14795" rtlCol="0" anchor="t"/>
          <a:lstStyle/>
          <a:p>
            <a:pPr algn="l" indent="0" marL="0">
              <a:lnSpc>
                <a:spcPts val="5347"/>
              </a:lnSpc>
              <a:buNone/>
            </a:pPr>
            <a:r>
              <a:rPr lang="en-US" sz="46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46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 200</a:t>
            </a:r>
            <a:r>
              <a:rPr lang="en-US" sz="465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465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46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46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 sau khi</a:t>
            </a:r>
            <a:r>
              <a:rPr lang="en-US" sz="46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46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46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r>
              <a:rPr lang="en-US" sz="465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46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465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619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3619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 tên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cả nhóm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(cỡ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048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5048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khách: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477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6477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250" dirty="0" spc="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250" dirty="0"/>
          </a:p>
        </p:txBody>
      </p:sp>
      <p:sp>
        <p:nvSpPr>
          <p:cNvPr id="13" name="Connector line-1792393081194-42213241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3d22045-1b94-495d-86e8-3164a1e8e2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800" b="1" spc="299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800" b="1" spc="279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299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2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048500" y="304800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182600" y="304800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400" dirty="0"/>
          </a:p>
        </p:txBody>
      </p:sp>
      <p:sp>
        <p:nvSpPr>
          <p:cNvPr id="7" name="Connector line-1792393082116-405326546"/>
          <p:cNvSpPr/>
          <p:nvPr/>
        </p:nvSpPr>
        <p:spPr>
          <a:xfrm>
            <a:off x="5105400" y="3857625"/>
            <a:ext cx="1943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93082117-699023957"/>
          <p:cNvSpPr/>
          <p:nvPr/>
        </p:nvSpPr>
        <p:spPr>
          <a:xfrm>
            <a:off x="11239500" y="3857625"/>
            <a:ext cx="1943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124450" y="40005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800" dirty="0" spc="-8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57150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lời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82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72600" y="57150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57150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cổng:</a:t>
            </a: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24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1950" dirty="0" spc="-7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9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195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7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9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dạng,</a:t>
            </a:r>
            <a:r>
              <a:rPr lang="en-US" sz="19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950" dirty="0" spc="-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9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1950" dirty="0"/>
          </a:p>
        </p:txBody>
      </p:sp>
      <p:sp>
        <p:nvSpPr>
          <p:cNvPr id="15" name="Connector line-1792393082125-40311965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d00eecd-9efe-4b2e-a93e-31ecb28410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87655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CDN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952750" y="276225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7719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88620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952750" y="377190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47815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89585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952750" y="478155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62865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6667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dịch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nhỏ</a:t>
            </a:r>
            <a:endParaRPr lang="en-US" sz="1950" dirty="0"/>
          </a:p>
        </p:txBody>
      </p:sp>
      <p:sp>
        <p:nvSpPr>
          <p:cNvPr id="15" name="Connector line-1792393082974-2422056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807eb6f5-7d27-43a9-a57e-2e479a0563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2026-10-19T06:58:58Z</dcterms:created>
  <dcterms:modified xsi:type="dcterms:W3CDTF">2026-10-19T06:58:58Z</dcterms:modified>
</cp:coreProperties>
</file>