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36004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Ôn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192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435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54483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774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6774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6017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9065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9065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 khai,</a:t>
            </a:r>
            <a:r>
              <a:rPr lang="en-US" sz="16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9a5372b-8e55-422d-b75c-5e8e191d79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0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6096000" cy="5334000"/>
          </a:xfrm>
          <a:prstGeom prst="roundRect">
            <a:avLst>
              <a:gd name="adj" fmla="val 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900" dirty="0" spc="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3810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mảng.</a:t>
            </a:r>
            <a:endParaRPr lang="en-US" sz="2700" dirty="0"/>
          </a:p>
        </p:txBody>
      </p:sp>
      <p:sp>
        <p:nvSpPr>
          <p:cNvPr id="7" name="Connector line-1792370383870-182885449"/>
          <p:cNvSpPr/>
          <p:nvPr/>
        </p:nvSpPr>
        <p:spPr>
          <a:xfrm>
            <a:off x="7143750" y="5619750"/>
            <a:ext cx="762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096250" y="2952750"/>
            <a:ext cx="927735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286125"/>
            <a:ext cx="847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8515350" y="41910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8763000" y="41910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620250" y="41910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8515350" y="542925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8763000" y="542925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620250" y="542925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8515350" y="66675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0" y="66675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9620250" y="66675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9" name="Connector line-1792370383889-250941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3335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coding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40386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3335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40386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3335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 vấn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40386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4a888a4-40db-4fbf-adf5-453057100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800" b="1" spc="28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800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2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 vi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573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1800" dirty="0"/>
          </a:p>
        </p:txBody>
      </p:sp>
      <p:sp>
        <p:nvSpPr>
          <p:cNvPr id="8" name="Text richtext-1792370408171-359549529"/>
          <p:cNvSpPr/>
          <p:nvPr/>
        </p:nvSpPr>
        <p:spPr>
          <a:xfrm>
            <a:off x="12573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3–5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ý chính,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532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6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6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1800" dirty="0"/>
          </a:p>
        </p:txBody>
      </p:sp>
      <p:sp>
        <p:nvSpPr>
          <p:cNvPr id="12" name="Text richtext-1792370408199-835028935"/>
          <p:cNvSpPr/>
          <p:nvPr/>
        </p:nvSpPr>
        <p:spPr>
          <a:xfrm>
            <a:off x="68961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4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920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349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Coding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5349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16" name="Text richtext-1792370408213-275007158"/>
          <p:cNvSpPr/>
          <p:nvPr/>
        </p:nvSpPr>
        <p:spPr>
          <a:xfrm>
            <a:off x="125349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Giải,</a:t>
            </a:r>
            <a:r>
              <a:rPr lang="en-US" sz="24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7" name="Connector line-1792370408221-60297025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a7aa92e-49eb-42bf-ab4d-517fe8c99c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 ĐỘ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“Study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guide”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7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b="1" dirty="0" spc="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r>
                        <a:rPr lang="en-US" sz="27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thiết</a:t>
                      </a:r>
                      <a:r>
                        <a:rPr lang="en-US" sz="2700" b="1" dirty="0" spc="-3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 giải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nên</a:t>
                      </a: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Ngắn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7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Vừa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Dài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hầu</a:t>
                      </a:r>
                      <a:r>
                        <a:rPr lang="en-US" sz="2700" b="1" dirty="0" spc="-1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524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550" dirty="0"/>
          </a:p>
        </p:txBody>
      </p:sp>
      <p:sp>
        <p:nvSpPr>
          <p:cNvPr id="6" name="Connector line-1792370421170-7460230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306702a-ca2d-4f38-b7fc-e25332ebdc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334000" cy="4191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ctr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0000" dirty="0"/>
          </a:p>
        </p:txBody>
      </p:sp>
      <p:sp>
        <p:nvSpPr>
          <p:cNvPr id="5" name="Text 3"/>
          <p:cNvSpPr/>
          <p:nvPr/>
        </p:nvSpPr>
        <p:spPr>
          <a:xfrm>
            <a:off x="9144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 của</a:t>
            </a:r>
            <a:r>
              <a:rPr lang="en-US" sz="24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285750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0" y="285750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6858000" y="409575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4095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0" y="4095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58000" y="5429250"/>
            <a:ext cx="10515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858000" y="6572250"/>
            <a:ext cx="10515600" cy="1905000"/>
          </a:xfrm>
          <a:prstGeom prst="roundRect">
            <a:avLst>
              <a:gd name="adj" fmla="val 14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7334250" y="6667500"/>
            <a:ext cx="9563100" cy="1714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36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3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3600" dirty="0"/>
          </a:p>
        </p:txBody>
      </p:sp>
      <p:sp>
        <p:nvSpPr>
          <p:cNvPr id="15" name="Connector line-1792370436199-3810144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1dadea1-3533-4bf5-a4d3-0ce6a92888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mua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 không?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04812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04812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286000" y="404812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 dạy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luyện,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đọc?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23875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86000" y="523875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làm?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642937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642937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286000" y="642937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 đổi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400" dirty="0"/>
          </a:p>
        </p:txBody>
      </p:sp>
      <p:sp>
        <p:nvSpPr>
          <p:cNvPr id="17" name="Connector line-1792370449686-86446575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8d89644-04e4-4667-9f6b-4bba0b9f7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coding,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OOD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714375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4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tuyển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400" dirty="0"/>
          </a:p>
        </p:txBody>
      </p:sp>
      <p:sp>
        <p:nvSpPr>
          <p:cNvPr id="15" name="Connector line-1792370462980-51666833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848804-dc91-4fd6-8772-aa4055af0a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4200" dirty="0"/>
          </a:p>
        </p:txBody>
      </p:sp>
      <p:sp>
        <p:nvSpPr>
          <p:cNvPr id="6" name="Text richtext-1792370476417-66934284"/>
          <p:cNvSpPr/>
          <p:nvPr/>
        </p:nvSpPr>
        <p:spPr>
          <a:xfrm>
            <a:off x="13335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giải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thời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làm thêm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mua</a:t>
            </a:r>
            <a:r>
              <a:rPr lang="en-US" sz="4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200" dirty="0"/>
          </a:p>
        </p:txBody>
      </p:sp>
      <p:sp>
        <p:nvSpPr>
          <p:cNvPr id="9" name="Text richtext-1792370476431-200947783"/>
          <p:cNvSpPr/>
          <p:nvPr/>
        </p:nvSpPr>
        <p:spPr>
          <a:xfrm>
            <a:off x="97917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 phí,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Primer, trước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10" name="Connector line-1792370476437-4628588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2723522-5813-4d8e-9298-abb3ffed63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Tải,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mktemp</a:t>
            </a:r>
            <a:endParaRPr lang="en-US" sz="2400" dirty="0"/>
          </a:p>
        </p:txBody>
      </p:sp>
      <p:sp>
        <p:nvSpPr>
          <p:cNvPr id="7" name="Connector line-1792370497721-292337075"/>
          <p:cNvSpPr/>
          <p:nvPr/>
        </p:nvSpPr>
        <p:spPr>
          <a:xfrm>
            <a:off x="577215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7225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695325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95325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aff=,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fpr=,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afftrack=,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ref=</a:t>
            </a:r>
            <a:endParaRPr lang="en-US" sz="2400" dirty="0"/>
          </a:p>
        </p:txBody>
      </p:sp>
      <p:sp>
        <p:nvSpPr>
          <p:cNvPr id="11" name="Connector line-1792370497726-155713362"/>
          <p:cNvSpPr/>
          <p:nvPr/>
        </p:nvSpPr>
        <p:spPr>
          <a:xfrm>
            <a:off x="1143000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230100" y="2952750"/>
            <a:ext cx="5143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11100" y="314325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611100" y="3667125"/>
            <a:ext cx="4381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Primer: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lỗi: 0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726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36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7536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mảng;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4772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22" name="Connector line-1792370497744-5474572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9cc8837-3def-4f10-af4a-e35565638e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6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STAR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Situation,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Task,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Action,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Result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huống, nhiệm vụ, hành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4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OOD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526557-972637309"/>
          <p:cNvSpPr/>
          <p:nvPr/>
        </p:nvSpPr>
        <p:spPr>
          <a:xfrm>
            <a:off x="10572750" y="40005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7048500"/>
            <a:ext cx="63246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2026-10-16;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14" name="Connector line-1792370526572-6349368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8c860b-1ae1-44f3-9241-912daa416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2026-10-19T05:19:20Z</dcterms:created>
  <dcterms:modified xsi:type="dcterms:W3CDTF">2026-10-19T05:19:20Z</dcterms:modified>
</cp:coreProperties>
</file>