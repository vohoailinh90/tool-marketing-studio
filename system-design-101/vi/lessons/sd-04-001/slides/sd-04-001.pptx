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 sao</a:t>
            </a:r>
            <a:r>
              <a:rPr lang="en-US" sz="81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đọc:</a:t>
            </a: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81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81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0" y="60960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39600" y="60960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60960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b="1" dirty="0" spc="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00850" y="60960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363450" y="60960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250" dirty="0"/>
          </a:p>
        </p:txBody>
      </p:sp>
      <p:sp>
        <p:nvSpPr>
          <p:cNvPr id="11" name="Connector line-1792441292158-156847572"/>
          <p:cNvSpPr/>
          <p:nvPr/>
        </p:nvSpPr>
        <p:spPr>
          <a:xfrm>
            <a:off x="914400" y="8572500"/>
            <a:ext cx="16459200" cy="0"/>
          </a:xfrm>
          <a:prstGeom prst="line">
            <a:avLst/>
          </a:prstGeom>
          <a:noFill/>
          <a:ln w="28575">
            <a:solidFill>
              <a:srgbClr val="3A3E4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14400" y="8382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92600" y="8382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81915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11100" y="89535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f7eed50-0417-4bfd-a3c3-38fe6e87ec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5240000" cy="3143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 sao</a:t>
            </a: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luôn</a:t>
            </a:r>
            <a:r>
              <a:rPr lang="en-US" sz="8100" dirty="0" spc="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81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81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khoảng.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0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</a:t>
            </a:r>
            <a:r>
              <a:rPr lang="en-US" sz="30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429000" y="6191250"/>
            <a:ext cx="1333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733425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429000" y="7334250"/>
            <a:ext cx="10001250" cy="5334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9" name="Connector line-1792441310751-614064919"/>
          <p:cNvSpPr/>
          <p:nvPr/>
        </p:nvSpPr>
        <p:spPr>
          <a:xfrm>
            <a:off x="13430250" y="8191500"/>
            <a:ext cx="3333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arrow" w="lg" len="lg"/>
            <a:tailEnd type="arrow" w="lg" len="lg"/>
          </a:ln>
        </p:spPr>
      </p:sp>
      <p:sp>
        <p:nvSpPr>
          <p:cNvPr id="10" name="Text 8"/>
          <p:cNvSpPr/>
          <p:nvPr/>
        </p:nvSpPr>
        <p:spPr>
          <a:xfrm>
            <a:off x="13430250" y="834390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43d4f5b-d8fc-4b5b-af3b-92f5233c11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chính,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19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048500" y="3143250"/>
            <a:ext cx="4191000" cy="1619250"/>
          </a:xfrm>
          <a:prstGeom prst="roundRect">
            <a:avLst>
              <a:gd name="adj" fmla="val 16471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182600" y="3143250"/>
            <a:ext cx="41910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3000" dirty="0"/>
          </a:p>
        </p:txBody>
      </p:sp>
      <p:sp>
        <p:nvSpPr>
          <p:cNvPr id="7" name="Connector line-1792441330381-785057625"/>
          <p:cNvSpPr/>
          <p:nvPr/>
        </p:nvSpPr>
        <p:spPr>
          <a:xfrm>
            <a:off x="5143500" y="3952875"/>
            <a:ext cx="18669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143500" y="33337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2100" dirty="0"/>
          </a:p>
        </p:txBody>
      </p:sp>
      <p:sp>
        <p:nvSpPr>
          <p:cNvPr id="9" name="Connector line-1792441330383-989850072"/>
          <p:cNvSpPr/>
          <p:nvPr/>
        </p:nvSpPr>
        <p:spPr>
          <a:xfrm>
            <a:off x="11277600" y="3952875"/>
            <a:ext cx="18669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277600" y="33337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</a:t>
            </a:r>
            <a:endParaRPr lang="en-US" sz="2100" dirty="0"/>
          </a:p>
        </p:txBody>
      </p:sp>
      <p:sp>
        <p:nvSpPr>
          <p:cNvPr id="11" name="Connector line-1792441330386-939758215"/>
          <p:cNvSpPr/>
          <p:nvPr/>
        </p:nvSpPr>
        <p:spPr>
          <a:xfrm>
            <a:off x="15278100" y="4800600"/>
            <a:ext cx="0" cy="11049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2" name="Connector line-1792441330386-940459045"/>
          <p:cNvSpPr/>
          <p:nvPr/>
        </p:nvSpPr>
        <p:spPr>
          <a:xfrm flipH="1">
            <a:off x="3009900" y="5905500"/>
            <a:ext cx="12268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3" name="Connector line-1792441330386-80930123"/>
          <p:cNvSpPr/>
          <p:nvPr/>
        </p:nvSpPr>
        <p:spPr>
          <a:xfrm flipV="1">
            <a:off x="3009900" y="4819650"/>
            <a:ext cx="0" cy="10858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048500" y="60579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70485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7000" y="70485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39600" y="70485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7048500"/>
            <a:ext cx="11430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0" y="7048500"/>
            <a:ext cx="11430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39600" y="7048500"/>
            <a:ext cx="11430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" y="7048500"/>
            <a:ext cx="4762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ghi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19900" y="7048500"/>
            <a:ext cx="4762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382500" y="7048500"/>
            <a:ext cx="4762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495de810-05b5-4c3a-be77-9d74cda450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6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800" b="1" spc="2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 dòng</a:t>
            </a:r>
            <a:endParaRPr lang="en-US" sz="6900" dirty="0"/>
          </a:p>
        </p:txBody>
      </p:sp>
      <p:sp>
        <p:nvSpPr>
          <p:cNvPr id="4" name="Connector line-1792441351083-123035932"/>
          <p:cNvSpPr/>
          <p:nvPr/>
        </p:nvSpPr>
        <p:spPr>
          <a:xfrm>
            <a:off x="3429000" y="3143250"/>
            <a:ext cx="0" cy="59055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Connector line-1792441351083-720600834"/>
          <p:cNvSpPr/>
          <p:nvPr/>
        </p:nvSpPr>
        <p:spPr>
          <a:xfrm>
            <a:off x="9144000" y="3143250"/>
            <a:ext cx="0" cy="59055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Connector line-1792441351083-784212164"/>
          <p:cNvSpPr/>
          <p:nvPr/>
        </p:nvSpPr>
        <p:spPr>
          <a:xfrm>
            <a:off x="14859000" y="3143250"/>
            <a:ext cx="0" cy="59055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000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15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0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400" dirty="0"/>
          </a:p>
        </p:txBody>
      </p:sp>
      <p:sp>
        <p:nvSpPr>
          <p:cNvPr id="10" name="Connector line-1792441351090-710376321"/>
          <p:cNvSpPr/>
          <p:nvPr/>
        </p:nvSpPr>
        <p:spPr>
          <a:xfrm>
            <a:off x="3467100" y="400050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67100" y="354330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2" name="Connector line-1792441351098-926733102"/>
          <p:cNvSpPr/>
          <p:nvPr/>
        </p:nvSpPr>
        <p:spPr>
          <a:xfrm flipH="1">
            <a:off x="3467100" y="4762500"/>
            <a:ext cx="5638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67100" y="430530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1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100" dirty="0"/>
          </a:p>
        </p:txBody>
      </p:sp>
      <p:sp>
        <p:nvSpPr>
          <p:cNvPr id="14" name="Connector line-1792441351101-245670517"/>
          <p:cNvSpPr/>
          <p:nvPr/>
        </p:nvSpPr>
        <p:spPr>
          <a:xfrm>
            <a:off x="3467100" y="5715000"/>
            <a:ext cx="11353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67100" y="5257800"/>
            <a:ext cx="1135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100" dirty="0"/>
          </a:p>
        </p:txBody>
      </p:sp>
      <p:sp>
        <p:nvSpPr>
          <p:cNvPr id="16" name="Connector line-1792441351104-821804262"/>
          <p:cNvSpPr/>
          <p:nvPr/>
        </p:nvSpPr>
        <p:spPr>
          <a:xfrm flipH="1">
            <a:off x="3467100" y="6477000"/>
            <a:ext cx="11353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467100" y="6019800"/>
            <a:ext cx="1135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10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525250" y="6953250"/>
            <a:ext cx="66675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2,9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950" dirty="0"/>
          </a:p>
        </p:txBody>
      </p:sp>
      <p:sp>
        <p:nvSpPr>
          <p:cNvPr id="19" name="Connector line-1792441351111-783306202"/>
          <p:cNvSpPr/>
          <p:nvPr/>
        </p:nvSpPr>
        <p:spPr>
          <a:xfrm>
            <a:off x="3467100" y="8191500"/>
            <a:ext cx="11353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467100" y="7734300"/>
            <a:ext cx="1135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21" name="Connector line-1792441351113-943757249"/>
          <p:cNvSpPr/>
          <p:nvPr/>
        </p:nvSpPr>
        <p:spPr>
          <a:xfrm flipH="1">
            <a:off x="3467100" y="8858250"/>
            <a:ext cx="11353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467100" y="8401050"/>
            <a:ext cx="1135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8bfa468-fc2f-4608-8ec0-164dba3e2c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r>
              <a:rPr lang="en-US" sz="69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1028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334000"/>
            <a:ext cx="1028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7048500"/>
            <a:ext cx="1028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905250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38250" y="5619750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38250" y="7334250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81250" y="36195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381250" y="53340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đuổi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b="1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2381250" y="70485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2001500" y="3619500"/>
            <a:ext cx="5372100" cy="4857750"/>
          </a:xfrm>
          <a:prstGeom prst="roundRect">
            <a:avLst>
              <a:gd name="adj" fmla="val 7059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477750" y="4095750"/>
            <a:ext cx="4419600" cy="390525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ctr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2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khác.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62d6eeb-c155-40b0-a6f6-46b2296049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27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endParaRPr lang="en-US" sz="1200" dirty="0"/>
                    </a:p>
                  </a:txBody>
                  <a:tcPr marL="285750" marR="285750" marT="285750" marB="8763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Giá</a:t>
                      </a:r>
                      <a:r>
                        <a:rPr lang="en-US" sz="255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phải</a:t>
                      </a:r>
                      <a:r>
                        <a:rPr lang="en-US" sz="2550" b="1" dirty="0" spc="-1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endParaRPr lang="en-US" sz="1200" dirty="0"/>
                    </a:p>
                  </a:txBody>
                  <a:tcPr marL="285750" marR="285750" marT="285750" marB="8763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chính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Dồn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 lệnh</a:t>
                      </a:r>
                      <a:r>
                        <a:rPr lang="en-US" sz="25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đọc: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 dùng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Chờ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đuổi kịp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LSN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Ứng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phải mang LSN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 phiên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remote_apply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Lệnh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chậm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5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đồng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8c2489f-28df-4dc8-ae31-6dcac7fd78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 ảnh</a:t>
            </a:r>
            <a:r>
              <a:rPr lang="en-US" sz="6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xong,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2390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8572500" y="3048000"/>
            <a:ext cx="88011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4671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095750"/>
            <a:ext cx="6324600" cy="4191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r>
              <a:rPr lang="en-US" sz="3300" b="1" dirty="0" spc="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3300" dirty="0"/>
          </a:p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ghi?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029700" y="34671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9" name="Text richtext-1792441394354-66059255"/>
          <p:cNvSpPr/>
          <p:nvPr/>
        </p:nvSpPr>
        <p:spPr>
          <a:xfrm>
            <a:off x="9029700" y="4095750"/>
            <a:ext cx="7810500" cy="4191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0ac3b2c-e53e-4602-a2d8-ba0aecac92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38100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0763250" y="2762250"/>
            <a:ext cx="6610350" cy="13335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763250" y="5334000"/>
            <a:ext cx="6610350" cy="1333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chậm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7" name="Connector line-1792441411260-928709662"/>
          <p:cNvSpPr/>
          <p:nvPr/>
        </p:nvSpPr>
        <p:spPr>
          <a:xfrm flipV="1">
            <a:off x="4762500" y="3524250"/>
            <a:ext cx="5962650" cy="952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41411260-441938309"/>
          <p:cNvSpPr/>
          <p:nvPr/>
        </p:nvSpPr>
        <p:spPr>
          <a:xfrm>
            <a:off x="4762500" y="5048250"/>
            <a:ext cx="5962650" cy="952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334000" y="36195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334000" y="61912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7429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74295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74295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7429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bám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15500" y="7429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trễ: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LSN nhận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74cbd73-77b3-42a9-a0da-6de508f08e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0" y="28575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39600" y="28575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0861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38481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0" y="30861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LSN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0" y="38481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420600" y="30861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420600" y="38481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524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richtext-1792441425275-214760134"/>
          <p:cNvSpPr/>
          <p:nvPr/>
        </p:nvSpPr>
        <p:spPr>
          <a:xfrm>
            <a:off x="914400" y="60960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19: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Read-Your-Writes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7b98488-589a-4831-a7df-8a15e48008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2026-10-19T20:24:11Z</dcterms:created>
  <dcterms:modified xsi:type="dcterms:W3CDTF">2026-10-19T20:24:11Z</dcterms:modified>
</cp:coreProperties>
</file>