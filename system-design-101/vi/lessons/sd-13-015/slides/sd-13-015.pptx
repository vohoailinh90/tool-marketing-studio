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1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1506365-687257546"/>
          <p:cNvSpPr/>
          <p:nvPr/>
        </p:nvSpPr>
        <p:spPr>
          <a:xfrm>
            <a:off x="2571750" y="6477000"/>
            <a:ext cx="13144500" cy="0"/>
          </a:xfrm>
          <a:prstGeom prst="line">
            <a:avLst/>
          </a:prstGeom>
          <a:noFill/>
          <a:ln w="3810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1907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0477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47687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433387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nội bộ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876300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762000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04912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1090612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53352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41922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e290512-6d98-4a9a-9f02-cce9333c12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 việc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f50b655-ef9e-497e-9225-0c4cebdb93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nhánh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80135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viên,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400050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38150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nằm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cờ;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80135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18235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400050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150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438150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cờ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80135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8235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18235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cờ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f688db7-4d2b-4722-855d-c831c06147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dần,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 đặt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71558697-334098335"/>
          <p:cNvSpPr/>
          <p:nvPr/>
        </p:nvSpPr>
        <p:spPr>
          <a:xfrm>
            <a:off x="47053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625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673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550" dirty="0"/>
          </a:p>
        </p:txBody>
      </p:sp>
      <p:sp>
        <p:nvSpPr>
          <p:cNvPr id="11" name="Connector line-1792371558703-114695731"/>
          <p:cNvSpPr/>
          <p:nvPr/>
        </p:nvSpPr>
        <p:spPr>
          <a:xfrm>
            <a:off x="895350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107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7155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5" name="Connector line-1792371558707-314842328"/>
          <p:cNvSpPr/>
          <p:nvPr/>
        </p:nvSpPr>
        <p:spPr>
          <a:xfrm>
            <a:off x="132016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588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2A2E3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636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9636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3500" y="7191375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2cf270d-f1d8-46f5-ba30-732dce15a6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Connector line-1792371573406-866177003"/>
          <p:cNvSpPr/>
          <p:nvPr/>
        </p:nvSpPr>
        <p:spPr>
          <a:xfrm>
            <a:off x="3486150" y="4476750"/>
            <a:ext cx="123253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16230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82015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225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5325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695325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 cấp.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4478000" y="4152900"/>
            <a:ext cx="647700" cy="6477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301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11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b="1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6111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3bf2bed0-3eb3-478d-a306-3634c066b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 khỏi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6" name="Text richtext-1792371598504-781912434"/>
          <p:cNvSpPr/>
          <p:nvPr/>
        </p:nvSpPr>
        <p:spPr>
          <a:xfrm>
            <a:off x="13335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mở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9" name="Text richtext-1792371598528-559393118"/>
          <p:cNvSpPr/>
          <p:nvPr/>
        </p:nvSpPr>
        <p:spPr>
          <a:xfrm>
            <a:off x="97917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5532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ad11367-0061-43c7-b194-d75a1471da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Cờ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 không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phủ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cần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 khó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889e10-9a97-45ec-9bc8-d3012722b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 có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GỒM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8105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cờ:</a:t>
            </a:r>
            <a:r>
              <a:rPr lang="en-US" sz="255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52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810500" y="4552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429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5695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810500" y="5695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838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Migration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810500" y="6838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2801600" y="3143250"/>
            <a:ext cx="4572000" cy="4419600"/>
          </a:xfrm>
          <a:prstGeom prst="roundRect">
            <a:avLst>
              <a:gd name="adj" fmla="val 6034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239750" y="3524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3239750" y="495300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80bc50-11cb-4a3d-86ea-bdde1c91ad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thói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băm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809c8df-2f78-4d1b-9200-b687197c7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128381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Thuật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này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viết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giải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Feature</a:t>
                      </a:r>
                      <a:r>
                        <a:rPr lang="en-US" sz="24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Toggles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95461e8-bb43-48cd-8d16-84d5ffec47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2026-10-19T02:25:12Z</dcterms:created>
  <dcterms:modified xsi:type="dcterms:W3CDTF">2026-10-19T02:25:12Z</dcterms:modified>
</cp:coreProperties>
</file>