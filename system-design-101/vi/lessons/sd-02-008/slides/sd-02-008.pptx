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400050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Uber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 mềm: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81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9055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cụ, nhiều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Uber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viết.</a:t>
            </a:r>
            <a:endParaRPr lang="en-US" sz="3000" dirty="0"/>
          </a:p>
        </p:txBody>
      </p:sp>
      <p:sp>
        <p:nvSpPr>
          <p:cNvPr id="5" name="Connector line-1792375955486-202874933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0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1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giám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37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53750" y="2857500"/>
            <a:ext cx="2667000" cy="1524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-4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</a:t>
            </a:r>
            <a:r>
              <a:rPr lang="en-US" sz="33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</a:t>
            </a:r>
            <a:r>
              <a:rPr lang="en-US" sz="3300" dirty="0" spc="-3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33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141351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208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20850" y="2857500"/>
            <a:ext cx="2667000" cy="1524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 sạch,</a:t>
            </a:r>
            <a:r>
              <a:rPr lang="en-US" sz="3300" dirty="0" spc="-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3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106680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537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53750" y="6324600"/>
            <a:ext cx="2667000" cy="1524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33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3300" dirty="0" spc="-3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đóng</a:t>
            </a:r>
            <a:r>
              <a:rPr lang="en-US" sz="3300" dirty="0" spc="-2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141351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208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20850" y="6324600"/>
            <a:ext cx="2667000" cy="1524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Triển</a:t>
            </a:r>
            <a:r>
              <a:rPr lang="en-US" sz="33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</a:t>
            </a:r>
            <a:r>
              <a:rPr lang="en-US" sz="3300" dirty="0" spc="-3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giám</a:t>
            </a:r>
            <a:r>
              <a:rPr lang="en-US" sz="33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</a:t>
            </a:r>
            <a:endParaRPr lang="en-US" sz="33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15ee517c-fa3d-4d5c-a51b-abfa3bdd22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5240000" cy="2857500"/>
          </a:xfrm>
          <a:prstGeom prst="rect">
            <a:avLst/>
          </a:prstGeom>
          <a:noFill/>
          <a:ln/>
        </p:spPr>
        <p:txBody>
          <a:bodyPr wrap="square" lIns="0" tIns="61913" rIns="0" bIns="-61913" rtlCol="0" anchor="t"/>
          <a:lstStyle/>
          <a:p>
            <a:pPr algn="l" indent="0" marL="0">
              <a:lnSpc>
                <a:spcPts val="7950"/>
              </a:lnSpc>
              <a:buNone/>
            </a:pPr>
            <a:r>
              <a:rPr lang="en-US" sz="75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5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75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đổi,</a:t>
            </a:r>
            <a:r>
              <a:rPr lang="en-US" sz="75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5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7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</a:t>
            </a:r>
            <a:r>
              <a:rPr lang="en-US" sz="75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giám</a:t>
            </a:r>
            <a:r>
              <a:rPr lang="en-US" sz="75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sát.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5334000"/>
            <a:ext cx="114300" cy="1809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richtext-1792375956666-481088449"/>
          <p:cNvSpPr/>
          <p:nvPr/>
        </p:nvSpPr>
        <p:spPr>
          <a:xfrm>
            <a:off x="1333500" y="5334000"/>
            <a:ext cx="14287500" cy="190500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 nguồn: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cụ,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hỏi: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làm?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28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ra: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nghiệm,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Peloton, Crane,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uAct.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7bf5ad33-6e2d-4963-be04-e02f757580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 1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KẾ</a:t>
            </a:r>
            <a:r>
              <a:rPr lang="en-US" sz="1950" b="1" spc="27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1950" b="1" spc="2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 mã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1430000" cy="1428750"/>
          </a:xfrm>
          <a:prstGeom prst="roundRect">
            <a:avLst>
              <a:gd name="adj" fmla="val 16000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257550"/>
            <a:ext cx="381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LÊN</a:t>
            </a:r>
            <a:r>
              <a:rPr lang="en-US" sz="180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b="1" spc="20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657600"/>
            <a:ext cx="10477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Jira: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quản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14400" y="4667250"/>
            <a:ext cx="11430000" cy="1428750"/>
          </a:xfrm>
          <a:prstGeom prst="roundRect">
            <a:avLst>
              <a:gd name="adj" fmla="val 16000"/>
            </a:avLst>
          </a:prstGeom>
          <a:solidFill>
            <a:srgbClr val="1F3FD1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876800"/>
            <a:ext cx="381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1800" b="1" spc="227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800" b="1" spc="228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5276850"/>
            <a:ext cx="10477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Spring</a:t>
            </a:r>
            <a:r>
              <a:rPr lang="en-US" sz="3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Boot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 chủ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914400" y="6286500"/>
            <a:ext cx="114300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496050"/>
            <a:ext cx="381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5400" y="6896100"/>
            <a:ext cx="10477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Flipr: phát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36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13106400" y="3048000"/>
            <a:ext cx="4267200" cy="4667250"/>
          </a:xfrm>
          <a:prstGeom prst="roundRect">
            <a:avLst>
              <a:gd name="adj" fmla="val 625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487400" y="3390900"/>
            <a:ext cx="35242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LÀM?</a:t>
            </a:r>
            <a:endParaRPr lang="en-US" sz="1800" dirty="0"/>
          </a:p>
        </p:txBody>
      </p:sp>
      <p:sp>
        <p:nvSpPr>
          <p:cNvPr id="15" name="Text richtext-1792375957559-988844794"/>
          <p:cNvSpPr/>
          <p:nvPr/>
        </p:nvSpPr>
        <p:spPr>
          <a:xfrm>
            <a:off x="13487400" y="3905250"/>
            <a:ext cx="3524250" cy="3619500"/>
          </a:xfrm>
          <a:prstGeom prst="rect">
            <a:avLst/>
          </a:prstGeom>
          <a:noFill/>
          <a:ln/>
        </p:spPr>
        <p:txBody>
          <a:bodyPr wrap="square" lIns="0" tIns="1603" rIns="0" bIns="-1603" rtlCol="0" anchor="t"/>
          <a:lstStyle/>
          <a:p>
            <a:pPr algn="l" marL="323850" indent="-231371">
              <a:lnSpc>
                <a:spcPts val="3698"/>
              </a:lnSpc>
              <a:buSzPct val="100000"/>
              <a:buFont typeface="Arial"/>
              <a:buChar char="•"/>
            </a:pP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Jira,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Spring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Boot: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sẵn.</a:t>
            </a:r>
            <a:endParaRPr lang="en-US" sz="2550" dirty="0"/>
          </a:p>
          <a:p>
            <a:pPr algn="l" marL="323850" indent="-231371">
              <a:lnSpc>
                <a:spcPts val="3698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Flipr: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Uber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819150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 Flipr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nhanh.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97d44d3a-6a2a-42bc-94b1-33d7ab1ab6f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MÃ</a:t>
            </a:r>
            <a:r>
              <a:rPr lang="en-US" sz="1950" b="1" spc="28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SẠCH,</a:t>
            </a:r>
            <a:r>
              <a:rPr lang="en-US" sz="1950" b="1" spc="27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 cụ</a:t>
            </a:r>
            <a:r>
              <a:rPr lang="en-US" sz="6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Uber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6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sạch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886200" cy="4381500"/>
          </a:xfrm>
          <a:prstGeom prst="roundRect">
            <a:avLst>
              <a:gd name="adj" fmla="val 686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90900"/>
            <a:ext cx="31432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314325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4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NullAway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95400" y="4762500"/>
            <a:ext cx="3143250" cy="23812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 con</a:t>
            </a:r>
            <a:r>
              <a:rPr lang="en-US" sz="24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null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105400" y="3048000"/>
            <a:ext cx="3886200" cy="4381500"/>
          </a:xfrm>
          <a:prstGeom prst="roundRect">
            <a:avLst>
              <a:gd name="adj" fmla="val 686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3390900"/>
            <a:ext cx="31432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0" y="3905250"/>
            <a:ext cx="314325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NEAL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5486400" y="4762500"/>
            <a:ext cx="3143250" cy="23812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Soát</a:t>
            </a:r>
            <a:r>
              <a:rPr lang="en-US" sz="24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quy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296400" y="3048000"/>
            <a:ext cx="3886200" cy="4381500"/>
          </a:xfrm>
          <a:prstGeom prst="roundRect">
            <a:avLst>
              <a:gd name="adj" fmla="val 686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77400" y="3390900"/>
            <a:ext cx="31432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CỜ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77400" y="3905250"/>
            <a:ext cx="314325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Piranha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677400" y="4762500"/>
            <a:ext cx="3143250" cy="23812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Dọn các cờ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3487400" y="3048000"/>
            <a:ext cx="3886200" cy="4381500"/>
          </a:xfrm>
          <a:prstGeom prst="roundRect">
            <a:avLst>
              <a:gd name="adj" fmla="val 6863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3868400" y="3390900"/>
            <a:ext cx="31432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180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868400" y="3905250"/>
            <a:ext cx="314325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Monorepo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13868400" y="4762500"/>
            <a:ext cx="3143250" cy="23812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dịch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Bazel.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4400" y="800100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2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đầu: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Uber</a:t>
            </a:r>
            <a:r>
              <a:rPr lang="en-US" sz="22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làm.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Bazel: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sẵn,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 mô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4ff03d81-c8d0-487f-a8e9-f97f35a83b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2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thật,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đóng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3619500" cy="30480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71475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191000"/>
            <a:ext cx="2857500" cy="2095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Môi</a:t>
            </a:r>
            <a:r>
              <a:rPr lang="en-US" sz="33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33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ngắn</a:t>
            </a: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200650" y="3429000"/>
            <a:ext cx="3619500" cy="3048000"/>
          </a:xfrm>
          <a:prstGeom prst="roundRect">
            <a:avLst>
              <a:gd name="adj" fmla="val 8750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5581650" y="371475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SHADOWER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81650" y="4191000"/>
            <a:ext cx="2857500" cy="2095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Phát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33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lượng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486900" y="3429000"/>
            <a:ext cx="3619500" cy="30480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67900" y="371475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BALLAST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67900" y="4191000"/>
            <a:ext cx="2857500" cy="2095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33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trải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 ổn</a:t>
            </a:r>
            <a:r>
              <a:rPr lang="en-US" sz="33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13773150" y="3429000"/>
            <a:ext cx="3600450" cy="3048000"/>
          </a:xfrm>
          <a:prstGeom prst="roundRect">
            <a:avLst>
              <a:gd name="adj" fmla="val 8750"/>
            </a:avLst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14154150" y="371475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UBUILD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54150" y="4191000"/>
            <a:ext cx="2857500" cy="2095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Đóng</a:t>
            </a:r>
            <a:r>
              <a:rPr lang="en-US" sz="33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container</a:t>
            </a:r>
            <a:endParaRPr lang="en-US" sz="3300" dirty="0"/>
          </a:p>
        </p:txBody>
      </p:sp>
      <p:sp>
        <p:nvSpPr>
          <p:cNvPr id="16" name="Connector line-1792375996940-197479820"/>
          <p:cNvSpPr/>
          <p:nvPr/>
        </p:nvSpPr>
        <p:spPr>
          <a:xfrm>
            <a:off x="4591050" y="4953000"/>
            <a:ext cx="552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75996940-219988178"/>
          <p:cNvSpPr/>
          <p:nvPr/>
        </p:nvSpPr>
        <p:spPr>
          <a:xfrm>
            <a:off x="8877300" y="4953000"/>
            <a:ext cx="552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75996940-415254161"/>
          <p:cNvSpPr/>
          <p:nvPr/>
        </p:nvSpPr>
        <p:spPr>
          <a:xfrm>
            <a:off x="13163550" y="4953000"/>
            <a:ext cx="552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14400" y="7239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uBuild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Buildkite,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10b3b032-fdc0-48a9-94b0-48cc7df775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 KHAI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GIÁM</a:t>
            </a:r>
            <a:r>
              <a:rPr lang="en-US" sz="1950" b="1" spc="23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Đưa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lên,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dõi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6762750" y="4000500"/>
            <a:ext cx="4762500" cy="2286000"/>
          </a:xfrm>
          <a:prstGeom prst="roundRect">
            <a:avLst>
              <a:gd name="adj" fmla="val 13333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7143750" y="4286250"/>
            <a:ext cx="400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207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</a:t>
            </a:r>
            <a:r>
              <a:rPr lang="en-US" sz="1950" b="1" spc="186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143750" y="4762500"/>
            <a:ext cx="4000500" cy="133350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ctr" indent="0" marL="0">
              <a:lnSpc>
                <a:spcPts val="4290"/>
              </a:lnSpc>
              <a:buNone/>
            </a:pP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 của</a:t>
            </a:r>
            <a:r>
              <a:rPr lang="en-US" sz="3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Uber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4191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438650"/>
            <a:ext cx="342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TRIỂN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485775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Spinnaker</a:t>
            </a: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Netflix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13182600" y="4191000"/>
            <a:ext cx="4191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63600" y="4438650"/>
            <a:ext cx="342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GIÁM</a:t>
            </a:r>
            <a:r>
              <a:rPr lang="en-US" sz="1800" b="1" spc="16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563600" y="485775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uMetric,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Uber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13182600" y="6858000"/>
            <a:ext cx="41910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3563600" y="7105650"/>
            <a:ext cx="342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563600" y="7467600"/>
            <a:ext cx="3429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Cassandra</a:t>
            </a:r>
            <a:endParaRPr lang="en-US" sz="3000" dirty="0"/>
          </a:p>
        </p:txBody>
      </p:sp>
      <p:sp>
        <p:nvSpPr>
          <p:cNvPr id="16" name="Connector line-1792375997921-678160110"/>
          <p:cNvSpPr/>
          <p:nvPr/>
        </p:nvSpPr>
        <p:spPr>
          <a:xfrm>
            <a:off x="5105400" y="5143500"/>
            <a:ext cx="16002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75997921-549858605"/>
          <p:cNvSpPr/>
          <p:nvPr/>
        </p:nvSpPr>
        <p:spPr>
          <a:xfrm>
            <a:off x="11582400" y="5143500"/>
            <a:ext cx="15430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75997921-695191689"/>
          <p:cNvSpPr/>
          <p:nvPr/>
        </p:nvSpPr>
        <p:spPr>
          <a:xfrm>
            <a:off x="15278100" y="6096000"/>
            <a:ext cx="0" cy="70485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914400" y="7239000"/>
            <a:ext cx="11239500" cy="952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Triển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sẵn;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giám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hệ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Uber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9e49775a-46c6-4c73-b106-3bfe5adc7df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làm,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1950" b="1" spc="21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1950" dirty="0"/>
          </a:p>
        </p:txBody>
      </p:sp>
      <p:sp>
        <p:nvSpPr>
          <p:cNvPr id="6" name="Text richtext-1792376036492-323717815"/>
          <p:cNvSpPr/>
          <p:nvPr/>
        </p:nvSpPr>
        <p:spPr>
          <a:xfrm>
            <a:off x="1371600" y="3905250"/>
            <a:ext cx="7086600" cy="3810000"/>
          </a:xfrm>
          <a:prstGeom prst="rect">
            <a:avLst/>
          </a:prstGeom>
          <a:noFill/>
          <a:ln/>
        </p:spPr>
        <p:txBody>
          <a:bodyPr wrap="square" lIns="0" tIns="1715" rIns="0" bIns="-1715" rtlCol="0" anchor="t"/>
          <a:lstStyle/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Jira,</a:t>
            </a:r>
            <a:r>
              <a:rPr lang="en-US" sz="27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Spring</a:t>
            </a:r>
            <a:r>
              <a:rPr lang="en-US" sz="27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Boot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Bazel,</a:t>
            </a: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Buildkite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Spinnaker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Netflix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Cassandra,</a:t>
            </a: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uMetric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FF6A4D"/>
          </a:solidFill>
          <a:ln/>
        </p:spPr>
      </p:sp>
      <p:sp>
        <p:nvSpPr>
          <p:cNvPr id="8" name="Text 6"/>
          <p:cNvSpPr/>
          <p:nvPr/>
        </p:nvSpPr>
        <p:spPr>
          <a:xfrm>
            <a:off x="98298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UBER</a:t>
            </a:r>
            <a:r>
              <a:rPr lang="en-US" sz="19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9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1950" dirty="0"/>
          </a:p>
        </p:txBody>
      </p:sp>
      <p:sp>
        <p:nvSpPr>
          <p:cNvPr id="9" name="Text richtext-1792376036503-660480436"/>
          <p:cNvSpPr/>
          <p:nvPr/>
        </p:nvSpPr>
        <p:spPr>
          <a:xfrm>
            <a:off x="9829800" y="3905250"/>
            <a:ext cx="7086600" cy="3810000"/>
          </a:xfrm>
          <a:prstGeom prst="rect">
            <a:avLst/>
          </a:prstGeom>
          <a:noFill/>
          <a:ln/>
        </p:spPr>
        <p:txBody>
          <a:bodyPr wrap="square" lIns="0" tIns="1715" rIns="0" bIns="-1715" rtlCol="0" anchor="t"/>
          <a:lstStyle/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Flipr,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nhanh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NullAway,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NEAL,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Piranha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Ballast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 giám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7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uMetric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8382000"/>
            <a:ext cx="16459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Uber,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năm: ảnh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</a:t>
            </a:r>
            <a:r>
              <a:rPr lang="en-US" sz="19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95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86680115-2855-46bd-b152-a8267e72d28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</a:t>
            </a:r>
            <a:r>
              <a:rPr lang="en-US" sz="45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45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chịu</a:t>
            </a:r>
            <a:r>
              <a:rPr lang="en-US" sz="45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giờ</a:t>
            </a: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cao</a:t>
            </a:r>
            <a:r>
              <a:rPr lang="en-US" sz="45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3335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2390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Shadower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1445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550" dirty="0"/>
          </a:p>
        </p:txBody>
      </p:sp>
      <p:sp>
        <p:nvSpPr>
          <p:cNvPr id="7" name="Connector line-1792376037438-910758407"/>
          <p:cNvSpPr/>
          <p:nvPr/>
        </p:nvSpPr>
        <p:spPr>
          <a:xfrm>
            <a:off x="3238500" y="38100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8" name="Connector line-1792376037438-717324061"/>
          <p:cNvSpPr/>
          <p:nvPr/>
        </p:nvSpPr>
        <p:spPr>
          <a:xfrm>
            <a:off x="9144000" y="38100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9" name="Connector line-1792376037438-256488814"/>
          <p:cNvSpPr/>
          <p:nvPr/>
        </p:nvSpPr>
        <p:spPr>
          <a:xfrm>
            <a:off x="15049500" y="38100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524250" y="4286250"/>
            <a:ext cx="533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2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2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2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250" dirty="0"/>
          </a:p>
        </p:txBody>
      </p:sp>
      <p:sp>
        <p:nvSpPr>
          <p:cNvPr id="11" name="Connector line-1792376037441-748754885"/>
          <p:cNvSpPr/>
          <p:nvPr/>
        </p:nvSpPr>
        <p:spPr>
          <a:xfrm>
            <a:off x="3333750" y="4953000"/>
            <a:ext cx="5715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429750" y="5429250"/>
            <a:ext cx="533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5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2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dạng</a:t>
            </a:r>
            <a:r>
              <a:rPr lang="en-US" sz="2250" b="1" dirty="0" spc="1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250" dirty="0"/>
          </a:p>
        </p:txBody>
      </p:sp>
      <p:sp>
        <p:nvSpPr>
          <p:cNvPr id="13" name="Connector line-1792376037443-601245613"/>
          <p:cNvSpPr/>
          <p:nvPr/>
        </p:nvSpPr>
        <p:spPr>
          <a:xfrm>
            <a:off x="9239250" y="6096000"/>
            <a:ext cx="57150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429750" y="6572250"/>
            <a:ext cx="533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250" b="1" dirty="0" spc="-2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2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2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2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250" b="1" dirty="0" spc="-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250" dirty="0"/>
          </a:p>
        </p:txBody>
      </p:sp>
      <p:sp>
        <p:nvSpPr>
          <p:cNvPr id="15" name="Connector line-1792376037445-84025910"/>
          <p:cNvSpPr/>
          <p:nvPr/>
        </p:nvSpPr>
        <p:spPr>
          <a:xfrm flipH="1">
            <a:off x="9239250" y="7239000"/>
            <a:ext cx="57150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lgDash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4400" y="847725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án:</a:t>
            </a: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thật,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a2b2171c-d86c-44f2-8afd-f922f9d37d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6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ty</a:t>
            </a:r>
            <a:r>
              <a:rPr lang="en-US" sz="6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 công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051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337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kịp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monorepo</a:t>
            </a:r>
            <a:r>
              <a:rPr lang="en-US" sz="270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72440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5300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Vấn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 lại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nghìn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chỗ,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436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722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giá: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7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mãi.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0010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1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20351748-3131-4a1e-8a3a-f6c93c67c16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57175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6254496"/>
                <a:gridCol w="7900416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8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40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400" b="1" dirty="0" spc="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400" b="1" dirty="0" spc="-1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400" b="1" dirty="0" spc="0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4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Continuous</a:t>
                      </a:r>
                      <a:r>
                        <a:rPr lang="en-US" sz="2400" dirty="0" spc="-2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Integration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tích</a:t>
                      </a:r>
                      <a:r>
                        <a:rPr lang="en-US" sz="24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hợp</a:t>
                      </a: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liên</a:t>
                      </a:r>
                      <a:r>
                        <a:rPr lang="en-US" sz="24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tục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3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CD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Continuous Delivery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giao</a:t>
                      </a: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liên</a:t>
                      </a:r>
                      <a:r>
                        <a:rPr lang="en-US" sz="24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tục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66675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71056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76771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Uber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57cedbbf-5d17-4e9e-a064-22d4e84a41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2026-10-19T02:14:52Z</dcterms:created>
  <dcterms:modified xsi:type="dcterms:W3CDTF">2026-10-19T02:14:52Z</dcterms:modified>
</cp:coreProperties>
</file>