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Lớp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Uber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 thế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Connector line-1792383280447-975264837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0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dịch vụ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phục vụ.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3150" dirty="0" spc="-2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315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1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31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ôm</a:t>
            </a:r>
            <a:r>
              <a:rPr lang="en-US" sz="31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31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phục</a:t>
            </a:r>
            <a:r>
              <a:rPr lang="en-US" sz="31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vụ,</a:t>
            </a:r>
            <a:r>
              <a:rPr lang="en-US" sz="31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315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Mảng</a:t>
            </a:r>
            <a:r>
              <a:rPr lang="en-US" sz="31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kinh</a:t>
            </a:r>
            <a:r>
              <a:rPr lang="en-US" sz="315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doanh</a:t>
            </a:r>
            <a:r>
              <a:rPr lang="en-US" sz="3150" dirty="0" spc="-1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c166039-599f-4201-b819-f6706fb2757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thế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Uber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aa6655a8-7218-4c85-99a1-9642633351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2014: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4953000" cy="2286000"/>
          </a:xfrm>
          <a:prstGeom prst="roundRect">
            <a:avLst>
              <a:gd name="adj" fmla="val 13333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815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2014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896600" y="36195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7600" y="38290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7600" y="421005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Nối</a:t>
            </a:r>
            <a:r>
              <a:rPr lang="en-US" sz="30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0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30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0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</a:t>
            </a:r>
            <a:endParaRPr lang="en-US" sz="3000" dirty="0"/>
          </a:p>
        </p:txBody>
      </p:sp>
      <p:sp>
        <p:nvSpPr>
          <p:cNvPr id="10" name="Connector line-1792383282374-364387143"/>
          <p:cNvSpPr/>
          <p:nvPr/>
        </p:nvSpPr>
        <p:spPr>
          <a:xfrm flipV="1">
            <a:off x="5867400" y="4286250"/>
            <a:ext cx="5029200" cy="76200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896600" y="55245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77600" y="57340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77600" y="6115050"/>
            <a:ext cx="571500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3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0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0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dùng,</a:t>
            </a:r>
            <a:r>
              <a:rPr lang="en-US" sz="3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chuyến</a:t>
            </a:r>
            <a:r>
              <a:rPr lang="en-US" sz="30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3000" dirty="0"/>
          </a:p>
        </p:txBody>
      </p:sp>
      <p:sp>
        <p:nvSpPr>
          <p:cNvPr id="14" name="Connector line-1792383282378-858820317"/>
          <p:cNvSpPr/>
          <p:nvPr/>
        </p:nvSpPr>
        <p:spPr>
          <a:xfrm>
            <a:off x="5867400" y="5238750"/>
            <a:ext cx="5029200" cy="95250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6db66623-9046-4dca-a7cf-77900afe5e9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 CHUNG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sản</a:t>
            </a:r>
            <a:r>
              <a:rPr lang="en-US" sz="3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phẩm</a:t>
            </a:r>
            <a:r>
              <a:rPr lang="en-US" sz="3900" dirty="0" spc="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3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2019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Hơn</a:t>
            </a:r>
            <a:r>
              <a:rPr lang="en-US" sz="3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2.200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microservice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Uber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microservice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 04/09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b18aafae-de6f-46fa-8d7c-c521627497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29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b="1" spc="26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mảng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kinh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doanh</a:t>
            </a:r>
            <a:r>
              <a:rPr lang="en-US" sz="69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Freight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Vận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9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ATG,</a:t>
            </a:r>
            <a:r>
              <a:rPr lang="en-US" sz="34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Elevate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tạp hóa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e9456f69-4024-48a7-be52-9fd64ceb08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 lệch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Connector line-1792383324457-295991181"/>
          <p:cNvSpPr/>
          <p:nvPr/>
        </p:nvSpPr>
        <p:spPr>
          <a:xfrm>
            <a:off x="914400" y="4000500"/>
            <a:ext cx="164592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52500" y="3810000"/>
            <a:ext cx="381000" cy="3810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2014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Thế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34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38900" y="3810000"/>
            <a:ext cx="381000" cy="3810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9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2018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64008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Thế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64008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250" dirty="0" spc="1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1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năm,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1925300" y="3810000"/>
            <a:ext cx="381000" cy="3810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2019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18872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2.200+ microservice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118872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 số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 hệ hai.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8191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thế hệ hai,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 nào.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 06/09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eb85b4cf-b77d-447e-8da9-25b14fe9d39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 mảng</a:t>
            </a:r>
            <a:r>
              <a:rPr lang="en-US" sz="6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tạp</a:t>
            </a:r>
            <a:r>
              <a:rPr lang="en-US" sz="6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MẢNG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3300" dirty="0" spc="-27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3300" dirty="0" spc="-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3300" dirty="0" spc="-17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3300" dirty="0"/>
          </a:p>
        </p:txBody>
      </p:sp>
      <p:sp>
        <p:nvSpPr>
          <p:cNvPr id="7" name="Connector line-1792383325301-324187353"/>
          <p:cNvSpPr/>
          <p:nvPr/>
        </p:nvSpPr>
        <p:spPr>
          <a:xfrm>
            <a:off x="602932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2775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 CHUNG ·</a:t>
            </a:r>
            <a:r>
              <a:rPr lang="en-US" sz="1800" b="1" spc="23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62775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 API</a:t>
            </a:r>
            <a:r>
              <a:rPr lang="en-US" sz="3300" dirty="0" spc="-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r>
              <a:rPr lang="en-US" sz="3300" dirty="0" spc="-28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3300" dirty="0" spc="-6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3300" dirty="0"/>
          </a:p>
        </p:txBody>
      </p:sp>
      <p:sp>
        <p:nvSpPr>
          <p:cNvPr id="11" name="Connector line-1792383325305-269664111"/>
          <p:cNvSpPr/>
          <p:nvPr/>
        </p:nvSpPr>
        <p:spPr>
          <a:xfrm>
            <a:off x="11734800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2535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266825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80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800" b="1" spc="22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66825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phục</a:t>
            </a: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vụ,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endParaRPr lang="en-US" sz="3300" dirty="0"/>
          </a:p>
        </p:txBody>
      </p:sp>
      <p:sp>
        <p:nvSpPr>
          <p:cNvPr id="15" name="Shape 1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d8fdd4f9-ea1c-4dc6-9fe6-798da8f2a1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 cổng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kịp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PHÌNH</a:t>
            </a:r>
            <a:r>
              <a:rPr lang="en-US" sz="1950" b="1" spc="1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 mọi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b="1" spc="187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6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 phần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69723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 08/09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20c98491-7ab6-45a9-a3e1-df723a247f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250" dirty="0" spc="2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 vụ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phía</a:t>
                      </a:r>
                      <a:r>
                        <a:rPr lang="en-US" sz="225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18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ATG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Advanced</a:t>
                      </a:r>
                      <a:r>
                        <a:rPr lang="en-US" sz="225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Technologies</a:t>
                      </a: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Group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mảng mới,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nguồn chỉ nêu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59245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63436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68770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Uber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 09/09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f2a2ac0f-21d0-4d87-bf9a-c42c9712f5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2026-10-19T09:38:31Z</dcterms:created>
  <dcterms:modified xsi:type="dcterms:W3CDTF">2026-10-19T09:38:31Z</dcterms:modified>
</cp:coreProperties>
</file>