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JWT: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95350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0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hóa: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payload,</a:t>
            </a:r>
            <a:r>
              <a:rPr lang="en-US" sz="28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8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850" dirty="0"/>
          </a:p>
        </p:txBody>
      </p:sp>
      <p:sp>
        <p:nvSpPr>
          <p:cNvPr id="5" name="Connector line-1792334192708-946955369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·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kiểm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21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3238500"/>
            <a:ext cx="15240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3920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668250" y="323850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52495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15525750" y="32385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763250" y="42481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6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668250" y="42481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5525750" y="42481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6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763250" y="4714875"/>
            <a:ext cx="4381500" cy="142875"/>
          </a:xfrm>
          <a:custGeom>
            <a:avLst/>
            <a:gdLst/>
            <a:ahLst/>
            <a:cxnLst/>
            <a:rect l="l" t="t" r="r" b="b"/>
            <a:pathLst>
              <a:path w="4381500" h="142875">
                <a:moveTo>
                  <a:pt x="0" y="0"/>
                </a:moveTo>
                <a:lnTo>
                  <a:pt x="0" y="142875"/>
                </a:lnTo>
                <a:lnTo>
                  <a:pt x="4381500" y="142875"/>
                </a:lnTo>
                <a:lnTo>
                  <a:pt x="4381500" y="0"/>
                </a:lnTo>
              </a:path>
            </a:pathLst>
          </a:custGeom>
          <a:ln w="19050">
            <a:solidFill>
              <a:srgbClr val="9A9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97205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khóa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525750" y="4714875"/>
            <a:ext cx="1905000" cy="142875"/>
          </a:xfrm>
          <a:custGeom>
            <a:avLst/>
            <a:gdLst/>
            <a:ahLst/>
            <a:cxnLst/>
            <a:rect l="l" t="t" r="r" b="b"/>
            <a:pathLst>
              <a:path w="1905000" h="142875">
                <a:moveTo>
                  <a:pt x="0" y="0"/>
                </a:moveTo>
                <a:lnTo>
                  <a:pt x="0" y="142875"/>
                </a:lnTo>
                <a:lnTo>
                  <a:pt x="1905000" y="142875"/>
                </a:lnTo>
                <a:lnTo>
                  <a:pt x="1905000" y="0"/>
                </a:lnTo>
              </a:path>
            </a:pathLst>
          </a:custGeom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25750" y="4972050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80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763250" y="5810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238875"/>
            <a:ext cx="1524000" cy="666750"/>
          </a:xfrm>
          <a:prstGeom prst="roundRect">
            <a:avLst>
              <a:gd name="adj" fmla="val 2571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3920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2668250" y="62388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FFB454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2495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Text 29"/>
          <p:cNvSpPr/>
          <p:nvPr/>
        </p:nvSpPr>
        <p:spPr>
          <a:xfrm>
            <a:off x="15525750" y="6238875"/>
            <a:ext cx="1905000" cy="666750"/>
          </a:xfrm>
          <a:prstGeom prst="roundRect">
            <a:avLst>
              <a:gd name="adj" fmla="val 257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66825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InvalidSignatureError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e0e88be-45e1-4665-912f-f74cf7c53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Mổ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576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chấm.</a:t>
            </a:r>
            <a:endParaRPr lang="en-US" sz="2700" dirty="0"/>
          </a:p>
        </p:txBody>
      </p:sp>
      <p:sp>
        <p:nvSpPr>
          <p:cNvPr id="7" name="Connector line-1792334229624-213930310"/>
          <p:cNvSpPr/>
          <p:nvPr/>
        </p:nvSpPr>
        <p:spPr>
          <a:xfrm>
            <a:off x="1295400" y="509587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528637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nhặt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payload.</a:t>
            </a:r>
            <a:endParaRPr lang="en-US" sz="2700" dirty="0"/>
          </a:p>
        </p:txBody>
      </p:sp>
      <p:sp>
        <p:nvSpPr>
          <p:cNvPr id="9" name="Connector line-1792334229627-320382337"/>
          <p:cNvSpPr/>
          <p:nvPr/>
        </p:nvSpPr>
        <p:spPr>
          <a:xfrm>
            <a:off x="1295400" y="652462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7151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7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2975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0" y="38576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96500" y="40957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41529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934700" y="40481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Mổ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550" dirty="0"/>
          </a:p>
        </p:txBody>
      </p:sp>
      <p:sp>
        <p:nvSpPr>
          <p:cNvPr id="17" name="Connector line-1792334229639-846501467"/>
          <p:cNvSpPr/>
          <p:nvPr/>
        </p:nvSpPr>
        <p:spPr>
          <a:xfrm>
            <a:off x="10382250" y="494347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810750" y="528637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96500" y="5524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55816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34700" y="547687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34229643-584403687"/>
          <p:cNvSpPr/>
          <p:nvPr/>
        </p:nvSpPr>
        <p:spPr>
          <a:xfrm>
            <a:off x="10382250" y="637222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3" name="Shape 21"/>
          <p:cNvSpPr/>
          <p:nvPr/>
        </p:nvSpPr>
        <p:spPr>
          <a:xfrm>
            <a:off x="9810750" y="67151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96500" y="6953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96500" y="70104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934700" y="69056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810750" y="7905750"/>
            <a:ext cx="71818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1800" dirty="0"/>
          </a:p>
        </p:txBody>
      </p:sp>
      <p:sp>
        <p:nvSpPr>
          <p:cNvPr id="28" name="Connector line-1792334229651-72419509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3b5e120-3c06-4c57-bd77-656ee7ec5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ký: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85900" y="3286125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143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85900" y="3810000"/>
            <a:ext cx="4000500" cy="11430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578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057900" y="3810000"/>
            <a:ext cx="5715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9443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0" y="3810000"/>
            <a:ext cx="4457700" cy="11430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5900" y="51911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thuật</a:t>
            </a:r>
            <a:r>
              <a:rPr lang="en-US" sz="210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1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ký,</a:t>
            </a:r>
            <a:r>
              <a:rPr lang="en-US" sz="210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</a:t>
            </a: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100" dirty="0" spc="-2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57900" y="5191125"/>
            <a:ext cx="5715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claim:</a:t>
            </a:r>
            <a:r>
              <a:rPr lang="en-US" sz="21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khẳng</a:t>
            </a:r>
            <a:r>
              <a:rPr lang="en-US" sz="2100" dirty="0" spc="1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1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2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1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344400" y="519112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dấu</a:t>
            </a:r>
            <a:r>
              <a:rPr lang="en-US" sz="21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100" dirty="0" spc="-1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 chuỗi</a:t>
            </a:r>
            <a:r>
              <a:rPr lang="en-US" sz="2100" dirty="0" spc="-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header.payload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5900" y="6238875"/>
            <a:ext cx="10287000" cy="190500"/>
          </a:xfrm>
          <a:custGeom>
            <a:avLst/>
            <a:gdLst/>
            <a:ahLst/>
            <a:cxnLst/>
            <a:rect l="l" t="t" r="r" b="b"/>
            <a:pathLst>
              <a:path w="10287000" h="190500">
                <a:moveTo>
                  <a:pt x="0" y="0"/>
                </a:moveTo>
                <a:lnTo>
                  <a:pt x="0" y="190500"/>
                </a:lnTo>
                <a:lnTo>
                  <a:pt x="10287000" y="190500"/>
                </a:lnTo>
                <a:lnTo>
                  <a:pt x="10287000" y="0"/>
                </a:lnTo>
              </a:path>
            </a:pathLst>
          </a:custGeom>
          <a:ln w="28575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85900" y="6619875"/>
            <a:ext cx="10287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485900" y="7191375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Base64url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 gì.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344400" y="6238875"/>
            <a:ext cx="4457700" cy="190500"/>
          </a:xfrm>
          <a:custGeom>
            <a:avLst/>
            <a:gdLst/>
            <a:ahLst/>
            <a:cxnLst/>
            <a:rect l="l" t="t" r="r" b="b"/>
            <a:pathLst>
              <a:path w="4457700" h="190500">
                <a:moveTo>
                  <a:pt x="0" y="0"/>
                </a:moveTo>
                <a:lnTo>
                  <a:pt x="0" y="190500"/>
                </a:lnTo>
                <a:lnTo>
                  <a:pt x="4457700" y="190500"/>
                </a:lnTo>
                <a:lnTo>
                  <a:pt x="4457700" y="0"/>
                </a:lnTo>
              </a:path>
            </a:pathLst>
          </a:custGeom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0" y="6619875"/>
            <a:ext cx="445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344400" y="719137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 claim</a:t>
            </a:r>
            <a:r>
              <a:rPr lang="en-US" sz="210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(OWASP).</a:t>
            </a:r>
            <a:endParaRPr lang="en-US" sz="2100" dirty="0"/>
          </a:p>
        </p:txBody>
      </p:sp>
      <p:sp>
        <p:nvSpPr>
          <p:cNvPr id="20" name="Connector line-1792334250633-56355196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f16b3d6-3042-4bdb-bfce-23391d8ec1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payload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600075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34348140-674962098"/>
          <p:cNvSpPr/>
          <p:nvPr/>
        </p:nvSpPr>
        <p:spPr>
          <a:xfrm>
            <a:off x="1381125" y="3200400"/>
            <a:ext cx="41052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480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2100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{"alg":"HS256","typ":"JWT"}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476250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24000" y="49720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24000" y="56007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524000" y="60960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95400" y="676275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000" y="69723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24000" y="76009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24000" y="80962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48400" y="2857500"/>
            <a:ext cx="111252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3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Connector line-1792334348158-771582020"/>
          <p:cNvSpPr/>
          <p:nvPr/>
        </p:nvSpPr>
        <p:spPr>
          <a:xfrm>
            <a:off x="6715125" y="3200400"/>
            <a:ext cx="1027747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629400" y="34480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payload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629400" y="421005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claim: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62940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990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iss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681990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6782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945832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190625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9675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209675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54467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73517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1473517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62940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990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nbf</a:t>
            </a:r>
            <a:endParaRPr lang="en-US" sz="3300" dirty="0"/>
          </a:p>
        </p:txBody>
      </p:sp>
      <p:sp>
        <p:nvSpPr>
          <p:cNvPr id="36" name="Text 34"/>
          <p:cNvSpPr/>
          <p:nvPr/>
        </p:nvSpPr>
        <p:spPr>
          <a:xfrm>
            <a:off x="681990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6782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58325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iat</a:t>
            </a:r>
            <a:endParaRPr lang="en-US" sz="3300" dirty="0"/>
          </a:p>
        </p:txBody>
      </p:sp>
      <p:sp>
        <p:nvSpPr>
          <p:cNvPr id="39" name="Text 37"/>
          <p:cNvSpPr/>
          <p:nvPr/>
        </p:nvSpPr>
        <p:spPr>
          <a:xfrm>
            <a:off x="9458325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190625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9675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jti</a:t>
            </a:r>
            <a:endParaRPr lang="en-US" sz="3300" dirty="0"/>
          </a:p>
        </p:txBody>
      </p:sp>
      <p:sp>
        <p:nvSpPr>
          <p:cNvPr id="42" name="Text 40"/>
          <p:cNvSpPr/>
          <p:nvPr/>
        </p:nvSpPr>
        <p:spPr>
          <a:xfrm>
            <a:off x="1209675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454467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735175" y="7029450"/>
            <a:ext cx="2066925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19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bảy</a:t>
            </a:r>
            <a:r>
              <a:rPr lang="en-US" sz="19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đều</a:t>
            </a:r>
            <a:r>
              <a:rPr lang="en-US" sz="19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195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4735175" y="7905750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endParaRPr lang="en-US" sz="1650" dirty="0"/>
          </a:p>
        </p:txBody>
      </p:sp>
      <p:sp>
        <p:nvSpPr>
          <p:cNvPr id="46" name="Connector line-1792334348196-672731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db36d061-6bf1-40f6-ae79-5dbe2c87c6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thất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324600" cy="1238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tính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header.payload.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6324600" cy="3238500"/>
          </a:xfrm>
          <a:prstGeom prst="roundRect">
            <a:avLst>
              <a:gd name="adj" fmla="val 8235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6769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191250"/>
            <a:ext cx="55626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tự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55626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620000" y="2952750"/>
            <a:ext cx="9753600" cy="5619750"/>
          </a:xfrm>
          <a:prstGeom prst="roundRect">
            <a:avLst>
              <a:gd name="adj" fmla="val 47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3286125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01000" y="3667125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4887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82250" y="3667125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433512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3667125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17" name="Connector line-1792334394686-809622795"/>
          <p:cNvSpPr/>
          <p:nvPr/>
        </p:nvSpPr>
        <p:spPr>
          <a:xfrm>
            <a:off x="8001000" y="4953000"/>
            <a:ext cx="8991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8001000" y="52197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001000" y="5600700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4887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0382250" y="560070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571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33512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4668500" y="5600700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24" name="Connector line-1792334394695-927736827"/>
          <p:cNvSpPr/>
          <p:nvPr/>
        </p:nvSpPr>
        <p:spPr>
          <a:xfrm>
            <a:off x="15830550" y="6419850"/>
            <a:ext cx="0" cy="6477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2706350" y="7124700"/>
            <a:ext cx="4286250" cy="723900"/>
          </a:xfrm>
          <a:prstGeom prst="roundRect">
            <a:avLst>
              <a:gd name="adj" fmla="val 2894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InvalidSignatureError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3152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7" name="Connector line-1792334394700-867581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ac7a628-699f-4fd1-9df0-6b7f5f971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6" name="Connector line-1792334436293-225397854"/>
          <p:cNvSpPr/>
          <p:nvPr/>
        </p:nvSpPr>
        <p:spPr>
          <a:xfrm>
            <a:off x="138112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 chung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HS256: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 bit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60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12" name="Connector line-1792334436308-70988630"/>
          <p:cNvSpPr/>
          <p:nvPr/>
        </p:nvSpPr>
        <p:spPr>
          <a:xfrm>
            <a:off x="382905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367665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4" name="Connector line-1792334436310-2737562"/>
          <p:cNvSpPr/>
          <p:nvPr/>
        </p:nvSpPr>
        <p:spPr>
          <a:xfrm>
            <a:off x="3286125" y="6096000"/>
            <a:ext cx="328612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3838575" y="56959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477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483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9540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6210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56210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tự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2975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72502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34436321-646687434"/>
          <p:cNvSpPr/>
          <p:nvPr/>
        </p:nvSpPr>
        <p:spPr>
          <a:xfrm>
            <a:off x="989647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81075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Cặp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81075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ECDSA,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81075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dùng,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 không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107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113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29" name="Connector line-1792334436332-794022392"/>
          <p:cNvSpPr/>
          <p:nvPr/>
        </p:nvSpPr>
        <p:spPr>
          <a:xfrm>
            <a:off x="1234440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30" name="Text 28"/>
          <p:cNvSpPr/>
          <p:nvPr/>
        </p:nvSpPr>
        <p:spPr>
          <a:xfrm>
            <a:off x="1219200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726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3732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81075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7745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1007745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20097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37" name="Connector line-1792334436341-302575324"/>
          <p:cNvSpPr/>
          <p:nvPr/>
        </p:nvSpPr>
        <p:spPr>
          <a:xfrm>
            <a:off x="23907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8" name="Connector line-1792334436342-865070236"/>
          <p:cNvSpPr/>
          <p:nvPr/>
        </p:nvSpPr>
        <p:spPr>
          <a:xfrm>
            <a:off x="28098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9" name="Connector line-1792334436342-820710570"/>
          <p:cNvSpPr/>
          <p:nvPr/>
        </p:nvSpPr>
        <p:spPr>
          <a:xfrm>
            <a:off x="29622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8103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1" name="Connector line-1792334436343-310369055"/>
          <p:cNvSpPr/>
          <p:nvPr/>
        </p:nvSpPr>
        <p:spPr>
          <a:xfrm>
            <a:off x="71913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Connector line-1792334436343-803952489"/>
          <p:cNvSpPr/>
          <p:nvPr/>
        </p:nvSpPr>
        <p:spPr>
          <a:xfrm>
            <a:off x="76104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3" name="Connector line-1792334436343-20117703"/>
          <p:cNvSpPr/>
          <p:nvPr/>
        </p:nvSpPr>
        <p:spPr>
          <a:xfrm>
            <a:off x="77628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52512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5" name="Connector line-1792334436343-942136275"/>
          <p:cNvSpPr/>
          <p:nvPr/>
        </p:nvSpPr>
        <p:spPr>
          <a:xfrm>
            <a:off x="109061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6" name="Connector line-1792334436343-993892445"/>
          <p:cNvSpPr/>
          <p:nvPr/>
        </p:nvSpPr>
        <p:spPr>
          <a:xfrm>
            <a:off x="113252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7" name="Connector line-1792334436343-345812361"/>
          <p:cNvSpPr/>
          <p:nvPr/>
        </p:nvSpPr>
        <p:spPr>
          <a:xfrm>
            <a:off x="114776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5325725" y="5829300"/>
            <a:ext cx="381000" cy="381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9" name="Connector line-1792334436344-25222297"/>
          <p:cNvSpPr/>
          <p:nvPr/>
        </p:nvSpPr>
        <p:spPr>
          <a:xfrm>
            <a:off x="157067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0" name="Connector line-1792334436344-624081276"/>
          <p:cNvSpPr/>
          <p:nvPr/>
        </p:nvSpPr>
        <p:spPr>
          <a:xfrm>
            <a:off x="161258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1" name="Connector line-1792334436344-64611022"/>
          <p:cNvSpPr/>
          <p:nvPr/>
        </p:nvSpPr>
        <p:spPr>
          <a:xfrm>
            <a:off x="162782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2" name="Connector line-1792334436344-16052897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8ffa2326-a357-4072-bbdd-b9d253f1d9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16459200" cy="1428750"/>
          </a:xfrm>
          <a:prstGeom prst="roundRect">
            <a:avLst>
              <a:gd name="adj" fmla="val 17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050" y="37242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81952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361950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190750" y="417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0" y="37909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HS256</a:t>
            </a:r>
            <a:endParaRPr lang="en-US" sz="1950" dirty="0"/>
          </a:p>
        </p:txBody>
      </p:sp>
      <p:sp>
        <p:nvSpPr>
          <p:cNvPr id="11" name="Connector line-1792334503475-654467261"/>
          <p:cNvSpPr/>
          <p:nvPr/>
        </p:nvSpPr>
        <p:spPr>
          <a:xfrm>
            <a:off x="12401550" y="40481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3620750" y="37909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InvalidAlgorithmError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953000"/>
            <a:ext cx="16459200" cy="1428750"/>
          </a:xfrm>
          <a:prstGeom prst="roundRect">
            <a:avLst>
              <a:gd name="adj" fmla="val 17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2050" y="53435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00150" y="54387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190750" y="523875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190750" y="57912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 HS256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54102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19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none</a:t>
            </a:r>
            <a:endParaRPr lang="en-US" sz="1950" dirty="0"/>
          </a:p>
        </p:txBody>
      </p:sp>
      <p:sp>
        <p:nvSpPr>
          <p:cNvPr id="19" name="Connector line-1792334503483-255975454"/>
          <p:cNvSpPr/>
          <p:nvPr/>
        </p:nvSpPr>
        <p:spPr>
          <a:xfrm>
            <a:off x="12401550" y="56673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620750" y="54102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572250"/>
            <a:ext cx="16459200" cy="2286000"/>
          </a:xfrm>
          <a:prstGeom prst="roundRect">
            <a:avLst>
              <a:gd name="adj" fmla="val 10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7391400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0150" y="74866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190750" y="704850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190750" y="7600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exp,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nbf, aud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190750" y="80772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25000" y="68199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exp</a:t>
            </a:r>
            <a:r>
              <a:rPr lang="en-US" sz="19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endParaRPr lang="en-US" sz="1950" dirty="0"/>
          </a:p>
        </p:txBody>
      </p:sp>
      <p:sp>
        <p:nvSpPr>
          <p:cNvPr id="28" name="Connector line-1792334503495-412496449"/>
          <p:cNvSpPr/>
          <p:nvPr/>
        </p:nvSpPr>
        <p:spPr>
          <a:xfrm>
            <a:off x="12401550" y="70770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3620750" y="68199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ExpiredSignatureError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525000" y="75057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nbf</a:t>
            </a:r>
            <a:r>
              <a:rPr lang="en-US" sz="19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lai</a:t>
            </a:r>
            <a:endParaRPr lang="en-US" sz="1950" dirty="0"/>
          </a:p>
        </p:txBody>
      </p:sp>
      <p:sp>
        <p:nvSpPr>
          <p:cNvPr id="31" name="Connector line-1792334503499-24698058"/>
          <p:cNvSpPr/>
          <p:nvPr/>
        </p:nvSpPr>
        <p:spPr>
          <a:xfrm>
            <a:off x="12401550" y="77628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13620750" y="75057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ImmatureSignatureError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81915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aud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34" name="Connector line-1792334503503-539756933"/>
          <p:cNvSpPr/>
          <p:nvPr/>
        </p:nvSpPr>
        <p:spPr>
          <a:xfrm>
            <a:off x="12401550" y="84486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3620750" y="81915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InvalidAudienceError</a:t>
            </a:r>
            <a:endParaRPr lang="en-US" sz="1800" dirty="0"/>
          </a:p>
        </p:txBody>
      </p:sp>
      <p:sp>
        <p:nvSpPr>
          <p:cNvPr id="36" name="Connector line-1792334503504-3895956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33af6f5c-62d3-4f33-ba49-f0e84264d5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676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Connector line-1792337919329-461996490"/>
          <p:cNvSpPr/>
          <p:nvPr/>
        </p:nvSpPr>
        <p:spPr>
          <a:xfrm>
            <a:off x="1381125" y="3200400"/>
            <a:ext cx="66198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861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800" dirty="0"/>
          </a:p>
        </p:txBody>
      </p:sp>
      <p:sp>
        <p:nvSpPr>
          <p:cNvPr id="8" name="Text richtext-1792337919332-799757048"/>
          <p:cNvSpPr/>
          <p:nvPr/>
        </p:nvSpPr>
        <p:spPr>
          <a:xfrm>
            <a:off x="1295400" y="4000500"/>
            <a:ext cx="67056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ký)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7467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09675" y="6067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Connector line-1792337919350-264910377"/>
          <p:cNvSpPr/>
          <p:nvPr/>
        </p:nvSpPr>
        <p:spPr>
          <a:xfrm>
            <a:off x="1381125" y="6153150"/>
            <a:ext cx="66198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95400" y="64389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13" name="Text richtext-1792337919353-41439967"/>
          <p:cNvSpPr/>
          <p:nvPr/>
        </p:nvSpPr>
        <p:spPr>
          <a:xfrm>
            <a:off x="1295400" y="6953250"/>
            <a:ext cx="67056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8953500" y="2857500"/>
            <a:ext cx="84201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2487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Connector line-1792337919360-669410829"/>
          <p:cNvSpPr/>
          <p:nvPr/>
        </p:nvSpPr>
        <p:spPr>
          <a:xfrm>
            <a:off x="9420225" y="3200400"/>
            <a:ext cx="75723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334500" y="3486150"/>
            <a:ext cx="7658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</a:t>
            </a: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925300" y="4000500"/>
            <a:ext cx="2476500" cy="800100"/>
          </a:xfrm>
          <a:prstGeom prst="roundRect">
            <a:avLst>
              <a:gd name="adj" fmla="val 285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630400" y="4152900"/>
            <a:ext cx="2362200" cy="6477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0" name="Connector line-1792337919368-471947033"/>
          <p:cNvSpPr/>
          <p:nvPr/>
        </p:nvSpPr>
        <p:spPr>
          <a:xfrm flipH="1">
            <a:off x="10525125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1" name="Connector line-1792337919368-51346378"/>
          <p:cNvSpPr/>
          <p:nvPr/>
        </p:nvSpPr>
        <p:spPr>
          <a:xfrm>
            <a:off x="13163550" y="4857750"/>
            <a:ext cx="0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2" name="Connector line-1792337919368-135557334"/>
          <p:cNvSpPr/>
          <p:nvPr/>
        </p:nvSpPr>
        <p:spPr>
          <a:xfrm>
            <a:off x="13163550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33450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72925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19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61135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tiêu</a:t>
            </a:r>
            <a:r>
              <a:rPr lang="en-US" sz="19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19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referrer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334500" y="6810375"/>
            <a:ext cx="7658100" cy="952500"/>
          </a:xfrm>
          <a:prstGeom prst="roundRect">
            <a:avLst>
              <a:gd name="adj" fmla="val 22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334500" y="7953375"/>
            <a:ext cx="76581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(JWE),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khác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khác,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28" name="Connector line-1792337919383-9155871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125a4a4c-fd63-43a9-9d4d-46958dd0f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29600" cy="2095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 giá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kiểm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token,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HS256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kiểm.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82296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giá</a:t>
            </a:r>
            <a:endParaRPr lang="en-US" sz="1950" dirty="0"/>
          </a:p>
        </p:txBody>
      </p:sp>
      <p:sp>
        <p:nvSpPr>
          <p:cNvPr id="8" name="Connector line-1792334595154-62591061"/>
          <p:cNvSpPr/>
          <p:nvPr/>
        </p:nvSpPr>
        <p:spPr>
          <a:xfrm>
            <a:off x="3924300" y="5762625"/>
            <a:ext cx="22098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3771900" y="53530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0" name="Connector line-1792334595156-920163661"/>
          <p:cNvSpPr/>
          <p:nvPr/>
        </p:nvSpPr>
        <p:spPr>
          <a:xfrm>
            <a:off x="3333750" y="7000875"/>
            <a:ext cx="33337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962400" y="660082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865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77250" y="5229225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477250" y="5248275"/>
            <a:ext cx="495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620250" y="952500"/>
            <a:ext cx="7753350" cy="7905750"/>
          </a:xfrm>
          <a:prstGeom prst="roundRect">
            <a:avLst>
              <a:gd name="adj" fmla="val 3440"/>
            </a:avLst>
          </a:pr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3150" y="13335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15550" y="1504950"/>
            <a:ext cx="276225" cy="219075"/>
          </a:xfrm>
          <a:custGeom>
            <a:avLst/>
            <a:gdLst/>
            <a:ahLst/>
            <a:cxnLst/>
            <a:rect l="l" t="t" r="r" b="b"/>
            <a:pathLst>
              <a:path w="276225" h="219075">
                <a:moveTo>
                  <a:pt x="0" y="114300"/>
                </a:moveTo>
                <a:lnTo>
                  <a:pt x="95250" y="219075"/>
                </a:lnTo>
                <a:lnTo>
                  <a:pt x="2762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77450" y="22098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6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99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077450" y="2552700"/>
            <a:ext cx="6838950" cy="9525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 cũng</a:t>
            </a:r>
            <a:r>
              <a:rPr lang="en-US" sz="57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5700" dirty="0" spc="-7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5700" dirty="0"/>
          </a:p>
        </p:txBody>
      </p:sp>
      <p:sp>
        <p:nvSpPr>
          <p:cNvPr id="21" name="Text 19"/>
          <p:cNvSpPr/>
          <p:nvPr/>
        </p:nvSpPr>
        <p:spPr>
          <a:xfrm>
            <a:off x="10077450" y="3695700"/>
            <a:ext cx="683895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tự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22" name="Connector line-1792334595176-625505691"/>
          <p:cNvSpPr/>
          <p:nvPr/>
        </p:nvSpPr>
        <p:spPr>
          <a:xfrm>
            <a:off x="10077450" y="5429250"/>
            <a:ext cx="683895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0077450" y="56959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GÌ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077450" y="6096000"/>
            <a:ext cx="68389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ES256.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077450" y="7810500"/>
            <a:ext cx="68389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574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27" name="Connector line-1792334595184-396607049"/>
          <p:cNvSpPr/>
          <p:nvPr/>
        </p:nvSpPr>
        <p:spPr>
          <a:xfrm>
            <a:off x="24384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8" name="Connector line-1792334595184-470894962"/>
          <p:cNvSpPr/>
          <p:nvPr/>
        </p:nvSpPr>
        <p:spPr>
          <a:xfrm>
            <a:off x="28575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9" name="Connector line-1792334595185-249664322"/>
          <p:cNvSpPr/>
          <p:nvPr/>
        </p:nvSpPr>
        <p:spPr>
          <a:xfrm>
            <a:off x="30099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70485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31" name="Connector line-1792334595185-762993580"/>
          <p:cNvSpPr/>
          <p:nvPr/>
        </p:nvSpPr>
        <p:spPr>
          <a:xfrm>
            <a:off x="74295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2" name="Connector line-1792334595185-239851242"/>
          <p:cNvSpPr/>
          <p:nvPr/>
        </p:nvSpPr>
        <p:spPr>
          <a:xfrm>
            <a:off x="78486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3" name="Connector line-1792334595185-164948800"/>
          <p:cNvSpPr/>
          <p:nvPr/>
        </p:nvSpPr>
        <p:spPr>
          <a:xfrm>
            <a:off x="80010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4" name="Connector line-1792334595185-4393986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0664f32-057e-42b5-bfae-bf6883ace5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8110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" name="Connector line-1792337941650-437097555"/>
          <p:cNvSpPr/>
          <p:nvPr/>
        </p:nvSpPr>
        <p:spPr>
          <a:xfrm>
            <a:off x="1333500" y="2895600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5730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25730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5730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claim</a:t>
            </a:r>
            <a:r>
              <a:rPr lang="en-US" sz="18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587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6257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Connector line-1792337941659-702454031"/>
          <p:cNvSpPr/>
          <p:nvPr/>
        </p:nvSpPr>
        <p:spPr>
          <a:xfrm>
            <a:off x="551497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43877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543877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3877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 được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7735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4405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Connector line-1792337941665-527907506"/>
          <p:cNvSpPr/>
          <p:nvPr/>
        </p:nvSpPr>
        <p:spPr>
          <a:xfrm>
            <a:off x="9696450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2025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62025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62025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bí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45882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Connector line-1792337941671-534532566"/>
          <p:cNvSpPr/>
          <p:nvPr/>
        </p:nvSpPr>
        <p:spPr>
          <a:xfrm>
            <a:off x="1387792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80172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380172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80172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băm;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18110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Connector line-1792337941678-711601852"/>
          <p:cNvSpPr/>
          <p:nvPr/>
        </p:nvSpPr>
        <p:spPr>
          <a:xfrm>
            <a:off x="1333500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5730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32" name="Text 30"/>
          <p:cNvSpPr/>
          <p:nvPr/>
        </p:nvSpPr>
        <p:spPr>
          <a:xfrm>
            <a:off x="125730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5730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09587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35" name="Shape 33"/>
          <p:cNvSpPr/>
          <p:nvPr/>
        </p:nvSpPr>
        <p:spPr>
          <a:xfrm>
            <a:off x="536257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Connector line-1792337941682-985762907"/>
          <p:cNvSpPr/>
          <p:nvPr/>
        </p:nvSpPr>
        <p:spPr>
          <a:xfrm>
            <a:off x="5514975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543877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ECDSA</a:t>
            </a:r>
            <a:endParaRPr lang="en-US" sz="3900" dirty="0"/>
          </a:p>
        </p:txBody>
      </p:sp>
      <p:sp>
        <p:nvSpPr>
          <p:cNvPr id="38" name="Text 36"/>
          <p:cNvSpPr/>
          <p:nvPr/>
        </p:nvSpPr>
        <p:spPr>
          <a:xfrm>
            <a:off x="543877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43877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27735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1" name="Shape 39"/>
          <p:cNvSpPr/>
          <p:nvPr/>
        </p:nvSpPr>
        <p:spPr>
          <a:xfrm>
            <a:off x="954405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2" name="Connector line-1792337941687-17608542"/>
          <p:cNvSpPr/>
          <p:nvPr/>
        </p:nvSpPr>
        <p:spPr>
          <a:xfrm>
            <a:off x="9696450" y="5514975"/>
            <a:ext cx="31527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962025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JWE</a:t>
            </a:r>
            <a:endParaRPr lang="en-US" sz="3900" dirty="0"/>
          </a:p>
        </p:txBody>
      </p:sp>
      <p:sp>
        <p:nvSpPr>
          <p:cNvPr id="44" name="Text 42"/>
          <p:cNvSpPr/>
          <p:nvPr/>
        </p:nvSpPr>
        <p:spPr>
          <a:xfrm>
            <a:off x="962025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62025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345882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7" name="Shape 45"/>
          <p:cNvSpPr/>
          <p:nvPr/>
        </p:nvSpPr>
        <p:spPr>
          <a:xfrm>
            <a:off x="1372552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8" name="Connector line-1792337941693-310185199"/>
          <p:cNvSpPr/>
          <p:nvPr/>
        </p:nvSpPr>
        <p:spPr>
          <a:xfrm>
            <a:off x="13877925" y="5514975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380172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50" name="Text 48"/>
          <p:cNvSpPr/>
          <p:nvPr/>
        </p:nvSpPr>
        <p:spPr>
          <a:xfrm>
            <a:off x="1380172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80172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90575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2486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</a:t>
            </a:r>
            <a:endParaRPr lang="en-US" sz="2100" dirty="0"/>
          </a:p>
        </p:txBody>
      </p:sp>
      <p:sp>
        <p:nvSpPr>
          <p:cNvPr id="54" name="Text 52"/>
          <p:cNvSpPr/>
          <p:nvPr/>
        </p:nvSpPr>
        <p:spPr>
          <a:xfrm>
            <a:off x="914400" y="87249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5" name="Connector line-1792337941703-700982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5" name="Shape 6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2a4aae9a-6234-4692-8ba0-1dbbe1e91a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2026-10-18T15:39:13Z</dcterms:created>
  <dcterms:modified xsi:type="dcterms:W3CDTF">2026-10-18T15:39:13Z</dcterms:modified>
</cp:coreProperties>
</file>