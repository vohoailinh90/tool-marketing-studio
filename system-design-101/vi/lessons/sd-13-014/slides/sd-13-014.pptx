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3238500"/>
          </a:xfrm>
          <a:prstGeom prst="rect">
            <a:avLst/>
          </a:prstGeom>
          <a:noFill/>
          <a:ln/>
        </p:spPr>
        <p:txBody>
          <a:bodyPr wrap="square" lIns="0" tIns="52006" rIns="0" bIns="-52006" rtlCol="0" anchor="t"/>
          <a:lstStyle/>
          <a:p>
            <a:pPr algn="l" indent="0" marL="0">
              <a:lnSpc>
                <a:spcPts val="6678"/>
              </a:lnSpc>
              <a:buNone/>
            </a:pP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63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3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khác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"máy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250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298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8298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33731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779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6779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250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8298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3731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36779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6191250"/>
            <a:ext cx="74676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4198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71437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 giờ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b16c9f8-0ed3-41eb-b35a-c1460c2b2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7056"/>
              </a:lnSpc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Pipeline</a:t>
            </a:r>
            <a:r>
              <a:rPr lang="en-US" sz="63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3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sai;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môi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chỗ.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gặp.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93001c-60bf-426b-9795-1842eaa4a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51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7" name="Text richtext-1792371354826-252797593"/>
          <p:cNvSpPr/>
          <p:nvPr/>
        </p:nvSpPr>
        <p:spPr>
          <a:xfrm>
            <a:off x="13335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0" name="Text richtext-1792371354844-566083615"/>
          <p:cNvSpPr/>
          <p:nvPr/>
        </p:nvSpPr>
        <p:spPr>
          <a:xfrm>
            <a:off x="15240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14" name="Text richtext-1792371354853-580702650"/>
          <p:cNvSpPr/>
          <p:nvPr/>
        </p:nvSpPr>
        <p:spPr>
          <a:xfrm>
            <a:off x="97917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ubuntu-latest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 có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6012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9822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7" name="Text richtext-1792371354861-454390193"/>
          <p:cNvSpPr/>
          <p:nvPr/>
        </p:nvSpPr>
        <p:spPr>
          <a:xfrm>
            <a:off x="99822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6c275ce-5ab9-4451-936b-eb589f6463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</a:t>
            </a: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5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runner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có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5765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2009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477500" y="35052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857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1950" b="1" spc="1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12" name="Connector line-1792371368853-243118699"/>
          <p:cNvSpPr/>
          <p:nvPr/>
        </p:nvSpPr>
        <p:spPr>
          <a:xfrm>
            <a:off x="41338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2915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490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400" dirty="0"/>
          </a:p>
        </p:txBody>
      </p:sp>
      <p:sp>
        <p:nvSpPr>
          <p:cNvPr id="15" name="Connector line-1792371368856-968882241"/>
          <p:cNvSpPr/>
          <p:nvPr/>
        </p:nvSpPr>
        <p:spPr>
          <a:xfrm>
            <a:off x="784860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3439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296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endParaRPr lang="en-US" sz="2400" dirty="0"/>
          </a:p>
        </p:txBody>
      </p:sp>
      <p:sp>
        <p:nvSpPr>
          <p:cNvPr id="18" name="Connector line-1792371368859-17218545"/>
          <p:cNvSpPr/>
          <p:nvPr/>
        </p:nvSpPr>
        <p:spPr>
          <a:xfrm>
            <a:off x="115633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058650" y="5429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0" y="5715000"/>
            <a:ext cx="4762500" cy="1333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4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40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4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201b83f-ab46-462d-b2b2-4c895d9a3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1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51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workflow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053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có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400" dirty="0"/>
          </a:p>
        </p:txBody>
      </p:sp>
      <p:sp>
        <p:nvSpPr>
          <p:cNvPr id="7" name="Connector line-1792371388764-942067949"/>
          <p:cNvSpPr/>
          <p:nvPr/>
        </p:nvSpPr>
        <p:spPr>
          <a:xfrm>
            <a:off x="5391150" y="5143500"/>
            <a:ext cx="1276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8100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85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143750" y="4857750"/>
            <a:ext cx="3810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250" dirty="0"/>
          </a:p>
        </p:txBody>
      </p:sp>
      <p:sp>
        <p:nvSpPr>
          <p:cNvPr id="11" name="Connector line-1792371388769-222555490"/>
          <p:cNvSpPr/>
          <p:nvPr/>
        </p:nvSpPr>
        <p:spPr>
          <a:xfrm flipV="1">
            <a:off x="11334750" y="38100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1388769-503571692"/>
          <p:cNvSpPr/>
          <p:nvPr/>
        </p:nvSpPr>
        <p:spPr>
          <a:xfrm>
            <a:off x="11334750" y="55245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668250" y="2952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238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049250" y="3857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668250" y="5619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5905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049250" y="6524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fork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 bí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8a56033-c800-4e6f-9896-8c6eea0c6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5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51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 dùng chung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63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292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Múi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4292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583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012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02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7731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7731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70485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22" name="Text richtext-1792371402479-968888615"/>
          <p:cNvSpPr/>
          <p:nvPr/>
        </p:nvSpPr>
        <p:spPr>
          <a:xfrm>
            <a:off x="1333500" y="754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nó.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32b507b-3e34-4ec3-b524-bf13e623c1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 nguyên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cách chẩn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74ef3e8-058e-47d1-9d20-f98e99f59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4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Config.json,</a:t>
            </a:r>
            <a:r>
              <a:rPr lang="en-US" sz="4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repo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config.json.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4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4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6583680"/>
                <a:gridCol w="52669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 test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 biệt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hoa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thường?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macOS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Windows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Linux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6" name="Text 3"/>
          <p:cNvSpPr/>
          <p:nvPr/>
        </p:nvSpPr>
        <p:spPr>
          <a:xfrm>
            <a:off x="1333500" y="73914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chữ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7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ae0dca0-3116-48e3-932c-bab16fe80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nguồn,</a:t>
            </a:r>
            <a:r>
              <a:rPr lang="en-US" sz="5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955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28003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28003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lỗi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37528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528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90650" y="40576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334000" y="40576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-latest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mới.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0101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101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53149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334000" y="53149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2674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2674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5722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334000" y="65722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4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75247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5247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390650" y="78295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334000" y="78295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lại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cd34269-24f8-4a7a-90a5-ca6299a8b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5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OS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Operating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25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npm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GitHub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workflow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syntax;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 workflow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99b60e-f1ac-45c5-bcd6-61ca696b2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2026-10-19T00:57:50Z</dcterms:created>
  <dcterms:modified xsi:type="dcterms:W3CDTF">2026-10-19T00:57:50Z</dcterms:modified>
</cp:coreProperties>
</file>