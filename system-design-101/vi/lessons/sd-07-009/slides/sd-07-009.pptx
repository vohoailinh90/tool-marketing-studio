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UPI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Ấn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Độ:</a:t>
            </a: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81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ký,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khoản,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 tiền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Alice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Bob.</a:t>
            </a:r>
            <a:endParaRPr lang="en-US" sz="3000" dirty="0"/>
          </a:p>
        </p:txBody>
      </p:sp>
      <p:sp>
        <p:nvSpPr>
          <p:cNvPr id="5" name="Connector line-1792380647169-779879642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2192000" y="314325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2000250"/>
                </a:moveTo>
                <a:cubicBezTo>
                  <a:pt x="590550" y="2000250"/>
                  <a:pt x="590550" y="0"/>
                  <a:pt x="1181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Connector line-1792380647185-685118645"/>
          <p:cNvSpPr/>
          <p:nvPr/>
        </p:nvSpPr>
        <p:spPr>
          <a:xfrm>
            <a:off x="12192000" y="5143500"/>
            <a:ext cx="11811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2192000" y="514350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0"/>
                </a:moveTo>
                <a:cubicBezTo>
                  <a:pt x="590550" y="0"/>
                  <a:pt x="590550" y="2000250"/>
                  <a:pt x="1181100" y="2000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68000" y="4381500"/>
            <a:ext cx="1524000" cy="1524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2" name="Text 10"/>
          <p:cNvSpPr/>
          <p:nvPr/>
        </p:nvSpPr>
        <p:spPr>
          <a:xfrm>
            <a:off x="10668000" y="4972050"/>
            <a:ext cx="152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NPCI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3373100" y="27813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của Alice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373100" y="47815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của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373100" y="67818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7b4f53e5-cae7-4390-8f1a-5294c95b90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 số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8572500" cy="3810000"/>
          </a:xfrm>
          <a:prstGeom prst="rect">
            <a:avLst/>
          </a:prstGeom>
          <a:noFill/>
          <a:ln/>
        </p:spPr>
        <p:txBody>
          <a:bodyPr wrap="square" lIns="0" tIns="259080" rIns="0" bIns="-259080" rtlCol="0" anchor="ctr"/>
          <a:lstStyle/>
          <a:p>
            <a:pPr algn="l" indent="0" marL="0">
              <a:lnSpc>
                <a:spcPts val="25500"/>
              </a:lnSpc>
              <a:buNone/>
            </a:pPr>
            <a:r>
              <a:rPr lang="en-US" sz="25500" dirty="0" spc="-3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60%</a:t>
            </a:r>
            <a:endParaRPr lang="en-US" sz="255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bán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lẻ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66675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 của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525000" y="2762250"/>
            <a:ext cx="7848600" cy="1047750"/>
          </a:xfrm>
          <a:prstGeom prst="roundRect">
            <a:avLst>
              <a:gd name="adj" fmla="val 254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06000" y="2762250"/>
            <a:ext cx="7086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4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525000" y="4000500"/>
            <a:ext cx="7848600" cy="1047750"/>
          </a:xfrm>
          <a:prstGeom prst="roundRect">
            <a:avLst>
              <a:gd name="adj" fmla="val 254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06000" y="4000500"/>
            <a:ext cx="7086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525000" y="5238750"/>
            <a:ext cx="7848600" cy="1047750"/>
          </a:xfrm>
          <a:prstGeom prst="roundRect">
            <a:avLst>
              <a:gd name="adj" fmla="val 254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06000" y="5238750"/>
            <a:ext cx="7086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7524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52475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khung: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bị,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rupee.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22b0ea49-858d-417f-89d7-c62492e90df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Bob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6900" dirty="0"/>
          </a:p>
        </p:txBody>
      </p:sp>
      <p:sp>
        <p:nvSpPr>
          <p:cNvPr id="4" name="Connector line-1792380649104-618768851"/>
          <p:cNvSpPr/>
          <p:nvPr/>
        </p:nvSpPr>
        <p:spPr>
          <a:xfrm>
            <a:off x="2628900" y="3810000"/>
            <a:ext cx="13773150" cy="0"/>
          </a:xfrm>
          <a:prstGeom prst="line">
            <a:avLst/>
          </a:prstGeom>
          <a:noFill/>
          <a:ln w="762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343150" y="3524250"/>
            <a:ext cx="571500" cy="571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Shape 4"/>
          <p:cNvSpPr/>
          <p:nvPr/>
        </p:nvSpPr>
        <p:spPr>
          <a:xfrm>
            <a:off x="6934200" y="3524250"/>
            <a:ext cx="571500" cy="571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250" y="3524250"/>
            <a:ext cx="571500" cy="571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Shape 6"/>
          <p:cNvSpPr/>
          <p:nvPr/>
        </p:nvSpPr>
        <p:spPr>
          <a:xfrm>
            <a:off x="16116300" y="352425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762250"/>
            <a:ext cx="342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505450" y="2762250"/>
            <a:ext cx="342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0096500" y="2762250"/>
            <a:ext cx="342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4687550" y="2762250"/>
            <a:ext cx="342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914400" y="4381500"/>
            <a:ext cx="3429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thoại,</a:t>
            </a:r>
            <a:r>
              <a:rPr lang="en-US" sz="21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OTP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505450" y="4381500"/>
            <a:ext cx="3429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1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thanh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1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(VPA)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0096500" y="4381500"/>
            <a:ext cx="3429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21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NPCI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4687550" y="4381500"/>
            <a:ext cx="3429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PIN,</a:t>
            </a:r>
            <a:r>
              <a:rPr lang="en-US" sz="21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1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64770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F6E3C8"/>
          </a:solidFill>
          <a:ln/>
        </p:spPr>
      </p:sp>
      <p:sp>
        <p:nvSpPr>
          <p:cNvPr id="18" name="Text 16"/>
          <p:cNvSpPr/>
          <p:nvPr/>
        </p:nvSpPr>
        <p:spPr>
          <a:xfrm>
            <a:off x="1295400" y="6477000"/>
            <a:ext cx="156972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thu;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PIN</a:t>
            </a:r>
            <a:r>
              <a:rPr lang="en-US" sz="2550" b="1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03/08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108ad8ad-9433-4193-ab49-4c004c5b3c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ALICE</a:t>
            </a:r>
            <a:r>
              <a:rPr lang="en-US" sz="180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1800" b="1" spc="29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RUPEE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NPCI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9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650" dirty="0"/>
          </a:p>
        </p:txBody>
      </p:sp>
      <p:sp>
        <p:nvSpPr>
          <p:cNvPr id="13" name="Connector line-1792400517127-197147380"/>
          <p:cNvSpPr/>
          <p:nvPr/>
        </p:nvSpPr>
        <p:spPr>
          <a:xfrm>
            <a:off x="2762250" y="3371850"/>
            <a:ext cx="0" cy="54864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14" name="Connector line-1792400517129-735423147"/>
          <p:cNvSpPr/>
          <p:nvPr/>
        </p:nvSpPr>
        <p:spPr>
          <a:xfrm>
            <a:off x="6953250" y="3371850"/>
            <a:ext cx="0" cy="54864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15" name="Connector line-1792400517130-371484973"/>
          <p:cNvSpPr/>
          <p:nvPr/>
        </p:nvSpPr>
        <p:spPr>
          <a:xfrm>
            <a:off x="11144250" y="3371850"/>
            <a:ext cx="0" cy="54864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16" name="Connector line-1792400517130-6573186"/>
          <p:cNvSpPr/>
          <p:nvPr/>
        </p:nvSpPr>
        <p:spPr>
          <a:xfrm>
            <a:off x="15335250" y="3371850"/>
            <a:ext cx="0" cy="54864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52500" y="2762250"/>
            <a:ext cx="3619500" cy="609600"/>
          </a:xfrm>
          <a:prstGeom prst="roundRect">
            <a:avLst>
              <a:gd name="adj" fmla="val 3125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 dụng của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5143500" y="2762250"/>
            <a:ext cx="3619500" cy="609600"/>
          </a:xfrm>
          <a:prstGeom prst="roundRect">
            <a:avLst>
              <a:gd name="adj" fmla="val 3125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NPCI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334500" y="2762250"/>
            <a:ext cx="3619500" cy="609600"/>
          </a:xfrm>
          <a:prstGeom prst="roundRect">
            <a:avLst>
              <a:gd name="adj" fmla="val 3125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19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3525500" y="2762250"/>
            <a:ext cx="3619500" cy="609600"/>
          </a:xfrm>
          <a:prstGeom prst="roundRect">
            <a:avLst>
              <a:gd name="adj" fmla="val 3125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19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endParaRPr lang="en-US" sz="1950" dirty="0"/>
          </a:p>
        </p:txBody>
      </p:sp>
      <p:sp>
        <p:nvSpPr>
          <p:cNvPr id="21" name="Connector line-1792400517147-599114410"/>
          <p:cNvSpPr/>
          <p:nvPr/>
        </p:nvSpPr>
        <p:spPr>
          <a:xfrm>
            <a:off x="2762250" y="3810000"/>
            <a:ext cx="411480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 w="lg" len="lg"/>
          </a:ln>
        </p:spPr>
      </p:sp>
      <p:sp>
        <p:nvSpPr>
          <p:cNvPr id="22" name="Text 20"/>
          <p:cNvSpPr/>
          <p:nvPr/>
        </p:nvSpPr>
        <p:spPr>
          <a:xfrm>
            <a:off x="2762250" y="3429000"/>
            <a:ext cx="419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 +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rupee</a:t>
            </a:r>
            <a:endParaRPr lang="en-US" sz="1950" dirty="0"/>
          </a:p>
        </p:txBody>
      </p:sp>
      <p:sp>
        <p:nvSpPr>
          <p:cNvPr id="23" name="Connector line-1792400517154-726890627"/>
          <p:cNvSpPr/>
          <p:nvPr/>
        </p:nvSpPr>
        <p:spPr>
          <a:xfrm>
            <a:off x="6953250" y="4419600"/>
            <a:ext cx="830580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 w="lg" len="lg"/>
          </a:ln>
        </p:spPr>
      </p:sp>
      <p:sp>
        <p:nvSpPr>
          <p:cNvPr id="24" name="Text 22"/>
          <p:cNvSpPr/>
          <p:nvPr/>
        </p:nvSpPr>
        <p:spPr>
          <a:xfrm>
            <a:off x="11334750" y="40576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6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9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950" dirty="0"/>
          </a:p>
        </p:txBody>
      </p:sp>
      <p:sp>
        <p:nvSpPr>
          <p:cNvPr id="25" name="Connector line-1792400517157-96964177"/>
          <p:cNvSpPr/>
          <p:nvPr/>
        </p:nvSpPr>
        <p:spPr>
          <a:xfrm>
            <a:off x="6953250" y="5029200"/>
            <a:ext cx="411480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 w="lg" len="lg"/>
          </a:ln>
        </p:spPr>
      </p:sp>
      <p:sp>
        <p:nvSpPr>
          <p:cNvPr id="26" name="Text 24"/>
          <p:cNvSpPr/>
          <p:nvPr/>
        </p:nvSpPr>
        <p:spPr>
          <a:xfrm>
            <a:off x="6953250" y="4667250"/>
            <a:ext cx="419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6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rupee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9048750" y="5295900"/>
            <a:ext cx="4191000" cy="533400"/>
          </a:xfrm>
          <a:prstGeom prst="roundRect">
            <a:avLst>
              <a:gd name="adj" fmla="val 3571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Alice</a:t>
            </a:r>
            <a:r>
              <a:rPr lang="en-US" sz="19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19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19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rupee</a:t>
            </a:r>
            <a:endParaRPr lang="en-US" sz="1950" dirty="0"/>
          </a:p>
        </p:txBody>
      </p:sp>
      <p:sp>
        <p:nvSpPr>
          <p:cNvPr id="28" name="Connector line-1792400517161-184753072"/>
          <p:cNvSpPr/>
          <p:nvPr/>
        </p:nvSpPr>
        <p:spPr>
          <a:xfrm flipH="1">
            <a:off x="7029450" y="6191250"/>
            <a:ext cx="411480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29" name="Text 27"/>
          <p:cNvSpPr/>
          <p:nvPr/>
        </p:nvSpPr>
        <p:spPr>
          <a:xfrm>
            <a:off x="6953250" y="5829300"/>
            <a:ext cx="419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endParaRPr lang="en-US" sz="1950" dirty="0"/>
          </a:p>
        </p:txBody>
      </p:sp>
      <p:sp>
        <p:nvSpPr>
          <p:cNvPr id="30" name="Connector line-1792400517164-574453902"/>
          <p:cNvSpPr/>
          <p:nvPr/>
        </p:nvSpPr>
        <p:spPr>
          <a:xfrm>
            <a:off x="6953250" y="6800850"/>
            <a:ext cx="830580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 w="lg" len="lg"/>
          </a:ln>
        </p:spPr>
      </p:sp>
      <p:sp>
        <p:nvSpPr>
          <p:cNvPr id="31" name="Text 29"/>
          <p:cNvSpPr/>
          <p:nvPr/>
        </p:nvSpPr>
        <p:spPr>
          <a:xfrm>
            <a:off x="11334750" y="64389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6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rupee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3525500" y="7067550"/>
            <a:ext cx="3619500" cy="533400"/>
          </a:xfrm>
          <a:prstGeom prst="roundRect">
            <a:avLst>
              <a:gd name="adj" fmla="val 3571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r>
              <a:rPr lang="en-US" sz="1800" b="1" dirty="0" spc="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8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18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rupee</a:t>
            </a:r>
            <a:endParaRPr lang="en-US" sz="1800" dirty="0"/>
          </a:p>
        </p:txBody>
      </p:sp>
      <p:sp>
        <p:nvSpPr>
          <p:cNvPr id="33" name="Connector line-1792400517168-133963386"/>
          <p:cNvSpPr/>
          <p:nvPr/>
        </p:nvSpPr>
        <p:spPr>
          <a:xfrm flipH="1">
            <a:off x="7029450" y="7962900"/>
            <a:ext cx="830580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34" name="Text 32"/>
          <p:cNvSpPr/>
          <p:nvPr/>
        </p:nvSpPr>
        <p:spPr>
          <a:xfrm>
            <a:off x="11334750" y="76009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endParaRPr lang="en-US" sz="1950" dirty="0"/>
          </a:p>
        </p:txBody>
      </p:sp>
      <p:sp>
        <p:nvSpPr>
          <p:cNvPr id="35" name="Connector line-1792400517170-651931153"/>
          <p:cNvSpPr/>
          <p:nvPr/>
        </p:nvSpPr>
        <p:spPr>
          <a:xfrm flipH="1">
            <a:off x="2838450" y="8572500"/>
            <a:ext cx="411480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36" name="Text 34"/>
          <p:cNvSpPr/>
          <p:nvPr/>
        </p:nvSpPr>
        <p:spPr>
          <a:xfrm>
            <a:off x="2762250" y="8210550"/>
            <a:ext cx="419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86470f09-bbf8-4bf8-aaa5-35211117e9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là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tóm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b="1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chừng: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Alice,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Bob.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60%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số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d07b910-ac22-4273-8257-21f4138998f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Alice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UPI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Bob. Bên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 ai?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16459200" cy="3048000"/>
          </a:xfrm>
          <a:prstGeom prst="roundRect">
            <a:avLst>
              <a:gd name="adj" fmla="val 12500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524250"/>
            <a:ext cx="15697200" cy="30480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ctr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NPCI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nhờ</a:t>
            </a:r>
            <a:r>
              <a:rPr lang="en-US" sz="4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Bob</a:t>
            </a:r>
            <a:r>
              <a:rPr lang="en-US" sz="45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45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chỉ.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14400" y="6953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Bob.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14400" y="7620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NPCI</a:t>
            </a:r>
            <a:r>
              <a:rPr lang="en-US" sz="19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9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0fc1509-3bec-40e2-bad8-cf25be607a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53000" y="2857500"/>
            <a:ext cx="1143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Connector line-1792380652373-463905905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46710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953000" y="34671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phần: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 liên</a:t>
            </a:r>
            <a:r>
              <a:rPr lang="en-US" sz="22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kết,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7053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70535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953000" y="470535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9436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9436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953000" y="59436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vai,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4295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hàng;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dirty="0" spc="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08b33176-677a-41fe-a0a1-16dc6178f98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 thuật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952750"/>
            <a:ext cx="1619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UPI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952750" y="266700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8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8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90525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4191000"/>
            <a:ext cx="161925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NPCI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2952750" y="390525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Tập</a:t>
            </a:r>
            <a:r>
              <a:rPr lang="en-US" sz="18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đoàn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8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Quốc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Ấn</a:t>
            </a:r>
            <a:r>
              <a:rPr lang="en-US" sz="18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514350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5429250"/>
            <a:ext cx="1619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OTP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2952750" y="514350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72600" y="266700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0" y="2952750"/>
            <a:ext cx="161925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VPA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1410950" y="266700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8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372600" y="390525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0" y="4191000"/>
            <a:ext cx="1619250" cy="476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410950" y="390525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372600" y="514350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0" y="5429250"/>
            <a:ext cx="1619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2FA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1410950" y="514350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18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18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endParaRPr lang="en-US" sz="1800" dirty="0"/>
          </a:p>
        </p:txBody>
      </p:sp>
      <p:sp>
        <p:nvSpPr>
          <p:cNvPr id="22" name="Connector line-1792380653230-383808339"/>
          <p:cNvSpPr/>
          <p:nvPr/>
        </p:nvSpPr>
        <p:spPr>
          <a:xfrm>
            <a:off x="914400" y="6762750"/>
            <a:ext cx="164592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914400" y="70485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14400" y="7524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914400" y="8096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fe010e1b-8c40-4c4a-9aa4-a759b9e1ad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2026-10-19T09:54:06Z</dcterms:created>
  <dcterms:modified xsi:type="dcterms:W3CDTF">2026-10-19T09:54:06Z</dcterms:modified>
</cp:coreProperties>
</file>