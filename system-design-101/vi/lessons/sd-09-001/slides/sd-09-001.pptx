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9908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3815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00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895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lệnh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0" y="1905000"/>
            <a:ext cx="5334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0" y="3429000"/>
            <a:ext cx="5334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0" y="4953000"/>
            <a:ext cx="5334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2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430000" y="6477000"/>
            <a:ext cx="5334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5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2550" dirty="0"/>
          </a:p>
        </p:txBody>
      </p:sp>
      <p:sp>
        <p:nvSpPr>
          <p:cNvPr id="10" name="Connector line-1792369474313-15236679"/>
          <p:cNvSpPr/>
          <p:nvPr/>
        </p:nvSpPr>
        <p:spPr>
          <a:xfrm>
            <a:off x="14097000" y="2952750"/>
            <a:ext cx="0" cy="476250"/>
          </a:xfrm>
          <a:prstGeom prst="line">
            <a:avLst/>
          </a:prstGeom>
          <a:noFill/>
          <a:ln w="3810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1" name="Connector line-1792369474313-362180086"/>
          <p:cNvSpPr/>
          <p:nvPr/>
        </p:nvSpPr>
        <p:spPr>
          <a:xfrm>
            <a:off x="14097000" y="4476750"/>
            <a:ext cx="0" cy="476250"/>
          </a:xfrm>
          <a:prstGeom prst="line">
            <a:avLst/>
          </a:prstGeom>
          <a:noFill/>
          <a:ln w="3810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2" name="Connector line-1792369474314-938065372"/>
          <p:cNvSpPr/>
          <p:nvPr/>
        </p:nvSpPr>
        <p:spPr>
          <a:xfrm>
            <a:off x="14097000" y="6000750"/>
            <a:ext cx="0" cy="476250"/>
          </a:xfrm>
          <a:prstGeom prst="line">
            <a:avLst/>
          </a:prstGeom>
          <a:noFill/>
          <a:ln w="3810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14400" y="9334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status,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add,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commit, push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3178c457-7acf-4661-9999-522750379e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 THEO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72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86125"/>
            <a:ext cx="971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0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3857625"/>
            <a:ext cx="971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250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250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</a:t>
            </a:r>
            <a:r>
              <a:rPr lang="en-US" sz="2250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250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095875"/>
            <a:ext cx="971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30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b="1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33500" y="5667375"/>
            <a:ext cx="971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</a:t>
            </a:r>
            <a:r>
              <a:rPr lang="en-US" sz="2250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250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2250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--staged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905625"/>
            <a:ext cx="971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30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7477125"/>
            <a:ext cx="971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250" dirty="0" spc="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2250" dirty="0"/>
          </a:p>
        </p:txBody>
      </p:sp>
      <p:sp>
        <p:nvSpPr>
          <p:cNvPr id="13" name="Connector line-1792369505392-616381556"/>
          <p:cNvSpPr/>
          <p:nvPr/>
        </p:nvSpPr>
        <p:spPr>
          <a:xfrm>
            <a:off x="12096750" y="3810000"/>
            <a:ext cx="0" cy="171450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2477750" y="438150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endParaRPr lang="en-US" sz="2250" dirty="0"/>
          </a:p>
        </p:txBody>
      </p:sp>
      <p:sp>
        <p:nvSpPr>
          <p:cNvPr id="15" name="Connector line-1792369505395-861541728"/>
          <p:cNvSpPr/>
          <p:nvPr/>
        </p:nvSpPr>
        <p:spPr>
          <a:xfrm>
            <a:off x="12096750" y="5619750"/>
            <a:ext cx="0" cy="17145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477750" y="619125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 commit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477750" y="2857500"/>
            <a:ext cx="4895850" cy="1238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init: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mới.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 clone: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sẵn.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77750" y="7524750"/>
            <a:ext cx="489585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lệnh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1950" dirty="0"/>
          </a:p>
        </p:txBody>
      </p:sp>
      <p:sp>
        <p:nvSpPr>
          <p:cNvPr id="19" name="Connector line-1792369505407-85063199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ad20c09-4648-464c-97cb-05dec1d277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800" b="1" spc="24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lưu,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72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000500"/>
            <a:ext cx="4000500" cy="7620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70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95400" y="50482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762750" y="36195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0" y="4000500"/>
            <a:ext cx="4000500" cy="7620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700" b="1" dirty="0" spc="-1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43750" y="50482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stage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611100" y="36195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992100" y="4000500"/>
            <a:ext cx="4000500" cy="762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700" b="1" dirty="0" spc="-1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27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--staged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992100" y="50482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 vào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700" dirty="0"/>
          </a:p>
        </p:txBody>
      </p:sp>
      <p:sp>
        <p:nvSpPr>
          <p:cNvPr id="13" name="Connector line-1792369522057-662954902"/>
          <p:cNvSpPr/>
          <p:nvPr/>
        </p:nvSpPr>
        <p:spPr>
          <a:xfrm>
            <a:off x="5810250" y="5048250"/>
            <a:ext cx="8191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69522057-440052830"/>
          <p:cNvSpPr/>
          <p:nvPr/>
        </p:nvSpPr>
        <p:spPr>
          <a:xfrm>
            <a:off x="11658600" y="5048250"/>
            <a:ext cx="8191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239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chọn lệnh.</a:t>
            </a:r>
            <a:endParaRPr lang="en-US" sz="2550" dirty="0"/>
          </a:p>
        </p:txBody>
      </p:sp>
      <p:sp>
        <p:nvSpPr>
          <p:cNvPr id="16" name="Connector line-1792369522060-1279960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a8b6149-96c6-4a79-a2b9-c403411bfa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add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file</a:t>
            </a:r>
            <a:endParaRPr lang="en-US" sz="6900" dirty="0"/>
          </a:p>
        </p:txBody>
      </p:sp>
      <p:sp>
        <p:nvSpPr>
          <p:cNvPr id="4" name="Connector line-1792369535350-545863849"/>
          <p:cNvSpPr/>
          <p:nvPr/>
        </p:nvSpPr>
        <p:spPr>
          <a:xfrm>
            <a:off x="1905000" y="5334000"/>
            <a:ext cx="14478000" cy="0"/>
          </a:xfrm>
          <a:prstGeom prst="line">
            <a:avLst/>
          </a:prstGeom>
          <a:noFill/>
          <a:ln w="571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228850" y="5086350"/>
            <a:ext cx="495300" cy="4953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9A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0350" y="508635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7" name="Shape 5"/>
          <p:cNvSpPr/>
          <p:nvPr/>
        </p:nvSpPr>
        <p:spPr>
          <a:xfrm>
            <a:off x="10991850" y="5086350"/>
            <a:ext cx="495300" cy="4953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73350" y="508635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59055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app.py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47750" y="64770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191125" y="590550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5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r>
              <a:rPr lang="en-US" sz="25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app.py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191125" y="647700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10750" y="59055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25000" y="64770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954125" y="590550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add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3954125" y="647700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100" dirty="0"/>
          </a:p>
        </p:txBody>
      </p:sp>
      <p:sp>
        <p:nvSpPr>
          <p:cNvPr id="17" name="Connector line-1792369535366-43843043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2590dfe-66c3-4019-8070-e6aa463674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800" b="1" spc="29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2400" cy="21907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095500"/>
            <a:ext cx="15240000" cy="2476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 commit lấy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 dung</a:t>
            </a:r>
            <a:r>
              <a:rPr lang="en-US" sz="84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84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index.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524000" y="5143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commit là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7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524000" y="6286500"/>
            <a:ext cx="104775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2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switch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-c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fix-title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b="1" dirty="0" spc="-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endParaRPr lang="en-US" sz="2250" dirty="0"/>
          </a:p>
        </p:txBody>
      </p:sp>
      <p:sp>
        <p:nvSpPr>
          <p:cNvPr id="7" name="Connector line-1792369552215-68977649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9928fa26-97d3-4bf9-9ef4-9258f6ba9c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72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2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remote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39052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r>
              <a:rPr lang="en-US" sz="4800" dirty="0" spc="-2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fetch</a:t>
            </a:r>
            <a:endParaRPr lang="en-US" sz="4800" dirty="0"/>
          </a:p>
        </p:txBody>
      </p:sp>
      <p:sp>
        <p:nvSpPr>
          <p:cNvPr id="7" name="Text richtext-1792369570295-876313195"/>
          <p:cNvSpPr/>
          <p:nvPr/>
        </p:nvSpPr>
        <p:spPr>
          <a:xfrm>
            <a:off x="1390650" y="504825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8488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spc="22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48850" y="39052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r>
              <a:rPr lang="en-US" sz="48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push</a:t>
            </a:r>
            <a:endParaRPr lang="en-US" sz="4800" dirty="0"/>
          </a:p>
        </p:txBody>
      </p:sp>
      <p:sp>
        <p:nvSpPr>
          <p:cNvPr id="11" name="Text richtext-1792369570321-360087956"/>
          <p:cNvSpPr/>
          <p:nvPr/>
        </p:nvSpPr>
        <p:spPr>
          <a:xfrm>
            <a:off x="9848850" y="504825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5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7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-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4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700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70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700" dirty="0"/>
          </a:p>
        </p:txBody>
      </p:sp>
      <p:sp>
        <p:nvSpPr>
          <p:cNvPr id="12" name="Connector line-1792369570327-68761358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e3e8fe3-33eb-4d46-ad2a-a5b4f5fa64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Gỡ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72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endParaRPr lang="en-US" sz="7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905256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Lệnh</a:t>
                      </a:r>
                      <a:endParaRPr lang="en-US" sz="1200" dirty="0"/>
                    </a:p>
                  </a:txBody>
                  <a:tcPr marL="304800" marR="304800" marT="304800" marB="304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Làm</a:t>
                      </a:r>
                      <a:r>
                        <a:rPr lang="en-US" sz="25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304800" marR="304800" marT="304800" marB="304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git</a:t>
                      </a:r>
                      <a:r>
                        <a:rPr lang="en-US" sz="2550" dirty="0" spc="-3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restore</a:t>
                      </a:r>
                      <a:r>
                        <a:rPr lang="en-US" sz="25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--staged</a:t>
                      </a:r>
                      <a:r>
                        <a:rPr lang="en-US" sz="25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app.py</a:t>
                      </a:r>
                      <a:endParaRPr lang="en-US" sz="1200" dirty="0"/>
                    </a:p>
                  </a:txBody>
                  <a:tcPr marL="304800" marR="304800" marT="304800" marB="304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Bỏ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chọn,</a:t>
                      </a:r>
                      <a:r>
                        <a:rPr lang="en-US" sz="25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vẫn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</a:t>
                      </a:r>
                      <a:r>
                        <a:rPr lang="en-US" sz="25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sửa</a:t>
                      </a:r>
                      <a:r>
                        <a:rPr lang="en-US" sz="2550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5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5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file</a:t>
                      </a:r>
                      <a:endParaRPr lang="en-US" sz="1200" dirty="0"/>
                    </a:p>
                  </a:txBody>
                  <a:tcPr marL="304800" marR="304800" marT="304800" marB="304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git</a:t>
                      </a:r>
                      <a:r>
                        <a:rPr lang="en-US" sz="2550" dirty="0" spc="-3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restore</a:t>
                      </a:r>
                      <a:r>
                        <a:rPr lang="en-US" sz="25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app.py</a:t>
                      </a:r>
                      <a:endParaRPr lang="en-US" sz="1200" dirty="0"/>
                    </a:p>
                  </a:txBody>
                  <a:tcPr marL="304800" marR="304800" marT="304800" marB="304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 thể</a:t>
                      </a:r>
                      <a:r>
                        <a:rPr lang="en-US" sz="25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bỏ</a:t>
                      </a:r>
                      <a:r>
                        <a:rPr lang="en-US" sz="25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sửa</a:t>
                      </a:r>
                      <a:r>
                        <a:rPr lang="en-US" sz="2550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5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chưa</a:t>
                      </a:r>
                      <a:r>
                        <a:rPr lang="en-US" sz="255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stage</a:t>
                      </a:r>
                      <a:endParaRPr lang="en-US" sz="1200" dirty="0"/>
                    </a:p>
                  </a:txBody>
                  <a:tcPr marL="304800" marR="304800" marT="304800" marB="304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git</a:t>
                      </a:r>
                      <a:r>
                        <a:rPr lang="en-US" sz="2550" dirty="0" spc="-2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revert</a:t>
                      </a:r>
                      <a:endParaRPr lang="en-US" sz="1200" dirty="0"/>
                    </a:p>
                  </a:txBody>
                  <a:tcPr marL="304800" marR="304800" marT="304800" marB="304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7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Tạo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commit</a:t>
                      </a:r>
                      <a:r>
                        <a:rPr lang="en-US" sz="2550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đảo</a:t>
                      </a:r>
                      <a:r>
                        <a:rPr lang="en-US" sz="25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550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endParaRPr lang="en-US" sz="1200" dirty="0"/>
                    </a:p>
                  </a:txBody>
                  <a:tcPr marL="304800" marR="304800" marT="304800" marB="304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00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5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revert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reset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file.</a:t>
            </a:r>
            <a:endParaRPr lang="en-US" sz="2550" dirty="0"/>
          </a:p>
        </p:txBody>
      </p:sp>
      <p:sp>
        <p:nvSpPr>
          <p:cNvPr id="6" name="Connector line-1792369580903-55634707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0934dfe-0c20-4fbb-a4cc-aced514c1f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0750" y="3190875"/>
            <a:ext cx="7620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r>
              <a:rPr lang="en-US" sz="30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381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0750" y="4524375"/>
            <a:ext cx="7620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0750" y="5857875"/>
            <a:ext cx="7620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 commit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096500" y="3048000"/>
            <a:ext cx="7277100" cy="3581400"/>
          </a:xfrm>
          <a:prstGeom prst="roundRect">
            <a:avLst>
              <a:gd name="adj" fmla="val 744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0572750" y="34290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572750" y="3905250"/>
            <a:ext cx="6324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5400" dirty="0"/>
          </a:p>
        </p:txBody>
      </p:sp>
      <p:sp>
        <p:nvSpPr>
          <p:cNvPr id="13" name="Text richtext-1792369604111-415254655"/>
          <p:cNvSpPr/>
          <p:nvPr/>
        </p:nvSpPr>
        <p:spPr>
          <a:xfrm>
            <a:off x="10572750" y="4857750"/>
            <a:ext cx="63246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mới: git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4" name="Connector line-1792369604119-14890255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12578b0-a2c5-4e0f-9f88-853be78766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Mốc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95400" y="438150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53200" y="3048000"/>
            <a:ext cx="51816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42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File</a:t>
            </a:r>
            <a:r>
              <a:rPr lang="en-US" sz="4200" dirty="0" spc="-2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934200" y="438150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dõi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192000" y="3048000"/>
            <a:ext cx="5181600" cy="4572000"/>
          </a:xfrm>
          <a:prstGeom prst="roundRect">
            <a:avLst>
              <a:gd name="adj" fmla="val 583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.gitignore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573000" y="438150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7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dõi khỏi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2700" dirty="0"/>
          </a:p>
        </p:txBody>
      </p:sp>
      <p:sp>
        <p:nvSpPr>
          <p:cNvPr id="13" name="Connector line-1792369615451-26883406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714c826-b34f-4a4e-8823-8b599a6084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9525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8763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2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cho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4857750"/>
            <a:ext cx="8763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nội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bằng git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6429375"/>
            <a:ext cx="8763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01400" y="3048000"/>
            <a:ext cx="617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richtext-1792369628616-17431947"/>
          <p:cNvSpPr/>
          <p:nvPr/>
        </p:nvSpPr>
        <p:spPr>
          <a:xfrm>
            <a:off x="11201400" y="3619500"/>
            <a:ext cx="6172200" cy="4572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Git: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restore</a:t>
            </a:r>
            <a:endParaRPr lang="en-US" sz="2250" dirty="0"/>
          </a:p>
        </p:txBody>
      </p:sp>
      <p:sp>
        <p:nvSpPr>
          <p:cNvPr id="10" name="Connector line-1792369628625-24819497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1a207a0-d243-470b-8b1f-d4e726c6d1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2026-10-19T01:25:13Z</dcterms:created>
  <dcterms:modified xsi:type="dcterms:W3CDTF">2026-10-19T01:25:13Z</dcterms:modified>
</cp:coreProperties>
</file>