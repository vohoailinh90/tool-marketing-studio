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quảng cáo</a:t>
            </a: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 sub + 8.000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 500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 +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khai/90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3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 sub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+ 8.000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3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khai/90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 (YPP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mở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Nam)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2440305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0,18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118407" y="5267325"/>
            <a:ext cx="646748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Shorts: các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Nam: hai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hành)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khác: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hẹn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Rewards: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kiện?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2026-10-19T00:33:27Z</dcterms:created>
  <dcterms:modified xsi:type="dcterms:W3CDTF">2026-10-19T00:33:27Z</dcterms:modified>
</cp:coreProperties>
</file>