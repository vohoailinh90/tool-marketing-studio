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4191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HTTP/1.1,</a:t>
            </a: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HTTP/2,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HTTP/3: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64770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300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hồi,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bìa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gói: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4297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420600" y="28575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HTTP/1.1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420600" y="4524375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420600" y="619125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153650" y="4086225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2850" dirty="0"/>
          </a:p>
        </p:txBody>
      </p:sp>
      <p:sp>
        <p:nvSpPr>
          <p:cNvPr id="11" name="Connector line-1792371325629-345661722"/>
          <p:cNvSpPr/>
          <p:nvPr/>
        </p:nvSpPr>
        <p:spPr>
          <a:xfrm flipV="1">
            <a:off x="11753850" y="3219450"/>
            <a:ext cx="666750" cy="1666875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Connector line-1792371325629-134729327"/>
          <p:cNvSpPr/>
          <p:nvPr/>
        </p:nvSpPr>
        <p:spPr>
          <a:xfrm>
            <a:off x="11753850" y="4886325"/>
            <a:ext cx="666750" cy="95"/>
          </a:xfrm>
          <a:custGeom>
            <a:avLst/>
            <a:gdLst/>
            <a:ahLst/>
            <a:cxnLst/>
            <a:rect l="l" t="t" r="r" b="b"/>
            <a:pathLst>
              <a:path w="666750" h="95">
                <a:moveTo>
                  <a:pt x="0" y="0"/>
                </a:moveTo>
                <a:lnTo>
                  <a:pt x="333375" y="0"/>
                </a:lnTo>
                <a:lnTo>
                  <a:pt x="333375" y="0"/>
                </a:lnTo>
                <a:lnTo>
                  <a:pt x="666750" y="0"/>
                </a:lnTo>
              </a:path>
            </a:pathLst>
          </a:custGeom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3" name="Connector line-1792371325630-995227637"/>
          <p:cNvSpPr/>
          <p:nvPr/>
        </p:nvSpPr>
        <p:spPr>
          <a:xfrm>
            <a:off x="11753850" y="4886325"/>
            <a:ext cx="666750" cy="1666875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270dbc08-3f4c-4699-8b20-3bd8caa385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4000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095500"/>
            <a:ext cx="15621000" cy="4286250"/>
          </a:xfrm>
          <a:prstGeom prst="rect">
            <a:avLst/>
          </a:prstGeom>
          <a:noFill/>
          <a:ln/>
        </p:spPr>
        <p:txBody>
          <a:bodyPr wrap="square" lIns="0" tIns="55245" rIns="0" bIns="-55245" rtlCol="0" anchor="t"/>
          <a:lstStyle/>
          <a:p>
            <a:pPr algn="l" indent="0" marL="0">
              <a:lnSpc>
                <a:spcPts val="9570"/>
              </a:lnSpc>
              <a:buNone/>
            </a:pPr>
            <a:r>
              <a:rPr lang="en-US" sz="8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8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8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bản,</a:t>
            </a:r>
            <a:r>
              <a:rPr lang="en-US" sz="8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8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87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</a:t>
            </a:r>
            <a:r>
              <a:rPr lang="en-US" sz="8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8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8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truyền.</a:t>
            </a:r>
            <a:endParaRPr lang="en-US" sz="8700" dirty="0"/>
          </a:p>
        </p:txBody>
      </p:sp>
      <p:sp>
        <p:nvSpPr>
          <p:cNvPr id="5" name="Shape 3"/>
          <p:cNvSpPr/>
          <p:nvPr/>
        </p:nvSpPr>
        <p:spPr>
          <a:xfrm>
            <a:off x="914400" y="7048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733425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Số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cam</a:t>
            </a:r>
            <a:r>
              <a:rPr lang="en-US" sz="285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 hơn.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33500" y="7953375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bìa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 mục cùng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Text 15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7b55962f-6f26-4f93-81be-5a9c8af19b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8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HTTP/1.1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476500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8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3524250"/>
            <a:ext cx="45720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(pipelining)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6858000" y="3524250"/>
            <a:ext cx="4572000" cy="2095500"/>
          </a:xfrm>
          <a:prstGeom prst="roundRect">
            <a:avLst>
              <a:gd name="adj" fmla="val 12727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2850" dirty="0" spc="-3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kết</a:t>
            </a:r>
            <a:r>
              <a:rPr lang="en-US" sz="285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r>
              <a:rPr lang="en-US" sz="2850" dirty="0" spc="-2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TCP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801600" y="3524250"/>
            <a:ext cx="45720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550" dirty="0"/>
          </a:p>
        </p:txBody>
      </p:sp>
      <p:sp>
        <p:nvSpPr>
          <p:cNvPr id="8" name="Connector line-1792371345947-80004252"/>
          <p:cNvSpPr/>
          <p:nvPr/>
        </p:nvSpPr>
        <p:spPr>
          <a:xfrm>
            <a:off x="5486400" y="4572000"/>
            <a:ext cx="13716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71345947-104657364"/>
          <p:cNvSpPr/>
          <p:nvPr/>
        </p:nvSpPr>
        <p:spPr>
          <a:xfrm>
            <a:off x="11430000" y="4572000"/>
            <a:ext cx="13716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666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56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Text 19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c45794f-c6b7-4278-992d-e4c3878cfc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7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HTTP/2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05125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285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xen</a:t>
            </a:r>
            <a:r>
              <a:rPr lang="en-US" sz="2850" dirty="0" spc="-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kẽ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41910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524375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8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58102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143625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850" dirty="0" spc="-3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850" dirty="0" spc="-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001500" y="2571750"/>
            <a:ext cx="5372100" cy="466725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0" y="2571750"/>
            <a:ext cx="152400" cy="4667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richtext-1792371347827-747019130"/>
          <p:cNvSpPr/>
          <p:nvPr/>
        </p:nvSpPr>
        <p:spPr>
          <a:xfrm>
            <a:off x="12477750" y="2952750"/>
            <a:ext cx="4572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Text 20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037771c5-076e-4765-aca3-69dcbd211e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6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HTTP/3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476500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8100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Luồng</a:t>
            </a:r>
            <a:r>
              <a:rPr lang="en-US" sz="30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33500" y="466725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 của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đợi.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72600" y="342900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38100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30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791700" y="466725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thứ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Text 18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bdb88d9-15ad-4abb-8acf-b3b27530d2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Chờ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7622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100" b="1" spc="14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334000" y="27622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210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10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spc="12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44805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3905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HTTP/1.1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34000" y="3762375"/>
            <a:ext cx="11715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tự;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 dài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04825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55054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HTTP/2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34000" y="5362575"/>
            <a:ext cx="11715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Xen</a:t>
            </a:r>
            <a:r>
              <a:rPr lang="en-US" sz="270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kẽ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TCP;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chờ.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64845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F8D9D0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1056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HTTP/3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34000" y="6962775"/>
            <a:ext cx="11715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QUIC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UDP;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429625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cam</a:t>
            </a:r>
            <a:r>
              <a:rPr lang="en-US" sz="21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Text 24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3ad7acb-ccd5-4663-945d-f5d9673568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524000"/>
            <a:ext cx="133350" cy="3143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428750"/>
            <a:ext cx="15906750" cy="342900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6555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bìa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HTTP/3.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 ở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914400" y="5524500"/>
            <a:ext cx="16459200" cy="33337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8293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7" name="Text richtext-1792371380156-665896258"/>
          <p:cNvSpPr/>
          <p:nvPr/>
        </p:nvSpPr>
        <p:spPr>
          <a:xfrm>
            <a:off x="1333500" y="6334125"/>
            <a:ext cx="156210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luồng.</a:t>
            </a:r>
            <a:endParaRPr lang="en-US" sz="2850" dirty="0"/>
          </a:p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chậm: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mạng, phụ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8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Text 15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75351209-6b95-4048-8df7-bd0edbc5aa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75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75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2876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381250" y="2971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HTTP/1.1.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400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381250" y="4495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 chờ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nguyên.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" y="5924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381250" y="6019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QUIC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143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7300" y="7448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381250" y="7543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 chặn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thử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14400" y="8715375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1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Text 24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296b160-0cf2-45d8-b034-333ed9cf98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238250"/>
            <a:ext cx="80581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147637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95400" y="2190750"/>
            <a:ext cx="742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315450" y="1238250"/>
            <a:ext cx="80581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9696450" y="147637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696450" y="2190750"/>
            <a:ext cx="742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3333750"/>
            <a:ext cx="80581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357187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295400" y="4286250"/>
            <a:ext cx="742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15450" y="3333750"/>
            <a:ext cx="80581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696450" y="357187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QUIC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696450" y="4286250"/>
            <a:ext cx="742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5810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6" name="Text richtext-1792371384094-171142507"/>
          <p:cNvSpPr/>
          <p:nvPr/>
        </p:nvSpPr>
        <p:spPr>
          <a:xfrm>
            <a:off x="914400" y="6286500"/>
            <a:ext cx="164592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HTTP/1.1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§9.3.2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9.4;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§1;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HTTP/3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Chromium: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250" dirty="0"/>
          </a:p>
          <a:p>
            <a:pPr algn="l" marL="285750" indent="-204151">
              <a:buSzPct val="100000"/>
              <a:buFont typeface="Arial"/>
              <a:buChar char="•"/>
            </a:pPr>
            <a:r>
              <a:rPr lang="en-US" sz="2250" dirty="0" spc="-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2013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989c998-51ae-49ce-a4c5-540e873c3f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2026-10-19T00:56:48Z</dcterms:created>
  <dcterms:modified xsi:type="dcterms:W3CDTF">2026-10-19T00:56:48Z</dcterms:modified>
</cp:coreProperties>
</file>