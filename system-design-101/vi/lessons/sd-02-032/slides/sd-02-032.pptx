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Ngăn</a:t>
            </a:r>
            <a:r>
              <a:rPr lang="en-US" sz="75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 nghệ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Netflix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9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Connector line-1792383460972-589019397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mảng, từ</a:t>
            </a:r>
            <a:r>
              <a:rPr lang="en-US" sz="2100" dirty="0" spc="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 phát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Di</a:t>
            </a:r>
            <a:r>
              <a:rPr lang="en-US" sz="3150" dirty="0" spc="1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động,</a:t>
            </a:r>
            <a:r>
              <a:rPr lang="en-US" sz="3150" dirty="0" spc="-1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31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liệu, video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Truyền</a:t>
            </a:r>
            <a:r>
              <a:rPr lang="en-US" sz="31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tin,</a:t>
            </a:r>
            <a:r>
              <a:rPr lang="en-US" sz="31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315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Phát</a:t>
            </a:r>
            <a:r>
              <a:rPr lang="en-US" sz="31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48b06a0-f290-4037-aa96-25858780a3a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mảng</a:t>
            </a:r>
            <a:r>
              <a:rPr lang="en-US" sz="4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 ngăn</a:t>
            </a:r>
            <a:r>
              <a:rPr lang="en-US" sz="4800" dirty="0" spc="-5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Netflix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 từ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e7e83add-9fe2-453a-a924-0828263766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3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b="1" spc="2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69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tiếp,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Swift,</a:t>
            </a:r>
            <a:r>
              <a:rPr lang="en-US" sz="28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Kotlin;</a:t>
            </a:r>
            <a:r>
              <a:rPr lang="en-US" sz="28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PHÍA</a:t>
            </a:r>
            <a:r>
              <a:rPr lang="en-US" sz="1950" b="1" spc="21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Zuul,</a:t>
            </a:r>
            <a:r>
              <a:rPr lang="en-US" sz="28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Eureka,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Boot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d19bb5c-d69d-4b0b-9cf1-1f95ac874e4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1950" b="1" spc="3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6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video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950" b="1" spc="233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b="1" spc="22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EVCache,</a:t>
            </a:r>
            <a:r>
              <a:rPr lang="en-US" sz="3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Cassandra,</a:t>
            </a:r>
            <a:r>
              <a:rPr lang="en-US" sz="3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CockroachDB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S3</a:t>
            </a:r>
            <a:r>
              <a:rPr lang="en-US" sz="39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Open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Connect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trữ,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mảng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0057b673-958c-4ece-b8a8-67a7e063c8a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Truyền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69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 dữ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Kafka,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Flink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Truyền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Flink,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Spark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Tableau,</a:t>
            </a:r>
            <a:r>
              <a:rPr lang="en-US" sz="34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Redshift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thị; kho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6838fcc-577d-4512-a777-747a858378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r>
              <a:rPr lang="en-US" sz="1950" b="1" spc="2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 cho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6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334000"/>
                <a:gridCol w="1112520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Thứ</a:t>
                      </a:r>
                      <a:r>
                        <a:rPr lang="en-US" sz="2400" b="1" dirty="0" spc="3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400" b="1" dirty="0" spc="-13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400" b="1" dirty="0" spc="-6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nguồn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Công</a:t>
                      </a:r>
                      <a:r>
                        <a:rPr lang="en-US" sz="2400" b="1" dirty="0" spc="1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cụ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1–3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Jira,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Confluence,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PagerDuty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1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4–5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Jenkins,</a:t>
                      </a:r>
                      <a:r>
                        <a:rPr lang="en-US" sz="24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Gradle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6–8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Spinnaker,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Chaos</a:t>
                      </a:r>
                      <a:r>
                        <a:rPr lang="en-US" sz="2400" dirty="0" spc="-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Monkey,</a:t>
                      </a:r>
                      <a:r>
                        <a:rPr lang="en-US" sz="24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Atlas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2961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21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 mỗi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4c9d3498-afbb-41ec-a019-043c1eeff9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nêu</a:t>
            </a:r>
            <a:r>
              <a:rPr lang="en-US" sz="72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tên,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3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4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4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Zuul,</a:t>
            </a:r>
            <a:r>
              <a:rPr lang="en-US" sz="24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EVCache,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Flink,</a:t>
            </a:r>
            <a:r>
              <a:rPr lang="en-US" sz="24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Atlas.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c2c4b7b6-0ba9-45ca-a3cb-a81579efc4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Bấm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phim: nguồn nói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4953000" cy="2286000"/>
          </a:xfrm>
          <a:prstGeom prst="roundRect">
            <a:avLst>
              <a:gd name="adj" fmla="val 13333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815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25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1910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45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mảng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896600" y="29527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7600" y="31623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7600" y="35433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Swift,</a:t>
            </a:r>
            <a:r>
              <a:rPr lang="en-US" sz="30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Kotlin;</a:t>
            </a:r>
            <a:r>
              <a:rPr lang="en-US" sz="30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GraphQL</a:t>
            </a:r>
            <a:endParaRPr lang="en-US" sz="3000" dirty="0"/>
          </a:p>
        </p:txBody>
      </p:sp>
      <p:sp>
        <p:nvSpPr>
          <p:cNvPr id="10" name="Connector line-1792384343066-907004715"/>
          <p:cNvSpPr/>
          <p:nvPr/>
        </p:nvSpPr>
        <p:spPr>
          <a:xfrm flipV="1">
            <a:off x="5867400" y="3619500"/>
            <a:ext cx="5029200" cy="142875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896600" y="457200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77600" y="47815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80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277600" y="516255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Zuul,</a:t>
            </a:r>
            <a:r>
              <a:rPr lang="en-US" sz="30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EVCache,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Cassandra</a:t>
            </a:r>
            <a:endParaRPr lang="en-US" sz="3000" dirty="0"/>
          </a:p>
        </p:txBody>
      </p:sp>
      <p:sp>
        <p:nvSpPr>
          <p:cNvPr id="14" name="Connector line-1792384343073-91942954"/>
          <p:cNvSpPr/>
          <p:nvPr/>
        </p:nvSpPr>
        <p:spPr>
          <a:xfrm>
            <a:off x="5867400" y="5238750"/>
            <a:ext cx="5029200" cy="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0896600" y="61912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11277600" y="64008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277600" y="67818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S3,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Open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Connect</a:t>
            </a:r>
            <a:endParaRPr lang="en-US" sz="3000" dirty="0"/>
          </a:p>
        </p:txBody>
      </p:sp>
      <p:sp>
        <p:nvSpPr>
          <p:cNvPr id="18" name="Connector line-1792384343078-195329569"/>
          <p:cNvSpPr/>
          <p:nvPr/>
        </p:nvSpPr>
        <p:spPr>
          <a:xfrm>
            <a:off x="5867400" y="5429250"/>
            <a:ext cx="5029200" cy="142875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914400" y="79057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 mảng nào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xem,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nào.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803a203e-b81c-4b5c-ae28-df30291601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Connect: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7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 mạng.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Chaos</a:t>
            </a:r>
            <a:r>
              <a:rPr lang="en-US" sz="270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Monkey: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7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hai: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hóc.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b1e843f-f860-4a20-abfe-9d8bfae350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Query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ngôn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 GraphQL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2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tích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Delivery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chuyển</a:t>
                      </a: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EV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Ephemeral</a:t>
                      </a:r>
                      <a:r>
                        <a:rPr lang="en-US" sz="225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Volatile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tạm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thời,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dễ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mất,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EVCache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DataBase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cơ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CockroachDB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77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8096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629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7c1ca62e-7aa9-4d9a-8200-4b79392e35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2026-10-19T05:04:30Z</dcterms:created>
  <dcterms:modified xsi:type="dcterms:W3CDTF">2026-10-19T05:04:30Z</dcterms:modified>
</cp:coreProperties>
</file>