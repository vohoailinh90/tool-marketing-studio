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763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4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C++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r>
              <a:rPr lang="en-US" sz="81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12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</a:t>
            </a:r>
            <a:pPr algn="l" indent="0" marL="0">
              <a:lnSpc>
                <a:spcPts val="8505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8100" dirty="0"/>
          </a:p>
          <a:p>
            <a:pPr algn="l" indent="0" marL="0">
              <a:lnSpc>
                <a:spcPts val="8505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như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143500"/>
            <a:ext cx="8763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30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0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30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30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811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7" name="Shape 5"/>
          <p:cNvSpPr/>
          <p:nvPr/>
        </p:nvSpPr>
        <p:spPr>
          <a:xfrm>
            <a:off x="31623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4290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9" name="Text 7"/>
          <p:cNvSpPr/>
          <p:nvPr/>
        </p:nvSpPr>
        <p:spPr>
          <a:xfrm>
            <a:off x="34290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102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56769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6241" dirty="0"/>
          </a:p>
        </p:txBody>
      </p:sp>
      <p:sp>
        <p:nvSpPr>
          <p:cNvPr id="12" name="Text 10"/>
          <p:cNvSpPr/>
          <p:nvPr/>
        </p:nvSpPr>
        <p:spPr>
          <a:xfrm>
            <a:off x="56769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658100" y="6858000"/>
            <a:ext cx="20193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7924800" y="702945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241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241" dirty="0"/>
          </a:p>
        </p:txBody>
      </p:sp>
      <p:sp>
        <p:nvSpPr>
          <p:cNvPr id="15" name="Text 13"/>
          <p:cNvSpPr/>
          <p:nvPr/>
        </p:nvSpPr>
        <p:spPr>
          <a:xfrm>
            <a:off x="7924800" y="7981950"/>
            <a:ext cx="16192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287000" y="91440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0591800" y="129540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0" y="123825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972800" y="171450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600" dirty="0" spc="-10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10972800" y="249555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10287000" y="3724275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0591800" y="4105275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3" name="Text 21"/>
          <p:cNvSpPr/>
          <p:nvPr/>
        </p:nvSpPr>
        <p:spPr>
          <a:xfrm>
            <a:off x="10972800" y="4048125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0972800" y="4524375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0972800" y="5305425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387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r>
              <a:rPr lang="en-US" sz="2387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387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387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387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387" dirty="0"/>
          </a:p>
        </p:txBody>
      </p:sp>
      <p:sp>
        <p:nvSpPr>
          <p:cNvPr id="26" name="Shape 24"/>
          <p:cNvSpPr/>
          <p:nvPr/>
        </p:nvSpPr>
        <p:spPr>
          <a:xfrm>
            <a:off x="10287000" y="6534150"/>
            <a:ext cx="70866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/>
        </p:spPr>
      </p:sp>
      <p:sp>
        <p:nvSpPr>
          <p:cNvPr id="27" name="Shape 25"/>
          <p:cNvSpPr/>
          <p:nvPr/>
        </p:nvSpPr>
        <p:spPr>
          <a:xfrm>
            <a:off x="10591800" y="6915150"/>
            <a:ext cx="76200" cy="18097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0" y="6858000"/>
            <a:ext cx="609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10972800" y="7334250"/>
            <a:ext cx="6191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81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381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381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381" dirty="0"/>
          </a:p>
        </p:txBody>
      </p:sp>
      <p:sp>
        <p:nvSpPr>
          <p:cNvPr id="30" name="Text 28"/>
          <p:cNvSpPr/>
          <p:nvPr/>
        </p:nvSpPr>
        <p:spPr>
          <a:xfrm>
            <a:off x="10972800" y="8115300"/>
            <a:ext cx="6191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181100" y="7981950"/>
            <a:ext cx="17145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226f1e91-7612-47ab-825a-7e0afb06579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3300" b="1" dirty="0" spc="1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 nào?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219200" y="67437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19200" y="7162800"/>
            <a:ext cx="701040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nhóm,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đâu,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DDE3FA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1010900" y="15811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010900" y="198120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C,</a:t>
            </a:r>
            <a:r>
              <a:rPr lang="en-US" sz="3450" dirty="0" spc="-10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C++,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Go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1010900" y="27241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F3DFB8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010900" y="4114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010900" y="4514850"/>
            <a:ext cx="5810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Java,</a:t>
            </a:r>
            <a:r>
              <a:rPr lang="en-US" sz="345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C#</a:t>
            </a:r>
            <a:endParaRPr lang="en-US" sz="3450" dirty="0"/>
          </a:p>
        </p:txBody>
      </p:sp>
      <p:sp>
        <p:nvSpPr>
          <p:cNvPr id="18" name="Text 16"/>
          <p:cNvSpPr/>
          <p:nvPr/>
        </p:nvSpPr>
        <p:spPr>
          <a:xfrm>
            <a:off x="11010900" y="525780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CFE8E2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010900" y="66484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 DỊCH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1010900" y="7048500"/>
            <a:ext cx="5905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Python,</a:t>
            </a:r>
            <a:r>
              <a:rPr lang="en-US" sz="315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JavaScript,</a:t>
            </a:r>
            <a:r>
              <a:rPr lang="en-US" sz="31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Ruby</a:t>
            </a:r>
            <a:endParaRPr lang="en-US" sz="3150" dirty="0"/>
          </a:p>
        </p:txBody>
      </p:sp>
      <p:sp>
        <p:nvSpPr>
          <p:cNvPr id="23" name="Text 21"/>
          <p:cNvSpPr/>
          <p:nvPr/>
        </p:nvSpPr>
        <p:spPr>
          <a:xfrm>
            <a:off x="11010900" y="7791450"/>
            <a:ext cx="5905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914400" y="4495800"/>
            <a:ext cx="7810500" cy="1809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 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8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f3da4ed-26a1-429a-abeb-8747191702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C,</a:t>
            </a:r>
            <a:r>
              <a:rPr lang="en-US" sz="33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1907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compiler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95650" y="6096000"/>
            <a:ext cx="30480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machine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635439-838041503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46710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4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4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1144250" y="415290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8" name="Connector line-1792338635447-797173530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1144250" y="6419850"/>
            <a:ext cx="56197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4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34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3450" dirty="0"/>
          </a:p>
        </p:txBody>
      </p:sp>
      <p:sp>
        <p:nvSpPr>
          <p:cNvPr id="23" name="Text 21"/>
          <p:cNvSpPr/>
          <p:nvPr/>
        </p:nvSpPr>
        <p:spPr>
          <a:xfrm>
            <a:off x="11144250" y="7105650"/>
            <a:ext cx="561975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 mã</a:t>
            </a:r>
            <a:r>
              <a:rPr lang="en-US" sz="25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8cbbd386-2ec2-4df9-9d8f-c4fb10cfd31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Biên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bytecode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trung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gian.</a:t>
            </a:r>
            <a:r>
              <a:rPr lang="en-US" sz="28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390900" y="6096000"/>
            <a:ext cx="16192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200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544300" y="1238250"/>
            <a:ext cx="3429000" cy="6667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14" name="Connector line-1792338828683-522616046"/>
          <p:cNvSpPr/>
          <p:nvPr/>
        </p:nvSpPr>
        <p:spPr>
          <a:xfrm>
            <a:off x="13258800" y="1943100"/>
            <a:ext cx="0" cy="3429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525000" y="23431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867900" y="27432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11144250" y="25908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11144250" y="31813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19" name="Connector line-1792338828690-776956892"/>
          <p:cNvSpPr/>
          <p:nvPr/>
        </p:nvSpPr>
        <p:spPr>
          <a:xfrm>
            <a:off x="13258800" y="41338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620750" y="4152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5148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3DFB8"/>
          </a:solidFill>
          <a:ln/>
        </p:spPr>
      </p:sp>
      <p:sp>
        <p:nvSpPr>
          <p:cNvPr id="22" name="Text 20"/>
          <p:cNvSpPr/>
          <p:nvPr/>
        </p:nvSpPr>
        <p:spPr>
          <a:xfrm>
            <a:off x="9867900" y="49149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11144250" y="476250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3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3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(JVM)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11144250" y="5353050"/>
            <a:ext cx="5715000" cy="7620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400" dirty="0"/>
          </a:p>
        </p:txBody>
      </p:sp>
      <p:sp>
        <p:nvSpPr>
          <p:cNvPr id="25" name="Connector line-1792338828701-577865100"/>
          <p:cNvSpPr/>
          <p:nvPr/>
        </p:nvSpPr>
        <p:spPr>
          <a:xfrm>
            <a:off x="13258800" y="6305550"/>
            <a:ext cx="0" cy="323850"/>
          </a:xfrm>
          <a:prstGeom prst="line">
            <a:avLst/>
          </a:prstGeom>
          <a:noFill/>
          <a:ln w="47625">
            <a:solidFill>
              <a:srgbClr val="B45309"/>
            </a:solidFill>
            <a:prstDash val="lgDash"/>
            <a:headEnd type="none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13620750" y="63246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tùy</a:t>
            </a:r>
            <a:r>
              <a:rPr lang="en-US" sz="21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525000" y="6686550"/>
            <a:ext cx="7467600" cy="1752600"/>
          </a:xfrm>
          <a:prstGeom prst="roundRect">
            <a:avLst>
              <a:gd name="adj" fmla="val 13043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lgDash"/>
          </a:ln>
        </p:spPr>
      </p:sp>
      <p:sp>
        <p:nvSpPr>
          <p:cNvPr id="28" name="Text 26"/>
          <p:cNvSpPr/>
          <p:nvPr/>
        </p:nvSpPr>
        <p:spPr>
          <a:xfrm>
            <a:off x="9867900" y="70866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11144250" y="6877050"/>
            <a:ext cx="5619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9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JIT,</a:t>
            </a:r>
            <a:r>
              <a:rPr lang="en-US" sz="33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tùy</a:t>
            </a:r>
            <a:r>
              <a:rPr lang="en-US" sz="33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11144250" y="7467600"/>
            <a:ext cx="5715000" cy="857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40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b18af9c-3bdc-4a42-903b-a27ef21009d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 DỊCH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lúc</a:t>
            </a:r>
            <a:r>
              <a:rPr lang="en-US" sz="78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8001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5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 nguồn,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8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interpreted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5105400" y="6096000"/>
            <a:ext cx="24765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interpreter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Python: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44300" y="1333500"/>
            <a:ext cx="3429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700" dirty="0"/>
          </a:p>
        </p:txBody>
      </p:sp>
      <p:sp>
        <p:nvSpPr>
          <p:cNvPr id="13" name="Connector line-1792338861032-602690730"/>
          <p:cNvSpPr/>
          <p:nvPr/>
        </p:nvSpPr>
        <p:spPr>
          <a:xfrm>
            <a:off x="13258800" y="232410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525000" y="295275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lgDash"/>
          </a:ln>
        </p:spPr>
      </p:sp>
      <p:sp>
        <p:nvSpPr>
          <p:cNvPr id="15" name="Text 13"/>
          <p:cNvSpPr/>
          <p:nvPr/>
        </p:nvSpPr>
        <p:spPr>
          <a:xfrm>
            <a:off x="9867900" y="36195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333375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1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150" dirty="0"/>
          </a:p>
        </p:txBody>
      </p:sp>
      <p:sp>
        <p:nvSpPr>
          <p:cNvPr id="17" name="Connector line-1792338861039-796576965"/>
          <p:cNvSpPr/>
          <p:nvPr/>
        </p:nvSpPr>
        <p:spPr>
          <a:xfrm>
            <a:off x="13258800" y="5276850"/>
            <a:ext cx="0" cy="57150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3620750" y="539115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2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59055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867900" y="65722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1144250" y="6286500"/>
            <a:ext cx="5715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31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3150" dirty="0"/>
          </a:p>
        </p:txBody>
      </p:sp>
      <p:sp>
        <p:nvSpPr>
          <p:cNvPr id="22" name="Text 20"/>
          <p:cNvSpPr/>
          <p:nvPr/>
        </p:nvSpPr>
        <p:spPr>
          <a:xfrm>
            <a:off x="11144250" y="695325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cần.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1144250" y="4000500"/>
            <a:ext cx="5715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61c4660-e934-41b3-a342-790b1e6e20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RANH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Ranh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 mờ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3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3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3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524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2850" dirty="0"/>
          </a:p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8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.pyc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533650" y="6096000"/>
            <a:ext cx="14287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953250"/>
            <a:ext cx="7620000" cy="1809750"/>
          </a:xfrm>
          <a:prstGeom prst="roundRect">
            <a:avLst>
              <a:gd name="adj" fmla="val 14737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1219200" y="71818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9200" y="7581900"/>
            <a:ext cx="701040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86900" y="12573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1504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791700" y="2038350"/>
            <a:ext cx="219075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2100" dirty="0"/>
          </a:p>
        </p:txBody>
      </p:sp>
      <p:sp>
        <p:nvSpPr>
          <p:cNvPr id="15" name="Connector line-1792339156816-631174372"/>
          <p:cNvSpPr/>
          <p:nvPr/>
        </p:nvSpPr>
        <p:spPr>
          <a:xfrm>
            <a:off x="1202055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245870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endParaRPr lang="en-US" sz="2100" dirty="0"/>
          </a:p>
        </p:txBody>
      </p:sp>
      <p:sp>
        <p:nvSpPr>
          <p:cNvPr id="17" name="Connector line-1792339156818-259477658"/>
          <p:cNvSpPr/>
          <p:nvPr/>
        </p:nvSpPr>
        <p:spPr>
          <a:xfrm>
            <a:off x="14401800" y="2562225"/>
            <a:ext cx="400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Text richtext-1792339156821-42857087"/>
          <p:cNvSpPr/>
          <p:nvPr/>
        </p:nvSpPr>
        <p:spPr>
          <a:xfrm>
            <a:off x="9791700" y="33909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Bytecode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2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module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486900" y="5219700"/>
            <a:ext cx="7543800" cy="3543300"/>
          </a:xfrm>
          <a:prstGeom prst="roundRect">
            <a:avLst>
              <a:gd name="adj" fmla="val 6452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91700" y="54673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791700" y="6000750"/>
            <a:ext cx="2667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100" dirty="0"/>
          </a:p>
        </p:txBody>
      </p:sp>
      <p:sp>
        <p:nvSpPr>
          <p:cNvPr id="22" name="Connector line-1792339156846-721262079"/>
          <p:cNvSpPr/>
          <p:nvPr/>
        </p:nvSpPr>
        <p:spPr>
          <a:xfrm>
            <a:off x="1249680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2915900" y="6000750"/>
            <a:ext cx="1238250" cy="1047750"/>
          </a:xfrm>
          <a:prstGeom prst="roundRect">
            <a:avLst>
              <a:gd name="adj" fmla="val 18182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JIT</a:t>
            </a:r>
            <a:endParaRPr lang="en-US" sz="2400" dirty="0"/>
          </a:p>
        </p:txBody>
      </p:sp>
      <p:sp>
        <p:nvSpPr>
          <p:cNvPr id="24" name="Connector line-1792339156850-766281789"/>
          <p:cNvSpPr/>
          <p:nvPr/>
        </p:nvSpPr>
        <p:spPr>
          <a:xfrm>
            <a:off x="14192250" y="6524625"/>
            <a:ext cx="3810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5" name="Text richtext-1792339156852-900441139"/>
          <p:cNvSpPr/>
          <p:nvPr/>
        </p:nvSpPr>
        <p:spPr>
          <a:xfrm>
            <a:off x="9791700" y="73533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4839950" y="20383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Tệp</a:t>
            </a:r>
            <a:r>
              <a:rPr lang="en-US" sz="2100" b="1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endParaRPr lang="en-US" sz="2100" dirty="0"/>
          </a:p>
        </p:txBody>
      </p:sp>
      <p:sp>
        <p:nvSpPr>
          <p:cNvPr id="37" name="Text 35"/>
          <p:cNvSpPr/>
          <p:nvPr/>
        </p:nvSpPr>
        <p:spPr>
          <a:xfrm>
            <a:off x="14611350" y="6000750"/>
            <a:ext cx="2133600" cy="1047750"/>
          </a:xfrm>
          <a:prstGeom prst="roundRect">
            <a:avLst>
              <a:gd name="adj" fmla="val 18182"/>
            </a:avLst>
          </a:prstGeom>
          <a:solidFill>
            <a:srgbClr val="FBF8F2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2100" dirty="0"/>
          </a:p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lúc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0f85161b-71b3-4f2a-9fe6-a895b9d099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781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</a:t>
            </a:r>
            <a:r>
              <a:rPr lang="en-US" sz="33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3300" b="1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3300" b="1" dirty="0" spc="-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300" b="1" dirty="0" spc="-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nói</a:t>
            </a:r>
            <a:r>
              <a:rPr lang="en-US" sz="285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905500"/>
            <a:ext cx="7620000" cy="2857500"/>
          </a:xfrm>
          <a:prstGeom prst="roundRect">
            <a:avLst>
              <a:gd name="adj" fmla="val 9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19200" y="61722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E324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86900" y="12573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19050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9486900" y="379095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443865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9486900" y="6324600"/>
            <a:ext cx="75438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6972300"/>
            <a:ext cx="9525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5" name="Text richtext-1792339249594-134467609"/>
          <p:cNvSpPr/>
          <p:nvPr/>
        </p:nvSpPr>
        <p:spPr>
          <a:xfrm>
            <a:off x="1219200" y="6610350"/>
            <a:ext cx="7143750" cy="200025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JIT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cấp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 hơn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gom</a:t>
            </a:r>
            <a:r>
              <a:rPr lang="en-US" sz="22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</a:t>
            </a: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endParaRPr lang="en-US" sz="2250" dirty="0"/>
          </a:p>
          <a:p>
            <a:pPr algn="l" marL="285750" indent="-204151">
              <a:lnSpc>
                <a:spcPts val="3038"/>
              </a:lnSpc>
              <a:buSzPct val="100000"/>
              <a:buFont typeface="Arial"/>
              <a:buChar char="•"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gì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C#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1049000" y="379095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thuộc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11049000" y="63246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30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30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"Chậm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hơn"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11049000" y="1257300"/>
            <a:ext cx="5810250" cy="2247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chia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của</a:t>
            </a:r>
            <a:r>
              <a:rPr lang="en-US" sz="30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30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4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4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300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09323a2-0369-4440-a162-e0053292f9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19075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8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7800" dirty="0"/>
          </a:p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3771900"/>
            <a:ext cx="7620000" cy="4991100"/>
          </a:xfrm>
          <a:prstGeom prst="roundRect">
            <a:avLst>
              <a:gd name="adj" fmla="val 534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40386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19200" y="4476750"/>
            <a:ext cx="7010400" cy="4000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-2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 hơn?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​</a:t>
            </a:r>
            <a:endParaRPr lang="en-US" sz="2550" dirty="0"/>
          </a:p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443"/>
              </a:lnSpc>
              <a:buNone/>
            </a:pPr>
            <a:r>
              <a:rPr lang="en-US" sz="25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sao,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86900" y="11620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86900" y="16764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9791700" y="22955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0934700" y="16764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3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JVM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4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bytecode.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4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486900" y="398145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13" name="Text 11"/>
          <p:cNvSpPr/>
          <p:nvPr/>
        </p:nvSpPr>
        <p:spPr>
          <a:xfrm>
            <a:off x="9791700" y="460057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10934700" y="398145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mã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qua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9486900" y="6286500"/>
            <a:ext cx="7543800" cy="2095500"/>
          </a:xfrm>
          <a:prstGeom prst="roundRect">
            <a:avLst>
              <a:gd name="adj" fmla="val 10909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905625"/>
            <a:ext cx="857250" cy="8572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0934700" y="6286500"/>
            <a:ext cx="5905500" cy="20955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b="1" spc="16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PYTHON</a:t>
            </a:r>
            <a:endParaRPr lang="en-US" sz="195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nguồn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dịch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4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4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mờ.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013b05e0-d13b-4ff6-b6a7-43ca53ee0c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57250"/>
            <a:ext cx="952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600" dirty="0"/>
          </a:p>
        </p:txBody>
      </p:sp>
      <p:sp>
        <p:nvSpPr>
          <p:cNvPr id="3" name="Text 1"/>
          <p:cNvSpPr/>
          <p:nvPr/>
        </p:nvSpPr>
        <p:spPr>
          <a:xfrm>
            <a:off x="10477500" y="1104900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950" dirty="0"/>
          </a:p>
        </p:txBody>
      </p:sp>
      <p:sp>
        <p:nvSpPr>
          <p:cNvPr id="4" name="Shape 2"/>
          <p:cNvSpPr/>
          <p:nvPr/>
        </p:nvSpPr>
        <p:spPr>
          <a:xfrm>
            <a:off x="9144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8738" dirty="0"/>
          </a:p>
        </p:txBody>
      </p:sp>
      <p:sp>
        <p:nvSpPr>
          <p:cNvPr id="6" name="Text 4"/>
          <p:cNvSpPr/>
          <p:nvPr/>
        </p:nvSpPr>
        <p:spPr>
          <a:xfrm>
            <a:off x="12573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573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 lý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2573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2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cứng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9605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683895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JVM</a:t>
            </a:r>
            <a:endParaRPr lang="en-US" sz="8738" dirty="0"/>
          </a:p>
        </p:txBody>
      </p:sp>
      <p:sp>
        <p:nvSpPr>
          <p:cNvPr id="11" name="Text 9"/>
          <p:cNvSpPr/>
          <p:nvPr/>
        </p:nvSpPr>
        <p:spPr>
          <a:xfrm>
            <a:off x="683895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83895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3000" b="1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12077700" y="2133600"/>
            <a:ext cx="5295900" cy="3619500"/>
          </a:xfrm>
          <a:prstGeom prst="roundRect">
            <a:avLst>
              <a:gd name="adj" fmla="val 736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2420600" y="2324100"/>
            <a:ext cx="4572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738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JIT</a:t>
            </a:r>
            <a:endParaRPr lang="en-US" sz="8738" dirty="0"/>
          </a:p>
        </p:txBody>
      </p:sp>
      <p:sp>
        <p:nvSpPr>
          <p:cNvPr id="15" name="Text 13"/>
          <p:cNvSpPr/>
          <p:nvPr/>
        </p:nvSpPr>
        <p:spPr>
          <a:xfrm>
            <a:off x="12420600" y="3790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Just-In-Time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420600" y="4248150"/>
            <a:ext cx="476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Biên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60960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1811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811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 dụ.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649605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676275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676275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(tệp</a:t>
            </a:r>
            <a:r>
              <a:rPr lang="en-US" sz="210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.pyc),</a:t>
            </a:r>
            <a:r>
              <a:rPr lang="en-US" sz="21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interpreted,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virtual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machine.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077700" y="6534150"/>
            <a:ext cx="5295900" cy="1619250"/>
          </a:xfrm>
          <a:prstGeom prst="roundRect">
            <a:avLst>
              <a:gd name="adj" fmla="val 14118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344400" y="67437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OpenJDK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344400" y="7219950"/>
            <a:ext cx="4762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Compile,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JIT;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lệnh</a:t>
            </a:r>
            <a:r>
              <a:rPr lang="en-US" sz="21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8420100"/>
            <a:ext cx="164592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8201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 nghĩa CPU,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JVM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5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AOT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683895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bytecode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250" dirty="0"/>
          </a:p>
        </p:txBody>
      </p:sp>
      <p:sp>
        <p:nvSpPr>
          <p:cNvPr id="40" name="Text 38"/>
          <p:cNvSpPr/>
          <p:nvPr/>
        </p:nvSpPr>
        <p:spPr>
          <a:xfrm>
            <a:off x="12420600" y="4895850"/>
            <a:ext cx="466725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22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5eaca122-3d90-4e89-85bb-1563d4dc7e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2026-10-19T14:05:56Z</dcterms:created>
  <dcterms:modified xsi:type="dcterms:W3CDTF">2026-10-19T14:05:56Z</dcterms:modified>
</cp:coreProperties>
</file>