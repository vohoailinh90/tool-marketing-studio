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2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2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2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2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25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 tài</a:t>
            </a: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buộc,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33625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dòng:</a:t>
            </a:r>
            <a:r>
              <a:rPr lang="en-US" sz="25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</a:t>
            </a: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 sau.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5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55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55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5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95300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2026-10-19T14:15:29Z</dcterms:created>
  <dcterms:modified xsi:type="dcterms:W3CDTF">2026-10-19T14:15:29Z</dcterms:modified>
</cp:coreProperties>
</file>