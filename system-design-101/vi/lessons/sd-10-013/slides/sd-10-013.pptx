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8"/>
      <p:bold r:id="rId15"/>
    </p:embeddedFont>
    <p:embeddedFont>
      <p:font typeface="Bricolage Grotesque ExtraBold"/>
      <p:regular r:id="rId16"/>
    </p:embeddedFont>
    <p:embeddedFont>
      <p:font typeface="Be Vietnam Pro Semi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0477500" cy="3810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cuốn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cho</a:t>
            </a:r>
            <a:r>
              <a:rPr lang="en-US" sz="81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triển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phần</a:t>
            </a: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mềm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619750"/>
            <a:ext cx="1028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2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Mười</a:t>
            </a:r>
            <a:r>
              <a:rPr lang="en-US" sz="3000" dirty="0" spc="-1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cuốn</a:t>
            </a:r>
            <a:r>
              <a:rPr lang="en-US" sz="3000" dirty="0" spc="1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nào,</a:t>
            </a:r>
            <a:r>
              <a:rPr lang="en-US" sz="3000" dirty="0" spc="-21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2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r>
              <a:rPr lang="en-US" sz="3000" dirty="0" spc="0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3000" dirty="0" spc="-12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mấy</a:t>
            </a:r>
            <a:r>
              <a:rPr lang="en-US" sz="3000" dirty="0" spc="-3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6762750"/>
            <a:ext cx="2333625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6915150"/>
            <a:ext cx="23336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41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</a:t>
            </a:r>
            <a:endParaRPr lang="en-US" sz="6241" dirty="0"/>
          </a:p>
        </p:txBody>
      </p:sp>
      <p:sp>
        <p:nvSpPr>
          <p:cNvPr id="7" name="Text 5"/>
          <p:cNvSpPr/>
          <p:nvPr/>
        </p:nvSpPr>
        <p:spPr>
          <a:xfrm>
            <a:off x="914400" y="7905750"/>
            <a:ext cx="23336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cuốn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38525" y="6762750"/>
            <a:ext cx="2333625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3438525" y="6915150"/>
            <a:ext cx="23336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41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6241" dirty="0"/>
          </a:p>
        </p:txBody>
      </p:sp>
      <p:sp>
        <p:nvSpPr>
          <p:cNvPr id="10" name="Text 8"/>
          <p:cNvSpPr/>
          <p:nvPr/>
        </p:nvSpPr>
        <p:spPr>
          <a:xfrm>
            <a:off x="3438525" y="7905750"/>
            <a:ext cx="23336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62650" y="6762750"/>
            <a:ext cx="2333625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5962650" y="6915150"/>
            <a:ext cx="23336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41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241" dirty="0"/>
          </a:p>
        </p:txBody>
      </p:sp>
      <p:sp>
        <p:nvSpPr>
          <p:cNvPr id="13" name="Text 11"/>
          <p:cNvSpPr/>
          <p:nvPr/>
        </p:nvSpPr>
        <p:spPr>
          <a:xfrm>
            <a:off x="5962650" y="7905750"/>
            <a:ext cx="23336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cuốn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486775" y="6762750"/>
            <a:ext cx="2333625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8486775" y="6915150"/>
            <a:ext cx="23336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41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6241" dirty="0"/>
          </a:p>
        </p:txBody>
      </p:sp>
      <p:sp>
        <p:nvSpPr>
          <p:cNvPr id="16" name="Text 14"/>
          <p:cNvSpPr/>
          <p:nvPr/>
        </p:nvSpPr>
        <p:spPr>
          <a:xfrm>
            <a:off x="8486775" y="7905750"/>
            <a:ext cx="23336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tự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715750" y="1333500"/>
            <a:ext cx="565785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1715750" y="1333500"/>
            <a:ext cx="152400" cy="1238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9" name="Text 17"/>
          <p:cNvSpPr/>
          <p:nvPr/>
        </p:nvSpPr>
        <p:spPr>
          <a:xfrm>
            <a:off x="12153900" y="15811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Lời</a:t>
            </a:r>
            <a:r>
              <a:rPr lang="en-US" sz="22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khuyên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153900" y="2057400"/>
            <a:ext cx="4953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15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spc="15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spc="14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2</a:t>
            </a:r>
            <a:r>
              <a:rPr lang="en-US" sz="1800" spc="15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715750" y="2743200"/>
            <a:ext cx="565785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1715750" y="2743200"/>
            <a:ext cx="152400" cy="1238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3" name="Text 21"/>
          <p:cNvSpPr/>
          <p:nvPr/>
        </p:nvSpPr>
        <p:spPr>
          <a:xfrm>
            <a:off x="12153900" y="29908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2153900" y="3467100"/>
            <a:ext cx="4953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15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spc="14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 2</a:t>
            </a:r>
            <a:r>
              <a:rPr lang="en-US" sz="1800" spc="15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715750" y="4152900"/>
            <a:ext cx="565785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26" name="Shape 24"/>
          <p:cNvSpPr/>
          <p:nvPr/>
        </p:nvSpPr>
        <p:spPr>
          <a:xfrm>
            <a:off x="11715750" y="4152900"/>
            <a:ext cx="152400" cy="1238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7" name="Text 25"/>
          <p:cNvSpPr/>
          <p:nvPr/>
        </p:nvSpPr>
        <p:spPr>
          <a:xfrm>
            <a:off x="12153900" y="44005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2153900" y="4876800"/>
            <a:ext cx="4953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15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3</a:t>
            </a:r>
            <a:r>
              <a:rPr lang="en-US" sz="1800" spc="14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2</a:t>
            </a:r>
            <a:r>
              <a:rPr lang="en-US" sz="1800" spc="15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1715750" y="5562600"/>
            <a:ext cx="565785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715750" y="5562600"/>
            <a:ext cx="152400" cy="1238250"/>
          </a:xfrm>
          <a:prstGeom prst="roundRect">
            <a:avLst>
              <a:gd name="adj" fmla="val 50000"/>
            </a:avLst>
          </a:prstGeom>
          <a:solidFill>
            <a:srgbClr val="B79CFF"/>
          </a:solidFill>
          <a:ln/>
        </p:spPr>
      </p:sp>
      <p:sp>
        <p:nvSpPr>
          <p:cNvPr id="31" name="Text 29"/>
          <p:cNvSpPr/>
          <p:nvPr/>
        </p:nvSpPr>
        <p:spPr>
          <a:xfrm>
            <a:off x="12153900" y="5810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25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12153900" y="6286500"/>
            <a:ext cx="4953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151" kern="0" dirty="0">
                <a:solidFill>
                  <a:srgbClr val="B79C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spc="152" kern="0" dirty="0">
                <a:solidFill>
                  <a:srgbClr val="B79C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800" spc="149" kern="0" dirty="0">
                <a:solidFill>
                  <a:srgbClr val="B79C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2</a:t>
            </a:r>
            <a:r>
              <a:rPr lang="en-US" sz="1800" spc="151" kern="0" dirty="0">
                <a:solidFill>
                  <a:srgbClr val="B79C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715750" y="6972300"/>
            <a:ext cx="565785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34" name="Shape 32"/>
          <p:cNvSpPr/>
          <p:nvPr/>
        </p:nvSpPr>
        <p:spPr>
          <a:xfrm>
            <a:off x="11715750" y="6972300"/>
            <a:ext cx="152400" cy="1238250"/>
          </a:xfrm>
          <a:prstGeom prst="roundRect">
            <a:avLst>
              <a:gd name="adj" fmla="val 50000"/>
            </a:avLst>
          </a:prstGeom>
          <a:solidFill>
            <a:srgbClr val="FF8AC0"/>
          </a:solidFill>
          <a:ln/>
        </p:spPr>
      </p:sp>
      <p:sp>
        <p:nvSpPr>
          <p:cNvPr id="35" name="Text 33"/>
          <p:cNvSpPr/>
          <p:nvPr/>
        </p:nvSpPr>
        <p:spPr>
          <a:xfrm>
            <a:off x="12153900" y="72199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 toán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2153900" y="7696200"/>
            <a:ext cx="4953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151" kern="0" dirty="0">
                <a:solidFill>
                  <a:srgbClr val="FF8AC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5</a:t>
            </a:r>
            <a:r>
              <a:rPr lang="en-US" sz="1800" spc="149" kern="0" dirty="0">
                <a:solidFill>
                  <a:srgbClr val="FF8AC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2</a:t>
            </a:r>
            <a:r>
              <a:rPr lang="en-US" sz="1800" spc="151" kern="0" dirty="0">
                <a:solidFill>
                  <a:srgbClr val="FF8AC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14400" y="95250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950a8e9f-27e6-4e9e-ab9a-81f302a8ac3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3810000"/>
            <a:ext cx="7810500" cy="17145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sách,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nhóm; mỗi cuốn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bàn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việc.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914400" y="5905500"/>
            <a:ext cx="7620000" cy="2857500"/>
          </a:xfrm>
          <a:prstGeom prst="roundRect">
            <a:avLst>
              <a:gd name="adj" fmla="val 9333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619125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6" name="Text richtext-1792338700383-659629519"/>
          <p:cNvSpPr/>
          <p:nvPr/>
        </p:nvSpPr>
        <p:spPr>
          <a:xfrm>
            <a:off x="1295400" y="6667500"/>
            <a:ext cx="6953250" cy="1905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Nắm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bàn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hạn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0700" y="1181100"/>
            <a:ext cx="7696200" cy="1333500"/>
          </a:xfrm>
          <a:prstGeom prst="roundRect">
            <a:avLst>
              <a:gd name="adj" fmla="val 14286"/>
            </a:avLst>
          </a:prstGeom>
          <a:solidFill>
            <a:srgbClr val="DDE3FA"/>
          </a:solidFill>
          <a:ln/>
        </p:spPr>
      </p:sp>
      <p:sp>
        <p:nvSpPr>
          <p:cNvPr id="9" name="Shape 7"/>
          <p:cNvSpPr/>
          <p:nvPr/>
        </p:nvSpPr>
        <p:spPr>
          <a:xfrm>
            <a:off x="9410700" y="1181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9810750" y="1295400"/>
            <a:ext cx="704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1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1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800" b="1" spc="15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KHUYÊN</a:t>
            </a:r>
            <a:r>
              <a:rPr lang="en-US" sz="1800" b="1" spc="15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10750" y="16954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The</a:t>
            </a:r>
            <a:r>
              <a:rPr lang="en-US" sz="22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Pragmatic</a:t>
            </a:r>
            <a:r>
              <a:rPr lang="en-US" sz="22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Programmer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810750" y="20764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Code</a:t>
            </a:r>
            <a:r>
              <a:rPr lang="en-US" sz="22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Complete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410700" y="2686050"/>
            <a:ext cx="7696200" cy="1333500"/>
          </a:xfrm>
          <a:prstGeom prst="roundRect">
            <a:avLst>
              <a:gd name="adj" fmla="val 14286"/>
            </a:avLst>
          </a:prstGeom>
          <a:solidFill>
            <a:srgbClr val="F3DFB8"/>
          </a:solidFill>
          <a:ln/>
        </p:spPr>
      </p:sp>
      <p:sp>
        <p:nvSpPr>
          <p:cNvPr id="14" name="Shape 12"/>
          <p:cNvSpPr/>
          <p:nvPr/>
        </p:nvSpPr>
        <p:spPr>
          <a:xfrm>
            <a:off x="9410700" y="26860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9810750" y="2800350"/>
            <a:ext cx="704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15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VIẾT</a:t>
            </a:r>
            <a:r>
              <a:rPr lang="en-US" sz="1800" b="1" spc="14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810750" y="32004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Clean Code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810750" y="35814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Refactoring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410700" y="4191000"/>
            <a:ext cx="7696200" cy="1333500"/>
          </a:xfrm>
          <a:prstGeom prst="roundRect">
            <a:avLst>
              <a:gd name="adj" fmla="val 14286"/>
            </a:avLst>
          </a:prstGeom>
          <a:solidFill>
            <a:srgbClr val="CFE8E2"/>
          </a:solidFill>
          <a:ln/>
        </p:spPr>
      </p:sp>
      <p:sp>
        <p:nvSpPr>
          <p:cNvPr id="19" name="Shape 17"/>
          <p:cNvSpPr/>
          <p:nvPr/>
        </p:nvSpPr>
        <p:spPr>
          <a:xfrm>
            <a:off x="9410700" y="41910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9810750" y="4305300"/>
            <a:ext cx="704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1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KIẾN</a:t>
            </a:r>
            <a:r>
              <a:rPr lang="en-US" sz="1800" b="1" spc="14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180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800" b="1" spc="1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810750" y="4705350"/>
            <a:ext cx="714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Designing</a:t>
            </a: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Data-Intensive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Applications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810750" y="50863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22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Interview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410700" y="5695950"/>
            <a:ext cx="7696200" cy="1333500"/>
          </a:xfrm>
          <a:prstGeom prst="roundRect">
            <a:avLst>
              <a:gd name="adj" fmla="val 14286"/>
            </a:avLst>
          </a:prstGeom>
          <a:solidFill>
            <a:srgbClr val="E5DBF7"/>
          </a:solidFill>
          <a:ln/>
        </p:spPr>
      </p:sp>
      <p:sp>
        <p:nvSpPr>
          <p:cNvPr id="24" name="Shape 22"/>
          <p:cNvSpPr/>
          <p:nvPr/>
        </p:nvSpPr>
        <p:spPr>
          <a:xfrm>
            <a:off x="94107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6D3FC4"/>
          </a:solidFill>
          <a:ln/>
        </p:spPr>
      </p:sp>
      <p:sp>
        <p:nvSpPr>
          <p:cNvPr id="25" name="Text 23"/>
          <p:cNvSpPr/>
          <p:nvPr/>
        </p:nvSpPr>
        <p:spPr>
          <a:xfrm>
            <a:off x="9810750" y="5810250"/>
            <a:ext cx="704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6" kern="0" dirty="0">
                <a:solidFill>
                  <a:srgbClr val="6D3F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150" kern="0" dirty="0">
                <a:solidFill>
                  <a:srgbClr val="6D3F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MẪU THIẾT</a:t>
            </a:r>
            <a:r>
              <a:rPr lang="en-US" sz="1800" b="1" spc="151" kern="0" dirty="0">
                <a:solidFill>
                  <a:srgbClr val="6D3F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810750" y="62103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Design</a:t>
            </a:r>
            <a:r>
              <a:rPr lang="en-US" sz="22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Patterns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810750" y="65913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Domain-Driven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410700" y="7200900"/>
            <a:ext cx="7696200" cy="1333500"/>
          </a:xfrm>
          <a:prstGeom prst="roundRect">
            <a:avLst>
              <a:gd name="adj" fmla="val 14286"/>
            </a:avLst>
          </a:prstGeom>
          <a:solidFill>
            <a:srgbClr val="F2D5E5"/>
          </a:solidFill>
          <a:ln/>
        </p:spPr>
      </p:sp>
      <p:sp>
        <p:nvSpPr>
          <p:cNvPr id="29" name="Shape 27"/>
          <p:cNvSpPr/>
          <p:nvPr/>
        </p:nvSpPr>
        <p:spPr>
          <a:xfrm>
            <a:off x="9410700" y="72009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A21E6B"/>
          </a:solidFill>
          <a:ln/>
        </p:spPr>
      </p:sp>
      <p:sp>
        <p:nvSpPr>
          <p:cNvPr id="30" name="Text 28"/>
          <p:cNvSpPr/>
          <p:nvPr/>
        </p:nvSpPr>
        <p:spPr>
          <a:xfrm>
            <a:off x="9810750" y="7315200"/>
            <a:ext cx="7143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3" kern="0" dirty="0">
                <a:solidFill>
                  <a:srgbClr val="A21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1800" b="1" spc="150" kern="0" dirty="0">
                <a:solidFill>
                  <a:srgbClr val="A21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133" kern="0" dirty="0">
                <a:solidFill>
                  <a:srgbClr val="A21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800" b="1" spc="142" kern="0" dirty="0">
                <a:solidFill>
                  <a:srgbClr val="A21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1800" b="1" spc="153" kern="0" dirty="0">
                <a:solidFill>
                  <a:srgbClr val="A21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149" kern="0" dirty="0">
                <a:solidFill>
                  <a:srgbClr val="A21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spc="105" kern="0" dirty="0">
                <a:solidFill>
                  <a:srgbClr val="A21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112" kern="0" dirty="0">
                <a:solidFill>
                  <a:srgbClr val="A21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b="1" spc="119" kern="0" dirty="0">
                <a:solidFill>
                  <a:srgbClr val="A21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810750" y="77152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Introduction</a:t>
            </a: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Algorithms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9810750" y="80962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Cracking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Coding</a:t>
            </a:r>
            <a:r>
              <a:rPr lang="en-US" sz="22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Interview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914400" y="1333500"/>
            <a:ext cx="8001000" cy="228600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10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cuốn,</a:t>
            </a:r>
            <a:endParaRPr lang="en-US" sz="7200" dirty="0"/>
          </a:p>
          <a:p>
            <a:pPr algn="l" indent="0" marL="0">
              <a:lnSpc>
                <a:spcPts val="7776"/>
              </a:lnSpc>
              <a:buNone/>
            </a:pP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endParaRPr lang="en-US" sz="720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36deb567-57f5-4d1d-8f76-362119c0df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17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9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28600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Lời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khuyên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6900" dirty="0"/>
          </a:p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1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7810500" cy="13335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5143500"/>
            <a:ext cx="3810000" cy="6858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Lời</a:t>
            </a:r>
            <a:r>
              <a:rPr lang="en-US" sz="22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khuyên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914900" y="5143500"/>
            <a:ext cx="228600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6477000"/>
            <a:ext cx="7620000" cy="20002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7437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7200900"/>
            <a:ext cx="68580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1219200"/>
            <a:ext cx="5334000" cy="533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4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151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14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2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950" b="1" spc="153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KHUYÊN</a:t>
            </a:r>
            <a:r>
              <a:rPr lang="en-US" sz="1950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486900" y="1943100"/>
            <a:ext cx="7543800" cy="1295400"/>
          </a:xfrm>
          <a:prstGeom prst="roundRect">
            <a:avLst>
              <a:gd name="adj" fmla="val 14706"/>
            </a:avLst>
          </a:prstGeom>
          <a:solidFill>
            <a:srgbClr val="DDE3FA"/>
          </a:solidFill>
          <a:ln/>
        </p:spPr>
      </p:sp>
      <p:sp>
        <p:nvSpPr>
          <p:cNvPr id="13" name="Shape 11"/>
          <p:cNvSpPr/>
          <p:nvPr/>
        </p:nvSpPr>
        <p:spPr>
          <a:xfrm>
            <a:off x="9486900" y="1943100"/>
            <a:ext cx="133350" cy="1295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0" y="2114550"/>
            <a:ext cx="6953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Pragmatic</a:t>
            </a:r>
            <a:r>
              <a:rPr lang="en-US" sz="28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Programmer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906000" y="2686050"/>
            <a:ext cx="6953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9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Hunt</a:t>
            </a:r>
            <a:r>
              <a:rPr lang="en-US" sz="2100" dirty="0" spc="-18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0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Thomas</a:t>
            </a:r>
            <a:r>
              <a:rPr lang="en-US" sz="2100" dirty="0" spc="-4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2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thói quen làm</a:t>
            </a:r>
            <a:r>
              <a:rPr lang="en-US" sz="2100" dirty="0" spc="0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nghề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486900" y="3390900"/>
            <a:ext cx="7543800" cy="1295400"/>
          </a:xfrm>
          <a:prstGeom prst="roundRect">
            <a:avLst>
              <a:gd name="adj" fmla="val 14706"/>
            </a:avLst>
          </a:prstGeom>
          <a:solidFill>
            <a:srgbClr val="DDE3FA"/>
          </a:solidFill>
          <a:ln/>
        </p:spPr>
      </p:sp>
      <p:sp>
        <p:nvSpPr>
          <p:cNvPr id="17" name="Shape 15"/>
          <p:cNvSpPr/>
          <p:nvPr/>
        </p:nvSpPr>
        <p:spPr>
          <a:xfrm>
            <a:off x="9486900" y="3390900"/>
            <a:ext cx="133350" cy="1295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0" y="3562350"/>
            <a:ext cx="6953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Code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Complete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9906000" y="4133850"/>
            <a:ext cx="6953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McConnell</a:t>
            </a:r>
            <a:r>
              <a:rPr lang="en-US" sz="2100" dirty="0" spc="-2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9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100" dirty="0" spc="-20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100" dirty="0" spc="-27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r>
              <a:rPr lang="en-US" sz="2100" dirty="0" spc="17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100" dirty="0" spc="-3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0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486900" y="5029200"/>
            <a:ext cx="4000500" cy="533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4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14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148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486900" y="5753100"/>
            <a:ext cx="7543800" cy="1295400"/>
          </a:xfrm>
          <a:prstGeom prst="roundRect">
            <a:avLst>
              <a:gd name="adj" fmla="val 14706"/>
            </a:avLst>
          </a:prstGeom>
          <a:solidFill>
            <a:srgbClr val="F3DFB8"/>
          </a:solidFill>
          <a:ln/>
        </p:spPr>
      </p:sp>
      <p:sp>
        <p:nvSpPr>
          <p:cNvPr id="22" name="Shape 20"/>
          <p:cNvSpPr/>
          <p:nvPr/>
        </p:nvSpPr>
        <p:spPr>
          <a:xfrm>
            <a:off x="9486900" y="5753100"/>
            <a:ext cx="133350" cy="1295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9906000" y="5924550"/>
            <a:ext cx="6953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Clean Code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9906000" y="6496050"/>
            <a:ext cx="6953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Martin</a:t>
            </a:r>
            <a:r>
              <a:rPr lang="en-US" sz="2100" dirty="0" spc="-3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mã</a:t>
            </a:r>
            <a:r>
              <a:rPr lang="en-US" sz="2100" dirty="0" spc="-2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100" dirty="0" spc="5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2100" dirty="0" spc="-3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100" dirty="0" spc="9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486900" y="7200900"/>
            <a:ext cx="7543800" cy="1295400"/>
          </a:xfrm>
          <a:prstGeom prst="roundRect">
            <a:avLst>
              <a:gd name="adj" fmla="val 14706"/>
            </a:avLst>
          </a:prstGeom>
          <a:solidFill>
            <a:srgbClr val="F3DFB8"/>
          </a:solidFill>
          <a:ln/>
        </p:spPr>
      </p:sp>
      <p:sp>
        <p:nvSpPr>
          <p:cNvPr id="26" name="Shape 24"/>
          <p:cNvSpPr/>
          <p:nvPr/>
        </p:nvSpPr>
        <p:spPr>
          <a:xfrm>
            <a:off x="9486900" y="7200900"/>
            <a:ext cx="133350" cy="1295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9906000" y="7372350"/>
            <a:ext cx="6953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Refactoring</a:t>
            </a:r>
            <a:endParaRPr lang="en-US" sz="2850" dirty="0"/>
          </a:p>
        </p:txBody>
      </p:sp>
      <p:sp>
        <p:nvSpPr>
          <p:cNvPr id="28" name="Text 26"/>
          <p:cNvSpPr/>
          <p:nvPr/>
        </p:nvSpPr>
        <p:spPr>
          <a:xfrm>
            <a:off x="9906000" y="7943850"/>
            <a:ext cx="6953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5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Fowler</a:t>
            </a:r>
            <a:r>
              <a:rPr lang="en-US" sz="2100" dirty="0" spc="-4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8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100" dirty="0" spc="-2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100" dirty="0" spc="-1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vi không</a:t>
            </a:r>
            <a:r>
              <a:rPr lang="en-US" sz="2100" dirty="0" spc="10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3b6c2de2-e9ad-47e2-96ce-8364908a5f4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17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2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191500" cy="2286000"/>
          </a:xfrm>
          <a:prstGeom prst="rect">
            <a:avLst/>
          </a:prstGeom>
          <a:noFill/>
          <a:ln/>
        </p:spPr>
        <p:txBody>
          <a:bodyPr wrap="square" lIns="0" tIns="50292" rIns="0" bIns="-50292" rtlCol="0" anchor="t"/>
          <a:lstStyle/>
          <a:p>
            <a:pPr algn="l" indent="0" marL="0">
              <a:lnSpc>
                <a:spcPts val="7128"/>
              </a:lnSpc>
              <a:buNone/>
            </a:pP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Kiến</a:t>
            </a:r>
            <a:r>
              <a:rPr lang="en-US" sz="66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6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mềm</a:t>
            </a:r>
            <a:endParaRPr lang="en-US" sz="6600" dirty="0"/>
          </a:p>
          <a:p>
            <a:pPr algn="l" indent="0" marL="0">
              <a:lnSpc>
                <a:spcPts val="7128"/>
              </a:lnSpc>
              <a:buNone/>
            </a:pPr>
            <a:r>
              <a:rPr lang="en-US" sz="6600" dirty="0" spc="-10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6600" dirty="0" spc="-5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7810500" cy="13335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danh</a:t>
            </a:r>
            <a:r>
              <a:rPr lang="en-US" sz="28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sách,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5143500"/>
            <a:ext cx="4000500" cy="6858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105400" y="5143500"/>
            <a:ext cx="3048000" cy="685800"/>
          </a:xfrm>
          <a:prstGeom prst="roundRect">
            <a:avLst>
              <a:gd name="adj" fmla="val 50000"/>
            </a:avLst>
          </a:prstGeom>
          <a:solidFill>
            <a:srgbClr val="B79C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25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6477000"/>
            <a:ext cx="7620000" cy="20002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67437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1100" y="72009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 nhóm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B2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1219200"/>
            <a:ext cx="6096000" cy="533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15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14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4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1950" b="1" spc="14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1950" b="1" spc="15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b="1" spc="14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486900" y="1943100"/>
            <a:ext cx="7543800" cy="1295400"/>
          </a:xfrm>
          <a:prstGeom prst="roundRect">
            <a:avLst>
              <a:gd name="adj" fmla="val 14706"/>
            </a:avLst>
          </a:prstGeom>
          <a:solidFill>
            <a:srgbClr val="2A2E3B"/>
          </a:solidFill>
          <a:ln/>
        </p:spPr>
      </p:sp>
      <p:sp>
        <p:nvSpPr>
          <p:cNvPr id="13" name="Shape 11"/>
          <p:cNvSpPr/>
          <p:nvPr/>
        </p:nvSpPr>
        <p:spPr>
          <a:xfrm>
            <a:off x="9486900" y="1943100"/>
            <a:ext cx="133350" cy="1295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0" y="2114550"/>
            <a:ext cx="704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Designing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Data-Intensive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Applications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906000" y="268605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Kleppmann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r>
              <a:rPr lang="en-US" sz="21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dữ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486900" y="3390900"/>
            <a:ext cx="7543800" cy="1295400"/>
          </a:xfrm>
          <a:prstGeom prst="roundRect">
            <a:avLst>
              <a:gd name="adj" fmla="val 14706"/>
            </a:avLst>
          </a:prstGeom>
          <a:solidFill>
            <a:srgbClr val="2A2E3B"/>
          </a:solidFill>
          <a:ln/>
        </p:spPr>
      </p:sp>
      <p:sp>
        <p:nvSpPr>
          <p:cNvPr id="17" name="Shape 15"/>
          <p:cNvSpPr/>
          <p:nvPr/>
        </p:nvSpPr>
        <p:spPr>
          <a:xfrm>
            <a:off x="9486900" y="3390900"/>
            <a:ext cx="133350" cy="1295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0" y="3562350"/>
            <a:ext cx="704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Interview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906000" y="413385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Alex</a:t>
            </a:r>
            <a:r>
              <a:rPr lang="en-US" sz="2100" dirty="0" spc="-2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486900" y="5029200"/>
            <a:ext cx="4572000" cy="533400"/>
          </a:xfrm>
          <a:prstGeom prst="roundRect">
            <a:avLst>
              <a:gd name="adj" fmla="val 50000"/>
            </a:avLst>
          </a:prstGeom>
          <a:solidFill>
            <a:srgbClr val="B79C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15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14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1950" b="1" spc="15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950" b="1" spc="14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486900" y="5753100"/>
            <a:ext cx="7543800" cy="1295400"/>
          </a:xfrm>
          <a:prstGeom prst="roundRect">
            <a:avLst>
              <a:gd name="adj" fmla="val 14706"/>
            </a:avLst>
          </a:prstGeom>
          <a:solidFill>
            <a:srgbClr val="2A2E3B"/>
          </a:solidFill>
          <a:ln/>
        </p:spPr>
      </p:sp>
      <p:sp>
        <p:nvSpPr>
          <p:cNvPr id="22" name="Shape 20"/>
          <p:cNvSpPr/>
          <p:nvPr/>
        </p:nvSpPr>
        <p:spPr>
          <a:xfrm>
            <a:off x="9486900" y="5753100"/>
            <a:ext cx="133350" cy="1295400"/>
          </a:xfrm>
          <a:prstGeom prst="roundRect">
            <a:avLst>
              <a:gd name="adj" fmla="val 50000"/>
            </a:avLst>
          </a:prstGeom>
          <a:solidFill>
            <a:srgbClr val="B79CFF"/>
          </a:solidFill>
          <a:ln/>
        </p:spPr>
      </p:sp>
      <p:sp>
        <p:nvSpPr>
          <p:cNvPr id="23" name="Text 21"/>
          <p:cNvSpPr/>
          <p:nvPr/>
        </p:nvSpPr>
        <p:spPr>
          <a:xfrm>
            <a:off x="9906000" y="5924550"/>
            <a:ext cx="704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Design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Patterns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9906000" y="649605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Gamma</a:t>
            </a:r>
            <a:r>
              <a:rPr lang="en-US" sz="21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100" dirty="0" spc="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100" dirty="0" spc="-3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486900" y="7200900"/>
            <a:ext cx="7543800" cy="1295400"/>
          </a:xfrm>
          <a:prstGeom prst="roundRect">
            <a:avLst>
              <a:gd name="adj" fmla="val 14706"/>
            </a:avLst>
          </a:prstGeom>
          <a:solidFill>
            <a:srgbClr val="2A2E3B"/>
          </a:solidFill>
          <a:ln/>
        </p:spPr>
      </p:sp>
      <p:sp>
        <p:nvSpPr>
          <p:cNvPr id="26" name="Shape 24"/>
          <p:cNvSpPr/>
          <p:nvPr/>
        </p:nvSpPr>
        <p:spPr>
          <a:xfrm>
            <a:off x="9486900" y="7200900"/>
            <a:ext cx="133350" cy="1295400"/>
          </a:xfrm>
          <a:prstGeom prst="roundRect">
            <a:avLst>
              <a:gd name="adj" fmla="val 50000"/>
            </a:avLst>
          </a:prstGeom>
          <a:solidFill>
            <a:srgbClr val="B79CFF"/>
          </a:solidFill>
          <a:ln/>
        </p:spPr>
      </p:sp>
      <p:sp>
        <p:nvSpPr>
          <p:cNvPr id="27" name="Text 25"/>
          <p:cNvSpPr/>
          <p:nvPr/>
        </p:nvSpPr>
        <p:spPr>
          <a:xfrm>
            <a:off x="9906000" y="7372350"/>
            <a:ext cx="704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Domain-Driven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9906000" y="794385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Evans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mô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 vụ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04/08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554b32b3-e1cf-49cd-ad15-ce6cd8578e7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A21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7" kern="0" dirty="0">
                <a:solidFill>
                  <a:srgbClr val="A21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22" kern="0" dirty="0">
                <a:solidFill>
                  <a:srgbClr val="A21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A21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b="1" spc="224" kern="0" dirty="0">
                <a:solidFill>
                  <a:srgbClr val="A21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333500"/>
            <a:ext cx="8001000" cy="228600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Cấu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6900" dirty="0"/>
          </a:p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1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3524250"/>
            <a:ext cx="7810500" cy="9525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sách,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5334000" cy="685800"/>
          </a:xfrm>
          <a:prstGeom prst="roundRect">
            <a:avLst>
              <a:gd name="adj" fmla="val 50000"/>
            </a:avLst>
          </a:prstGeom>
          <a:solidFill>
            <a:srgbClr val="A21E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57225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704850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việc: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0700" y="1181100"/>
            <a:ext cx="7239000" cy="533400"/>
          </a:xfrm>
          <a:prstGeom prst="roundRect">
            <a:avLst>
              <a:gd name="adj" fmla="val 50000"/>
            </a:avLst>
          </a:prstGeom>
          <a:solidFill>
            <a:srgbClr val="A21E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8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8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18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b="1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10700" y="1943100"/>
            <a:ext cx="7696200" cy="1238250"/>
          </a:xfrm>
          <a:prstGeom prst="roundRect">
            <a:avLst>
              <a:gd name="adj" fmla="val 15385"/>
            </a:avLst>
          </a:prstGeom>
          <a:solidFill>
            <a:srgbClr val="F2D5E5"/>
          </a:solidFill>
          <a:ln/>
        </p:spPr>
      </p:sp>
      <p:sp>
        <p:nvSpPr>
          <p:cNvPr id="13" name="Shape 11"/>
          <p:cNvSpPr/>
          <p:nvPr/>
        </p:nvSpPr>
        <p:spPr>
          <a:xfrm>
            <a:off x="9410700" y="1943100"/>
            <a:ext cx="133350" cy="1238250"/>
          </a:xfrm>
          <a:prstGeom prst="roundRect">
            <a:avLst>
              <a:gd name="adj" fmla="val 50000"/>
            </a:avLst>
          </a:prstGeom>
          <a:solidFill>
            <a:srgbClr val="A21E6B"/>
          </a:solidFill>
          <a:ln/>
        </p:spPr>
      </p:sp>
      <p:sp>
        <p:nvSpPr>
          <p:cNvPr id="14" name="Text 12"/>
          <p:cNvSpPr/>
          <p:nvPr/>
        </p:nvSpPr>
        <p:spPr>
          <a:xfrm>
            <a:off x="9810750" y="20955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Introduction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Algorithms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810750" y="25908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Cormen,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Leiserson,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Rivest</a:t>
            </a:r>
            <a:r>
              <a:rPr lang="en-US" sz="21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Stein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410700" y="3371850"/>
            <a:ext cx="7696200" cy="1238250"/>
          </a:xfrm>
          <a:prstGeom prst="roundRect">
            <a:avLst>
              <a:gd name="adj" fmla="val 15385"/>
            </a:avLst>
          </a:prstGeom>
          <a:solidFill>
            <a:srgbClr val="F2D5E5"/>
          </a:solidFill>
          <a:ln/>
        </p:spPr>
      </p:sp>
      <p:sp>
        <p:nvSpPr>
          <p:cNvPr id="17" name="Shape 15"/>
          <p:cNvSpPr/>
          <p:nvPr/>
        </p:nvSpPr>
        <p:spPr>
          <a:xfrm>
            <a:off x="9410700" y="3371850"/>
            <a:ext cx="133350" cy="1238250"/>
          </a:xfrm>
          <a:prstGeom prst="roundRect">
            <a:avLst>
              <a:gd name="adj" fmla="val 50000"/>
            </a:avLst>
          </a:prstGeom>
          <a:solidFill>
            <a:srgbClr val="A21E6B"/>
          </a:solidFill>
          <a:ln/>
        </p:spPr>
      </p:sp>
      <p:sp>
        <p:nvSpPr>
          <p:cNvPr id="18" name="Text 16"/>
          <p:cNvSpPr/>
          <p:nvPr/>
        </p:nvSpPr>
        <p:spPr>
          <a:xfrm>
            <a:off x="9810750" y="352425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Cracking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 Coding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Interview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810750" y="40195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Gayle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Laakmann McDowell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410700" y="5105400"/>
            <a:ext cx="7239000" cy="533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8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CUỐN,</a:t>
            </a:r>
            <a:r>
              <a:rPr lang="en-US" sz="18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410700" y="5867400"/>
            <a:ext cx="7696200" cy="2628900"/>
          </a:xfrm>
          <a:prstGeom prst="roundRect">
            <a:avLst>
              <a:gd name="adj" fmla="val 7246"/>
            </a:avLst>
          </a:prstGeom>
          <a:solidFill>
            <a:srgbClr val="DDE3FA"/>
          </a:solidFill>
          <a:ln/>
        </p:spPr>
      </p:sp>
      <p:sp>
        <p:nvSpPr>
          <p:cNvPr id="22" name="Shape 20"/>
          <p:cNvSpPr/>
          <p:nvPr/>
        </p:nvSpPr>
        <p:spPr>
          <a:xfrm>
            <a:off x="9410700" y="5867400"/>
            <a:ext cx="133350" cy="26289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3" name="Text 21"/>
          <p:cNvSpPr/>
          <p:nvPr/>
        </p:nvSpPr>
        <p:spPr>
          <a:xfrm>
            <a:off x="9810750" y="60579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cuốn,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400" dirty="0"/>
          </a:p>
        </p:txBody>
      </p:sp>
      <p:sp>
        <p:nvSpPr>
          <p:cNvPr id="24" name="Text richtext-1792339351097-956625488"/>
          <p:cNvSpPr/>
          <p:nvPr/>
        </p:nvSpPr>
        <p:spPr>
          <a:xfrm>
            <a:off x="9810750" y="6667500"/>
            <a:ext cx="7048500" cy="1619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marL="304800" indent="-217761">
              <a:lnSpc>
                <a:spcPts val="324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Introduction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Algorithms: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Cracking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Coding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Interview: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lời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ade7d02b-dfac-4b3f-a782-5e62f25d17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2860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7500" dirty="0"/>
          </a:p>
          <a:p>
            <a:pPr algn="l" indent="0" marL="0">
              <a:lnSpc>
                <a:spcPts val="8100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 nhớ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7810500" cy="1905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850" dirty="0" spc="-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850" dirty="0" spc="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</a:t>
            </a:r>
            <a:r>
              <a:rPr lang="en-US" sz="28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8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chung,</a:t>
            </a:r>
            <a:r>
              <a:rPr lang="en-US" sz="285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477000"/>
            <a:ext cx="7620000" cy="20002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181100" y="674370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1100" y="72009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phải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7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r>
              <a:rPr lang="en-US" sz="27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B2F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86900" y="1181100"/>
            <a:ext cx="7543800" cy="2286000"/>
          </a:xfrm>
          <a:prstGeom prst="roundRect">
            <a:avLst>
              <a:gd name="adj" fmla="val 8333"/>
            </a:avLst>
          </a:prstGeom>
          <a:solidFill>
            <a:srgbClr val="2A2E3B"/>
          </a:solidFill>
          <a:ln/>
        </p:spPr>
      </p:sp>
      <p:sp>
        <p:nvSpPr>
          <p:cNvPr id="10" name="Shape 8"/>
          <p:cNvSpPr/>
          <p:nvPr/>
        </p:nvSpPr>
        <p:spPr>
          <a:xfrm>
            <a:off x="9486900" y="1181100"/>
            <a:ext cx="133350" cy="2286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0" y="1885950"/>
            <a:ext cx="876300" cy="8763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1049000" y="1485900"/>
            <a:ext cx="5810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1049000" y="2057400"/>
            <a:ext cx="5810250" cy="12382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cuốn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endParaRPr lang="en-US" sz="2100" dirty="0"/>
          </a:p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hay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486900" y="3638550"/>
            <a:ext cx="7543800" cy="2286000"/>
          </a:xfrm>
          <a:prstGeom prst="roundRect">
            <a:avLst>
              <a:gd name="adj" fmla="val 8333"/>
            </a:avLst>
          </a:prstGeom>
          <a:solidFill>
            <a:srgbClr val="2A2E3B"/>
          </a:solidFill>
          <a:ln/>
        </p:spPr>
      </p:sp>
      <p:sp>
        <p:nvSpPr>
          <p:cNvPr id="15" name="Shape 13"/>
          <p:cNvSpPr/>
          <p:nvPr/>
        </p:nvSpPr>
        <p:spPr>
          <a:xfrm>
            <a:off x="9486900" y="3638550"/>
            <a:ext cx="133350" cy="2286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0" y="4343400"/>
            <a:ext cx="876300" cy="876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1049000" y="3943350"/>
            <a:ext cx="5810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1049000" y="4514850"/>
            <a:ext cx="5810250" cy="12382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21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Interview: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chính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486900" y="6096000"/>
            <a:ext cx="7543800" cy="2286000"/>
          </a:xfrm>
          <a:prstGeom prst="roundRect">
            <a:avLst>
              <a:gd name="adj" fmla="val 8333"/>
            </a:avLst>
          </a:prstGeom>
          <a:solidFill>
            <a:srgbClr val="2A2E3B"/>
          </a:solidFill>
          <a:ln/>
        </p:spPr>
      </p:sp>
      <p:sp>
        <p:nvSpPr>
          <p:cNvPr id="20" name="Shape 18"/>
          <p:cNvSpPr/>
          <p:nvPr/>
        </p:nvSpPr>
        <p:spPr>
          <a:xfrm>
            <a:off x="9486900" y="6096000"/>
            <a:ext cx="133350" cy="2286000"/>
          </a:xfrm>
          <a:prstGeom prst="roundRect">
            <a:avLst>
              <a:gd name="adj" fmla="val 50000"/>
            </a:avLst>
          </a:prstGeom>
          <a:solidFill>
            <a:srgbClr val="B79CFF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0" y="6800850"/>
            <a:ext cx="876300" cy="876300"/>
          </a:xfrm>
          <a:prstGeom prst="roundRect">
            <a:avLst>
              <a:gd name="adj" fmla="val 50000"/>
            </a:avLst>
          </a:prstGeom>
          <a:solidFill>
            <a:srgbClr val="B79C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1049000" y="6400800"/>
            <a:ext cx="5810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9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Erich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Gamma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1049000" y="6972300"/>
            <a:ext cx="5810250" cy="12382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ghi</a:t>
            </a: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"Eric".</a:t>
            </a:r>
            <a:r>
              <a:rPr lang="en-US" sz="21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"Erich"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06/08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949389cf-5cf5-4669-ac67-466d32f719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2860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7500" dirty="0"/>
          </a:p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75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3905250"/>
            <a:ext cx="7620000" cy="4191000"/>
          </a:xfrm>
          <a:prstGeom prst="roundRect">
            <a:avLst>
              <a:gd name="adj" fmla="val 6364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41910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724400"/>
            <a:ext cx="6953250" cy="3143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spcAft>
                <a:spcPts val="2100"/>
              </a:spcAft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Cuốn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</a:t>
            </a:r>
            <a:r>
              <a:rPr lang="en-US" sz="28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850" dirty="0"/>
          </a:p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6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cuốn, cuốn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nguồn?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86900" y="12001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486900" y="1695450"/>
            <a:ext cx="7543800" cy="2095500"/>
          </a:xfrm>
          <a:prstGeom prst="roundRect">
            <a:avLst>
              <a:gd name="adj" fmla="val 9091"/>
            </a:avLst>
          </a:prstGeom>
          <a:solidFill>
            <a:srgbClr val="F3DFB8"/>
          </a:solidFill>
          <a:ln/>
        </p:spPr>
      </p:sp>
      <p:sp>
        <p:nvSpPr>
          <p:cNvPr id="10" name="Shape 8"/>
          <p:cNvSpPr/>
          <p:nvPr/>
        </p:nvSpPr>
        <p:spPr>
          <a:xfrm>
            <a:off x="9486900" y="1695450"/>
            <a:ext cx="133350" cy="2095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0" y="23241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11010900" y="2076450"/>
            <a:ext cx="590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1010900" y="2686050"/>
            <a:ext cx="5905500" cy="8572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15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Refactoring</a:t>
            </a:r>
            <a:r>
              <a:rPr lang="en-US" sz="2100" dirty="0" spc="-5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100" dirty="0" spc="-1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100" dirty="0" spc="-4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dirty="0" spc="-2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486900" y="3981450"/>
            <a:ext cx="7543800" cy="2095500"/>
          </a:xfrm>
          <a:prstGeom prst="roundRect">
            <a:avLst>
              <a:gd name="adj" fmla="val 9091"/>
            </a:avLst>
          </a:prstGeom>
          <a:solidFill>
            <a:srgbClr val="F3DFB8"/>
          </a:solidFill>
          <a:ln/>
        </p:spPr>
      </p:sp>
      <p:sp>
        <p:nvSpPr>
          <p:cNvPr id="15" name="Shape 13"/>
          <p:cNvSpPr/>
          <p:nvPr/>
        </p:nvSpPr>
        <p:spPr>
          <a:xfrm>
            <a:off x="9486900" y="3981450"/>
            <a:ext cx="133350" cy="2095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0" y="46101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1010900" y="4362450"/>
            <a:ext cx="590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Martin</a:t>
            </a:r>
            <a:r>
              <a:rPr lang="en-US" sz="2850" b="1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Fowler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1010900" y="4972050"/>
            <a:ext cx="5905500" cy="8572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63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100" dirty="0" spc="-1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 của</a:t>
            </a:r>
            <a:r>
              <a:rPr lang="en-US" sz="2100" dirty="0" spc="-13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Refactoring.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486900" y="6267450"/>
            <a:ext cx="7543800" cy="2095500"/>
          </a:xfrm>
          <a:prstGeom prst="roundRect">
            <a:avLst>
              <a:gd name="adj" fmla="val 9091"/>
            </a:avLst>
          </a:prstGeom>
          <a:solidFill>
            <a:srgbClr val="CFE8E2"/>
          </a:solidFill>
          <a:ln/>
        </p:spPr>
      </p:sp>
      <p:sp>
        <p:nvSpPr>
          <p:cNvPr id="20" name="Shape 18"/>
          <p:cNvSpPr/>
          <p:nvPr/>
        </p:nvSpPr>
        <p:spPr>
          <a:xfrm>
            <a:off x="9486900" y="6267450"/>
            <a:ext cx="133350" cy="2095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0" y="68961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450" dirty="0"/>
          </a:p>
        </p:txBody>
      </p:sp>
      <p:sp>
        <p:nvSpPr>
          <p:cNvPr id="22" name="Text 20"/>
          <p:cNvSpPr/>
          <p:nvPr/>
        </p:nvSpPr>
        <p:spPr>
          <a:xfrm>
            <a:off x="11010900" y="6648450"/>
            <a:ext cx="590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Interview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11010900" y="7258050"/>
            <a:ext cx="5905500" cy="9525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2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Sách</a:t>
            </a:r>
            <a:r>
              <a:rPr lang="en-US" sz="2100" dirty="0" spc="-1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0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100" dirty="0" spc="-1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100" dirty="0" spc="-4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dirty="0" spc="-1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dirty="0" spc="-3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100" dirty="0" spc="-2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100" dirty="0" spc="2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100" dirty="0" spc="-1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100" dirty="0" spc="-2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0" kern="0">
                <a:solidFill>
                  <a:srgbClr val="5554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mềm.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99bca5e3-e663-4d35-942c-4ad6574eee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950" b="1" spc="2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525000" cy="123825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ctr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2952750"/>
            <a:ext cx="4667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90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</a:t>
            </a:r>
            <a:endParaRPr lang="en-US" sz="9900" dirty="0"/>
          </a:p>
        </p:txBody>
      </p:sp>
      <p:sp>
        <p:nvSpPr>
          <p:cNvPr id="6" name="Text 4"/>
          <p:cNvSpPr/>
          <p:nvPr/>
        </p:nvSpPr>
        <p:spPr>
          <a:xfrm>
            <a:off x="1257300" y="4667250"/>
            <a:ext cx="4667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Mười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cuốn,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57300" y="5238750"/>
            <a:ext cx="466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cuốn.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77000" y="2762250"/>
            <a:ext cx="53340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6819900" y="2952750"/>
            <a:ext cx="4667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900" dirty="0" spc="-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9900" dirty="0"/>
          </a:p>
        </p:txBody>
      </p:sp>
      <p:sp>
        <p:nvSpPr>
          <p:cNvPr id="10" name="Text 8"/>
          <p:cNvSpPr/>
          <p:nvPr/>
        </p:nvSpPr>
        <p:spPr>
          <a:xfrm>
            <a:off x="6819900" y="4667250"/>
            <a:ext cx="4667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cuốn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819900" y="5238750"/>
            <a:ext cx="466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1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039600" y="2762250"/>
            <a:ext cx="53340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0" y="2952750"/>
            <a:ext cx="4667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900" dirty="0" spc="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9900" dirty="0"/>
          </a:p>
        </p:txBody>
      </p:sp>
      <p:sp>
        <p:nvSpPr>
          <p:cNvPr id="14" name="Text 12"/>
          <p:cNvSpPr/>
          <p:nvPr/>
        </p:nvSpPr>
        <p:spPr>
          <a:xfrm>
            <a:off x="12382500" y="4667250"/>
            <a:ext cx="4667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382500" y="5238750"/>
            <a:ext cx="466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1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6343650"/>
            <a:ext cx="1645920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6294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95400" y="7067550"/>
            <a:ext cx="1571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 cố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295400" y="7581900"/>
            <a:ext cx="15716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1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nhóm,</a:t>
            </a:r>
            <a:r>
              <a:rPr lang="en-US" sz="21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1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giả.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95400" y="8058150"/>
            <a:ext cx="15716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10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</a:t>
            </a:r>
            <a:r>
              <a:rPr lang="en-US" sz="21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10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1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1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08/08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341f1209-e8ad-4478-a52e-19b50774467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2026-10-19T13:41:20Z</dcterms:created>
  <dcterms:modified xsi:type="dcterms:W3CDTF">2026-10-19T13:41:20Z</dcterms:modified>
</cp:coreProperties>
</file>