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497205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sánh sáu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tiếp:</a:t>
            </a:r>
            <a:endParaRPr lang="en-US" sz="8100" dirty="0"/>
          </a:p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bắt</a:t>
            </a:r>
            <a:r>
              <a:rPr lang="en-US" sz="81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nhu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8191500" cy="5715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chỉ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nghệ.</a:t>
            </a:r>
            <a:endParaRPr lang="en-US" sz="3000" dirty="0"/>
          </a:p>
        </p:txBody>
      </p:sp>
      <p:sp>
        <p:nvSpPr>
          <p:cNvPr id="5" name="Connector line-1792371881160-848433311"/>
          <p:cNvSpPr/>
          <p:nvPr/>
        </p:nvSpPr>
        <p:spPr>
          <a:xfrm>
            <a:off x="914400" y="6477000"/>
            <a:ext cx="8229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715125"/>
            <a:ext cx="819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100" dirty="0" spc="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chiếu, không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096500" y="1238250"/>
            <a:ext cx="35242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39400" y="1524000"/>
            <a:ext cx="2952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10439400" y="27622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Khung</a:t>
            </a: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</a:t>
            </a:r>
            <a:r>
              <a:rPr lang="en-US" sz="21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3849350" y="1238250"/>
            <a:ext cx="35242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92250" y="1524000"/>
            <a:ext cx="2952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14192250" y="27622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Ràng</a:t>
            </a:r>
            <a:r>
              <a:rPr lang="en-US" sz="21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buộc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kiến trúc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0096500" y="3905250"/>
            <a:ext cx="35242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39400" y="4191000"/>
            <a:ext cx="2952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0439400" y="54292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Chọn</a:t>
            </a:r>
            <a:r>
              <a:rPr lang="en-US" sz="21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trường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849350" y="3905250"/>
            <a:ext cx="35242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192250" y="4191000"/>
            <a:ext cx="2952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14192250" y="54292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Phương</a:t>
            </a:r>
            <a:r>
              <a:rPr lang="en-US" sz="21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1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096500" y="6572250"/>
            <a:ext cx="35242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39400" y="6858000"/>
            <a:ext cx="2952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WebSocket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0439400" y="80962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Kênh</a:t>
            </a:r>
            <a:r>
              <a:rPr lang="en-US" sz="21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chiều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3849350" y="6572250"/>
            <a:ext cx="352425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192250" y="6858000"/>
            <a:ext cx="2952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webhook</a:t>
            </a:r>
            <a:endParaRPr lang="en-US" sz="3900" dirty="0"/>
          </a:p>
        </p:txBody>
      </p:sp>
      <p:sp>
        <p:nvSpPr>
          <p:cNvPr id="25" name="Text 23"/>
          <p:cNvSpPr/>
          <p:nvPr/>
        </p:nvSpPr>
        <p:spPr>
          <a:xfrm>
            <a:off x="14192250" y="8096250"/>
            <a:ext cx="2952750" cy="66675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5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Gửi</a:t>
            </a:r>
            <a:r>
              <a:rPr lang="en-US" sz="21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759e636-c18f-402c-8b2f-3b881cc7b5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nghệ sau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39000" y="4762500"/>
            <a:ext cx="3810000" cy="1524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Nhu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524000" y="3238500"/>
            <a:ext cx="3619500" cy="104775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524000" y="5000625"/>
            <a:ext cx="3619500" cy="104775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524000" y="6762750"/>
            <a:ext cx="3619500" cy="104775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3144500" y="3238500"/>
            <a:ext cx="3619500" cy="104775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13144500" y="5000625"/>
            <a:ext cx="3619500" cy="104775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WebSocket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3144500" y="6762750"/>
            <a:ext cx="3619500" cy="104775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webhook</a:t>
            </a:r>
            <a:endParaRPr lang="en-US" sz="3300" dirty="0"/>
          </a:p>
        </p:txBody>
      </p:sp>
      <p:sp>
        <p:nvSpPr>
          <p:cNvPr id="12" name="Connector line-1792371907666-719735723"/>
          <p:cNvSpPr/>
          <p:nvPr/>
        </p:nvSpPr>
        <p:spPr>
          <a:xfrm flipH="1" flipV="1">
            <a:off x="5143500" y="3762375"/>
            <a:ext cx="2095500" cy="1762125"/>
          </a:xfrm>
          <a:prstGeom prst="curvedConnector3">
            <a:avLst/>
          </a:prstGeom>
          <a:noFill/>
          <a:ln w="28575">
            <a:solidFill>
              <a:srgbClr val="8A867C"/>
            </a:solidFill>
            <a:prstDash val="solid"/>
            <a:headEnd type="none"/>
            <a:tailEnd type="none"/>
          </a:ln>
        </p:spPr>
      </p:sp>
      <p:sp>
        <p:nvSpPr>
          <p:cNvPr id="13" name="Connector line-1792371907667-716774599"/>
          <p:cNvSpPr/>
          <p:nvPr/>
        </p:nvSpPr>
        <p:spPr>
          <a:xfrm>
            <a:off x="5143500" y="5524500"/>
            <a:ext cx="2095500" cy="95"/>
          </a:xfrm>
          <a:custGeom>
            <a:avLst/>
            <a:gdLst/>
            <a:ahLst/>
            <a:cxnLst/>
            <a:rect l="l" t="t" r="r" b="b"/>
            <a:pathLst>
              <a:path w="2095500" h="95">
                <a:moveTo>
                  <a:pt x="2095500" y="0"/>
                </a:moveTo>
                <a:lnTo>
                  <a:pt x="1047750" y="0"/>
                </a:lnTo>
                <a:lnTo>
                  <a:pt x="1047750" y="0"/>
                </a:lnTo>
                <a:lnTo>
                  <a:pt x="0" y="0"/>
                </a:lnTo>
              </a:path>
            </a:pathLst>
          </a:custGeom>
          <a:ln w="28575">
            <a:solidFill>
              <a:srgbClr val="8A867C"/>
            </a:solidFill>
            <a:prstDash val="solid"/>
            <a:headEnd type="none"/>
            <a:tailEnd type="none"/>
          </a:ln>
        </p:spPr>
      </p:sp>
      <p:sp>
        <p:nvSpPr>
          <p:cNvPr id="14" name="Connector line-1792371907667-192384272"/>
          <p:cNvSpPr/>
          <p:nvPr/>
        </p:nvSpPr>
        <p:spPr>
          <a:xfrm flipH="1">
            <a:off x="5143500" y="5524500"/>
            <a:ext cx="2095500" cy="1762125"/>
          </a:xfrm>
          <a:prstGeom prst="curvedConnector3">
            <a:avLst/>
          </a:prstGeom>
          <a:noFill/>
          <a:ln w="28575">
            <a:solidFill>
              <a:srgbClr val="8A867C"/>
            </a:solidFill>
            <a:prstDash val="solid"/>
            <a:headEnd type="none"/>
            <a:tailEnd type="none"/>
          </a:ln>
        </p:spPr>
      </p:sp>
      <p:sp>
        <p:nvSpPr>
          <p:cNvPr id="15" name="Connector line-1792371907667-7944764"/>
          <p:cNvSpPr/>
          <p:nvPr/>
        </p:nvSpPr>
        <p:spPr>
          <a:xfrm flipV="1">
            <a:off x="11049000" y="3762375"/>
            <a:ext cx="2095500" cy="1762125"/>
          </a:xfrm>
          <a:prstGeom prst="curvedConnector3">
            <a:avLst/>
          </a:prstGeom>
          <a:noFill/>
          <a:ln w="28575">
            <a:solidFill>
              <a:srgbClr val="8A867C"/>
            </a:solidFill>
            <a:prstDash val="solid"/>
            <a:headEnd type="none"/>
            <a:tailEnd type="none"/>
          </a:ln>
        </p:spPr>
      </p:sp>
      <p:sp>
        <p:nvSpPr>
          <p:cNvPr id="16" name="Connector line-1792371907668-931342943"/>
          <p:cNvSpPr/>
          <p:nvPr/>
        </p:nvSpPr>
        <p:spPr>
          <a:xfrm>
            <a:off x="11049000" y="5524500"/>
            <a:ext cx="2095500" cy="95"/>
          </a:xfrm>
          <a:custGeom>
            <a:avLst/>
            <a:gdLst/>
            <a:ahLst/>
            <a:cxnLst/>
            <a:rect l="l" t="t" r="r" b="b"/>
            <a:pathLst>
              <a:path w="2095500" h="95">
                <a:moveTo>
                  <a:pt x="0" y="0"/>
                </a:moveTo>
                <a:lnTo>
                  <a:pt x="1047750" y="0"/>
                </a:lnTo>
                <a:lnTo>
                  <a:pt x="1047750" y="0"/>
                </a:lnTo>
                <a:lnTo>
                  <a:pt x="2095500" y="0"/>
                </a:lnTo>
              </a:path>
            </a:pathLst>
          </a:custGeom>
          <a:ln w="28575">
            <a:solidFill>
              <a:srgbClr val="8A867C"/>
            </a:solidFill>
            <a:prstDash val="solid"/>
            <a:headEnd type="none"/>
            <a:tailEnd type="none"/>
          </a:ln>
        </p:spPr>
      </p:sp>
      <p:sp>
        <p:nvSpPr>
          <p:cNvPr id="17" name="Connector line-1792371907668-701563641"/>
          <p:cNvSpPr/>
          <p:nvPr/>
        </p:nvSpPr>
        <p:spPr>
          <a:xfrm>
            <a:off x="11049000" y="5524500"/>
            <a:ext cx="2095500" cy="1762125"/>
          </a:xfrm>
          <a:prstGeom prst="curvedConnector3">
            <a:avLst/>
          </a:prstGeom>
          <a:noFill/>
          <a:ln w="28575">
            <a:solidFill>
              <a:srgbClr val="8A867C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14400" y="84772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Sáu</a:t>
            </a:r>
            <a:r>
              <a:rPr lang="en-US" sz="25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điểm</a:t>
            </a:r>
            <a:r>
              <a:rPr lang="en-US" sz="25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chiếu,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trừ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nhau.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5f1322da-8b2c-4d29-b9e9-d85361493f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SOAP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52400" cy="3810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619250" y="1714500"/>
            <a:ext cx="15240000" cy="22860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r>
              <a:rPr lang="en-US" sz="75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 khái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niệm.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1619250" y="4476750"/>
            <a:ext cx="7429500" cy="9525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SOAP: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5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334500" y="4476750"/>
            <a:ext cx="74295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REST: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phong</a:t>
            </a:r>
            <a:r>
              <a:rPr lang="en-US" sz="25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619250" y="62865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3000" dirty="0" spc="-2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30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0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30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0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1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2cd3bf0-f0c2-4e33-95c9-63e5b89a98f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</a:t>
            </a:r>
            <a:r>
              <a:rPr lang="en-US" sz="1800" b="1" spc="25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phương</a:t>
            </a:r>
            <a:r>
              <a:rPr lang="en-US" sz="69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381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endParaRPr lang="en-US" sz="4800" dirty="0"/>
          </a:p>
        </p:txBody>
      </p:sp>
      <p:sp>
        <p:nvSpPr>
          <p:cNvPr id="6" name="Text richtext-1792371931177-624075724"/>
          <p:cNvSpPr/>
          <p:nvPr/>
        </p:nvSpPr>
        <p:spPr>
          <a:xfrm>
            <a:off x="1333500" y="4381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-2858" rIns="0" bIns="2858" rtlCol="0" anchor="t"/>
          <a:lstStyle/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Nhu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0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3000" dirty="0"/>
          </a:p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30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schema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381375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4800" dirty="0"/>
          </a:p>
        </p:txBody>
      </p:sp>
      <p:sp>
        <p:nvSpPr>
          <p:cNvPr id="9" name="Text richtext-1792371931200-996996125"/>
          <p:cNvSpPr/>
          <p:nvPr/>
        </p:nvSpPr>
        <p:spPr>
          <a:xfrm>
            <a:off x="9791700" y="43815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-2858" rIns="0" bIns="2858" rtlCol="0" anchor="t"/>
          <a:lstStyle/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30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 thức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000" dirty="0"/>
          </a:p>
          <a:p>
            <a:pPr algn="l" marL="381000" indent="-272202">
              <a:lnSpc>
                <a:spcPts val="4500"/>
              </a:lnSpc>
              <a:buSzPct val="100000"/>
              <a:buFont typeface="Arial"/>
              <a:buChar char="•"/>
            </a:pP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0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76200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f4f30766-f3db-4d78-beb0-3cf342c528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WEBSOCKET</a:t>
            </a:r>
            <a:r>
              <a:rPr lang="en-US" sz="1800" b="1" spc="2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WEBHOOK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WebSocket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295400" y="3762375"/>
            <a:ext cx="2476500" cy="666750"/>
          </a:xfrm>
          <a:prstGeom prst="roundRect">
            <a:avLst>
              <a:gd name="adj" fmla="val 2571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057900" y="3762375"/>
            <a:ext cx="2476500" cy="666750"/>
          </a:xfrm>
          <a:prstGeom prst="roundRect">
            <a:avLst>
              <a:gd name="adj" fmla="val 2571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100" dirty="0"/>
          </a:p>
        </p:txBody>
      </p:sp>
      <p:sp>
        <p:nvSpPr>
          <p:cNvPr id="8" name="Connector line-1792371950485-546310770"/>
          <p:cNvSpPr/>
          <p:nvPr/>
        </p:nvSpPr>
        <p:spPr>
          <a:xfrm>
            <a:off x="2533650" y="4429125"/>
            <a:ext cx="0" cy="3476625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9" name="Connector line-1792371950486-773865925"/>
          <p:cNvSpPr/>
          <p:nvPr/>
        </p:nvSpPr>
        <p:spPr>
          <a:xfrm>
            <a:off x="7296150" y="4429125"/>
            <a:ext cx="0" cy="3476625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2628900" y="4762500"/>
            <a:ext cx="4572000" cy="5715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1950" dirty="0"/>
          </a:p>
        </p:txBody>
      </p:sp>
      <p:sp>
        <p:nvSpPr>
          <p:cNvPr id="11" name="Connector line-1792371950488-953758532"/>
          <p:cNvSpPr/>
          <p:nvPr/>
        </p:nvSpPr>
        <p:spPr>
          <a:xfrm>
            <a:off x="2533650" y="6096000"/>
            <a:ext cx="46672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Connector line-1792371950489-252180928"/>
          <p:cNvSpPr/>
          <p:nvPr/>
        </p:nvSpPr>
        <p:spPr>
          <a:xfrm flipH="1">
            <a:off x="2628900" y="7048500"/>
            <a:ext cx="46672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762250" y="552450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19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762250" y="647700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19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điệp,</a:t>
            </a:r>
            <a:r>
              <a:rPr lang="en-US" sz="1950" dirty="0" spc="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19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độc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lập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372600" y="2857500"/>
            <a:ext cx="8001000" cy="5334000"/>
          </a:xfrm>
          <a:prstGeom prst="roundRect">
            <a:avLst>
              <a:gd name="adj" fmla="val 5000"/>
            </a:avLst>
          </a:prstGeom>
          <a:solidFill>
            <a:srgbClr val="F8D9D0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30480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webhook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9753600" y="3762375"/>
            <a:ext cx="2476500" cy="666750"/>
          </a:xfrm>
          <a:prstGeom prst="roundRect">
            <a:avLst>
              <a:gd name="adj" fmla="val 2571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516100" y="3762375"/>
            <a:ext cx="2476500" cy="666750"/>
          </a:xfrm>
          <a:prstGeom prst="roundRect">
            <a:avLst>
              <a:gd name="adj" fmla="val 25714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100" dirty="0"/>
          </a:p>
        </p:txBody>
      </p:sp>
      <p:sp>
        <p:nvSpPr>
          <p:cNvPr id="19" name="Connector line-1792371950500-126938584"/>
          <p:cNvSpPr/>
          <p:nvPr/>
        </p:nvSpPr>
        <p:spPr>
          <a:xfrm>
            <a:off x="10991850" y="4429125"/>
            <a:ext cx="0" cy="3476625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20" name="Connector line-1792371950500-588570948"/>
          <p:cNvSpPr/>
          <p:nvPr/>
        </p:nvSpPr>
        <p:spPr>
          <a:xfrm>
            <a:off x="15754350" y="4429125"/>
            <a:ext cx="0" cy="3476625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21" name="Connector line-1792371950500-39887277"/>
          <p:cNvSpPr/>
          <p:nvPr/>
        </p:nvSpPr>
        <p:spPr>
          <a:xfrm flipH="1">
            <a:off x="11087100" y="5334000"/>
            <a:ext cx="466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lgDash"/>
            <a:headEnd type="none"/>
            <a:tailEnd type="triangle" w="lg" len="lg"/>
          </a:ln>
        </p:spPr>
      </p:sp>
      <p:sp>
        <p:nvSpPr>
          <p:cNvPr id="22" name="Text 20"/>
          <p:cNvSpPr/>
          <p:nvPr/>
        </p:nvSpPr>
        <p:spPr>
          <a:xfrm>
            <a:off x="11239500" y="476250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endParaRPr lang="en-US" sz="1950" dirty="0"/>
          </a:p>
        </p:txBody>
      </p:sp>
      <p:sp>
        <p:nvSpPr>
          <p:cNvPr id="23" name="Connector line-1792371950503-134091516"/>
          <p:cNvSpPr/>
          <p:nvPr/>
        </p:nvSpPr>
        <p:spPr>
          <a:xfrm>
            <a:off x="10991850" y="6858000"/>
            <a:ext cx="46672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1239500" y="6286500"/>
            <a:ext cx="4381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 ·</a:t>
            </a:r>
            <a:r>
              <a:rPr lang="en-US" sz="1950" dirty="0" spc="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r>
              <a:rPr lang="en-US" sz="19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 sự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914400" y="84772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Webhook</a:t>
            </a:r>
            <a:r>
              <a:rPr lang="en-US" sz="25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đòi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2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550" b="1" dirty="0" spc="-2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WebSocket.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814c9908-f536-46e4-be54-7cc761ed58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NHU</a:t>
            </a:r>
            <a:r>
              <a:rPr lang="en-US" sz="1800" b="1" spc="28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 chọn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190875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57500" y="3524250"/>
            <a:ext cx="1409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</a:t>
            </a:r>
            <a:r>
              <a:rPr lang="en-US" sz="3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thao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kiện?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809750"/>
          </a:xfrm>
          <a:prstGeom prst="roundRect">
            <a:avLst>
              <a:gd name="adj" fmla="val 14737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191125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2857500" y="5524500"/>
            <a:ext cx="1409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</a:t>
            </a:r>
            <a:r>
              <a:rPr lang="en-US" sz="3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đơn,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luồng liên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tục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chiều?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191375"/>
            <a:ext cx="1333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Hỗ</a:t>
            </a:r>
            <a:r>
              <a:rPr lang="en-US" sz="3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trợ gì?</a:t>
            </a: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hành,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 thử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lỗi?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2857500" y="8001000"/>
            <a:ext cx="1409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4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24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viện,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4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f33722f-9bac-4fa1-996d-b43024ea5b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2382500" cy="2047875"/>
          </a:xfrm>
          <a:prstGeom prst="rect">
            <a:avLst/>
          </a:prstGeom>
          <a:noFill/>
          <a:ln/>
        </p:spPr>
        <p:txBody>
          <a:bodyPr wrap="square" lIns="0" tIns="52578" rIns="0" bIns="-52578" rtlCol="0" anchor="t"/>
          <a:lstStyle/>
          <a:p>
            <a:pPr algn="l" indent="0" marL="0">
              <a:lnSpc>
                <a:spcPts val="7452"/>
              </a:lnSpc>
              <a:buNone/>
            </a:pP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9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đơn: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4287500" y="1390650"/>
            <a:ext cx="3086100" cy="1143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45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33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7620000" y="3619500"/>
            <a:ext cx="9753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8001000" y="381000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1950" b="1" spc="13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 MÀN</a:t>
            </a: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8001000" y="4286250"/>
            <a:ext cx="8953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Giao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r>
              <a:rPr lang="en-US" sz="3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20000" y="6000750"/>
            <a:ext cx="97536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1000" y="61912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95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8001000" y="6667500"/>
            <a:ext cx="8953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Webhook,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nếu</a:t>
            </a: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hỗ</a:t>
            </a:r>
            <a:r>
              <a:rPr lang="en-US" sz="33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trợ</a:t>
            </a:r>
            <a:endParaRPr lang="en-US" sz="3300" dirty="0"/>
          </a:p>
        </p:txBody>
      </p:sp>
      <p:sp>
        <p:nvSpPr>
          <p:cNvPr id="12" name="Connector line-1792371986683-483802134"/>
          <p:cNvSpPr/>
          <p:nvPr/>
        </p:nvSpPr>
        <p:spPr>
          <a:xfrm flipV="1">
            <a:off x="5295900" y="4333875"/>
            <a:ext cx="2324100" cy="1190625"/>
          </a:xfrm>
          <a:prstGeom prst="curvedConnector3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13" name="Connector line-1792371986684-769515385"/>
          <p:cNvSpPr/>
          <p:nvPr/>
        </p:nvSpPr>
        <p:spPr>
          <a:xfrm>
            <a:off x="5295900" y="5524500"/>
            <a:ext cx="2324100" cy="1190625"/>
          </a:xfrm>
          <a:prstGeom prst="curvedConnector3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914400" y="8096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dirty="0" spc="0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400" dirty="0" spc="-1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40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tục:</a:t>
            </a:r>
            <a:r>
              <a:rPr lang="en-US" sz="2400" dirty="0" spc="1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-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400" dirty="0" spc="2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-23" kern="0">
                <a:solidFill>
                  <a:srgbClr val="C9CD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WebSocket.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4400" y="8667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4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kế,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5155824a-4cb2-4681-8add-07264de98f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Phối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69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6096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9908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667500" y="299085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4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8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3714750"/>
            <a:ext cx="514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667500" y="37147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400" dirty="0" spc="-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nhau, có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400" dirty="0"/>
          </a:p>
        </p:txBody>
      </p:sp>
      <p:sp>
        <p:nvSpPr>
          <p:cNvPr id="9" name="Connector line-1792372002221-236392316"/>
          <p:cNvSpPr/>
          <p:nvPr/>
        </p:nvSpPr>
        <p:spPr>
          <a:xfrm>
            <a:off x="914400" y="4429125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38250" y="4619625"/>
            <a:ext cx="514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667500" y="4619625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nhanh, bảo</a:t>
            </a:r>
            <a:r>
              <a:rPr lang="en-US" sz="2400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dirty="0" spc="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400" dirty="0"/>
          </a:p>
        </p:txBody>
      </p:sp>
      <p:sp>
        <p:nvSpPr>
          <p:cNvPr id="12" name="Connector line-1792372002227-325090839"/>
          <p:cNvSpPr/>
          <p:nvPr/>
        </p:nvSpPr>
        <p:spPr>
          <a:xfrm>
            <a:off x="914400" y="533400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1238250" y="5524500"/>
            <a:ext cx="514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67500" y="552450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quản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-9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400" dirty="0" spc="1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400" dirty="0"/>
          </a:p>
        </p:txBody>
      </p:sp>
      <p:sp>
        <p:nvSpPr>
          <p:cNvPr id="15" name="Connector line-1792372002232-840536175"/>
          <p:cNvSpPr/>
          <p:nvPr/>
        </p:nvSpPr>
        <p:spPr>
          <a:xfrm>
            <a:off x="914400" y="6238875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1238250" y="6429375"/>
            <a:ext cx="514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667500" y="6429375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hợp</a:t>
            </a:r>
            <a:r>
              <a:rPr lang="en-US" sz="2400" dirty="0" spc="1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lỗi</a:t>
            </a:r>
            <a:r>
              <a:rPr lang="en-US" sz="2400" dirty="0" spc="4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-1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18" name="Connector line-1792372002237-777185634"/>
          <p:cNvSpPr/>
          <p:nvPr/>
        </p:nvSpPr>
        <p:spPr>
          <a:xfrm>
            <a:off x="914400" y="7143750"/>
            <a:ext cx="164592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38250" y="7334250"/>
            <a:ext cx="514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667500" y="7334250"/>
            <a:ext cx="1047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-6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dirty="0" spc="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400" dirty="0" spc="-15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-3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45a382a-7897-4d8b-b595-86659592c3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tắt,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bảy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524500" cy="2952750"/>
          </a:xfrm>
          <a:prstGeom prst="roundRect">
            <a:avLst>
              <a:gd name="adj" fmla="val 903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95625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SOAP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38250" y="38100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Simple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2862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sử;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667500" y="2857500"/>
            <a:ext cx="5524500" cy="2952750"/>
          </a:xfrm>
          <a:prstGeom prst="roundRect">
            <a:avLst>
              <a:gd name="adj" fmla="val 903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991350" y="3095625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6991350" y="38100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REpresentational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91350" y="428625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trúc: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038850"/>
            <a:ext cx="5524500" cy="2952750"/>
          </a:xfrm>
          <a:prstGeom prst="roundRect">
            <a:avLst>
              <a:gd name="adj" fmla="val 903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6276975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QL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1238250" y="69913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8250" y="74676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cuối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GraphQL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6667500" y="6038850"/>
            <a:ext cx="5524500" cy="2952750"/>
          </a:xfrm>
          <a:prstGeom prst="roundRect">
            <a:avLst>
              <a:gd name="adj" fmla="val 9032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6991350" y="6276975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6991350" y="69913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</a:t>
            </a:r>
            <a:r>
              <a:rPr lang="en-US" sz="18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Procedure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Calls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91350" y="7467600"/>
            <a:ext cx="495300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quy;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 tục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12420600" y="2857500"/>
            <a:ext cx="4953000" cy="613410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763500" y="3095625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2" name="Text richtext-1792372025610-631728546"/>
          <p:cNvSpPr/>
          <p:nvPr/>
        </p:nvSpPr>
        <p:spPr>
          <a:xfrm>
            <a:off x="12763500" y="3667125"/>
            <a:ext cx="4381500" cy="51435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SOAP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§1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Fielding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§5.1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gRPC: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WebSocket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§1.2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GitHub: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webhook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b79112c9-1246-431c-8456-7cfe13b6df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2026-10-19T02:55:46Z</dcterms:created>
  <dcterms:modified xsi:type="dcterms:W3CDTF">2026-10-19T02:55:46Z</dcterms:modified>
</cp:coreProperties>
</file>