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quảng cáo</a:t>
            </a: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500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 không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hành)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 khác: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 hẹn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7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Rewards: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kiện?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2026-10-18T14:07:28Z</dcterms:created>
  <dcterms:modified xsi:type="dcterms:W3CDTF">2026-10-18T14:07:28Z</dcterms:modified>
</cp:coreProperties>
</file>