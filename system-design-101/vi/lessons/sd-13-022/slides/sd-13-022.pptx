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 từ nhật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44100" y="1981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4287500" y="1876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4287500" y="33051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zgrep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44100" y="48387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4287500" y="47339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tail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|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4100" y="62674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4287500" y="61626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jq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44100" y="7696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4287500" y="7591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awk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575d661-a35e-4564-90a0-ba6324858a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3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33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345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33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ghi?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3335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JSON?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7536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số?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fa591ac-c420-425a-998d-2f906afc1f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8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CẢNH,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59055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ctr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5905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ctr" indent="0" marL="0">
              <a:lnSpc>
                <a:spcPts val="3705"/>
              </a:lnSpc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7429500" y="161925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5750" y="195262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b="1" spc="1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905750" y="257175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"timeout" app.log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905750" y="371475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-n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dòng; -C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7429500" y="514350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05750" y="547687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spc="1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b="1" spc="7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XOAY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b="1" spc="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905750" y="609600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zgrep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"ERROR"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app.log.*.gz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905750" y="723900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gzip,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nén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a90ba11-5249-4cbc-9360-cf785608a5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tail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app.log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29590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000750" y="3143250"/>
            <a:ext cx="6286500" cy="1428750"/>
          </a:xfrm>
          <a:prstGeom prst="roundRect">
            <a:avLst>
              <a:gd name="adj" fmla="val 18667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--line-buffered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"ERROR"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6000750" y="4762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Lọc,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28725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921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tee errors.log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9921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429375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b="1" spc="1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--line-buffered</a:t>
            </a:r>
            <a:endParaRPr lang="en-US" sz="2100" dirty="0"/>
          </a:p>
        </p:txBody>
      </p:sp>
      <p:sp>
        <p:nvSpPr>
          <p:cNvPr id="14" name="Text richtext-1792373311319-224789239"/>
          <p:cNvSpPr/>
          <p:nvPr/>
        </p:nvSpPr>
        <p:spPr>
          <a:xfrm>
            <a:off x="1390650" y="7000875"/>
            <a:ext cx="15621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cờ: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3ec5a44-fe75-4709-b35d-94f1dbec5d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jq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cắt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jq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-r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'select(.level=="error")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|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.message'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app.json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46863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810000" y="4667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{"level":"error","message":"..."}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239500" y="46863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 JSON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1295400" y="5715000"/>
            <a:ext cx="156972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6400" y="61150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191000" y="6096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select(.level=="error")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1239500" y="61150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676400" y="7143750"/>
            <a:ext cx="14935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7543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4572000" y="75247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.message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1239500" y="75438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01589c0-9ea0-4ac1-8598-1c47909152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 5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b="1" spc="3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awk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awk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'{s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+=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$5;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n++} END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{if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(n)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print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s/n}'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latency.log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95750"/>
          <a:ext cx="13716000" cy="914400"/>
        </p:xfrm>
        <a:graphic>
          <a:graphicData uri="http://schemas.openxmlformats.org/drawingml/2006/table">
            <a:tbl>
              <a:tblPr/>
              <a:tblGrid>
                <a:gridCol w="6254496"/>
                <a:gridCol w="10204704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{s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+=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$5;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n++}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cột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năm,</a:t>
                      </a:r>
                      <a:r>
                        <a:rPr lang="en-US" sz="25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dòng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if (n)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Chặn chia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 0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55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rỗng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c44d2cc-c63d-4988-841e-50aaf3992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jq,</a:t>
            </a:r>
            <a:r>
              <a:rPr lang="en-US" sz="28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Stack</a:t>
            </a:r>
            <a:r>
              <a:rPr lang="en-US" sz="3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trace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-A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Tệp</a:t>
            </a:r>
            <a:r>
              <a:rPr lang="en-US" sz="39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d06de8-eca7-45d9-ae7d-7b76ab8fc1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grep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cần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4500" dirty="0"/>
          </a:p>
        </p:txBody>
      </p:sp>
      <p:sp>
        <p:nvSpPr>
          <p:cNvPr id="7" name="Text richtext-1792373362953-957678375"/>
          <p:cNvSpPr/>
          <p:nvPr/>
        </p:nvSpPr>
        <p:spPr>
          <a:xfrm>
            <a:off x="13906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b="1" spc="13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b="1" spc="1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</a:t>
            </a:r>
            <a:endParaRPr lang="en-US" sz="4500" dirty="0"/>
          </a:p>
        </p:txBody>
      </p:sp>
      <p:sp>
        <p:nvSpPr>
          <p:cNvPr id="11" name="Text richtext-1792373362972-114864735"/>
          <p:cNvSpPr/>
          <p:nvPr/>
        </p:nvSpPr>
        <p:spPr>
          <a:xfrm>
            <a:off x="98488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khối,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ép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dbaaf40-ae7a-4fa1-be83-408e751daa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 quanh dòng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334000" y="39052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334000" y="49530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60007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334000" y="7048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28575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00150" y="3048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-B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200150" y="3810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12" name="Connector line-1792373381629-361888144"/>
          <p:cNvSpPr/>
          <p:nvPr/>
        </p:nvSpPr>
        <p:spPr>
          <a:xfrm>
            <a:off x="4629150" y="381000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914400" y="600075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191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00150" y="6953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16" name="Connector line-1792373381633-98347420"/>
          <p:cNvSpPr/>
          <p:nvPr/>
        </p:nvSpPr>
        <p:spPr>
          <a:xfrm>
            <a:off x="4629150" y="695325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3381633-317960344"/>
          <p:cNvSpPr/>
          <p:nvPr/>
        </p:nvSpPr>
        <p:spPr>
          <a:xfrm>
            <a:off x="12382500" y="2857500"/>
            <a:ext cx="0" cy="5048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8" name="Connector line-1792373381633-970419965"/>
          <p:cNvSpPr/>
          <p:nvPr/>
        </p:nvSpPr>
        <p:spPr>
          <a:xfrm>
            <a:off x="12192000" y="285750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9" name="Connector line-1792373381634-208328558"/>
          <p:cNvSpPr/>
          <p:nvPr/>
        </p:nvSpPr>
        <p:spPr>
          <a:xfrm>
            <a:off x="12192000" y="790575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2801600" y="4429125"/>
            <a:ext cx="4572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87350" y="4619625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-C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3087350" y="5381625"/>
            <a:ext cx="40005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7b59ea8-10c7-478a-9421-3e3fd46d20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25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2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2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JavaScript</a:t>
                      </a:r>
                      <a:r>
                        <a:rPr lang="en-US" sz="225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 Notation: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r>
                        <a:rPr lang="en-US" sz="22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22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JavaScript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394158-695158570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gzip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gawk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jq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manual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a2ac55a-e16b-4b3f-8e03-28cebd10ab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2026-10-19T02:53:59Z</dcterms:created>
  <dcterms:modified xsi:type="dcterms:W3CDTF">2026-10-19T02:53:59Z</dcterms:modified>
</cp:coreProperties>
</file>