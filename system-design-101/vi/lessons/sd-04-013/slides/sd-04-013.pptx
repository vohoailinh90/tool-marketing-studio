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embeddedFontLst>
    <p:embeddedFont>
      <p:font typeface="Be Vietnam Pro"/>
      <p:regular r:id="rId17"/>
      <p:bold r:id="rId15"/>
    </p:embeddedFont>
    <p:embeddedFont>
      <p:font typeface="Bricolage Grotesque ExtraBold"/>
      <p:regular r:id="rId16"/>
    </p:embeddedFont>
    <p:embeddedFont>
      <p:font typeface="Be Vietnam Pro ExtraBold"/>
      <p:regular r:id="rId18"/>
    </p:embeddedFont>
    <p:embeddedFont>
      <p:font typeface="Be Vietnam Pro Semi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0477500" cy="3619500"/>
          </a:xfrm>
          <a:prstGeom prst="rect">
            <a:avLst/>
          </a:prstGeom>
          <a:noFill/>
          <a:ln/>
        </p:spPr>
        <p:txBody>
          <a:bodyPr wrap="square" lIns="0" tIns="67673" rIns="0" bIns="-67673" rtlCol="0" anchor="t"/>
          <a:lstStyle/>
          <a:p>
            <a:pPr algn="l" indent="0" marL="0">
              <a:lnSpc>
                <a:spcPts val="8286"/>
              </a:lnSpc>
              <a:buNone/>
            </a:pPr>
            <a:r>
              <a:rPr lang="en-US" sz="7892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</a:t>
            </a:r>
            <a:r>
              <a:rPr lang="en-US" sz="7892" dirty="0" spc="-8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xóa:</a:t>
            </a:r>
            <a:r>
              <a:rPr lang="en-US" sz="7892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chịu mất</a:t>
            </a:r>
            <a:r>
              <a:rPr lang="en-US" sz="7892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khối</a:t>
            </a:r>
            <a:r>
              <a:rPr lang="en-US" sz="7892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mà</a:t>
            </a:r>
            <a:r>
              <a:rPr lang="en-US" sz="7892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892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7892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r>
              <a:rPr lang="en-US" sz="7892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7892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7892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7892" dirty="0"/>
          </a:p>
        </p:txBody>
      </p:sp>
      <p:sp>
        <p:nvSpPr>
          <p:cNvPr id="4" name="Text 2"/>
          <p:cNvSpPr/>
          <p:nvPr/>
        </p:nvSpPr>
        <p:spPr>
          <a:xfrm>
            <a:off x="914400" y="5715000"/>
            <a:ext cx="952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30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30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gấp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657225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gánh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1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7620000"/>
            <a:ext cx="1809750" cy="1047750"/>
          </a:xfrm>
          <a:prstGeom prst="roundRect">
            <a:avLst>
              <a:gd name="adj" fmla="val 16364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D1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2914650" y="7620000"/>
            <a:ext cx="1809750" cy="1047750"/>
          </a:xfrm>
          <a:prstGeom prst="roundRect">
            <a:avLst>
              <a:gd name="adj" fmla="val 16364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D2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4914900" y="7620000"/>
            <a:ext cx="1809750" cy="1047750"/>
          </a:xfrm>
          <a:prstGeom prst="roundRect">
            <a:avLst>
              <a:gd name="adj" fmla="val 16364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D3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6915150" y="7620000"/>
            <a:ext cx="1809750" cy="1047750"/>
          </a:xfrm>
          <a:prstGeom prst="roundRect">
            <a:avLst>
              <a:gd name="adj" fmla="val 16364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D4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8915400" y="7620000"/>
            <a:ext cx="1809750" cy="1047750"/>
          </a:xfrm>
          <a:prstGeom prst="roundRect">
            <a:avLst>
              <a:gd name="adj" fmla="val 16364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M1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0915650" y="7620000"/>
            <a:ext cx="1809750" cy="1047750"/>
          </a:xfrm>
          <a:prstGeom prst="roundRect">
            <a:avLst>
              <a:gd name="adj" fmla="val 16364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M2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3716000" y="2381250"/>
            <a:ext cx="3657600" cy="800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1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10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b="1" dirty="0" spc="-2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21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+ 2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716000" y="3524250"/>
            <a:ext cx="3657600" cy="800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1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1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10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1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endParaRPr lang="en-US" sz="2100" dirty="0"/>
          </a:p>
        </p:txBody>
      </p:sp>
      <p:sp>
        <p:nvSpPr>
          <p:cNvPr id="14" name="Connector line-1792459516572-839016022"/>
          <p:cNvSpPr/>
          <p:nvPr/>
        </p:nvSpPr>
        <p:spPr>
          <a:xfrm>
            <a:off x="15544800" y="3181350"/>
            <a:ext cx="0" cy="342900"/>
          </a:xfrm>
          <a:prstGeom prst="line">
            <a:avLst/>
          </a:prstGeom>
          <a:noFill/>
          <a:ln w="38100">
            <a:solidFill>
              <a:srgbClr val="9AA0B5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ec76c98f-0970-4633-b59c-b091daae858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809750"/>
            <a:ext cx="133350" cy="409575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714500"/>
            <a:ext cx="14859000" cy="43815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9072"/>
              </a:lnSpc>
              <a:buNone/>
            </a:pPr>
            <a:r>
              <a:rPr lang="en-US" sz="84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Chịu</a:t>
            </a:r>
            <a:r>
              <a:rPr lang="en-US" sz="84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mất hai</a:t>
            </a:r>
            <a:r>
              <a:rPr lang="en-US" sz="8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khối,</a:t>
            </a:r>
            <a:r>
              <a:rPr lang="en-US" sz="8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84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tốn</a:t>
            </a:r>
            <a:r>
              <a:rPr lang="en-US" sz="84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gấp</a:t>
            </a:r>
            <a:r>
              <a:rPr lang="en-US" sz="84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1,5</a:t>
            </a:r>
            <a:r>
              <a:rPr lang="en-US" sz="8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1428750" y="6667500"/>
            <a:ext cx="1333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Cắt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 khối mã. k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428750" y="8096250"/>
            <a:ext cx="1905000" cy="666750"/>
          </a:xfrm>
          <a:prstGeom prst="roundRect">
            <a:avLst>
              <a:gd name="adj" fmla="val 20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</a:t>
            </a:r>
            <a:r>
              <a:rPr lang="en-US" sz="2250" b="1" dirty="0" spc="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225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3524250" y="8096250"/>
            <a:ext cx="1905000" cy="666750"/>
          </a:xfrm>
          <a:prstGeom prst="roundRect">
            <a:avLst>
              <a:gd name="adj" fmla="val 20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 =</a:t>
            </a:r>
            <a:r>
              <a:rPr lang="en-US" sz="22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9" name="Shape 7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Shape 8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1" name="Shape 9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2" name="Shape 10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3" name="Shape 11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4" name="Shape 12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5" name="Shape 13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02/08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5ffd4cb4-91d3-417d-bdeb-2d67bc55444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 1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800" b="1" spc="26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180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180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7200" dirty="0" spc="-9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7200" dirty="0" spc="-10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xóa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+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3429000" cy="3619500"/>
          </a:xfrm>
          <a:prstGeom prst="roundRect">
            <a:avLst>
              <a:gd name="adj" fmla="val 6667"/>
            </a:avLst>
          </a:prstGeom>
          <a:solidFill>
            <a:srgbClr val="FBF8F2"/>
          </a:solidFill>
          <a:ln w="38100">
            <a:solidFill>
              <a:srgbClr val="B4530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00650" y="3238500"/>
            <a:ext cx="3429000" cy="3619500"/>
          </a:xfrm>
          <a:prstGeom prst="roundRect">
            <a:avLst>
              <a:gd name="adj" fmla="val 6667"/>
            </a:avLst>
          </a:prstGeom>
          <a:solidFill>
            <a:srgbClr val="FBF8F2"/>
          </a:solidFill>
          <a:ln w="381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86900" y="3238500"/>
            <a:ext cx="3429000" cy="3619500"/>
          </a:xfrm>
          <a:prstGeom prst="roundRect">
            <a:avLst>
              <a:gd name="adj" fmla="val 6667"/>
            </a:avLst>
          </a:prstGeom>
          <a:solidFill>
            <a:srgbClr val="FBF8F2"/>
          </a:solidFill>
          <a:ln w="381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73150" y="3238500"/>
            <a:ext cx="3429000" cy="3619500"/>
          </a:xfrm>
          <a:prstGeom prst="roundRect">
            <a:avLst>
              <a:gd name="adj" fmla="val 6667"/>
            </a:avLst>
          </a:prstGeom>
          <a:solidFill>
            <a:srgbClr val="B45309"/>
          </a:solidFill>
          <a:ln/>
        </p:spPr>
      </p:sp>
      <p:sp>
        <p:nvSpPr>
          <p:cNvPr id="8" name="Shape 6"/>
          <p:cNvSpPr/>
          <p:nvPr/>
        </p:nvSpPr>
        <p:spPr>
          <a:xfrm>
            <a:off x="1162050" y="3486150"/>
            <a:ext cx="647700" cy="6477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9" name="Shape 7"/>
          <p:cNvSpPr/>
          <p:nvPr/>
        </p:nvSpPr>
        <p:spPr>
          <a:xfrm>
            <a:off x="5448300" y="3486150"/>
            <a:ext cx="647700" cy="6477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0" name="Shape 8"/>
          <p:cNvSpPr/>
          <p:nvPr/>
        </p:nvSpPr>
        <p:spPr>
          <a:xfrm>
            <a:off x="9734550" y="3486150"/>
            <a:ext cx="647700" cy="6477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1" name="Shape 9"/>
          <p:cNvSpPr/>
          <p:nvPr/>
        </p:nvSpPr>
        <p:spPr>
          <a:xfrm>
            <a:off x="14020800" y="3486150"/>
            <a:ext cx="647700" cy="647700"/>
          </a:xfrm>
          <a:prstGeom prst="ellipse">
            <a:avLst/>
          </a:prstGeom>
          <a:solidFill>
            <a:srgbClr val="F3DFB8"/>
          </a:solidFill>
          <a:ln/>
        </p:spPr>
      </p:sp>
      <p:sp>
        <p:nvSpPr>
          <p:cNvPr id="12" name="Text 10"/>
          <p:cNvSpPr/>
          <p:nvPr/>
        </p:nvSpPr>
        <p:spPr>
          <a:xfrm>
            <a:off x="1162050" y="3600450"/>
            <a:ext cx="6477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5448300" y="3600450"/>
            <a:ext cx="6477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9734550" y="3600450"/>
            <a:ext cx="6477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4020800" y="3600450"/>
            <a:ext cx="6477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200150" y="4476750"/>
            <a:ext cx="28575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Cắt</a:t>
            </a:r>
            <a:r>
              <a:rPr lang="en-US" sz="27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đối tượng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4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MiB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4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khối 1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MiB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5486400" y="4476750"/>
            <a:ext cx="28575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Tính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thêm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 khối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9772650" y="4476750"/>
            <a:ext cx="28575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Đặt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6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khối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6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nơi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4058900" y="4476750"/>
            <a:ext cx="28575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Mất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khối</a:t>
            </a:r>
            <a:r>
              <a:rPr lang="en-US" sz="27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bất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kỳ</a:t>
            </a: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vẫn</a:t>
            </a:r>
            <a:r>
              <a:rPr lang="en-US" sz="2700" dirty="0" spc="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dựng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đủ</a:t>
            </a:r>
            <a:endParaRPr lang="en-US" sz="2700" dirty="0"/>
          </a:p>
        </p:txBody>
      </p:sp>
      <p:sp>
        <p:nvSpPr>
          <p:cNvPr id="20" name="Connector line-1792459551798-325526983"/>
          <p:cNvSpPr/>
          <p:nvPr/>
        </p:nvSpPr>
        <p:spPr>
          <a:xfrm>
            <a:off x="4400550" y="5048250"/>
            <a:ext cx="7429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1" name="Connector line-1792459551798-497595470"/>
          <p:cNvSpPr/>
          <p:nvPr/>
        </p:nvSpPr>
        <p:spPr>
          <a:xfrm>
            <a:off x="8686800" y="5048250"/>
            <a:ext cx="7429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2" name="Connector line-1792459551798-777734389"/>
          <p:cNvSpPr/>
          <p:nvPr/>
        </p:nvSpPr>
        <p:spPr>
          <a:xfrm>
            <a:off x="12973050" y="5048250"/>
            <a:ext cx="7429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914400" y="7524750"/>
            <a:ext cx="1428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Mất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3,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850" dirty="0"/>
          </a:p>
        </p:txBody>
      </p:sp>
      <p:sp>
        <p:nvSpPr>
          <p:cNvPr id="24" name="Shape 22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5" name="Shape 23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8" name="Shape 26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9" name="Shape 27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30" name="Shape 28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31" name="Shape 29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03/08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24827591-e5da-40f9-abdd-fd58acc6c8f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180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1800" b="1" spc="29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800" b="1" spc="27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an</a:t>
            </a:r>
            <a:r>
              <a:rPr lang="en-US" sz="72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toàn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72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</a:t>
            </a:r>
            <a:r>
              <a:rPr lang="en-US" sz="72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MiB</a:t>
            </a:r>
            <a:endParaRPr lang="en-US" sz="7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048000"/>
          <a:ext cx="13716000" cy="914400"/>
        </p:xfrm>
        <a:graphic>
          <a:graphicData uri="http://schemas.openxmlformats.org/drawingml/2006/table">
            <a:tbl>
              <a:tblPr/>
              <a:tblGrid>
                <a:gridCol w="6583680"/>
                <a:gridCol w="4937760"/>
                <a:gridCol w="4937760"/>
              </a:tblGrid>
              <a:tr h="10001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Cách</a:t>
                      </a:r>
                      <a:endParaRPr lang="en-US" sz="1200" dirty="0"/>
                    </a:p>
                  </a:txBody>
                  <a:tcPr marL="228600" marR="228600" marT="228600" marB="2286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3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Lưu</a:t>
                      </a:r>
                      <a:endParaRPr lang="en-US" sz="1200" dirty="0"/>
                    </a:p>
                  </a:txBody>
                  <a:tcPr marL="228600" marR="228600" marT="228600" marB="2286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Chịu</a:t>
                      </a:r>
                      <a:r>
                        <a:rPr lang="en-US" sz="2700" b="1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mất</a:t>
                      </a:r>
                      <a:endParaRPr lang="en-US" sz="1200" dirty="0"/>
                    </a:p>
                  </a:txBody>
                  <a:tcPr marL="228600" marR="228600" marT="228600" marB="2286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Nhân</a:t>
                      </a:r>
                      <a:r>
                        <a:rPr lang="en-US" sz="270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r>
                        <a:rPr lang="en-US" sz="2700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3 bản</a:t>
                      </a:r>
                      <a:endParaRPr lang="en-US" sz="1200" dirty="0"/>
                    </a:p>
                  </a:txBody>
                  <a:tcPr marL="228600" marR="228600" marT="228600" marB="2286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12</a:t>
                      </a:r>
                      <a:r>
                        <a:rPr lang="en-US" sz="27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MiB</a:t>
                      </a:r>
                      <a:endParaRPr lang="en-US" sz="1200" dirty="0"/>
                    </a:p>
                  </a:txBody>
                  <a:tcPr marL="228600" marR="228600" marT="228600" marB="2286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 bản</a:t>
                      </a:r>
                      <a:endParaRPr lang="en-US" sz="1200" dirty="0"/>
                    </a:p>
                  </a:txBody>
                  <a:tcPr marL="228600" marR="228600" marT="228600" marB="2286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Mã</a:t>
                      </a:r>
                      <a:r>
                        <a:rPr lang="en-US" sz="2700" b="1" dirty="0" spc="-2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xóa</a:t>
                      </a:r>
                      <a:r>
                        <a:rPr lang="en-US" sz="2700" b="1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4</a:t>
                      </a:r>
                      <a:r>
                        <a:rPr lang="en-US" sz="2700" b="1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+</a:t>
                      </a:r>
                      <a:r>
                        <a:rPr lang="en-US" sz="2700" b="1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2</a:t>
                      </a:r>
                      <a:endParaRPr lang="en-US" sz="1200" dirty="0"/>
                    </a:p>
                  </a:txBody>
                  <a:tcPr marL="228600" marR="228600" marT="228600" marB="2286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CFE8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6</a:t>
                      </a:r>
                      <a:r>
                        <a:rPr lang="en-US" sz="2700" b="1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MiB</a:t>
                      </a:r>
                      <a:endParaRPr lang="en-US" sz="1200" dirty="0"/>
                    </a:p>
                  </a:txBody>
                  <a:tcPr marL="228600" marR="228600" marT="228600" marB="2286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CFE8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</a:t>
                      </a:r>
                      <a:r>
                        <a:rPr lang="en-US" sz="2700" b="1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khối</a:t>
                      </a:r>
                      <a:endParaRPr lang="en-US" sz="1200" dirty="0"/>
                    </a:p>
                  </a:txBody>
                  <a:tcPr marL="228600" marR="228600" marT="228600" marB="2286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CFE8E2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Một</a:t>
                      </a:r>
                      <a:r>
                        <a:rPr lang="en-US" sz="27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khối</a:t>
                      </a:r>
                      <a:r>
                        <a:rPr lang="en-US" sz="27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chẵn</a:t>
                      </a:r>
                      <a:r>
                        <a:rPr lang="en-US" sz="270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lẻ</a:t>
                      </a:r>
                      <a:r>
                        <a:rPr lang="en-US" sz="27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4</a:t>
                      </a:r>
                      <a:r>
                        <a:rPr lang="en-US" sz="27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+</a:t>
                      </a:r>
                      <a:r>
                        <a:rPr lang="en-US" sz="27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1</a:t>
                      </a:r>
                      <a:endParaRPr lang="en-US" sz="1200" dirty="0"/>
                    </a:p>
                  </a:txBody>
                  <a:tcPr marL="228600" marR="228600" marT="228600" marB="2286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5</a:t>
                      </a:r>
                      <a:r>
                        <a:rPr lang="en-US" sz="27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MiB</a:t>
                      </a:r>
                      <a:endParaRPr lang="en-US" sz="1200" dirty="0"/>
                    </a:p>
                  </a:txBody>
                  <a:tcPr marL="228600" marR="228600" marT="228600" marB="2286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</a:t>
                      </a:r>
                      <a:r>
                        <a:rPr lang="en-US" sz="27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khối</a:t>
                      </a:r>
                      <a:endParaRPr lang="en-US" sz="1200" dirty="0"/>
                    </a:p>
                  </a:txBody>
                  <a:tcPr marL="228600" marR="228600" marT="228600" marB="2286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7715250"/>
            <a:ext cx="5334000" cy="85725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55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số: 3,0</a:t>
            </a:r>
            <a:r>
              <a:rPr lang="en-US" sz="255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550" b="1" dirty="0" spc="-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1,5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7" name="Shape 4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8" name="Shape 5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9" name="Shape 6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Shape 7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1" name="Shape 8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2" name="Shape 9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3" name="Shape 10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 04/08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9d5d5f26-a8e7-4b6b-81e6-fd1170df117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7200" dirty="0" spc="-5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bữa</a:t>
            </a:r>
            <a:r>
              <a:rPr lang="en-US" sz="7200" dirty="0" spc="-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trưa</a:t>
            </a:r>
            <a:r>
              <a:rPr lang="en-US" sz="7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miễn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phí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181600" cy="4476750"/>
          </a:xfrm>
          <a:prstGeom prst="roundRect">
            <a:avLst>
              <a:gd name="adj" fmla="val 595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53200" y="3143250"/>
            <a:ext cx="5181600" cy="4476750"/>
          </a:xfrm>
          <a:prstGeom prst="roundRect">
            <a:avLst>
              <a:gd name="adj" fmla="val 595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92000" y="3143250"/>
            <a:ext cx="5181600" cy="4476750"/>
          </a:xfrm>
          <a:prstGeom prst="roundRect">
            <a:avLst>
              <a:gd name="adj" fmla="val 595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3429000"/>
            <a:ext cx="190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6934200" y="3429000"/>
            <a:ext cx="190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12573000" y="3429000"/>
            <a:ext cx="190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1295400" y="4762500"/>
            <a:ext cx="44196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Hiệu</a:t>
            </a:r>
            <a:r>
              <a:rPr lang="en-US" sz="28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năng</a:t>
            </a:r>
            <a:r>
              <a:rPr lang="en-US" sz="28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giảm</a:t>
            </a:r>
            <a:r>
              <a:rPr lang="en-US" sz="285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rõ,</a:t>
            </a:r>
            <a:r>
              <a:rPr lang="en-US" sz="28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cụm</a:t>
            </a:r>
            <a:r>
              <a:rPr lang="en-US" sz="285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đang</a:t>
            </a: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phục</a:t>
            </a:r>
            <a:r>
              <a:rPr lang="en-US" sz="28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hồi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6934200" y="4762500"/>
            <a:ext cx="44196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Phục</a:t>
            </a:r>
            <a:r>
              <a:rPr lang="en-US" sz="28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hồi:</a:t>
            </a:r>
            <a:r>
              <a:rPr lang="en-US" sz="285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khối</a:t>
            </a:r>
            <a:r>
              <a:rPr lang="en-US" sz="28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lại,</a:t>
            </a:r>
            <a:r>
              <a:rPr lang="en-US" sz="2850" dirty="0" spc="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dựng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lại, ghi</a:t>
            </a:r>
            <a:r>
              <a:rPr lang="en-US" sz="28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khối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2573000" y="4762500"/>
            <a:ext cx="44196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=</a:t>
            </a: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8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thật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5" name="Shape 13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6" name="Shape 14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7" name="Shape 15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0" name="Shape 18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05/08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7ec8c0ec-efd0-46df-9813-102678c742f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25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Cụm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5</a:t>
            </a:r>
            <a:r>
              <a:rPr lang="en-US" sz="63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máy,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6300" dirty="0" spc="-8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xóa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 +</a:t>
            </a:r>
            <a:r>
              <a:rPr lang="en-US" sz="63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2:</a:t>
            </a:r>
            <a:r>
              <a:rPr lang="en-US" sz="6300" dirty="0" spc="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3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3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ổn?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3143250"/>
            <a:ext cx="85725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981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24981" dirty="0"/>
          </a:p>
        </p:txBody>
      </p:sp>
      <p:sp>
        <p:nvSpPr>
          <p:cNvPr id="5" name="Text 3"/>
          <p:cNvSpPr/>
          <p:nvPr/>
        </p:nvSpPr>
        <p:spPr>
          <a:xfrm>
            <a:off x="4953000" y="3143250"/>
            <a:ext cx="28575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981" dirty="0" spc="3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&lt;</a:t>
            </a:r>
            <a:endParaRPr lang="en-US" sz="24981" dirty="0"/>
          </a:p>
        </p:txBody>
      </p:sp>
      <p:sp>
        <p:nvSpPr>
          <p:cNvPr id="6" name="Text 4"/>
          <p:cNvSpPr/>
          <p:nvPr/>
        </p:nvSpPr>
        <p:spPr>
          <a:xfrm>
            <a:off x="8191500" y="3143250"/>
            <a:ext cx="47625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981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24981" dirty="0"/>
          </a:p>
        </p:txBody>
      </p:sp>
      <p:sp>
        <p:nvSpPr>
          <p:cNvPr id="7" name="Shape 5"/>
          <p:cNvSpPr/>
          <p:nvPr/>
        </p:nvSpPr>
        <p:spPr>
          <a:xfrm>
            <a:off x="11811000" y="3619500"/>
            <a:ext cx="556260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12096750" y="3762375"/>
            <a:ext cx="49911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 khối:</a:t>
            </a:r>
            <a:r>
              <a:rPr lang="en-US" sz="25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5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đó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hỏng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5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hết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dự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phòng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1811000" y="5143500"/>
            <a:ext cx="556260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10" name="Text 8"/>
          <p:cNvSpPr/>
          <p:nvPr/>
        </p:nvSpPr>
        <p:spPr>
          <a:xfrm>
            <a:off x="12096750" y="5286375"/>
            <a:ext cx="49911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Chọn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nhỏ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+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2,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thêm</a:t>
            </a:r>
            <a:r>
              <a:rPr lang="en-US" sz="25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14400" y="7239000"/>
            <a:ext cx="952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r>
              <a:rPr lang="en-US" sz="28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lập.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4" name="Shape 12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5" name="Shape 13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6" name="Shape 14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7" name="Shape 15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9" name="Shape 17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 06/08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f4267b27-428b-40d2-acd3-ec67427ce66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800" b="1" spc="28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lặp lại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1619250"/>
          </a:xfrm>
          <a:prstGeom prst="roundRect">
            <a:avLst>
              <a:gd name="adj" fmla="val 14118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76400" y="5048250"/>
            <a:ext cx="14935200" cy="1619250"/>
          </a:xfrm>
          <a:prstGeom prst="roundRect">
            <a:avLst>
              <a:gd name="adj" fmla="val 14118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38400" y="7048500"/>
            <a:ext cx="13411200" cy="1619250"/>
          </a:xfrm>
          <a:prstGeom prst="roundRect">
            <a:avLst>
              <a:gd name="adj" fmla="val 14118"/>
            </a:avLst>
          </a:prstGeom>
          <a:solidFill>
            <a:srgbClr val="E8E0CF"/>
          </a:solidFill>
          <a:ln w="28575">
            <a:solidFill>
              <a:srgbClr val="6B6A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3381375"/>
            <a:ext cx="15697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Công</a:t>
            </a:r>
            <a:r>
              <a:rPr lang="en-US" sz="285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thức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cộng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trừ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rút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gọn: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850" dirty="0" spc="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minh</a:t>
            </a:r>
            <a:r>
              <a:rPr lang="en-US" sz="28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họa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2057400" y="5381625"/>
            <a:ext cx="14173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Mã</a:t>
            </a:r>
            <a:r>
              <a:rPr lang="en-US" sz="2850" dirty="0" spc="-3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xóa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thật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tính</a:t>
            </a:r>
            <a:r>
              <a:rPr lang="en-US" sz="28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trường</a:t>
            </a:r>
            <a:r>
              <a:rPr lang="en-US" sz="2850" dirty="0" spc="3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hữu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hạn,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học</a:t>
            </a: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thường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2819400" y="7381875"/>
            <a:ext cx="1264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Con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11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9</a:t>
            </a:r>
            <a:r>
              <a:rPr lang="en-US" sz="28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6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9: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1" name="Shape 9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2" name="Shape 10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3" name="Shape 11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4" name="Shape 12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5" name="Shape 13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6" name="Shape 14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Shape 15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07/08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ba031e9a-5a18-4530-b910-d15c50e553e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72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72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72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72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chiếu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86125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MiB</a:t>
            </a:r>
            <a:r>
              <a:rPr lang="en-US" sz="2850" dirty="0" spc="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=</a:t>
            </a:r>
            <a:r>
              <a:rPr lang="en-US" sz="2850" dirty="0" spc="-1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mebibyte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14400" y="4381500"/>
            <a:ext cx="80010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4619625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0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RAID =</a:t>
            </a:r>
            <a:r>
              <a:rPr lang="en-US" sz="2850" dirty="0" spc="-9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dãy</a:t>
            </a:r>
            <a:r>
              <a:rPr lang="en-US" sz="2850" dirty="0" spc="-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ổ</a:t>
            </a:r>
            <a:r>
              <a:rPr lang="en-US" sz="2850" dirty="0" spc="23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đĩa</a:t>
            </a:r>
            <a:r>
              <a:rPr lang="en-US" sz="2850" dirty="0" spc="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</a:t>
            </a:r>
            <a:r>
              <a:rPr lang="en-US" sz="2850" dirty="0" spc="1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thừa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9525000" y="3143250"/>
            <a:ext cx="7848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9" name="Text richtext-1792459612504-906275312"/>
          <p:cNvSpPr/>
          <p:nvPr/>
        </p:nvSpPr>
        <p:spPr>
          <a:xfrm>
            <a:off x="9525000" y="3714750"/>
            <a:ext cx="78486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23850" indent="-231371"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550" dirty="0"/>
          </a:p>
          <a:p>
            <a:pPr algn="l" marL="323850" indent="-231371"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Ceph:</a:t>
            </a:r>
            <a:r>
              <a:rPr lang="en-US" sz="25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Erasure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endParaRPr lang="en-US" sz="2550" dirty="0"/>
          </a:p>
          <a:p>
            <a:pPr algn="l" marL="323850" indent="-231371">
              <a:buSzPct val="100000"/>
              <a:buFont typeface="Arial"/>
              <a:buChar char="•"/>
            </a:pPr>
            <a:r>
              <a:rPr lang="en-US" sz="25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zfec: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1" name="Shape 9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2" name="Shape 10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3" name="Shape 11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6" name="Shape 14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7" name="Shape 15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 08/08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74c9ae92-308a-4c5f-8f5d-3e8dead3164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2026-10-20T01:27:14Z</dcterms:created>
  <dcterms:modified xsi:type="dcterms:W3CDTF">2026-10-20T01:27:14Z</dcterms:modified>
</cp:coreProperties>
</file>