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Medium"/>
      <p:regular r:id="rId20"/>
    </p:embeddedFont>
    <p:embeddedFont>
      <p:font typeface="Be Vietnam Pro SemiBold"/>
      <p:regular r:id="rId21"/>
    </p:embeddedFont>
    <p:embeddedFont>
      <p:font typeface="Be Vietnam Pro Extra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21717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Tấn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OSI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chịu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đòn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905375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OSI có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7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</p:txBody>
      </p:sp>
      <p:sp>
        <p:nvSpPr>
          <p:cNvPr id="6" name="Connector line-1792338519446-111051849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</a:t>
            </a: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1432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 ·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1432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vận,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1432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180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180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1962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1650" b="1" spc="19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650" b="1" spc="19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ĐÒN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763250" y="23812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010900" y="23812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 dụng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287500" y="23812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yêu</a:t>
            </a: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18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</a:t>
            </a: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chậm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63250" y="30670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010900" y="30670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287500" y="30670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chuỗi</a:t>
            </a:r>
            <a:r>
              <a:rPr lang="en-US" sz="18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763250" y="37528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010900" y="37528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287500" y="37528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cố</a:t>
            </a:r>
            <a:r>
              <a:rPr lang="en-US" sz="18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18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763250" y="44386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1010900" y="44386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287500" y="44386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ngập SYN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63250" y="51244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28" name="Text 26"/>
          <p:cNvSpPr/>
          <p:nvPr/>
        </p:nvSpPr>
        <p:spPr>
          <a:xfrm>
            <a:off x="11010900" y="51244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4287500" y="51244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</a:t>
            </a:r>
            <a:r>
              <a:rPr lang="en-US" sz="18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địa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IP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763250" y="58102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3D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11010900" y="58102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9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4287500" y="58102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ARP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763250" y="6496050"/>
            <a:ext cx="6667500" cy="609600"/>
          </a:xfrm>
          <a:prstGeom prst="roundRect">
            <a:avLst>
              <a:gd name="adj" fmla="val 25000"/>
            </a:avLst>
          </a:prstGeom>
          <a:solidFill>
            <a:srgbClr val="3DD6A0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0900" y="64960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4287500" y="6496050"/>
            <a:ext cx="2914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cắt</a:t>
            </a: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cáp,</a:t>
            </a: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nghe</a:t>
            </a: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lén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c57f5f3-0821-4560-8456-20437eb1df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2190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OSI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để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TCP/IP,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3238500"/>
          </a:xfrm>
          <a:prstGeom prst="roundRect">
            <a:avLst>
              <a:gd name="adj" fmla="val 8235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657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7" name="Text richtext-1792338943131-14250791"/>
          <p:cNvSpPr/>
          <p:nvPr/>
        </p:nvSpPr>
        <p:spPr>
          <a:xfrm>
            <a:off x="1295400" y="61150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70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cãi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87249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25000" y="952500"/>
            <a:ext cx="7848600" cy="80010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1257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OSI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650" b="1" spc="1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906000" y="173355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34600" y="17335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6000" y="243840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134600" y="24384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906000" y="314325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34600" y="31432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0" y="384810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0134600" y="38481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06000" y="455295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34600" y="45529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906000" y="525780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34600" y="52578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906000" y="596265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34600" y="59626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1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25" name="Connector line-1792338943181-676647487"/>
          <p:cNvSpPr/>
          <p:nvPr/>
        </p:nvSpPr>
        <p:spPr>
          <a:xfrm>
            <a:off x="14325600" y="1809750"/>
            <a:ext cx="228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6" name="Connector line-1792338943181-257588072"/>
          <p:cNvSpPr/>
          <p:nvPr/>
        </p:nvSpPr>
        <p:spPr>
          <a:xfrm>
            <a:off x="14554200" y="1809750"/>
            <a:ext cx="0" cy="17526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7" name="Connector line-1792338943181-475413630"/>
          <p:cNvSpPr/>
          <p:nvPr/>
        </p:nvSpPr>
        <p:spPr>
          <a:xfrm>
            <a:off x="14325600" y="3562350"/>
            <a:ext cx="228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4725650" y="2019300"/>
            <a:ext cx="2381250" cy="1333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TCP/IP</a:t>
            </a:r>
            <a:r>
              <a:rPr lang="en-US" sz="19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9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906000" y="6819900"/>
            <a:ext cx="7086600" cy="1619250"/>
          </a:xfrm>
          <a:prstGeom prst="roundRect">
            <a:avLst>
              <a:gd name="adj" fmla="val 11765"/>
            </a:avLst>
          </a:prstGeom>
          <a:solidFill>
            <a:srgbClr val="F8D9D0"/>
          </a:solidFill>
          <a:ln/>
        </p:spPr>
      </p:sp>
      <p:sp>
        <p:nvSpPr>
          <p:cNvPr id="30" name="Shape 28"/>
          <p:cNvSpPr/>
          <p:nvPr/>
        </p:nvSpPr>
        <p:spPr>
          <a:xfrm>
            <a:off x="9906000" y="68199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8900" y="68199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25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đòn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ước.</a:t>
            </a:r>
            <a:endParaRPr lang="en-US" sz="2550" dirty="0"/>
          </a:p>
        </p:txBody>
      </p:sp>
      <p:sp>
        <p:nvSpPr>
          <p:cNvPr id="32" name="Connector line-1792338943190-27311705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c7e9ad66-3c8a-4df2-b76f-49990dd254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 TRÌNH</a:t>
            </a:r>
            <a:r>
              <a:rPr lang="en-US" sz="1950" b="1" spc="24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chậm,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r>
              <a:rPr lang="en-US" sz="72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0010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623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1950" b="1" spc="14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7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6" name="Connector line-1792368511175-385710394"/>
          <p:cNvSpPr/>
          <p:nvPr/>
        </p:nvSpPr>
        <p:spPr>
          <a:xfrm>
            <a:off x="1504950" y="4171950"/>
            <a:ext cx="0" cy="2667000"/>
          </a:xfrm>
          <a:prstGeom prst="line">
            <a:avLst/>
          </a:prstGeom>
          <a:noFill/>
          <a:ln w="38100">
            <a:solidFill>
              <a:srgbClr val="7C93FF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95400" y="39814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81200" y="40386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981200" y="4362450"/>
            <a:ext cx="66294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95400" y="5314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981200" y="53721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81200" y="5695950"/>
            <a:ext cx="66294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chờ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95400" y="66484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981200" y="67056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81200" y="7029450"/>
            <a:ext cx="66294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thiểu,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hạn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</p:txBody>
      </p:sp>
      <p:sp>
        <p:nvSpPr>
          <p:cNvPr id="16" name="Connector line-1792368511206-479411337"/>
          <p:cNvSpPr/>
          <p:nvPr/>
        </p:nvSpPr>
        <p:spPr>
          <a:xfrm>
            <a:off x="1295400" y="8115300"/>
            <a:ext cx="7239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95400" y="828675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chiếu:</a:t>
            </a:r>
            <a:r>
              <a:rPr lang="en-US" sz="1800" dirty="0" spc="-3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72600" y="2819400"/>
            <a:ext cx="80010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31623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1950" b="1" spc="14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spc="9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1950" dirty="0"/>
          </a:p>
        </p:txBody>
      </p:sp>
      <p:sp>
        <p:nvSpPr>
          <p:cNvPr id="20" name="Connector line-1792368511209-957938060"/>
          <p:cNvSpPr/>
          <p:nvPr/>
        </p:nvSpPr>
        <p:spPr>
          <a:xfrm>
            <a:off x="9963150" y="4171950"/>
            <a:ext cx="0" cy="2667000"/>
          </a:xfrm>
          <a:prstGeom prst="line">
            <a:avLst/>
          </a:prstGeom>
          <a:noFill/>
          <a:ln w="38100">
            <a:solidFill>
              <a:srgbClr val="7C93FF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753600" y="39814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39400" y="40386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439400" y="4362450"/>
            <a:ext cx="66294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printf.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753600" y="5314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439400" y="53721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439400" y="5695950"/>
            <a:ext cx="66294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%p,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%s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753600" y="66484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439400" y="67056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439400" y="7029450"/>
            <a:ext cx="66294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2550" dirty="0"/>
          </a:p>
        </p:txBody>
      </p:sp>
      <p:sp>
        <p:nvSpPr>
          <p:cNvPr id="30" name="Connector line-1792368511227-22162908"/>
          <p:cNvSpPr/>
          <p:nvPr/>
        </p:nvSpPr>
        <p:spPr>
          <a:xfrm>
            <a:off x="9753600" y="8115300"/>
            <a:ext cx="7239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9753600" y="828675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1800" dirty="0"/>
          </a:p>
        </p:txBody>
      </p:sp>
      <p:sp>
        <p:nvSpPr>
          <p:cNvPr id="32" name="Connector line-1792368511229-47561624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85aa8ff6-f129-4c05-a863-db0154eef6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Cố</a:t>
            </a:r>
            <a:r>
              <a:rPr lang="en-US" sz="75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7429500" cy="2571750"/>
          </a:xfrm>
          <a:prstGeom prst="roundRect">
            <a:avLst>
              <a:gd name="adj" fmla="val 1037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8958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31495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95400" y="60198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buộc, dù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7524750"/>
            <a:ext cx="542925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nhập: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953500" y="952500"/>
            <a:ext cx="8420100" cy="8001000"/>
          </a:xfrm>
          <a:prstGeom prst="roundRect">
            <a:avLst>
              <a:gd name="adj" fmla="val 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Connector line-1792339380630-522013235"/>
          <p:cNvSpPr/>
          <p:nvPr/>
        </p:nvSpPr>
        <p:spPr>
          <a:xfrm>
            <a:off x="10382250" y="1790700"/>
            <a:ext cx="0" cy="29718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Connector line-1792339380632-830676769"/>
          <p:cNvSpPr/>
          <p:nvPr/>
        </p:nvSpPr>
        <p:spPr>
          <a:xfrm>
            <a:off x="13144500" y="1790700"/>
            <a:ext cx="0" cy="29718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3" name="Connector line-1792339380632-719440926"/>
          <p:cNvSpPr/>
          <p:nvPr/>
        </p:nvSpPr>
        <p:spPr>
          <a:xfrm>
            <a:off x="15906750" y="1790700"/>
            <a:ext cx="0" cy="29718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334500" y="1295400"/>
            <a:ext cx="20955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95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192000" y="12954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Nạn</a:t>
            </a: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954250" y="12954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382250" y="215265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100" dirty="0"/>
          </a:p>
        </p:txBody>
      </p:sp>
      <p:sp>
        <p:nvSpPr>
          <p:cNvPr id="18" name="Connector line-1792339380648-264953157"/>
          <p:cNvSpPr/>
          <p:nvPr/>
        </p:nvSpPr>
        <p:spPr>
          <a:xfrm>
            <a:off x="10458450" y="2628900"/>
            <a:ext cx="26098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144500" y="310515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100" dirty="0"/>
          </a:p>
        </p:txBody>
      </p:sp>
      <p:sp>
        <p:nvSpPr>
          <p:cNvPr id="20" name="Connector line-1792339380652-623908505"/>
          <p:cNvSpPr/>
          <p:nvPr/>
        </p:nvSpPr>
        <p:spPr>
          <a:xfrm>
            <a:off x="13220700" y="3581400"/>
            <a:ext cx="26098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382250" y="405765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100" dirty="0"/>
          </a:p>
        </p:txBody>
      </p:sp>
      <p:sp>
        <p:nvSpPr>
          <p:cNvPr id="22" name="Connector line-1792339380656-297447606"/>
          <p:cNvSpPr/>
          <p:nvPr/>
        </p:nvSpPr>
        <p:spPr>
          <a:xfrm>
            <a:off x="10458450" y="4533900"/>
            <a:ext cx="5372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96400" y="5143500"/>
            <a:ext cx="3752850" cy="2381250"/>
          </a:xfrm>
          <a:prstGeom prst="roundRect">
            <a:avLst>
              <a:gd name="adj" fmla="val 9600"/>
            </a:avLst>
          </a:prstGeom>
          <a:solidFill>
            <a:srgbClr val="DDE3FA"/>
          </a:solidFill>
          <a:ln/>
        </p:spPr>
      </p:sp>
      <p:sp>
        <p:nvSpPr>
          <p:cNvPr id="24" name="Text 22"/>
          <p:cNvSpPr/>
          <p:nvPr/>
        </p:nvSpPr>
        <p:spPr>
          <a:xfrm>
            <a:off x="9563100" y="54102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NGUYÊN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63100" y="58293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3277850" y="5143500"/>
            <a:ext cx="3752850" cy="2381250"/>
          </a:xfrm>
          <a:prstGeom prst="roundRect">
            <a:avLst>
              <a:gd name="adj" fmla="val 9600"/>
            </a:avLst>
          </a:prstGeom>
          <a:solidFill>
            <a:srgbClr val="1F3FD1"/>
          </a:solidFill>
          <a:ln/>
        </p:spPr>
      </p:sp>
      <p:sp>
        <p:nvSpPr>
          <p:cNvPr id="27" name="Text 25"/>
          <p:cNvSpPr/>
          <p:nvPr/>
        </p:nvSpPr>
        <p:spPr>
          <a:xfrm>
            <a:off x="13544550" y="54102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65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1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650" b="1" spc="21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650" b="1" spc="22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544550" y="58293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9296400" y="7867650"/>
            <a:ext cx="7734300" cy="6477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phỏng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1800" dirty="0"/>
          </a:p>
        </p:txBody>
      </p:sp>
      <p:sp>
        <p:nvSpPr>
          <p:cNvPr id="30" name="Connector line-1792339380683-80194815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9237c08a-95e1-4f70-9309-891faeacbc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spc="26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Ngập</a:t>
            </a:r>
            <a:r>
              <a:rPr lang="en-US" sz="75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24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62100" y="2762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62100" y="30861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3733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37719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62100" y="4095750"/>
            <a:ext cx="66675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162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5200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562100" y="5524500"/>
            <a:ext cx="66675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(tcp_syncookies).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667500"/>
            <a:ext cx="73152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896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8250" y="7258050"/>
            <a:ext cx="6667500" cy="10668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cắm</a:t>
            </a:r>
            <a:r>
              <a:rPr lang="en-US" sz="21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lặng: khách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 lặng: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8250" y="84201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ngập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SYN: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63000" y="2762250"/>
            <a:ext cx="8610600" cy="6191250"/>
          </a:xfrm>
          <a:prstGeom prst="roundRect">
            <a:avLst>
              <a:gd name="adj" fmla="val 4308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30099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 2</a:t>
            </a: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MÔ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1650" b="1" spc="2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0" y="337185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0" y="3848100"/>
            <a:ext cx="7810500" cy="6286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lượt: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80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đáp.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80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466725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0" y="50292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668000" y="5029200"/>
            <a:ext cx="1785938" cy="3048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2587288" y="50292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0" y="54102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668000" y="5410200"/>
            <a:ext cx="833438" cy="3048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11634788" y="54102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0" y="584835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144000" y="62103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0668000" y="6210300"/>
            <a:ext cx="4762500" cy="3048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31" name="Text 29"/>
          <p:cNvSpPr/>
          <p:nvPr/>
        </p:nvSpPr>
        <p:spPr>
          <a:xfrm>
            <a:off x="15563850" y="62103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144000" y="65913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0668000" y="6591300"/>
            <a:ext cx="3452813" cy="3048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14254163" y="65913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29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144000" y="70485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44000" y="74104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668000" y="7410450"/>
            <a:ext cx="4762500" cy="3048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38" name="Text 36"/>
          <p:cNvSpPr/>
          <p:nvPr/>
        </p:nvSpPr>
        <p:spPr>
          <a:xfrm>
            <a:off x="15563850" y="741045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144000" y="77914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0668000" y="7791450"/>
            <a:ext cx="4762500" cy="3048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15563850" y="779145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44000" y="8248650"/>
            <a:ext cx="7810500" cy="66675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 do cách</a:t>
            </a:r>
            <a:r>
              <a:rPr lang="en-US" sz="1650" dirty="0" spc="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r>
              <a:rPr lang="en-US" sz="1650" dirty="0" spc="-3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 dự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 phạm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-2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endParaRPr lang="en-US" sz="1650" dirty="0"/>
          </a:p>
        </p:txBody>
      </p:sp>
      <p:sp>
        <p:nvSpPr>
          <p:cNvPr id="43" name="Connector line-1792363484404-17636974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16362d7b-ff26-4b44-b52d-06d0b34f89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7500" dirty="0" spc="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nguồn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điền,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000500"/>
            <a:ext cx="164592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61975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3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100" dirty="0"/>
          </a:p>
        </p:txBody>
      </p:sp>
      <p:sp>
        <p:nvSpPr>
          <p:cNvPr id="7" name="Connector line-1792363522836-804528844"/>
          <p:cNvSpPr/>
          <p:nvPr/>
        </p:nvSpPr>
        <p:spPr>
          <a:xfrm>
            <a:off x="3486150" y="5924550"/>
            <a:ext cx="8001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81500" y="43434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81500" y="4762500"/>
            <a:ext cx="4000500" cy="2381250"/>
          </a:xfrm>
          <a:prstGeom prst="roundRect">
            <a:avLst>
              <a:gd name="adj" fmla="val 96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7250" y="49149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67250" y="5334000"/>
            <a:ext cx="3429000" cy="609600"/>
          </a:xfrm>
          <a:prstGeom prst="roundRect">
            <a:avLst>
              <a:gd name="adj" fmla="val 21875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7250" y="6153150"/>
            <a:ext cx="3429000" cy="609600"/>
          </a:xfrm>
          <a:prstGeom prst="roundRect">
            <a:avLst>
              <a:gd name="adj" fmla="val 21875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095750" y="73533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Bên</a:t>
            </a:r>
            <a:r>
              <a:rPr lang="en-US" sz="1950" dirty="0" spc="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9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điền,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19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điền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endParaRPr lang="en-US" sz="1950" dirty="0"/>
          </a:p>
        </p:txBody>
      </p:sp>
      <p:sp>
        <p:nvSpPr>
          <p:cNvPr id="14" name="Connector line-1792363522848-436874507"/>
          <p:cNvSpPr/>
          <p:nvPr/>
        </p:nvSpPr>
        <p:spPr>
          <a:xfrm>
            <a:off x="8477250" y="5924550"/>
            <a:ext cx="857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9750" y="434340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429750" y="4762500"/>
            <a:ext cx="4191000" cy="2381250"/>
          </a:xfrm>
          <a:prstGeom prst="roundRect">
            <a:avLst>
              <a:gd name="adj" fmla="val 96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501015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15500" y="55245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1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715500" y="6057900"/>
            <a:ext cx="3619500" cy="895350"/>
          </a:xfrm>
          <a:prstGeom prst="roundRect">
            <a:avLst>
              <a:gd name="adj" fmla="val 17021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6057900"/>
            <a:ext cx="3238500" cy="8953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1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429750" y="73342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950" dirty="0" spc="-4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950" dirty="0"/>
          </a:p>
        </p:txBody>
      </p:sp>
      <p:sp>
        <p:nvSpPr>
          <p:cNvPr id="22" name="Connector line-1792363522859-779610069"/>
          <p:cNvSpPr/>
          <p:nvPr/>
        </p:nvSpPr>
        <p:spPr>
          <a:xfrm>
            <a:off x="13716000" y="5924550"/>
            <a:ext cx="857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4668500" y="561975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2100" dirty="0"/>
          </a:p>
        </p:txBody>
      </p:sp>
      <p:sp>
        <p:nvSpPr>
          <p:cNvPr id="24" name="Connector line-1792363522860-78068690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052689f0-da29-4e97-98c0-9cc6d6d80c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1950" b="1" spc="21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1950" b="1" spc="1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ARP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giả,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cáp,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lén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5162550"/>
          </a:xfrm>
          <a:prstGeom prst="roundRect">
            <a:avLst>
              <a:gd name="adj" fmla="val 516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00350"/>
            <a:ext cx="34290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4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KẾT</a:t>
            </a:r>
            <a:r>
              <a:rPr lang="en-US" sz="1800" b="1" spc="15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2762250" cy="6096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152900" y="348615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ARP</a:t>
            </a:r>
            <a:r>
              <a:rPr lang="en-US" sz="16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8" name="Connector line-1792365276894-450096248"/>
          <p:cNvSpPr/>
          <p:nvPr/>
        </p:nvSpPr>
        <p:spPr>
          <a:xfrm>
            <a:off x="4191000" y="3848100"/>
            <a:ext cx="1333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638800" y="3543300"/>
            <a:ext cx="2381250" cy="609600"/>
          </a:xfrm>
          <a:prstGeom prst="roundRect">
            <a:avLst>
              <a:gd name="adj" fmla="val 25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95400" y="47053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95400" y="5010150"/>
            <a:ext cx="72390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phần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95400" y="6000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95400" y="6305550"/>
            <a:ext cx="72390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ARP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ARP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(khó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trì).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95400" y="731520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72600" y="2571750"/>
            <a:ext cx="8001000" cy="5162550"/>
          </a:xfrm>
          <a:prstGeom prst="roundRect">
            <a:avLst>
              <a:gd name="adj" fmla="val 516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28003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6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1800" b="1" spc="5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53600" y="33909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16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cáp</a:t>
            </a:r>
            <a:endParaRPr lang="en-US" sz="1650" dirty="0"/>
          </a:p>
        </p:txBody>
      </p:sp>
      <p:sp>
        <p:nvSpPr>
          <p:cNvPr id="18" name="Connector line-1792365276918-932178438"/>
          <p:cNvSpPr/>
          <p:nvPr/>
        </p:nvSpPr>
        <p:spPr>
          <a:xfrm>
            <a:off x="9829800" y="3829050"/>
            <a:ext cx="28384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Connector line-1792365276918-954533865"/>
          <p:cNvSpPr/>
          <p:nvPr/>
        </p:nvSpPr>
        <p:spPr>
          <a:xfrm>
            <a:off x="13811250" y="3829050"/>
            <a:ext cx="31051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Connector line-1792365276919-575400058"/>
          <p:cNvSpPr/>
          <p:nvPr/>
        </p:nvSpPr>
        <p:spPr>
          <a:xfrm>
            <a:off x="13068300" y="3657600"/>
            <a:ext cx="342900" cy="3429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1" name="Connector line-1792365276919-252507705"/>
          <p:cNvSpPr/>
          <p:nvPr/>
        </p:nvSpPr>
        <p:spPr>
          <a:xfrm flipH="1">
            <a:off x="13068300" y="3657600"/>
            <a:ext cx="342900" cy="3429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744075" y="3743325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830675" y="3743325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600" y="40005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6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1650" dirty="0"/>
          </a:p>
        </p:txBody>
      </p:sp>
      <p:sp>
        <p:nvSpPr>
          <p:cNvPr id="25" name="Connector line-1792365276923-467545875"/>
          <p:cNvSpPr/>
          <p:nvPr/>
        </p:nvSpPr>
        <p:spPr>
          <a:xfrm>
            <a:off x="9829800" y="4400550"/>
            <a:ext cx="7086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744075" y="4314825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6830675" y="4314825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9753600" y="47053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753600" y="5010150"/>
            <a:ext cx="72390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 phần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cáp.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753600" y="6000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753600" y="6305550"/>
            <a:ext cx="72390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phòng.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9753600" y="731520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lén,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không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4400" y="7924800"/>
            <a:ext cx="16459200" cy="102870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1295400" y="8058150"/>
            <a:ext cx="1562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THÍCH: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95400" y="842010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19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 giả</a:t>
            </a:r>
            <a:r>
              <a:rPr lang="en-US" sz="195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phần</a:t>
            </a:r>
            <a:r>
              <a:rPr lang="en-US" sz="19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cứng,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 thiệp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cứng,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nhiễu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từ.</a:t>
            </a:r>
            <a:endParaRPr lang="en-US" sz="1950" dirty="0"/>
          </a:p>
        </p:txBody>
      </p:sp>
      <p:sp>
        <p:nvSpPr>
          <p:cNvPr id="36" name="Connector line-1792365276945-80239932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c694111c-33f0-429d-b2a0-29b65a4b6f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cãi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029200" cy="4476750"/>
          </a:xfrm>
          <a:prstGeom prst="roundRect">
            <a:avLst>
              <a:gd name="adj" fmla="val 5957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9908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905000" y="2838450"/>
            <a:ext cx="3733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" y="3943350"/>
            <a:ext cx="4419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DDoS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cả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9200" y="436245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05100" y="4362450"/>
            <a:ext cx="2733675" cy="4572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18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18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489585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băng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5543550"/>
            <a:ext cx="4419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hijacking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(MDN)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9200" y="5962650"/>
            <a:ext cx="3476625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7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dụng:</a:t>
            </a:r>
            <a:r>
              <a:rPr lang="en-US" sz="18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ăn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cắp</a:t>
            </a:r>
            <a:r>
              <a:rPr lang="en-US" sz="180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8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200" y="6496050"/>
            <a:ext cx="3971925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1800" dirty="0" spc="-9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vận:</a:t>
            </a:r>
            <a:r>
              <a:rPr lang="en-US" sz="18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chiếm</a:t>
            </a:r>
            <a:r>
              <a:rPr lang="en-US" sz="18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8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1800" dirty="0" spc="-2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2762250"/>
            <a:ext cx="5029200" cy="4476750"/>
          </a:xfrm>
          <a:prstGeom prst="roundRect">
            <a:avLst>
              <a:gd name="adj" fmla="val 5957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6934200" y="29908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20000" y="2838450"/>
            <a:ext cx="3733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công,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6934200" y="3943350"/>
            <a:ext cx="4419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34200" y="4362450"/>
            <a:ext cx="4219575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6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OWASP: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1800" dirty="0" spc="-2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800" dirty="0" spc="-2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r>
              <a:rPr lang="en-US" sz="18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34200" y="4933950"/>
            <a:ext cx="28575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Mạng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 bộ:</a:t>
            </a:r>
            <a:r>
              <a:rPr lang="en-US" sz="18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ARP</a:t>
            </a:r>
            <a:r>
              <a:rPr lang="en-US" sz="180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34200" y="5505450"/>
            <a:ext cx="2362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800" dirty="0" spc="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đọc:</a:t>
            </a:r>
            <a:r>
              <a:rPr lang="en-US" sz="18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34200" y="6076950"/>
            <a:ext cx="38481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1800" dirty="0" spc="8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đỡ</a:t>
            </a:r>
            <a:r>
              <a:rPr lang="en-US" sz="18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chính: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TLS,</a:t>
            </a:r>
            <a:r>
              <a:rPr lang="en-US" sz="1800" dirty="0" spc="-1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1800" dirty="0" spc="-2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0" y="2762250"/>
            <a:ext cx="5029200" cy="4476750"/>
          </a:xfrm>
          <a:prstGeom prst="roundRect">
            <a:avLst>
              <a:gd name="adj" fmla="val 5957"/>
            </a:avLst>
          </a:prstGeom>
          <a:solidFill>
            <a:srgbClr val="F8D9D0"/>
          </a:solidFill>
          <a:ln/>
        </p:spPr>
      </p:sp>
      <p:sp>
        <p:nvSpPr>
          <p:cNvPr id="23" name="Text 21"/>
          <p:cNvSpPr/>
          <p:nvPr/>
        </p:nvSpPr>
        <p:spPr>
          <a:xfrm>
            <a:off x="12649200" y="29908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335000" y="2838450"/>
            <a:ext cx="3733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2649200" y="3943350"/>
            <a:ext cx="4419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Brute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force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649200" y="436245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mật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649200" y="493395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649200" y="550545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ẩn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7467600"/>
            <a:ext cx="16459200" cy="148590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" y="7639050"/>
            <a:ext cx="1524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1650" b="1" spc="23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95400" y="8020050"/>
            <a:ext cx="74295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“Pushing”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“phishing”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đoán);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 không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nào.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372600" y="8020050"/>
            <a:ext cx="76200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đòn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ngập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(SYN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flood)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Linux.</a:t>
            </a:r>
            <a:endParaRPr lang="en-US" sz="2100" dirty="0"/>
          </a:p>
        </p:txBody>
      </p:sp>
      <p:sp>
        <p:nvSpPr>
          <p:cNvPr id="33" name="Connector line-1792366410166-49640085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f4dbf075-8b6e-4f23-931e-8da2e7fb15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9144000" cy="18669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Điểm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Wi-Fi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 của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TLS.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Đòn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TLS thì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hổng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667250"/>
            <a:ext cx="9144000" cy="4286250"/>
          </a:xfrm>
          <a:prstGeom prst="roundRect">
            <a:avLst>
              <a:gd name="adj" fmla="val 6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029200"/>
            <a:ext cx="1333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1950" dirty="0"/>
          </a:p>
        </p:txBody>
      </p:sp>
      <p:sp>
        <p:nvSpPr>
          <p:cNvPr id="7" name="Connector line-1792367677007-273658943"/>
          <p:cNvSpPr/>
          <p:nvPr/>
        </p:nvSpPr>
        <p:spPr>
          <a:xfrm>
            <a:off x="2724150" y="5334000"/>
            <a:ext cx="666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486150" y="5029200"/>
            <a:ext cx="295275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 giả</a:t>
            </a:r>
            <a:endParaRPr lang="en-US" sz="1950" dirty="0"/>
          </a:p>
        </p:txBody>
      </p:sp>
      <p:sp>
        <p:nvSpPr>
          <p:cNvPr id="9" name="Connector line-1792367677013-106285673"/>
          <p:cNvSpPr/>
          <p:nvPr/>
        </p:nvSpPr>
        <p:spPr>
          <a:xfrm>
            <a:off x="6534150" y="5334000"/>
            <a:ext cx="666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296150" y="502920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9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1950" dirty="0"/>
          </a:p>
        </p:txBody>
      </p:sp>
      <p:sp>
        <p:nvSpPr>
          <p:cNvPr id="11" name="Connector line-1792367677016-996016886"/>
          <p:cNvSpPr/>
          <p:nvPr/>
        </p:nvSpPr>
        <p:spPr>
          <a:xfrm>
            <a:off x="4962525" y="5676900"/>
            <a:ext cx="0" cy="4762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3486150" y="6191250"/>
            <a:ext cx="295275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chen</a:t>
            </a:r>
            <a:r>
              <a:rPr lang="en-US" sz="1800" dirty="0" spc="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1800" dirty="0" spc="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endParaRPr lang="en-US" sz="1800" dirty="0"/>
          </a:p>
        </p:txBody>
      </p:sp>
      <p:sp>
        <p:nvSpPr>
          <p:cNvPr id="13" name="Connector line-1792367677018-592179397"/>
          <p:cNvSpPr/>
          <p:nvPr/>
        </p:nvSpPr>
        <p:spPr>
          <a:xfrm>
            <a:off x="8486775" y="5676900"/>
            <a:ext cx="0" cy="11430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6096000" y="6858000"/>
            <a:ext cx="35814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</a:t>
            </a:r>
            <a:r>
              <a:rPr lang="en-US" sz="180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HTTP:</a:t>
            </a:r>
            <a:r>
              <a:rPr lang="en-US" sz="18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1800" dirty="0" spc="2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6096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?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019300" y="60960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95400" y="7829550"/>
            <a:ext cx="8382000" cy="685800"/>
          </a:xfrm>
          <a:prstGeom prst="roundRect">
            <a:avLst>
              <a:gd name="adj" fmla="val 27778"/>
            </a:avLst>
          </a:prstGeom>
          <a:solidFill>
            <a:srgbClr val="F8D9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95400" y="7829550"/>
            <a:ext cx="9525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1619250" y="7829550"/>
            <a:ext cx="7905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 bật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TLS: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0" y="952500"/>
            <a:ext cx="6896100" cy="8001000"/>
          </a:xfrm>
          <a:prstGeom prst="roundRect">
            <a:avLst>
              <a:gd name="adj" fmla="val 3867"/>
            </a:avLst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15650" y="1314450"/>
            <a:ext cx="647700" cy="647700"/>
          </a:xfrm>
          <a:prstGeom prst="ellips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2" name="Connector line-1792367677031-240979679"/>
          <p:cNvSpPr/>
          <p:nvPr/>
        </p:nvSpPr>
        <p:spPr>
          <a:xfrm>
            <a:off x="11087100" y="1657350"/>
            <a:ext cx="114300" cy="1238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3" name="Connector line-1792367677031-562211699"/>
          <p:cNvSpPr/>
          <p:nvPr/>
        </p:nvSpPr>
        <p:spPr>
          <a:xfrm flipV="1">
            <a:off x="11201400" y="1495425"/>
            <a:ext cx="200025" cy="28575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0934700" y="22669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934700" y="2647950"/>
            <a:ext cx="5981700" cy="1809750"/>
          </a:xfrm>
          <a:prstGeom prst="rect">
            <a:avLst/>
          </a:prstGeom>
          <a:noFill/>
          <a:ln/>
        </p:spPr>
        <p:txBody>
          <a:bodyPr wrap="square" lIns="0" tIns="56007" rIns="0" bIns="-56007" rtlCol="0" anchor="t"/>
          <a:lstStyle/>
          <a:p>
            <a:pPr algn="l" indent="0" marL="0">
              <a:lnSpc>
                <a:spcPts val="6552"/>
              </a:lnSpc>
              <a:buNone/>
            </a:pPr>
            <a:r>
              <a:rPr lang="en-US" sz="63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3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300" dirty="0"/>
          </a:p>
          <a:p>
            <a:pPr algn="l" indent="0" marL="0">
              <a:lnSpc>
                <a:spcPts val="6552"/>
              </a:lnSpc>
              <a:buNone/>
            </a:pPr>
            <a:r>
              <a:rPr lang="en-US" sz="63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r>
              <a:rPr lang="en-US" sz="63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300" dirty="0"/>
          </a:p>
        </p:txBody>
      </p:sp>
      <p:sp>
        <p:nvSpPr>
          <p:cNvPr id="26" name="Text richtext-1792367677040-536651768"/>
          <p:cNvSpPr/>
          <p:nvPr/>
        </p:nvSpPr>
        <p:spPr>
          <a:xfrm>
            <a:off x="10934700" y="4762500"/>
            <a:ext cx="59817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Chen ở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thấp,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550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ăn cắp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qua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MITM.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cố</a:t>
            </a:r>
            <a:r>
              <a:rPr lang="en-US" sz="2550" dirty="0" spc="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934700" y="82486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dirty="0" spc="-3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dirty="0" spc="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28" name="Connector line-1792367677071-29734032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8570f29f-11a1-4092-b2f5-3e0fadf5b0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051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OSI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32956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Systems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Interconnection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9052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05400" y="25527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27051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5334000" y="32956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0" y="39052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96400" y="25527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27051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4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SYN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525000" y="32956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SYNchronize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25000" y="39052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00" dirty="0" spc="-3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87400" y="25527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0" y="27051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ARP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3716000" y="32956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Address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Resolution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716000" y="39052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80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1435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2959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143000" y="58864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43000" y="64960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3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05400" y="51435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5334000" y="52959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MITM</a:t>
            </a:r>
            <a:endParaRPr lang="en-US" sz="3450" dirty="0"/>
          </a:p>
        </p:txBody>
      </p:sp>
      <p:sp>
        <p:nvSpPr>
          <p:cNvPr id="26" name="Text 24"/>
          <p:cNvSpPr/>
          <p:nvPr/>
        </p:nvSpPr>
        <p:spPr>
          <a:xfrm>
            <a:off x="5334000" y="58864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Manipulator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Middle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34000" y="64960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chen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8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96400" y="51435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52959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DDoS</a:t>
            </a:r>
            <a:endParaRPr lang="en-US" sz="3450" dirty="0"/>
          </a:p>
        </p:txBody>
      </p:sp>
      <p:sp>
        <p:nvSpPr>
          <p:cNvPr id="30" name="Text 28"/>
          <p:cNvSpPr/>
          <p:nvPr/>
        </p:nvSpPr>
        <p:spPr>
          <a:xfrm>
            <a:off x="9525000" y="58864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Distributed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Denial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25000" y="64960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dùng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487400" y="5143500"/>
            <a:ext cx="3886200" cy="240030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0" y="5295900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450" dirty="0"/>
          </a:p>
        </p:txBody>
      </p:sp>
      <p:sp>
        <p:nvSpPr>
          <p:cNvPr id="34" name="Text 32"/>
          <p:cNvSpPr/>
          <p:nvPr/>
        </p:nvSpPr>
        <p:spPr>
          <a:xfrm>
            <a:off x="13716000" y="58864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716000" y="6496050"/>
            <a:ext cx="3429000" cy="9144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78867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8229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Community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14400" y="8667750"/>
            <a:ext cx="164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9" name="Connector line-1792368431805-36926333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524ce0fa-42c4-4a8b-9279-2354fafe17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2026-10-19T00:21:05Z</dcterms:created>
  <dcterms:modified xsi:type="dcterms:W3CDTF">2026-10-19T00:21:05Z</dcterms:modified>
</cp:coreProperties>
</file>