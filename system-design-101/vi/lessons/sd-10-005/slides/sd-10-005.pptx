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334500" cy="38100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Cây</a:t>
            </a: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cấp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1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Java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Collection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28625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Nên</a:t>
            </a:r>
            <a:r>
              <a:rPr lang="en-US" sz="30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30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30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30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0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0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0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0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300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30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6096000"/>
            <a:ext cx="914400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7505700"/>
            <a:ext cx="1905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gốc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Collection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3524250" y="7505700"/>
            <a:ext cx="1905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nhánh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810250" y="7505700"/>
            <a:ext cx="200025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95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19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8096250" y="7505700"/>
            <a:ext cx="180975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Map</a:t>
            </a:r>
            <a:r>
              <a:rPr lang="en-US" sz="19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195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cây</a:t>
            </a:r>
            <a:endParaRPr lang="en-US" sz="1950" dirty="0"/>
          </a:p>
        </p:txBody>
      </p:sp>
      <p:sp>
        <p:nvSpPr>
          <p:cNvPr id="10" name="Connector line-1792335302534-313886511"/>
          <p:cNvSpPr/>
          <p:nvPr/>
        </p:nvSpPr>
        <p:spPr>
          <a:xfrm>
            <a:off x="3276600" y="6477000"/>
            <a:ext cx="0" cy="167640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1" name="Connector line-1792335302535-719212320"/>
          <p:cNvSpPr/>
          <p:nvPr/>
        </p:nvSpPr>
        <p:spPr>
          <a:xfrm>
            <a:off x="5562600" y="6477000"/>
            <a:ext cx="0" cy="167640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2" name="Connector line-1792335302535-302238183"/>
          <p:cNvSpPr/>
          <p:nvPr/>
        </p:nvSpPr>
        <p:spPr>
          <a:xfrm>
            <a:off x="7848600" y="6477000"/>
            <a:ext cx="0" cy="167640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0763250" y="914400"/>
            <a:ext cx="661035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63250" y="914400"/>
            <a:ext cx="133350" cy="2476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1201400" y="2762250"/>
            <a:ext cx="590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ArrayList</a:t>
            </a:r>
            <a:r>
              <a:rPr lang="en-US" sz="210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1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LinkedList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0763250" y="3676650"/>
            <a:ext cx="661035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/>
        </p:spPr>
      </p:sp>
      <p:sp>
        <p:nvSpPr>
          <p:cNvPr id="17" name="Shape 15"/>
          <p:cNvSpPr/>
          <p:nvPr/>
        </p:nvSpPr>
        <p:spPr>
          <a:xfrm>
            <a:off x="10763250" y="3676650"/>
            <a:ext cx="133350" cy="2476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8" name="Text 16"/>
          <p:cNvSpPr/>
          <p:nvPr/>
        </p:nvSpPr>
        <p:spPr>
          <a:xfrm>
            <a:off x="11201400" y="5524500"/>
            <a:ext cx="590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HashSet</a:t>
            </a:r>
            <a:r>
              <a:rPr lang="en-US" sz="21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2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TreeSet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0763250" y="6438900"/>
            <a:ext cx="661035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/>
        </p:spPr>
      </p:sp>
      <p:sp>
        <p:nvSpPr>
          <p:cNvPr id="20" name="Shape 18"/>
          <p:cNvSpPr/>
          <p:nvPr/>
        </p:nvSpPr>
        <p:spPr>
          <a:xfrm>
            <a:off x="10763250" y="6438900"/>
            <a:ext cx="133350" cy="2476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11201400" y="8286750"/>
            <a:ext cx="590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PriorityQueue</a:t>
            </a:r>
            <a:r>
              <a:rPr lang="en-US" sz="21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ArrayDeque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14400" y="94297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mềm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238250" y="6286500"/>
            <a:ext cx="2095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200" dirty="0"/>
          </a:p>
        </p:txBody>
      </p:sp>
      <p:sp>
        <p:nvSpPr>
          <p:cNvPr id="24" name="Text 22"/>
          <p:cNvSpPr/>
          <p:nvPr/>
        </p:nvSpPr>
        <p:spPr>
          <a:xfrm>
            <a:off x="3524250" y="6286500"/>
            <a:ext cx="2095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200" dirty="0"/>
          </a:p>
        </p:txBody>
      </p:sp>
      <p:sp>
        <p:nvSpPr>
          <p:cNvPr id="25" name="Text 23"/>
          <p:cNvSpPr/>
          <p:nvPr/>
        </p:nvSpPr>
        <p:spPr>
          <a:xfrm>
            <a:off x="5810250" y="6286500"/>
            <a:ext cx="2095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200" dirty="0"/>
          </a:p>
        </p:txBody>
      </p:sp>
      <p:sp>
        <p:nvSpPr>
          <p:cNvPr id="26" name="Text 24"/>
          <p:cNvSpPr/>
          <p:nvPr/>
        </p:nvSpPr>
        <p:spPr>
          <a:xfrm>
            <a:off x="8096250" y="6286500"/>
            <a:ext cx="1905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200" dirty="0"/>
          </a:p>
        </p:txBody>
      </p:sp>
      <p:sp>
        <p:nvSpPr>
          <p:cNvPr id="27" name="Text 25"/>
          <p:cNvSpPr/>
          <p:nvPr/>
        </p:nvSpPr>
        <p:spPr>
          <a:xfrm>
            <a:off x="11201400" y="1104900"/>
            <a:ext cx="5715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List</a:t>
            </a:r>
            <a:endParaRPr lang="en-US" sz="5700" dirty="0"/>
          </a:p>
        </p:txBody>
      </p:sp>
      <p:sp>
        <p:nvSpPr>
          <p:cNvPr id="28" name="Text 26"/>
          <p:cNvSpPr/>
          <p:nvPr/>
        </p:nvSpPr>
        <p:spPr>
          <a:xfrm>
            <a:off x="11201400" y="2152650"/>
            <a:ext cx="6000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1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trí,</a:t>
            </a:r>
            <a:r>
              <a:rPr lang="en-US" sz="21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1201400" y="3867150"/>
            <a:ext cx="5715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Set</a:t>
            </a:r>
            <a:endParaRPr lang="en-US" sz="5700" dirty="0"/>
          </a:p>
        </p:txBody>
      </p:sp>
      <p:sp>
        <p:nvSpPr>
          <p:cNvPr id="30" name="Text 28"/>
          <p:cNvSpPr/>
          <p:nvPr/>
        </p:nvSpPr>
        <p:spPr>
          <a:xfrm>
            <a:off x="11201400" y="4914900"/>
            <a:ext cx="6000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 trùng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1201400" y="6629400"/>
            <a:ext cx="5715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0" dirty="0" spc="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Queue</a:t>
            </a:r>
            <a:endParaRPr lang="en-US" sz="5700" dirty="0"/>
          </a:p>
        </p:txBody>
      </p:sp>
      <p:sp>
        <p:nvSpPr>
          <p:cNvPr id="32" name="Text 30"/>
          <p:cNvSpPr/>
          <p:nvPr/>
        </p:nvSpPr>
        <p:spPr>
          <a:xfrm>
            <a:off x="11201400" y="7677150"/>
            <a:ext cx="6000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93cf6d53-c531-4e10-802a-15107cd782d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17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8001000" cy="2286000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endParaRPr lang="en-US" sz="7500" dirty="0"/>
          </a:p>
          <a:p>
            <a:pPr algn="l" indent="0" marL="0">
              <a:lnSpc>
                <a:spcPts val="7875"/>
              </a:lnSpc>
              <a:buNone/>
            </a:pP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mọi</a:t>
            </a:r>
            <a:r>
              <a:rPr lang="en-US" sz="75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việc?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905250"/>
            <a:ext cx="7810500" cy="1905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 Java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Collection,</a:t>
            </a:r>
            <a:r>
              <a:rPr lang="en-US" sz="28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6286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F8D9D0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6591300"/>
            <a:ext cx="571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708660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b="1" dirty="0" spc="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toán.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5000" y="125730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1800" b="1" spc="20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21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b="1" spc="21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486900" y="4048125"/>
            <a:ext cx="2762250" cy="1714500"/>
          </a:xfrm>
          <a:prstGeom prst="roundRect">
            <a:avLst>
              <a:gd name="adj" fmla="val 15556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2700" dirty="0"/>
          </a:p>
        </p:txBody>
      </p:sp>
      <p:sp>
        <p:nvSpPr>
          <p:cNvPr id="11" name="Connector line-1792335401103-195201453"/>
          <p:cNvSpPr/>
          <p:nvPr/>
        </p:nvSpPr>
        <p:spPr>
          <a:xfrm flipV="1">
            <a:off x="12344400" y="2619375"/>
            <a:ext cx="1066800" cy="228600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2" name="Connector line-1792335401104-335312781"/>
          <p:cNvSpPr/>
          <p:nvPr/>
        </p:nvSpPr>
        <p:spPr>
          <a:xfrm>
            <a:off x="12344400" y="4905375"/>
            <a:ext cx="10668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3" name="Connector line-1792335401104-712272265"/>
          <p:cNvSpPr/>
          <p:nvPr/>
        </p:nvSpPr>
        <p:spPr>
          <a:xfrm>
            <a:off x="12344400" y="4905375"/>
            <a:ext cx="1066800" cy="228600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3525500" y="1619250"/>
            <a:ext cx="3524250" cy="1809750"/>
          </a:xfrm>
          <a:prstGeom prst="roundRect">
            <a:avLst>
              <a:gd name="adj" fmla="val 12632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830300" y="1733550"/>
            <a:ext cx="2857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List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13830300" y="2571750"/>
            <a:ext cx="30480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1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trí,</a:t>
            </a:r>
            <a:r>
              <a:rPr lang="en-US" sz="21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phép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3525500" y="4000500"/>
            <a:ext cx="3524250" cy="1809750"/>
          </a:xfrm>
          <a:prstGeom prst="roundRect">
            <a:avLst>
              <a:gd name="adj" fmla="val 12632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830300" y="4114800"/>
            <a:ext cx="2857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Set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13830300" y="49530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 trùng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3525500" y="6381750"/>
            <a:ext cx="3524250" cy="1809750"/>
          </a:xfrm>
          <a:prstGeom prst="roundRect">
            <a:avLst>
              <a:gd name="adj" fmla="val 12632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830300" y="6496050"/>
            <a:ext cx="2857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1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Queue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13830300" y="7334250"/>
            <a:ext cx="30480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8971e825-421e-4233-ac72-c1dd656b1f6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 GỐC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219075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Iterable</a:t>
            </a:r>
            <a:endParaRPr lang="en-US" sz="7200" dirty="0"/>
          </a:p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Collection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600450"/>
            <a:ext cx="781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Collection</a:t>
            </a:r>
            <a:r>
              <a:rPr lang="en-US" sz="3000" b="1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300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</a:t>
            </a:r>
            <a:r>
              <a:rPr lang="en-US" sz="30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Iterable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5619750"/>
            <a:ext cx="4191000" cy="6477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vòng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1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nâng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295900" y="5619750"/>
            <a:ext cx="1905000" cy="6477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iterator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6667500"/>
            <a:ext cx="7620000" cy="20002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667500"/>
            <a:ext cx="133350" cy="2000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6934200"/>
            <a:ext cx="571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1" name="Connector line-1792335468145-224870917"/>
          <p:cNvSpPr/>
          <p:nvPr/>
        </p:nvSpPr>
        <p:spPr>
          <a:xfrm flipV="1">
            <a:off x="13258800" y="2895600"/>
            <a:ext cx="0" cy="59055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3487400" y="302895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4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</a:t>
            </a:r>
            <a:r>
              <a:rPr lang="en-US" sz="19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</a:t>
            </a:r>
            <a:endParaRPr lang="en-US" sz="1950" dirty="0"/>
          </a:p>
        </p:txBody>
      </p:sp>
      <p:sp>
        <p:nvSpPr>
          <p:cNvPr id="13" name="Connector line-1792335468148-689857458"/>
          <p:cNvSpPr/>
          <p:nvPr/>
        </p:nvSpPr>
        <p:spPr>
          <a:xfrm flipH="1">
            <a:off x="10668000" y="4972050"/>
            <a:ext cx="2590800" cy="146685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335468148-859502814"/>
          <p:cNvSpPr/>
          <p:nvPr/>
        </p:nvSpPr>
        <p:spPr>
          <a:xfrm>
            <a:off x="13258800" y="4972050"/>
            <a:ext cx="0" cy="146685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5" name="Connector line-1792335468149-617779725"/>
          <p:cNvSpPr/>
          <p:nvPr/>
        </p:nvSpPr>
        <p:spPr>
          <a:xfrm>
            <a:off x="13258800" y="4972050"/>
            <a:ext cx="2590800" cy="146685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1353800" y="1619250"/>
            <a:ext cx="3810000" cy="1238250"/>
          </a:xfrm>
          <a:prstGeom prst="roundRect">
            <a:avLst>
              <a:gd name="adj" fmla="val 18462"/>
            </a:avLst>
          </a:prstGeom>
          <a:solidFill>
            <a:srgbClr val="2C3040"/>
          </a:solidFill>
          <a:ln w="28575">
            <a:solidFill>
              <a:srgbClr val="F3EE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544300" y="169545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Iterable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1544300" y="2362200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duyệt</a:t>
            </a:r>
            <a:r>
              <a:rPr lang="en-US" sz="1950" dirty="0" spc="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1163300" y="3524250"/>
            <a:ext cx="4191000" cy="1428750"/>
          </a:xfrm>
          <a:prstGeom prst="roundRect">
            <a:avLst>
              <a:gd name="adj" fmla="val 16000"/>
            </a:avLst>
          </a:prstGeom>
          <a:solidFill>
            <a:srgbClr val="F3EEE3"/>
          </a:solidFill>
          <a:ln/>
        </p:spPr>
      </p:sp>
      <p:sp>
        <p:nvSpPr>
          <p:cNvPr id="20" name="Text 18"/>
          <p:cNvSpPr/>
          <p:nvPr/>
        </p:nvSpPr>
        <p:spPr>
          <a:xfrm>
            <a:off x="11353800" y="3638550"/>
            <a:ext cx="3810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Collection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9525000" y="6477000"/>
            <a:ext cx="2286000" cy="1238250"/>
          </a:xfrm>
          <a:prstGeom prst="roundRect">
            <a:avLst>
              <a:gd name="adj" fmla="val 18462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List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12115800" y="6477000"/>
            <a:ext cx="2286000" cy="1238250"/>
          </a:xfrm>
          <a:prstGeom prst="roundRect">
            <a:avLst>
              <a:gd name="adj" fmla="val 18462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1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Set</a:t>
            </a:r>
            <a:endParaRPr lang="en-US" sz="3300" dirty="0"/>
          </a:p>
        </p:txBody>
      </p:sp>
      <p:sp>
        <p:nvSpPr>
          <p:cNvPr id="23" name="Text 21"/>
          <p:cNvSpPr/>
          <p:nvPr/>
        </p:nvSpPr>
        <p:spPr>
          <a:xfrm>
            <a:off x="14706600" y="6477000"/>
            <a:ext cx="2286000" cy="1238250"/>
          </a:xfrm>
          <a:prstGeom prst="roundRect">
            <a:avLst>
              <a:gd name="adj" fmla="val 18462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Queue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0096500" y="8115300"/>
            <a:ext cx="6324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9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 chính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Collection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333500" y="7391400"/>
            <a:ext cx="7048500" cy="1047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Collection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700" dirty="0"/>
          </a:p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của</a:t>
            </a: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hợp.</a:t>
            </a:r>
            <a:endParaRPr lang="en-US" sz="2700" dirty="0"/>
          </a:p>
        </p:txBody>
      </p:sp>
      <p:sp>
        <p:nvSpPr>
          <p:cNvPr id="37" name="Text richtext-1792362711551-511048955"/>
          <p:cNvSpPr/>
          <p:nvPr/>
        </p:nvSpPr>
        <p:spPr>
          <a:xfrm>
            <a:off x="914400" y="4343400"/>
            <a:ext cx="7810500" cy="1238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1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Iterable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phép</a:t>
            </a:r>
            <a:r>
              <a:rPr lang="en-US" sz="255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550" dirty="0" spc="2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Collection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5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thêm,</a:t>
            </a:r>
            <a:r>
              <a:rPr lang="en-US" sz="2550" dirty="0" spc="-2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5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(tùy chọn),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2550" dirty="0"/>
          </a:p>
        </p:txBody>
      </p:sp>
      <p:sp>
        <p:nvSpPr>
          <p:cNvPr id="38" name="Text 36"/>
          <p:cNvSpPr/>
          <p:nvPr/>
        </p:nvSpPr>
        <p:spPr>
          <a:xfrm>
            <a:off x="11353800" y="43434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19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 chọn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8ef98836-a513-497d-ba76-d8b8b3471bf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NHÁNH</a:t>
            </a: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1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LIST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List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7810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330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330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300" b="1" dirty="0" spc="-1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30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3300" b="1" dirty="0" spc="1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3714750"/>
            <a:ext cx="7810500" cy="1143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gặp: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ArrayList, LinkedList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5143500"/>
            <a:ext cx="2667000" cy="6858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2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771900" y="5143500"/>
            <a:ext cx="3810000" cy="6858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286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DDE3FA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591300"/>
            <a:ext cx="571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5400" y="708660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7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đặc</a:t>
            </a:r>
            <a:r>
              <a:rPr lang="en-US" sz="27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điểm: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thứ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7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25000" y="125730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80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180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TRÍ,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180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800" b="1" spc="21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77400" y="1809750"/>
            <a:ext cx="1619250" cy="1619250"/>
          </a:xfrm>
          <a:prstGeom prst="roundRect">
            <a:avLst>
              <a:gd name="adj" fmla="val 14118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 spc="-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11525250" y="1809750"/>
            <a:ext cx="1619250" cy="1619250"/>
          </a:xfrm>
          <a:prstGeom prst="roundRect">
            <a:avLst>
              <a:gd name="adj" fmla="val 14118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 spc="6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13373100" y="1809750"/>
            <a:ext cx="1619250" cy="1619250"/>
          </a:xfrm>
          <a:prstGeom prst="roundRect">
            <a:avLst>
              <a:gd name="adj" fmla="val 14118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 spc="-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15220950" y="1809750"/>
            <a:ext cx="1619250" cy="1619250"/>
          </a:xfrm>
          <a:prstGeom prst="roundRect">
            <a:avLst>
              <a:gd name="adj" fmla="val 14118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 spc="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9677400" y="3543300"/>
            <a:ext cx="1619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vị</a:t>
            </a:r>
            <a:r>
              <a:rPr lang="en-US" sz="19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1525250" y="3543300"/>
            <a:ext cx="1619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vị</a:t>
            </a:r>
            <a:r>
              <a:rPr lang="en-US" sz="19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19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373100" y="3543300"/>
            <a:ext cx="1619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vị</a:t>
            </a:r>
            <a:r>
              <a:rPr lang="en-US" sz="19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5220950" y="3543300"/>
            <a:ext cx="1619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vị</a:t>
            </a:r>
            <a:r>
              <a:rPr lang="en-US" sz="19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950" dirty="0"/>
          </a:p>
        </p:txBody>
      </p:sp>
      <p:sp>
        <p:nvSpPr>
          <p:cNvPr id="21" name="Connector line-1792335521009-966721735"/>
          <p:cNvSpPr/>
          <p:nvPr/>
        </p:nvSpPr>
        <p:spPr>
          <a:xfrm>
            <a:off x="10487025" y="4057650"/>
            <a:ext cx="0" cy="24765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22" name="Connector line-1792335521010-929322506"/>
          <p:cNvSpPr/>
          <p:nvPr/>
        </p:nvSpPr>
        <p:spPr>
          <a:xfrm>
            <a:off x="14182725" y="4057650"/>
            <a:ext cx="0" cy="24765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23" name="Connector line-1792335521010-685303057"/>
          <p:cNvSpPr/>
          <p:nvPr/>
        </p:nvSpPr>
        <p:spPr>
          <a:xfrm>
            <a:off x="10487025" y="4305300"/>
            <a:ext cx="3695700" cy="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10487025" y="4419600"/>
            <a:ext cx="3695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trùng</a:t>
            </a:r>
            <a:r>
              <a:rPr lang="en-US" sz="2100" b="1" dirty="0" spc="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100" b="1" dirty="0" spc="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b="1" dirty="0" spc="-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endParaRPr lang="en-US" sz="2100" dirty="0"/>
          </a:p>
        </p:txBody>
      </p:sp>
      <p:sp>
        <p:nvSpPr>
          <p:cNvPr id="25" name="Connector line-1792335521013-688561957"/>
          <p:cNvSpPr/>
          <p:nvPr/>
        </p:nvSpPr>
        <p:spPr>
          <a:xfrm>
            <a:off x="9525000" y="5219700"/>
            <a:ext cx="74676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12306300" y="5467350"/>
            <a:ext cx="1905000" cy="800100"/>
          </a:xfrm>
          <a:prstGeom prst="roundRect">
            <a:avLst>
              <a:gd name="adj" fmla="val 28571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7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List</a:t>
            </a:r>
            <a:endParaRPr lang="en-US" sz="3000" dirty="0"/>
          </a:p>
        </p:txBody>
      </p:sp>
      <p:sp>
        <p:nvSpPr>
          <p:cNvPr id="27" name="Connector line-1792335521015-723791482"/>
          <p:cNvSpPr/>
          <p:nvPr/>
        </p:nvSpPr>
        <p:spPr>
          <a:xfrm flipH="1">
            <a:off x="11439525" y="6305550"/>
            <a:ext cx="1819275" cy="78105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28" name="Connector line-1792335521015-574238795"/>
          <p:cNvSpPr/>
          <p:nvPr/>
        </p:nvSpPr>
        <p:spPr>
          <a:xfrm>
            <a:off x="13258800" y="6305550"/>
            <a:ext cx="1971675" cy="78105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9677400" y="7162800"/>
            <a:ext cx="3524250" cy="990600"/>
          </a:xfrm>
          <a:prstGeom prst="roundRect">
            <a:avLst>
              <a:gd name="adj" fmla="val 23077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1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ArrayList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13468350" y="7162800"/>
            <a:ext cx="3524250" cy="990600"/>
          </a:xfrm>
          <a:prstGeom prst="roundRect">
            <a:avLst>
              <a:gd name="adj" fmla="val 23077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16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LinkedList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9525000" y="8267700"/>
            <a:ext cx="746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9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19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ecbb91be-93d4-47e1-a448-2e1f72df51c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NHÁNH</a:t>
            </a:r>
            <a:r>
              <a:rPr lang="en-US" sz="1950" b="1" spc="22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22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Set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7810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1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300" b="1" dirty="0" spc="1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330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33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r>
              <a:rPr lang="en-US" sz="33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3714750"/>
            <a:ext cx="7810500" cy="1143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4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8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85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8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gặp:</a:t>
            </a:r>
            <a:r>
              <a:rPr lang="en-US" sz="28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HashSet,</a:t>
            </a:r>
            <a:r>
              <a:rPr lang="en-US" sz="2850" dirty="0" spc="-4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TreeSet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5143500"/>
            <a:ext cx="2571750" cy="6858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676650" y="5143500"/>
            <a:ext cx="4000500" cy="6858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286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6286500"/>
            <a:ext cx="133350" cy="21907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1333500" y="6591300"/>
            <a:ext cx="571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33500" y="708660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List: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Set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trùng.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25000" y="125730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r>
              <a:rPr lang="en-US" sz="180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b="1" spc="20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677400" y="1809750"/>
            <a:ext cx="4953000" cy="2381250"/>
          </a:xfrm>
          <a:prstGeom prst="roundRect">
            <a:avLst>
              <a:gd name="adj" fmla="val 16000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3150" y="2381250"/>
            <a:ext cx="1238250" cy="1238250"/>
          </a:xfrm>
          <a:prstGeom prst="roundRect">
            <a:avLst>
              <a:gd name="adj" fmla="val 18462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11487150" y="2381250"/>
            <a:ext cx="1238250" cy="1238250"/>
          </a:xfrm>
          <a:prstGeom prst="roundRect">
            <a:avLst>
              <a:gd name="adj" fmla="val 18462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13011150" y="2381250"/>
            <a:ext cx="1238250" cy="1238250"/>
          </a:xfrm>
          <a:prstGeom prst="roundRect">
            <a:avLst>
              <a:gd name="adj" fmla="val 18462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15525750" y="2381250"/>
            <a:ext cx="1238250" cy="1238250"/>
          </a:xfrm>
          <a:prstGeom prst="roundRect">
            <a:avLst>
              <a:gd name="adj" fmla="val 18462"/>
            </a:avLst>
          </a:prstGeom>
          <a:solidFill>
            <a:srgbClr val="14161C"/>
          </a:solidFill>
          <a:ln w="28575">
            <a:solidFill>
              <a:srgbClr val="9AA0B5"/>
            </a:solidFill>
            <a:prstDash val="lg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 spc="-6" kern="0">
                <a:solidFill>
                  <a:srgbClr val="9AA0B5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</a:t>
            </a:r>
            <a:endParaRPr lang="en-US" sz="4800" dirty="0"/>
          </a:p>
        </p:txBody>
      </p:sp>
      <p:sp>
        <p:nvSpPr>
          <p:cNvPr id="19" name="Connector line-1792335553665-249398040"/>
          <p:cNvSpPr/>
          <p:nvPr/>
        </p:nvSpPr>
        <p:spPr>
          <a:xfrm flipV="1">
            <a:off x="15430500" y="2286000"/>
            <a:ext cx="1428750" cy="142875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9677400" y="434340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10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Set</a:t>
            </a:r>
            <a:endParaRPr lang="en-US" sz="2100" dirty="0"/>
          </a:p>
        </p:txBody>
      </p:sp>
      <p:sp>
        <p:nvSpPr>
          <p:cNvPr id="21" name="Connector line-1792335553669-988209984"/>
          <p:cNvSpPr/>
          <p:nvPr/>
        </p:nvSpPr>
        <p:spPr>
          <a:xfrm>
            <a:off x="9525000" y="5334000"/>
            <a:ext cx="74676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lgDash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12306300" y="5543550"/>
            <a:ext cx="1905000" cy="800100"/>
          </a:xfrm>
          <a:prstGeom prst="roundRect">
            <a:avLst>
              <a:gd name="adj" fmla="val 28571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1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Set</a:t>
            </a:r>
            <a:endParaRPr lang="en-US" sz="3000" dirty="0"/>
          </a:p>
        </p:txBody>
      </p:sp>
      <p:sp>
        <p:nvSpPr>
          <p:cNvPr id="23" name="Connector line-1792335553670-397334524"/>
          <p:cNvSpPr/>
          <p:nvPr/>
        </p:nvSpPr>
        <p:spPr>
          <a:xfrm flipH="1">
            <a:off x="11439525" y="6381750"/>
            <a:ext cx="1819275" cy="78105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24" name="Connector line-1792335553671-800287083"/>
          <p:cNvSpPr/>
          <p:nvPr/>
        </p:nvSpPr>
        <p:spPr>
          <a:xfrm>
            <a:off x="13258800" y="6381750"/>
            <a:ext cx="1971675" cy="78105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9677400" y="7239000"/>
            <a:ext cx="3524250" cy="990600"/>
          </a:xfrm>
          <a:prstGeom prst="roundRect">
            <a:avLst>
              <a:gd name="adj" fmla="val 23077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1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HashSet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3468350" y="7239000"/>
            <a:ext cx="3524250" cy="990600"/>
          </a:xfrm>
          <a:prstGeom prst="roundRect">
            <a:avLst>
              <a:gd name="adj" fmla="val 23077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3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TreeSet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525000" y="8324850"/>
            <a:ext cx="746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9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19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5049500" y="4343400"/>
            <a:ext cx="2190750" cy="8001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ctr" indent="0" marL="0">
              <a:lnSpc>
                <a:spcPts val="2438"/>
              </a:lnSpc>
              <a:buNone/>
            </a:pP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1950" dirty="0"/>
          </a:p>
          <a:p>
            <a:pPr algn="ctr" indent="0" marL="0">
              <a:lnSpc>
                <a:spcPts val="2438"/>
              </a:lnSpc>
              <a:buNone/>
            </a:pP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c488c66d-08b5-4c5c-a178-4590becbb6d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NHÁNH 3</a:t>
            </a:r>
            <a:r>
              <a:rPr lang="en-US" sz="1950" b="1" spc="22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QUEUE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Queue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7810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3300" b="1" dirty="0" spc="-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3300" b="1" dirty="0" spc="-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r>
              <a:rPr lang="en-US" sz="3300" b="1" dirty="0" spc="-8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3300" b="1" dirty="0" spc="-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330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3714750"/>
            <a:ext cx="7810500" cy="1143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gặp: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PriorityQueue,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ArrayDeque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5143500"/>
            <a:ext cx="2095500" cy="6858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chờ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200400" y="5143500"/>
            <a:ext cx="5048250" cy="6858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22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2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2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286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F3DFB8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591300"/>
            <a:ext cx="571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5400" y="7086600"/>
            <a:ext cx="6953250" cy="12382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thiết: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PriorityQueue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25000" y="125730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 PHẦN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1800" b="1" spc="13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820400" y="1905000"/>
            <a:ext cx="5334000" cy="1905000"/>
          </a:xfrm>
          <a:prstGeom prst="roundRect">
            <a:avLst>
              <a:gd name="adj" fmla="val 20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01400" y="2190750"/>
            <a:ext cx="13335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</a:t>
            </a:r>
            <a:endParaRPr lang="en-US" sz="4500" dirty="0"/>
          </a:p>
        </p:txBody>
      </p:sp>
      <p:sp>
        <p:nvSpPr>
          <p:cNvPr id="15" name="Text 13"/>
          <p:cNvSpPr/>
          <p:nvPr/>
        </p:nvSpPr>
        <p:spPr>
          <a:xfrm>
            <a:off x="12820650" y="2190750"/>
            <a:ext cx="13335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-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</a:t>
            </a:r>
            <a:endParaRPr lang="en-US" sz="4500" dirty="0"/>
          </a:p>
        </p:txBody>
      </p:sp>
      <p:sp>
        <p:nvSpPr>
          <p:cNvPr id="16" name="Text 14"/>
          <p:cNvSpPr/>
          <p:nvPr/>
        </p:nvSpPr>
        <p:spPr>
          <a:xfrm>
            <a:off x="14439900" y="2190750"/>
            <a:ext cx="13335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-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</a:t>
            </a:r>
            <a:endParaRPr lang="en-US" sz="4500" dirty="0"/>
          </a:p>
        </p:txBody>
      </p:sp>
      <p:sp>
        <p:nvSpPr>
          <p:cNvPr id="17" name="Connector line-1792335593574-462962507"/>
          <p:cNvSpPr/>
          <p:nvPr/>
        </p:nvSpPr>
        <p:spPr>
          <a:xfrm>
            <a:off x="9563100" y="2857500"/>
            <a:ext cx="116205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335593575-136198559"/>
          <p:cNvSpPr/>
          <p:nvPr/>
        </p:nvSpPr>
        <p:spPr>
          <a:xfrm>
            <a:off x="16249650" y="2857500"/>
            <a:ext cx="7620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525000" y="2286000"/>
            <a:ext cx="1238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vào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6192500" y="2286000"/>
            <a:ext cx="85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0820400" y="4000500"/>
            <a:ext cx="533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2250" b="1" dirty="0" spc="-8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b="1" dirty="0" spc="8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2250" b="1" dirty="0" spc="-1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250" b="1" dirty="0" spc="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250" dirty="0"/>
          </a:p>
        </p:txBody>
      </p:sp>
      <p:sp>
        <p:nvSpPr>
          <p:cNvPr id="22" name="Connector line-1792335593580-170453332"/>
          <p:cNvSpPr/>
          <p:nvPr/>
        </p:nvSpPr>
        <p:spPr>
          <a:xfrm>
            <a:off x="9525000" y="4953000"/>
            <a:ext cx="74676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12306300" y="5219700"/>
            <a:ext cx="1905000" cy="800100"/>
          </a:xfrm>
          <a:prstGeom prst="roundRect">
            <a:avLst>
              <a:gd name="adj" fmla="val 28571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Queue</a:t>
            </a:r>
            <a:endParaRPr lang="en-US" sz="3000" dirty="0"/>
          </a:p>
        </p:txBody>
      </p:sp>
      <p:sp>
        <p:nvSpPr>
          <p:cNvPr id="24" name="Connector line-1792335593582-373737526"/>
          <p:cNvSpPr/>
          <p:nvPr/>
        </p:nvSpPr>
        <p:spPr>
          <a:xfrm flipH="1">
            <a:off x="11439525" y="6057900"/>
            <a:ext cx="1819275" cy="76200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5" name="Connector line-1792335593582-558308631"/>
          <p:cNvSpPr/>
          <p:nvPr/>
        </p:nvSpPr>
        <p:spPr>
          <a:xfrm>
            <a:off x="13258800" y="6057900"/>
            <a:ext cx="1971675" cy="76200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9677400" y="6896100"/>
            <a:ext cx="3524250" cy="990600"/>
          </a:xfrm>
          <a:prstGeom prst="roundRect">
            <a:avLst>
              <a:gd name="adj" fmla="val 23077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PriorityQueue</a:t>
            </a:r>
            <a:endParaRPr lang="en-US" sz="2850" dirty="0"/>
          </a:p>
        </p:txBody>
      </p:sp>
      <p:sp>
        <p:nvSpPr>
          <p:cNvPr id="27" name="Text 25"/>
          <p:cNvSpPr/>
          <p:nvPr/>
        </p:nvSpPr>
        <p:spPr>
          <a:xfrm>
            <a:off x="13468350" y="6896100"/>
            <a:ext cx="3524250" cy="990600"/>
          </a:xfrm>
          <a:prstGeom prst="roundRect">
            <a:avLst>
              <a:gd name="adj" fmla="val 23077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9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ArrayDeque</a:t>
            </a:r>
            <a:endParaRPr lang="en-US" sz="2850" dirty="0"/>
          </a:p>
        </p:txBody>
      </p:sp>
      <p:sp>
        <p:nvSpPr>
          <p:cNvPr id="28" name="Text 26"/>
          <p:cNvSpPr/>
          <p:nvPr/>
        </p:nvSpPr>
        <p:spPr>
          <a:xfrm>
            <a:off x="9525000" y="8020050"/>
            <a:ext cx="746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9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19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4b2b5119-2e6c-41bf-86cb-47878f3b85d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NGOÀI</a:t>
            </a:r>
            <a:r>
              <a:rPr lang="en-US" sz="1950" b="1" spc="15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CÂY</a:t>
            </a:r>
            <a:r>
              <a:rPr lang="en-US" sz="1950" b="1" spc="22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Map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7810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Nằm</a:t>
            </a:r>
            <a:r>
              <a:rPr lang="en-US" sz="3300" b="1" dirty="0" spc="-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3300" b="1" dirty="0" spc="-1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cây</a:t>
            </a:r>
            <a:r>
              <a:rPr lang="en-US" sz="3300" b="1" dirty="0" spc="-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Collection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3714750"/>
            <a:ext cx="7810500" cy="1143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Map</a:t>
            </a:r>
            <a:r>
              <a:rPr lang="en-US" sz="28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8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JCF</a:t>
            </a:r>
            <a:r>
              <a:rPr lang="en-US" sz="2850" dirty="0" spc="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8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4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85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Collection.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5143500"/>
            <a:ext cx="2381250" cy="6858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thuộc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JCF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486150" y="5143500"/>
            <a:ext cx="4095750" cy="6858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</a:t>
            </a: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286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6286500"/>
            <a:ext cx="133350" cy="21907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0" name="Text 8"/>
          <p:cNvSpPr/>
          <p:nvPr/>
        </p:nvSpPr>
        <p:spPr>
          <a:xfrm>
            <a:off x="1333500" y="6591300"/>
            <a:ext cx="571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33500" y="7086600"/>
            <a:ext cx="6953250" cy="12382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Map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 của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Collection,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r>
              <a:rPr lang="en-US" sz="27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25000" y="125730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MAP</a:t>
            </a: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KẾ THỪA</a:t>
            </a:r>
            <a:r>
              <a:rPr lang="en-US" sz="1800" b="1" spc="21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COLLECTION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86900" y="1676400"/>
            <a:ext cx="7543800" cy="6667500"/>
          </a:xfrm>
          <a:prstGeom prst="roundRect">
            <a:avLst>
              <a:gd name="adj" fmla="val 5143"/>
            </a:avLst>
          </a:prstGeom>
          <a:solidFill>
            <a:srgbClr val="14161C"/>
          </a:solidFill>
          <a:ln w="19050">
            <a:solidFill>
              <a:srgbClr val="9AA0B5"/>
            </a:solidFill>
            <a:prstDash val="lgDash"/>
          </a:ln>
        </p:spPr>
      </p:sp>
      <p:sp>
        <p:nvSpPr>
          <p:cNvPr id="15" name="Text 13"/>
          <p:cNvSpPr/>
          <p:nvPr/>
        </p:nvSpPr>
        <p:spPr>
          <a:xfrm>
            <a:off x="9810750" y="18288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JCF</a:t>
            </a:r>
            <a:endParaRPr lang="en-US" sz="2100" dirty="0"/>
          </a:p>
        </p:txBody>
      </p:sp>
      <p:sp>
        <p:nvSpPr>
          <p:cNvPr id="16" name="Connector line-1792338082903-439021592"/>
          <p:cNvSpPr/>
          <p:nvPr/>
        </p:nvSpPr>
        <p:spPr>
          <a:xfrm flipH="1">
            <a:off x="11068050" y="3086100"/>
            <a:ext cx="2190750" cy="81915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338082903-492793754"/>
          <p:cNvSpPr/>
          <p:nvPr/>
        </p:nvSpPr>
        <p:spPr>
          <a:xfrm>
            <a:off x="13258800" y="3086100"/>
            <a:ext cx="0" cy="81915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338082903-934803709"/>
          <p:cNvSpPr/>
          <p:nvPr/>
        </p:nvSpPr>
        <p:spPr>
          <a:xfrm>
            <a:off x="13258800" y="3086100"/>
            <a:ext cx="2190750" cy="81915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1353800" y="2133600"/>
            <a:ext cx="3810000" cy="952500"/>
          </a:xfrm>
          <a:prstGeom prst="roundRect">
            <a:avLst>
              <a:gd name="adj" fmla="val 24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Collection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0115550" y="3981450"/>
            <a:ext cx="1905000" cy="914400"/>
          </a:xfrm>
          <a:prstGeom prst="roundRect">
            <a:avLst>
              <a:gd name="adj" fmla="val 25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List</a:t>
            </a:r>
            <a:endParaRPr lang="en-US" sz="2850" dirty="0"/>
          </a:p>
        </p:txBody>
      </p:sp>
      <p:sp>
        <p:nvSpPr>
          <p:cNvPr id="21" name="Text 19"/>
          <p:cNvSpPr/>
          <p:nvPr/>
        </p:nvSpPr>
        <p:spPr>
          <a:xfrm>
            <a:off x="12306300" y="3981450"/>
            <a:ext cx="1905000" cy="914400"/>
          </a:xfrm>
          <a:prstGeom prst="roundRect">
            <a:avLst>
              <a:gd name="adj" fmla="val 25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Set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14497050" y="3981450"/>
            <a:ext cx="1905000" cy="914400"/>
          </a:xfrm>
          <a:prstGeom prst="roundRect">
            <a:avLst>
              <a:gd name="adj" fmla="val 25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Queue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10401300" y="50292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cây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Collection</a:t>
            </a:r>
            <a:endParaRPr lang="en-US" sz="1950" dirty="0"/>
          </a:p>
        </p:txBody>
      </p:sp>
      <p:sp>
        <p:nvSpPr>
          <p:cNvPr id="24" name="Connector line-1792338082914-931009908"/>
          <p:cNvSpPr/>
          <p:nvPr/>
        </p:nvSpPr>
        <p:spPr>
          <a:xfrm>
            <a:off x="9677400" y="5886450"/>
            <a:ext cx="7162800" cy="0"/>
          </a:xfrm>
          <a:prstGeom prst="line">
            <a:avLst/>
          </a:prstGeom>
          <a:noFill/>
          <a:ln w="38100">
            <a:solidFill>
              <a:srgbClr val="FF6A4D"/>
            </a:solidFill>
            <a:prstDash val="lgDash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12115800" y="5676900"/>
            <a:ext cx="2286000" cy="4191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ngoài</a:t>
            </a:r>
            <a:r>
              <a:rPr lang="en-US" sz="195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cây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2306300" y="6381750"/>
            <a:ext cx="1905000" cy="990600"/>
          </a:xfrm>
          <a:prstGeom prst="roundRect">
            <a:avLst>
              <a:gd name="adj" fmla="val 23077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Map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10401300" y="75819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</a:t>
            </a:r>
            <a:r>
              <a:rPr lang="en-US" sz="2100" b="1" dirty="0" spc="-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r>
              <a:rPr lang="en-US" sz="21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47b22a7c-37ad-497a-9bac-4855a794716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0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219075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Hình là</a:t>
            </a:r>
            <a:endParaRPr lang="en-US" sz="7200" dirty="0"/>
          </a:p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72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rút</a:t>
            </a:r>
            <a:r>
              <a:rPr lang="en-US" sz="7200" dirty="0" spc="-4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gọn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600450"/>
            <a:ext cx="7905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3000" b="1" dirty="0" spc="1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000" b="1" dirty="0" spc="-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300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 nhánh</a:t>
            </a:r>
            <a:r>
              <a:rPr lang="en-US" sz="300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3000" dirty="0"/>
          </a:p>
        </p:txBody>
      </p:sp>
      <p:sp>
        <p:nvSpPr>
          <p:cNvPr id="5" name="Text richtext-1792338133101-7745603"/>
          <p:cNvSpPr/>
          <p:nvPr/>
        </p:nvSpPr>
        <p:spPr>
          <a:xfrm>
            <a:off x="914400" y="4362450"/>
            <a:ext cx="7905750" cy="2286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5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JDK,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List</a:t>
            </a:r>
            <a:r>
              <a:rPr lang="en-US" sz="2550" dirty="0" spc="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SequencedCollection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List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 trùng;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6953250"/>
            <a:ext cx="7620000" cy="1714500"/>
          </a:xfrm>
          <a:prstGeom prst="roundRect">
            <a:avLst>
              <a:gd name="adj" fmla="val 15556"/>
            </a:avLst>
          </a:prstGeom>
          <a:solidFill>
            <a:srgbClr val="F8D9D0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7181850"/>
            <a:ext cx="571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400" y="7639050"/>
            <a:ext cx="6953250" cy="9144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thể,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25000" y="1257300"/>
            <a:ext cx="3143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</a:t>
            </a:r>
            <a:r>
              <a:rPr lang="en-US" sz="1800" b="1" spc="21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b="1" spc="22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068300" y="1257300"/>
            <a:ext cx="400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1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JDK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1800" b="1" spc="1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endParaRPr lang="en-US" sz="1800" dirty="0"/>
          </a:p>
        </p:txBody>
      </p:sp>
      <p:sp>
        <p:nvSpPr>
          <p:cNvPr id="12" name="Connector line-1792338133133-977540529"/>
          <p:cNvSpPr/>
          <p:nvPr/>
        </p:nvSpPr>
        <p:spPr>
          <a:xfrm>
            <a:off x="12668250" y="1428750"/>
            <a:ext cx="0" cy="6191250"/>
          </a:xfrm>
          <a:prstGeom prst="line">
            <a:avLst/>
          </a:prstGeom>
          <a:noFill/>
          <a:ln w="1905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13" name="Connector line-1792338133133-711077314"/>
          <p:cNvSpPr/>
          <p:nvPr/>
        </p:nvSpPr>
        <p:spPr>
          <a:xfrm>
            <a:off x="10953750" y="3390900"/>
            <a:ext cx="0" cy="31242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1106150" y="4533900"/>
            <a:ext cx="1524000" cy="762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19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endParaRPr lang="en-US" sz="1950" dirty="0"/>
          </a:p>
          <a:p>
            <a:pPr algn="l" indent="0" marL="0">
              <a:lnSpc>
                <a:spcPts val="2438"/>
              </a:lnSpc>
              <a:buNone/>
            </a:pP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trung</a:t>
            </a:r>
            <a:r>
              <a:rPr lang="en-US" sz="19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667875" y="2476500"/>
            <a:ext cx="2571750" cy="857250"/>
          </a:xfrm>
          <a:prstGeom prst="roundRect">
            <a:avLst>
              <a:gd name="adj" fmla="val 26667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Collection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667875" y="6572250"/>
            <a:ext cx="2571750" cy="857250"/>
          </a:xfrm>
          <a:prstGeom prst="roundRect">
            <a:avLst>
              <a:gd name="adj" fmla="val 26667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List</a:t>
            </a:r>
            <a:endParaRPr lang="en-US" sz="2550" dirty="0"/>
          </a:p>
        </p:txBody>
      </p:sp>
      <p:sp>
        <p:nvSpPr>
          <p:cNvPr id="17" name="Connector line-1792338133145-997969341"/>
          <p:cNvSpPr/>
          <p:nvPr/>
        </p:nvSpPr>
        <p:spPr>
          <a:xfrm>
            <a:off x="14973300" y="3390900"/>
            <a:ext cx="0" cy="10287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338133145-797453591"/>
          <p:cNvSpPr/>
          <p:nvPr/>
        </p:nvSpPr>
        <p:spPr>
          <a:xfrm>
            <a:off x="14973300" y="5391150"/>
            <a:ext cx="0" cy="112395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3163550" y="2476500"/>
            <a:ext cx="3619500" cy="857250"/>
          </a:xfrm>
          <a:prstGeom prst="roundRect">
            <a:avLst>
              <a:gd name="adj" fmla="val 26667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Collection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3163550" y="4476750"/>
            <a:ext cx="3619500" cy="857250"/>
          </a:xfrm>
          <a:prstGeom prst="roundRect">
            <a:avLst>
              <a:gd name="adj" fmla="val 26667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SequencedCollection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3163550" y="6572250"/>
            <a:ext cx="3619500" cy="857250"/>
          </a:xfrm>
          <a:prstGeom prst="roundRect">
            <a:avLst>
              <a:gd name="adj" fmla="val 26667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List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9525000" y="8020050"/>
            <a:ext cx="746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</a:t>
            </a:r>
            <a:r>
              <a:rPr lang="en-US" sz="19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19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 này</a:t>
            </a:r>
            <a:r>
              <a:rPr lang="en-US" sz="195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9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19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63a1e0da-a624-48ac-92e5-c3e26497ec0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191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nhánh</a:t>
            </a:r>
            <a:r>
              <a:rPr lang="en-US" sz="69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7905750" cy="21907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dirty="0" spc="2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8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850" dirty="0" spc="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8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850" dirty="0" spc="2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 lý</a:t>
            </a:r>
            <a:r>
              <a:rPr lang="en-US" sz="285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muốn</a:t>
            </a:r>
            <a:r>
              <a:rPr lang="en-US" sz="285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85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8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6096000"/>
            <a:ext cx="7620000" cy="2571750"/>
          </a:xfrm>
          <a:prstGeom prst="roundRect">
            <a:avLst>
              <a:gd name="adj" fmla="val 10370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6096000"/>
            <a:ext cx="133350" cy="25717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6400800"/>
            <a:ext cx="571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33500" y="6896100"/>
            <a:ext cx="6953250" cy="15240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cây?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Map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25000" y="125730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525000" y="1771650"/>
            <a:ext cx="7467600" cy="1809750"/>
          </a:xfrm>
          <a:prstGeom prst="roundRect">
            <a:avLst>
              <a:gd name="adj" fmla="val 12632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91700" y="2038350"/>
            <a:ext cx="800100" cy="8001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0858500" y="2019300"/>
            <a:ext cx="5905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8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285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Set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0858500" y="2705100"/>
            <a:ext cx="5905500" cy="762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Set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trùng.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525000" y="3810000"/>
            <a:ext cx="7467600" cy="1809750"/>
          </a:xfrm>
          <a:prstGeom prst="roundRect">
            <a:avLst>
              <a:gd name="adj" fmla="val 12632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91700" y="4076700"/>
            <a:ext cx="800100" cy="8001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0858500" y="4057650"/>
            <a:ext cx="5905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2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850" b="1" dirty="0" spc="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8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gặp:</a:t>
            </a:r>
            <a:r>
              <a:rPr lang="en-US" sz="285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HashSet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10858500" y="4743450"/>
            <a:ext cx="5905500" cy="762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HashSet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 đặt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Set.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525000" y="5848350"/>
            <a:ext cx="7467600" cy="2571750"/>
          </a:xfrm>
          <a:prstGeom prst="roundRect">
            <a:avLst>
              <a:gd name="adj" fmla="val 8889"/>
            </a:avLst>
          </a:prstGeom>
          <a:solidFill>
            <a:srgbClr val="14161C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91700" y="6115050"/>
            <a:ext cx="800100" cy="8001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10858500" y="6096000"/>
            <a:ext cx="5905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5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2850" b="1" dirty="0" spc="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850" b="1" dirty="0" spc="-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Map</a:t>
            </a:r>
            <a:endParaRPr lang="en-US" sz="2850" dirty="0"/>
          </a:p>
        </p:txBody>
      </p:sp>
      <p:sp>
        <p:nvSpPr>
          <p:cNvPr id="22" name="Shape 20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3" name="Text richtext-1792338369483-499494695"/>
          <p:cNvSpPr/>
          <p:nvPr/>
        </p:nvSpPr>
        <p:spPr>
          <a:xfrm>
            <a:off x="10858500" y="6819900"/>
            <a:ext cx="6057900" cy="14859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Map</a:t>
            </a:r>
            <a:r>
              <a:rPr lang="en-US" sz="22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2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Nằm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2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cây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Collection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chưa: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Set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2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7ba2c4fc-d1ec-4f35-b950-8a609bf61b4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0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1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1430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2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7962900" cy="3143250"/>
          </a:xfrm>
          <a:prstGeom prst="roundRect">
            <a:avLst>
              <a:gd name="adj" fmla="val 8485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86100"/>
            <a:ext cx="476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JCF</a:t>
            </a:r>
            <a:endParaRPr lang="en-US" sz="9000" dirty="0"/>
          </a:p>
        </p:txBody>
      </p:sp>
      <p:sp>
        <p:nvSpPr>
          <p:cNvPr id="6" name="Shape 4"/>
          <p:cNvSpPr/>
          <p:nvPr/>
        </p:nvSpPr>
        <p:spPr>
          <a:xfrm>
            <a:off x="9410700" y="2857500"/>
            <a:ext cx="7962900" cy="3143250"/>
          </a:xfrm>
          <a:prstGeom prst="roundRect">
            <a:avLst>
              <a:gd name="adj" fmla="val 8485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9791700" y="3086100"/>
            <a:ext cx="476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JDK</a:t>
            </a:r>
            <a:endParaRPr lang="en-US" sz="9000" dirty="0"/>
          </a:p>
        </p:txBody>
      </p:sp>
      <p:sp>
        <p:nvSpPr>
          <p:cNvPr id="8" name="Shape 6"/>
          <p:cNvSpPr/>
          <p:nvPr/>
        </p:nvSpPr>
        <p:spPr>
          <a:xfrm>
            <a:off x="914400" y="6286500"/>
            <a:ext cx="164592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6286500"/>
            <a:ext cx="133350" cy="21907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0" name="Text 8"/>
          <p:cNvSpPr/>
          <p:nvPr/>
        </p:nvSpPr>
        <p:spPr>
          <a:xfrm>
            <a:off x="1333500" y="6534150"/>
            <a:ext cx="571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33500" y="7029450"/>
            <a:ext cx="1047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333500" y="76771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OpenJDK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mã nguồn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java.util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144000" y="7639050"/>
            <a:ext cx="1905000" cy="5334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Collection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201400" y="7639050"/>
            <a:ext cx="1047750" cy="533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List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401550" y="7639050"/>
            <a:ext cx="1047750" cy="533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Set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3601700" y="7639050"/>
            <a:ext cx="1238250" cy="533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Queue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4992350" y="7639050"/>
            <a:ext cx="1047750" cy="533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Map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14400" y="8724900"/>
            <a:ext cx="1645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1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1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100" dirty="0" spc="-3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295400" y="4476750"/>
            <a:ext cx="723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</a:t>
            </a:r>
            <a:r>
              <a:rPr lang="en-US" sz="2250" b="1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Collections</a:t>
            </a:r>
            <a:r>
              <a:rPr lang="en-US" sz="2250" b="1" dirty="0" spc="-2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Framework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1295400" y="4972050"/>
            <a:ext cx="7200900" cy="8763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 của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Java:</a:t>
            </a:r>
            <a:endParaRPr lang="en-US" sz="2550" dirty="0"/>
          </a:p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interface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 có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sẵn.</a:t>
            </a:r>
            <a:endParaRPr lang="en-US" sz="2550" dirty="0"/>
          </a:p>
        </p:txBody>
      </p:sp>
      <p:sp>
        <p:nvSpPr>
          <p:cNvPr id="32" name="Text 30"/>
          <p:cNvSpPr/>
          <p:nvPr/>
        </p:nvSpPr>
        <p:spPr>
          <a:xfrm>
            <a:off x="9791700" y="4476750"/>
            <a:ext cx="723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</a:t>
            </a:r>
            <a:r>
              <a:rPr lang="en-US" sz="2250" b="1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Development</a:t>
            </a:r>
            <a:r>
              <a:rPr lang="en-US" sz="2250" b="1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Kit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9791700" y="4972050"/>
            <a:ext cx="7200900" cy="8763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Java,</a:t>
            </a:r>
            <a:endParaRPr lang="en-US" sz="2550" dirty="0"/>
          </a:p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gồm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 viện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chuẩn.</a:t>
            </a:r>
            <a:endParaRPr lang="en-US" sz="25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5d5bc074-8be5-41b6-a340-0124d22324a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2026-10-19T00:43:29Z</dcterms:created>
  <dcterms:modified xsi:type="dcterms:W3CDTF">2026-10-19T00:43:29Z</dcterms:modified>
</cp:coreProperties>
</file>