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20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9525000" cy="4572000"/>
          </a:xfrm>
          <a:prstGeom prst="rect">
            <a:avLst/>
          </a:prstGeom>
          <a:noFill/>
          <a:ln/>
        </p:spPr>
        <p:txBody>
          <a:bodyPr wrap="square" lIns="0" tIns="43434" rIns="0" bIns="-43434" rtlCol="0" anchor="t"/>
          <a:lstStyle/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Tính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sẵn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sàng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cao:</a:t>
            </a:r>
            <a:endParaRPr lang="en-US" sz="5700" dirty="0"/>
          </a:p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5700" dirty="0" spc="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nút,</a:t>
            </a:r>
            <a:endParaRPr lang="en-US" sz="5700" dirty="0"/>
          </a:p>
          <a:p>
            <a:pPr algn="l" indent="0" marL="0">
              <a:lnSpc>
                <a:spcPts val="6156"/>
              </a:lnSpc>
              <a:buNone/>
            </a:pPr>
            <a:r>
              <a:rPr lang="en-US" sz="5700" dirty="0" spc="-9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endParaRPr lang="en-US" sz="5700" dirty="0"/>
          </a:p>
          <a:p>
            <a:pPr algn="l" indent="0" marL="0">
              <a:lnSpc>
                <a:spcPts val="6156"/>
              </a:lnSpc>
              <a:buNone/>
            </a:pP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hỏng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lúc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1049000" y="1619250"/>
            <a:ext cx="6286500" cy="2476500"/>
          </a:xfrm>
          <a:prstGeom prst="rect">
            <a:avLst/>
          </a:prstGeom>
          <a:noFill/>
          <a:ln/>
        </p:spPr>
        <p:txBody>
          <a:bodyPr wrap="square" lIns="0" tIns="152400" rIns="0" bIns="-152400" rtlCol="0" anchor="t"/>
          <a:lstStyle/>
          <a:p>
            <a:pPr algn="l" indent="0" marL="0">
              <a:lnSpc>
                <a:spcPts val="15000"/>
              </a:lnSpc>
              <a:buNone/>
            </a:pPr>
            <a:r>
              <a:rPr lang="en-US" sz="15000" dirty="0" spc="1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52,56</a:t>
            </a:r>
            <a:endParaRPr lang="en-US" sz="15000" dirty="0"/>
          </a:p>
        </p:txBody>
      </p:sp>
      <p:sp>
        <p:nvSpPr>
          <p:cNvPr id="5" name="Text 3"/>
          <p:cNvSpPr/>
          <p:nvPr/>
        </p:nvSpPr>
        <p:spPr>
          <a:xfrm>
            <a:off x="11049000" y="4000500"/>
            <a:ext cx="628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phút</a:t>
            </a:r>
            <a:r>
              <a:rPr lang="en-US" sz="2700" b="1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ngừng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năm,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 mục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99,99%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76200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77914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Primary-Backup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6153150" y="76200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53150" y="77914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Primary-Secondary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1391900" y="7620000"/>
            <a:ext cx="4953000" cy="7239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391900" y="77914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Primary-Primary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3" name="Moda image moda-export-watermark-f3321dc3-115c-48c4-ac7c-db8126e19a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3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nút: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90%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63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99%?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4000500" cy="2095500"/>
          </a:xfrm>
          <a:prstGeom prst="roundRect">
            <a:avLst>
              <a:gd name="adj" fmla="val 14545"/>
            </a:avLst>
          </a:prstGeom>
          <a:solidFill>
            <a:srgbClr val="F6E4CE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0150" y="41910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-1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Một</a:t>
            </a:r>
            <a:r>
              <a:rPr lang="en-US" sz="330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nút</a:t>
            </a:r>
            <a:endParaRPr lang="en-US" sz="3300" dirty="0"/>
          </a:p>
          <a:p>
            <a:pPr algn="ctr" indent="0" marL="0">
              <a:buNone/>
            </a:pPr>
            <a:r>
              <a:rPr lang="en-US" sz="330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90%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4914900" y="4286250"/>
            <a:ext cx="685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600700" y="3619500"/>
            <a:ext cx="4000500" cy="2095500"/>
          </a:xfrm>
          <a:prstGeom prst="roundRect">
            <a:avLst>
              <a:gd name="adj" fmla="val 14545"/>
            </a:avLst>
          </a:prstGeom>
          <a:solidFill>
            <a:srgbClr val="D5ECE8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86450" y="4191000"/>
            <a:ext cx="34290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0,1 ×</a:t>
            </a:r>
            <a:r>
              <a:rPr lang="en-US" sz="33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0,1</a:t>
            </a:r>
            <a:endParaRPr lang="en-US" sz="3300" dirty="0"/>
          </a:p>
          <a:p>
            <a:pPr algn="ctr" indent="0" marL="0"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= 0,01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9601200" y="4286250"/>
            <a:ext cx="6858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dirty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→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10287000" y="3619500"/>
            <a:ext cx="7086600" cy="2095500"/>
          </a:xfrm>
          <a:prstGeom prst="roundRect">
            <a:avLst>
              <a:gd name="adj" fmla="val 14545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0572750" y="4286250"/>
            <a:ext cx="65151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dirty="0" spc="-1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Còn</a:t>
            </a:r>
            <a:r>
              <a:rPr lang="en-US" sz="54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99%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914400" y="66675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5400" y="69532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7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7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tức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thì.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66513bc-8d27-4f48-a003-3c6293063d4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80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PRIMARY-BACKUP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Chính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dự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phòng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524000" y="5334000"/>
            <a:ext cx="15240000" cy="76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Shape 3"/>
          <p:cNvSpPr/>
          <p:nvPr/>
        </p:nvSpPr>
        <p:spPr>
          <a:xfrm>
            <a:off x="2095500" y="51816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Shape 4"/>
          <p:cNvSpPr/>
          <p:nvPr/>
        </p:nvSpPr>
        <p:spPr>
          <a:xfrm>
            <a:off x="8953500" y="5181600"/>
            <a:ext cx="381000" cy="381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7" name="Shape 5"/>
          <p:cNvSpPr/>
          <p:nvPr/>
        </p:nvSpPr>
        <p:spPr>
          <a:xfrm>
            <a:off x="15811500" y="5181600"/>
            <a:ext cx="381000" cy="381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52500" y="4000500"/>
            <a:ext cx="2476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BƯỚC</a:t>
            </a:r>
            <a:r>
              <a:rPr lang="en-US" sz="225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1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810500" y="4000500"/>
            <a:ext cx="266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BƯỚC</a:t>
            </a:r>
            <a:r>
              <a:rPr lang="en-US" sz="225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2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4668500" y="4000500"/>
            <a:ext cx="2667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BƯỚC</a:t>
            </a:r>
            <a:r>
              <a:rPr lang="en-US" sz="225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3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52500" y="5905500"/>
            <a:ext cx="2476500" cy="1619250"/>
          </a:xfrm>
          <a:prstGeom prst="roundRect">
            <a:avLst>
              <a:gd name="adj" fmla="val 14118"/>
            </a:avLst>
          </a:prstGeom>
          <a:solidFill>
            <a:srgbClr val="F6E4CE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6191250"/>
            <a:ext cx="209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7429500" y="5905500"/>
            <a:ext cx="3429000" cy="1619250"/>
          </a:xfrm>
          <a:prstGeom prst="roundRect">
            <a:avLst>
              <a:gd name="adj" fmla="val 14118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20000" y="619125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Chuyển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4287500" y="5905500"/>
            <a:ext cx="3048000" cy="1619250"/>
          </a:xfrm>
          <a:prstGeom prst="roundRect">
            <a:avLst>
              <a:gd name="adj" fmla="val 14118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4478000" y="6191250"/>
            <a:ext cx="266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 dự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9e9c2e5-4fe9-4c1a-bed2-5350145a19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800" b="1" spc="29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800" b="1" spc="29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 ·</a:t>
            </a:r>
            <a:r>
              <a:rPr lang="en-US" sz="1800" b="1" spc="28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PRIMARY-SECONDARY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Chính</a:t>
            </a:r>
            <a:r>
              <a:rPr lang="en-US" sz="69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7981950" cy="3619500"/>
          </a:xfrm>
          <a:prstGeom prst="roundRect">
            <a:avLst>
              <a:gd name="adj" fmla="val 842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9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3900" b="1" dirty="0" spc="-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9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ghi.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391650" y="3143250"/>
            <a:ext cx="7981950" cy="3619500"/>
          </a:xfrm>
          <a:prstGeom prst="roundRect">
            <a:avLst>
              <a:gd name="adj" fmla="val 842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72650" y="352425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72650" y="4191000"/>
            <a:ext cx="71437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9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3900" b="1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39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đọc,</a:t>
            </a:r>
            <a:endParaRPr lang="en-US" sz="3900" dirty="0"/>
          </a:p>
          <a:p>
            <a:pPr algn="l" indent="0" marL="0">
              <a:buNone/>
            </a:pPr>
            <a:r>
              <a:rPr lang="en-US" sz="39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</a:t>
            </a:r>
            <a:r>
              <a:rPr lang="en-US" sz="39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3900" dirty="0"/>
          </a:p>
        </p:txBody>
      </p:sp>
      <p:sp>
        <p:nvSpPr>
          <p:cNvPr id="10" name="Shape 8"/>
          <p:cNvSpPr/>
          <p:nvPr/>
        </p:nvSpPr>
        <p:spPr>
          <a:xfrm>
            <a:off x="914400" y="72390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3EEE3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5247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30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lệch so</a:t>
            </a:r>
            <a:r>
              <a:rPr lang="en-US" sz="30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40a0b889-69b3-4f22-ba60-8818dc59dad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PRIMARY-PRIMARY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nút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1333500" y="3429000"/>
            <a:ext cx="4953000" cy="2286000"/>
          </a:xfrm>
          <a:prstGeom prst="roundRect">
            <a:avLst>
              <a:gd name="adj" fmla="val 13333"/>
            </a:avLst>
          </a:prstGeom>
          <a:solidFill>
            <a:srgbClr val="FBE0DA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19250" y="40005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Nút</a:t>
            </a:r>
            <a:r>
              <a:rPr lang="en-US" sz="36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đọc</a:t>
            </a:r>
            <a:r>
              <a:rPr lang="en-US" sz="3600" dirty="0" spc="-3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6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286500" y="4476750"/>
            <a:ext cx="5715000" cy="571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7" name="Text 5"/>
          <p:cNvSpPr/>
          <p:nvPr/>
        </p:nvSpPr>
        <p:spPr>
          <a:xfrm>
            <a:off x="6286500" y="3810000"/>
            <a:ext cx="571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sao</a:t>
            </a:r>
            <a:r>
              <a:rPr lang="en-US" sz="240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2001500" y="3429000"/>
            <a:ext cx="4953000" cy="2286000"/>
          </a:xfrm>
          <a:prstGeom prst="roundRect">
            <a:avLst>
              <a:gd name="adj" fmla="val 13333"/>
            </a:avLst>
          </a:prstGeom>
          <a:solidFill>
            <a:srgbClr val="FBE0DA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287250" y="4000500"/>
            <a:ext cx="4381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Nút</a:t>
            </a:r>
            <a:r>
              <a:rPr lang="en-US" sz="36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B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đọc</a:t>
            </a:r>
            <a:r>
              <a:rPr lang="en-US" sz="3600" dirty="0" spc="-3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3600" dirty="0" spc="-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ghi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914400" y="6477000"/>
            <a:ext cx="16459200" cy="13335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85800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300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sản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phẩm:</a:t>
            </a: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đoán.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cdf1dcd-5a10-440b-aa94-b7132639bb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Tỷ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</a:t>
            </a:r>
            <a:r>
              <a:rPr lang="en-US" sz="5700" dirty="0" spc="-2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thời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r>
              <a:rPr lang="en-US" sz="57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57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phục</a:t>
            </a:r>
            <a:r>
              <a:rPr lang="en-US" sz="57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819150"/>
          </a:xfrm>
          <a:prstGeom prst="roundRect">
            <a:avLst>
              <a:gd name="adj" fmla="val 25581"/>
            </a:avLst>
          </a:prstGeom>
          <a:solidFill>
            <a:srgbClr val="1E212B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43250"/>
            <a:ext cx="1190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3811250" y="3105150"/>
            <a:ext cx="314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90,0%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14400" y="3924300"/>
            <a:ext cx="16459200" cy="819150"/>
          </a:xfrm>
          <a:prstGeom prst="roundRect">
            <a:avLst>
              <a:gd name="adj" fmla="val 25581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114800"/>
            <a:ext cx="1190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 hỏng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13811250" y="4076700"/>
            <a:ext cx="314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30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99,0%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4895850"/>
            <a:ext cx="16459200" cy="819150"/>
          </a:xfrm>
          <a:prstGeom prst="roundRect">
            <a:avLst>
              <a:gd name="adj" fmla="val 25581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086350"/>
            <a:ext cx="1190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</a:t>
            </a:r>
            <a:r>
              <a:rPr lang="en-US" sz="255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trên,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 lần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3811250" y="5048250"/>
            <a:ext cx="314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300" dirty="0" spc="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98,2%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14400" y="5867400"/>
            <a:ext cx="16459200" cy="819150"/>
          </a:xfrm>
          <a:prstGeom prst="roundRect">
            <a:avLst>
              <a:gd name="adj" fmla="val 2558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6057900"/>
            <a:ext cx="1190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phòng,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3811250" y="6019800"/>
            <a:ext cx="314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3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98,4%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914400" y="6838950"/>
            <a:ext cx="16459200" cy="819150"/>
          </a:xfrm>
          <a:prstGeom prst="roundRect">
            <a:avLst>
              <a:gd name="adj" fmla="val 2558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95400" y="7029450"/>
            <a:ext cx="1190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phòng,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13811250" y="6991350"/>
            <a:ext cx="314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300" dirty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95,2%</a:t>
            </a:r>
            <a:endParaRPr lang="en-US" sz="3300" dirty="0"/>
          </a:p>
        </p:txBody>
      </p:sp>
      <p:sp>
        <p:nvSpPr>
          <p:cNvPr id="19" name="Shape 17"/>
          <p:cNvSpPr/>
          <p:nvPr/>
        </p:nvSpPr>
        <p:spPr>
          <a:xfrm>
            <a:off x="914400" y="7810500"/>
            <a:ext cx="16459200" cy="819150"/>
          </a:xfrm>
          <a:prstGeom prst="roundRect">
            <a:avLst>
              <a:gd name="adj" fmla="val 25581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5400" y="8001000"/>
            <a:ext cx="119062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phòng,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tay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120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</a:t>
            </a:r>
            <a:endParaRPr lang="en-US" sz="2550" dirty="0"/>
          </a:p>
        </p:txBody>
      </p:sp>
      <p:sp>
        <p:nvSpPr>
          <p:cNvPr id="21" name="Text 19"/>
          <p:cNvSpPr/>
          <p:nvPr/>
        </p:nvSpPr>
        <p:spPr>
          <a:xfrm>
            <a:off x="13811250" y="7962900"/>
            <a:ext cx="3143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3300" dirty="0" spc="2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90,9%</a:t>
            </a:r>
            <a:endParaRPr lang="en-US" sz="3300" dirty="0"/>
          </a:p>
        </p:txBody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47447ae7-a275-4c4d-8983-06eea6d1d8e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72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rất</a:t>
            </a:r>
            <a:r>
              <a:rPr lang="en-US" sz="72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đơn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giản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10515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2476500" y="3295650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nút,</a:t>
            </a:r>
            <a:r>
              <a:rPr lang="en-US" sz="28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suất cố</a:t>
            </a:r>
            <a:r>
              <a:rPr lang="en-US" sz="28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phút.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14400" y="4286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43865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2476500" y="4629150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8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 20%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 soạn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28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77215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2476500" y="5962650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Kiểu</a:t>
            </a: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28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8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8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phỏng.</a:t>
            </a:r>
            <a:endParaRPr lang="en-US" sz="2850" dirty="0"/>
          </a:p>
        </p:txBody>
      </p:sp>
      <p:sp>
        <p:nvSpPr>
          <p:cNvPr id="13" name="Shape 11"/>
          <p:cNvSpPr/>
          <p:nvPr/>
        </p:nvSpPr>
        <p:spPr>
          <a:xfrm>
            <a:off x="914400" y="6953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7105650"/>
            <a:ext cx="95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2476500" y="7296150"/>
            <a:ext cx="14478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90%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EC2</a:t>
            </a:r>
            <a:r>
              <a:rPr lang="en-US" sz="28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8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e8d2530f-5801-4356-b38d-7c32d1bacaa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905000"/>
          </a:xfrm>
          <a:prstGeom prst="rect">
            <a:avLst/>
          </a:prstGeom>
          <a:noFill/>
          <a:ln/>
        </p:spPr>
        <p:txBody>
          <a:bodyPr wrap="square" lIns="0" tIns="48863" rIns="0" bIns="-48863" rtlCol="0" anchor="t"/>
          <a:lstStyle/>
          <a:p>
            <a:pPr algn="l" indent="0" marL="0">
              <a:lnSpc>
                <a:spcPts val="5985"/>
              </a:lnSpc>
              <a:buNone/>
            </a:pPr>
            <a:r>
              <a:rPr lang="en-US" sz="57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Chuyển</a:t>
            </a:r>
            <a:r>
              <a:rPr lang="en-US" sz="57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bằng</a:t>
            </a: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tay</a:t>
            </a:r>
            <a:r>
              <a:rPr lang="en-US" sz="57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</a:t>
            </a:r>
            <a:r>
              <a:rPr lang="en-US" sz="57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phút,</a:t>
            </a: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mục</a:t>
            </a:r>
            <a:r>
              <a:rPr lang="en-US" sz="57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r>
              <a:rPr lang="en-US" sz="57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99,99%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52197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40005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6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95400" y="46672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30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30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mấy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30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chuyển?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34150" y="3619500"/>
            <a:ext cx="5219700" cy="3810000"/>
          </a:xfrm>
          <a:prstGeom prst="roundRect">
            <a:avLst>
              <a:gd name="adj" fmla="val 8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15150" y="40005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165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915150" y="46672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5240" rIns="0" bIns="-15240" rtlCol="0" anchor="t"/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dirty="0" spc="5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52,56</a:t>
            </a:r>
            <a:r>
              <a:rPr lang="en-US" sz="4800" dirty="0" spc="-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÷</a:t>
            </a:r>
            <a:r>
              <a:rPr lang="en-US" sz="480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</a:t>
            </a:r>
            <a:r>
              <a:rPr lang="en-US" sz="4800" dirty="0" spc="-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&lt;</a:t>
            </a:r>
            <a:r>
              <a:rPr lang="en-US" sz="48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1,8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12153900" y="3619500"/>
            <a:ext cx="5219700" cy="3810000"/>
          </a:xfrm>
          <a:prstGeom prst="roundRect">
            <a:avLst>
              <a:gd name="adj" fmla="val 8000"/>
            </a:avLst>
          </a:prstGeom>
          <a:solidFill>
            <a:srgbClr val="FFB454"/>
          </a:solidFill>
          <a:ln/>
        </p:spPr>
      </p:sp>
      <p:sp>
        <p:nvSpPr>
          <p:cNvPr id="11" name="Text 9"/>
          <p:cNvSpPr/>
          <p:nvPr/>
        </p:nvSpPr>
        <p:spPr>
          <a:xfrm>
            <a:off x="12534900" y="4000500"/>
            <a:ext cx="4476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534900" y="466725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21735" rIns="0" bIns="-21735" rtlCol="0" anchor="t"/>
          <a:lstStyle/>
          <a:p>
            <a:pPr algn="l" indent="0" marL="0">
              <a:lnSpc>
                <a:spcPts val="4485"/>
              </a:lnSpc>
              <a:buNone/>
            </a:pPr>
            <a:r>
              <a:rPr lang="en-US" sz="3900" dirty="0" spc="-13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Tối</a:t>
            </a:r>
            <a:r>
              <a:rPr lang="en-US" sz="3900" dirty="0" spc="3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đa</a:t>
            </a:r>
            <a:r>
              <a:rPr lang="en-US" sz="3900" dirty="0" spc="-2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một</a:t>
            </a:r>
            <a:r>
              <a:rPr lang="en-US" sz="3900" dirty="0" spc="-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lần</a:t>
            </a:r>
            <a:r>
              <a:rPr lang="en-US" sz="3900" dirty="0" spc="-2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chuyển.</a:t>
            </a:r>
            <a:endParaRPr lang="en-US" sz="39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333e5be9-badc-468a-b00d-1de68a7938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ĐÀO</a:t>
            </a:r>
            <a:r>
              <a:rPr lang="en-US" sz="1800" b="1" spc="29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SÂU:</a:t>
            </a:r>
            <a:r>
              <a:rPr lang="en-US" sz="1800" b="1" spc="30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1800" b="1" spc="29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Giữ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ví</a:t>
            </a: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dụ,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72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phép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7981950" cy="3143250"/>
          </a:xfrm>
          <a:prstGeom prst="roundRect">
            <a:avLst>
              <a:gd name="adj" fmla="val 9697"/>
            </a:avLst>
          </a:prstGeom>
          <a:solidFill>
            <a:srgbClr val="FBF8F2"/>
          </a:solidFill>
          <a:ln w="28575">
            <a:solidFill>
              <a:srgbClr val="8A86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52425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400" y="4191000"/>
            <a:ext cx="7143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33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3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33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3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nút, ví dụ 90%</a:t>
            </a:r>
            <a:r>
              <a:rPr lang="en-US" sz="33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33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99%.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391650" y="3143250"/>
            <a:ext cx="7981950" cy="3143250"/>
          </a:xfrm>
          <a:prstGeom prst="roundRect">
            <a:avLst>
              <a:gd name="adj" fmla="val 9697"/>
            </a:avLst>
          </a:prstGeom>
          <a:solidFill>
            <a:srgbClr val="14161C"/>
          </a:solidFill>
          <a:ln/>
        </p:spPr>
      </p:sp>
      <p:sp>
        <p:nvSpPr>
          <p:cNvPr id="8" name="Text 6"/>
          <p:cNvSpPr/>
          <p:nvPr/>
        </p:nvSpPr>
        <p:spPr>
          <a:xfrm>
            <a:off x="9772650" y="3524250"/>
            <a:ext cx="714375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18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772650" y="4191000"/>
            <a:ext cx="7143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 phép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33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kho,</a:t>
            </a:r>
            <a:r>
              <a:rPr lang="en-US" sz="33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3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phỏng.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14400" y="666750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FBF8F2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953250"/>
            <a:ext cx="15716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 phỏng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ngầm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0,1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×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0,1.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60b32d5f-d88f-4eef-b6d8-07e3197177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8097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5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CAP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143250" y="18859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Nhất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quán,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 sàng,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mảnh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9525000" y="1714500"/>
            <a:ext cx="7848600" cy="2476500"/>
          </a:xfrm>
          <a:prstGeom prst="roundRect">
            <a:avLst>
              <a:gd name="adj" fmla="val 12308"/>
            </a:avLst>
          </a:prstGeom>
          <a:solidFill>
            <a:srgbClr val="1E212B"/>
          </a:solidFill>
          <a:ln w="19050">
            <a:solidFill>
              <a:srgbClr val="3A3E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906000" y="2038350"/>
            <a:ext cx="7048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906000" y="2552700"/>
            <a:ext cx="7048500" cy="14287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•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ByteByteGo, bài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45</a:t>
            </a:r>
            <a:r>
              <a:rPr lang="en-US" sz="1650" dirty="0" spc="0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978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e2395e13-0c21-44ab-9076-5d9756e9ef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2026-10-19T15:40:13Z</dcterms:created>
  <dcterms:modified xsi:type="dcterms:W3CDTF">2026-10-19T15:40:13Z</dcterms:modified>
</cp:coreProperties>
</file>