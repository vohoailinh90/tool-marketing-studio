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21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Netflix</a:t>
            </a:r>
            <a:r>
              <a:rPr lang="en-US" sz="7500" dirty="0" spc="-8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7500" dirty="0" spc="-7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Java: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kiến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đổi?</a:t>
            </a:r>
            <a:endParaRPr lang="en-US" sz="3000" dirty="0"/>
          </a:p>
        </p:txBody>
      </p:sp>
      <p:sp>
        <p:nvSpPr>
          <p:cNvPr id="5" name="Connector line-1792380004514-835365071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BFF,</a:t>
            </a:r>
            <a:r>
              <a:rPr lang="en-US" sz="2100" dirty="0" spc="-2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 API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7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BFF,</a:t>
            </a:r>
            <a:r>
              <a:rPr lang="en-US" sz="3150" dirty="0" spc="-2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Groovy,</a:t>
            </a:r>
            <a:r>
              <a:rPr lang="en-US" sz="3150" dirty="0" spc="-3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150" dirty="0" spc="-1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Điểm</a:t>
            </a:r>
            <a:r>
              <a:rPr lang="en-US" sz="315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60ad09c-6563-4fda-bfe2-c4d23113c13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72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phía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sau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Netflix là</a:t>
            </a:r>
            <a:r>
              <a:rPr lang="en-US" sz="72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bộ,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video,</a:t>
            </a:r>
            <a:r>
              <a:rPr lang="en-US" sz="24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sản</a:t>
            </a:r>
            <a:r>
              <a:rPr lang="en-US" sz="24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xuất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phim.</a:t>
            </a:r>
            <a:r>
              <a:rPr lang="en-US" sz="24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24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4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4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4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4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0fb42712-b573-486b-94ca-c1c8db2f81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8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195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4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950" b="1" spc="28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CỔNG API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6900" dirty="0"/>
          </a:p>
        </p:txBody>
      </p:sp>
      <p:sp>
        <p:nvSpPr>
          <p:cNvPr id="4" name="Connector line-1792380008402-899483644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Cổng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microservice</a:t>
            </a:r>
            <a:r>
              <a:rPr lang="en-US" sz="2250" dirty="0" spc="-19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250" dirty="0" spc="1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250" dirty="0" spc="-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6438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64008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64008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250" dirty="0" spc="-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1925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11887200" y="3143250"/>
            <a:ext cx="51054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Đời</a:t>
            </a: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1887200" y="4572000"/>
            <a:ext cx="51054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11887200" y="5905500"/>
            <a:ext cx="50101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250" dirty="0" spc="-2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2250" dirty="0" spc="-1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250" dirty="0" spc="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2250" dirty="0" spc="2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ứng.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9238096a-994c-4c3c-8da5-0dd26b5040c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BFF</a:t>
            </a:r>
            <a:r>
              <a:rPr lang="en-US" sz="1950" b="1" spc="29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950" b="1" spc="29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r>
              <a:rPr lang="en-US" sz="1950" b="1" spc="24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4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RXJAVA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BFF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3DD6A0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19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345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45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mọi</a:t>
            </a: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TV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0" name="Connector line-1792380009372-73885784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4" name="Connector line-1792380009375-139258790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TRÌNH</a:t>
            </a:r>
            <a:r>
              <a:rPr lang="en-US" sz="1800" b="1" spc="23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BFF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riêng</a:t>
            </a:r>
            <a:endParaRPr lang="en-US" sz="3000" dirty="0"/>
          </a:p>
        </p:txBody>
      </p:sp>
      <p:sp>
        <p:nvSpPr>
          <p:cNvPr id="18" name="Connector line-1792380009379-383747501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3DD6A0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2df103f-b846-47cf-88fb-7d358c7019c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ĐỜI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1950" b="1" spc="28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6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r>
              <a:rPr lang="en-US" sz="66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6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Groovy</a:t>
            </a:r>
            <a:r>
              <a:rPr lang="en-US" sz="6600" dirty="0" spc="-7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600" dirty="0" spc="-6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RxJava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SCRIPT</a:t>
            </a:r>
            <a:r>
              <a:rPr lang="en-US" sz="1950" b="1" spc="217" kern="0" dirty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GROOVY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UI</a:t>
            </a: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4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thêm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LẬP TRÌNH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PHẢN</a:t>
            </a:r>
            <a:r>
              <a:rPr lang="en-US" sz="1950" b="1" spc="2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21336" rIns="0" bIns="-21336" rtlCol="0" anchor="t"/>
          <a:lstStyle/>
          <a:p>
            <a:pPr algn="l" indent="0" marL="0">
              <a:lnSpc>
                <a:spcPts val="4704"/>
              </a:lnSpc>
              <a:buNone/>
            </a:pPr>
            <a:r>
              <a:rPr lang="en-US" sz="4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Nói</a:t>
            </a:r>
            <a:r>
              <a:rPr lang="en-US" sz="4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4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4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Netflix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GraphQL</a:t>
            </a:r>
            <a:r>
              <a:rPr lang="en-US" sz="210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Federation.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Zuul</a:t>
            </a:r>
            <a:r>
              <a:rPr lang="en-US" sz="210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proxy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c543b5f5-d7d4-4593-9b8c-a6f61b03cc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ĐIỂM CHUNG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476500"/>
            <a:ext cx="152400" cy="3429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381250"/>
            <a:ext cx="15240000" cy="381000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r>
              <a:rPr lang="en-US" sz="72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vẫn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Java;</a:t>
            </a:r>
            <a:r>
              <a:rPr lang="en-US" sz="72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lớp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200" dirty="0" spc="-4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thay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đổi.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1428750" y="6858000"/>
            <a:ext cx="14287500" cy="952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400" dirty="0" spc="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phục vụ</a:t>
            </a:r>
            <a:r>
              <a:rPr lang="en-US" sz="24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4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khách,</a:t>
            </a:r>
            <a:r>
              <a:rPr lang="en-US" sz="24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4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4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5b62eac2-ce92-4daa-b130-84fc15581f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Nguồn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5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rời</a:t>
            </a:r>
            <a:r>
              <a:rPr lang="en-US" sz="6900" dirty="0" spc="-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F8D9D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Federation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thế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F8D9D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345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345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đời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lâu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f9c2810d-1fca-433a-8517-61e8cd584b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cổng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 tivi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2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điện</a:t>
            </a: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thoại?</a:t>
            </a:r>
            <a:endParaRPr lang="en-US" sz="6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952750"/>
          <a:ext cx="13716000" cy="914400"/>
        </p:xfrm>
        <a:graphic>
          <a:graphicData uri="http://schemas.openxmlformats.org/drawingml/2006/table">
            <a:tbl>
              <a:tblPr/>
              <a:tblGrid>
                <a:gridCol w="5596128"/>
                <a:gridCol w="5431536"/>
                <a:gridCol w="5431536"/>
              </a:tblGrid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3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Máy</a:t>
                      </a:r>
                      <a:r>
                        <a:rPr lang="en-US" sz="2400" b="1" dirty="0" spc="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khách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Một</a:t>
                      </a:r>
                      <a:r>
                        <a:rPr lang="en-US" sz="2400" b="1" dirty="0" spc="-10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cổng</a:t>
                      </a:r>
                      <a:r>
                        <a:rPr lang="en-US" sz="2400" b="1" dirty="0" spc="-4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chung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2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r>
                        <a:rPr lang="en-US" sz="2400" b="1" dirty="0" spc="-1" kern="0">
                          <a:solidFill>
                            <a:srgbClr val="6B6A66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9E2D2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400" b="1" dirty="0" spc="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ảnh</a:t>
                      </a:r>
                      <a:r>
                        <a:rPr lang="en-US" sz="2400" b="1" dirty="0" spc="3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bìa</a:t>
                      </a:r>
                      <a:r>
                        <a:rPr lang="en-US" sz="2400" b="1" dirty="0" spc="-2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lớn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Có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thể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thiếu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3EEE3"/>
                    </a:solidFill>
                  </a:tcPr>
                </a:tc>
              </a:tr>
              <a:tr h="9906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7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Điện</a:t>
                      </a:r>
                      <a:r>
                        <a:rPr lang="en-US" sz="2400" b="1" dirty="0" spc="-1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thoại,</a:t>
                      </a:r>
                      <a:r>
                        <a:rPr lang="en-US" sz="2400" b="1" dirty="0" spc="0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ít</a:t>
                      </a:r>
                      <a:r>
                        <a:rPr lang="en-US" sz="2400" b="1" dirty="0" spc="5" kern="0">
                          <a:solidFill>
                            <a:srgbClr val="0F766E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trường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Nhận</a:t>
                      </a: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thừa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Đúng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630555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</a:t>
            </a:r>
            <a:r>
              <a:rPr lang="en-US" sz="2100" dirty="0" spc="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cổng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dạng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mọi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khách.</a:t>
            </a:r>
            <a:endParaRPr lang="en-US" sz="2100" dirty="0"/>
          </a:p>
        </p:txBody>
      </p:sp>
      <p:sp>
        <p:nvSpPr>
          <p:cNvPr id="6" name="Shape 3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17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e67366b2-ae4b-4159-88c1-8898edcf9e2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GraphQL</a:t>
            </a:r>
            <a:r>
              <a:rPr lang="en-US" sz="6900" dirty="0" spc="-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Federation</a:t>
            </a: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đỡ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việc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chọn</a:t>
            </a:r>
            <a:r>
              <a:rPr lang="en-US" sz="270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trường;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70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Ghép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lược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3DD6A0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giá: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lớp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14400" y="80010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10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f470f5c5-6d7a-4606-8039-8f29c1a510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chương</a:t>
                      </a:r>
                      <a:r>
                        <a:rPr lang="en-US" sz="225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nhau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BFF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Backend</a:t>
                      </a:r>
                      <a:r>
                        <a:rPr lang="en-US" sz="2250" dirty="0" spc="-2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For</a:t>
                      </a: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Frontend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lớp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riêng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cho</a:t>
                      </a:r>
                      <a:r>
                        <a:rPr lang="en-US" sz="2250" dirty="0" spc="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từng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TV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TeleVision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tivi,</a:t>
                      </a:r>
                      <a:r>
                        <a:rPr lang="en-US" sz="2250" dirty="0" spc="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Netflix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tivi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User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diện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001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Query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Language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vấn,</a:t>
                      </a:r>
                      <a:r>
                        <a:rPr lang="en-US" sz="2250" dirty="0" spc="-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GraphQL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771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80962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6296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Netflix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21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84e21586-be8e-4244-ac75-30efe667aef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2026-10-19T05:31:15Z</dcterms:created>
  <dcterms:modified xsi:type="dcterms:W3CDTF">2026-10-19T05:31:15Z</dcterms:modified>
</cp:coreProperties>
</file>