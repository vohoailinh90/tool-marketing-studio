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regular r:id="rId21"/>
      <p:bold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59055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429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809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2095500"/>
            <a:ext cx="857250" cy="85725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896600" y="2076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96600" y="2609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ps -a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563100" y="3524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3810000"/>
            <a:ext cx="857250" cy="85725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96600" y="3790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896600" y="4324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logs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63100" y="5238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5524500"/>
            <a:ext cx="857250" cy="85725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96600" y="5505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896600" y="6038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inspect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63100" y="6953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239000"/>
            <a:ext cx="857250" cy="85725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96600" y="7219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896600" y="7753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--restart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8e1af0-bd3d-4e54-a875-67748474a3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7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78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8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8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30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0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510520f-3729-4599-ba13-e78973c67d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5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Restarting?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3335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manh mối</a:t>
            </a:r>
            <a:r>
              <a:rPr lang="en-US" sz="27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6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917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Restarting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7917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 chính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905750"/>
            <a:ext cx="1581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--filter status=exited</a:t>
            </a:r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c04a154-7c88-413d-9d91-376773c150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 nhật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ps -a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Exited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8" name="Connector line-1792374284568-65977691"/>
          <p:cNvSpPr/>
          <p:nvPr/>
        </p:nvSpPr>
        <p:spPr>
          <a:xfrm>
            <a:off x="581025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676275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375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14375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logs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48577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--tail 50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143750" y="55245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550" dirty="0"/>
          </a:p>
        </p:txBody>
      </p:sp>
      <p:sp>
        <p:nvSpPr>
          <p:cNvPr id="14" name="Connector line-1792374284579-716937092"/>
          <p:cNvSpPr/>
          <p:nvPr/>
        </p:nvSpPr>
        <p:spPr>
          <a:xfrm>
            <a:off x="1165860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126111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921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921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inspect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921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tự,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cần.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0d87ef-b4f5-450a-b4f5-58f71102c3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TIẾT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4953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85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inspect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00150" y="5572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tên-container</a:t>
            </a:r>
            <a:endParaRPr lang="en-US" sz="1950" dirty="0"/>
          </a:p>
        </p:txBody>
      </p:sp>
      <p:sp>
        <p:nvSpPr>
          <p:cNvPr id="7" name="Connector line-1792374301797-441765695"/>
          <p:cNvSpPr/>
          <p:nvPr/>
        </p:nvSpPr>
        <p:spPr>
          <a:xfrm flipV="1">
            <a:off x="5334000" y="371475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301797-706992919"/>
          <p:cNvSpPr/>
          <p:nvPr/>
        </p:nvSpPr>
        <p:spPr>
          <a:xfrm>
            <a:off x="5334000" y="5334000"/>
            <a:ext cx="13335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4301798-992666868"/>
          <p:cNvSpPr/>
          <p:nvPr/>
        </p:nvSpPr>
        <p:spPr>
          <a:xfrm>
            <a:off x="5334000" y="533400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6762750" y="30480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32861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State.ExitCode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38100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2750" y="466725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3750" y="490537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State.OOMKilled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143750" y="542925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true: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1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762750" y="62865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3750" y="65246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State.Error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7143750" y="70485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trạng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chi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false: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f98c69-7763-449b-9ad2-5fa81e878b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b="1" spc="2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 ĐỘNG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--restart: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lại hay không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810250" y="32194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33900"/>
            <a:ext cx="4286250" cy="476250"/>
          </a:xfrm>
          <a:prstGeom prst="rect">
            <a:avLst/>
          </a:prstGeom>
          <a:noFill/>
          <a:ln/>
        </p:spPr>
        <p:txBody>
          <a:bodyPr wrap="square" lIns="0" tIns="15367" rIns="0" bIns="-15367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5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on-failure [:số lần]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810250" y="45529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524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857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always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unless-stopped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001500" y="2857500"/>
            <a:ext cx="5372100" cy="5143500"/>
          </a:xfrm>
          <a:prstGeom prst="roundRect">
            <a:avLst>
              <a:gd name="adj" fmla="val 518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0" y="3238500"/>
            <a:ext cx="461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382500" y="3810000"/>
            <a:ext cx="4610100" cy="1333500"/>
          </a:xfrm>
          <a:prstGeom prst="rect">
            <a:avLst/>
          </a:prstGeom>
          <a:noFill/>
          <a:ln/>
        </p:spPr>
        <p:txBody>
          <a:bodyPr wrap="square" lIns="0" tIns="6668" rIns="0" bIns="-6668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 nhân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382500" y="5334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update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0" y="5715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--restart=no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382500" y="6286500"/>
            <a:ext cx="46101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9a173ca-3e3a-4ad7-9a69-b965c04bac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nó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0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9342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342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25730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ea4f784-de66-4f9d-984f-3c8a3cef62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Thoát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request,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lỗi.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6667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SIGKILL.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manh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953500" y="1619250"/>
            <a:ext cx="8420100" cy="6477000"/>
          </a:xfrm>
          <a:prstGeom prst="roundRect">
            <a:avLst>
              <a:gd name="adj" fmla="val 411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72600" y="20002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 TIẾP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372600" y="25717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inspect: State.OOMKilled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8100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15500" y="40481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F3F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15500" y="45720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--memory,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của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59055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61436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715500" y="66675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5142f07-f39d-4d41-9841-aa949d909b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048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0" dirty="0"/>
          </a:p>
        </p:txBody>
      </p:sp>
      <p:sp>
        <p:nvSpPr>
          <p:cNvPr id="6" name="Text 4"/>
          <p:cNvSpPr/>
          <p:nvPr/>
        </p:nvSpPr>
        <p:spPr>
          <a:xfrm>
            <a:off x="2286000" y="2952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(PID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1)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286000" y="3476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 trả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về: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572000"/>
            <a:ext cx="762000" cy="7620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0" dirty="0"/>
          </a:p>
        </p:txBody>
      </p:sp>
      <p:sp>
        <p:nvSpPr>
          <p:cNvPr id="10" name="Text 8"/>
          <p:cNvSpPr/>
          <p:nvPr/>
        </p:nvSpPr>
        <p:spPr>
          <a:xfrm>
            <a:off x="2286000" y="4476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foreground.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286000" y="5000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-it: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6096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0" dirty="0"/>
          </a:p>
        </p:txBody>
      </p:sp>
      <p:sp>
        <p:nvSpPr>
          <p:cNvPr id="14" name="Text 12"/>
          <p:cNvSpPr/>
          <p:nvPr/>
        </p:nvSpPr>
        <p:spPr>
          <a:xfrm>
            <a:off x="2286000" y="6000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 của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125,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126,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286000" y="6524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7334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7620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0" dirty="0"/>
          </a:p>
        </p:txBody>
      </p:sp>
      <p:sp>
        <p:nvSpPr>
          <p:cNvPr id="18" name="Text 16"/>
          <p:cNvSpPr/>
          <p:nvPr/>
        </p:nvSpPr>
        <p:spPr>
          <a:xfrm>
            <a:off x="2286000" y="7524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 events: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die,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kill,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286000" y="8048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83b8251-1a43-4b54-97ed-08d59fd16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003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SIGKILL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38250" y="35242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SIGnal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6196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Process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IDentifier: mã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60007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6238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OOM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Memory: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896600" y="2762250"/>
            <a:ext cx="6477000" cy="609600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3048000"/>
            <a:ext cx="5810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5" name="Text richtext-1792374395815-771533477"/>
          <p:cNvSpPr/>
          <p:nvPr/>
        </p:nvSpPr>
        <p:spPr>
          <a:xfrm>
            <a:off x="11239500" y="3571875"/>
            <a:ext cx="5810250" cy="5143500"/>
          </a:xfrm>
          <a:prstGeom prst="rect">
            <a:avLst/>
          </a:prstGeom>
          <a:noFill/>
          <a:ln/>
        </p:spPr>
        <p:txBody>
          <a:bodyPr wrap="square" lIns="0" tIns="3834" rIns="0" bIns="-3834" rtlCol="0" anchor="t"/>
          <a:lstStyle/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725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72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725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1725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725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r>
              <a:rPr lang="en-US" sz="172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lọc</a:t>
            </a: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Bash:</a:t>
            </a:r>
            <a:r>
              <a:rPr lang="en-US" sz="172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d3159b3-424a-47aa-a342-14c5674e50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2026-10-19T02:36:47Z</dcterms:created>
  <dcterms:modified xsi:type="dcterms:W3CDTF">2026-10-19T02:36:47Z</dcterms:modified>
</cp:coreProperties>
</file>