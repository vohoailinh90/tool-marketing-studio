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</a:t>
            </a:r>
            <a:r>
              <a:rPr lang="en-US" sz="81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3000" dirty="0" spc="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3000" dirty="0"/>
          </a:p>
        </p:txBody>
      </p:sp>
      <p:sp>
        <p:nvSpPr>
          <p:cNvPr id="5" name="Connector line-1792378359193-954408305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6705600" cy="6705600"/>
          </a:xfrm>
          <a:prstGeom prst="roundRect">
            <a:avLst>
              <a:gd name="adj" fmla="val 511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0" y="1905000"/>
            <a:ext cx="590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MÔ,</a:t>
            </a:r>
            <a:r>
              <a:rPr lang="en-US" sz="195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9000" y="2476500"/>
            <a:ext cx="6096000" cy="2857500"/>
          </a:xfrm>
          <a:prstGeom prst="rect">
            <a:avLst/>
          </a:prstGeom>
          <a:noFill/>
          <a:ln/>
        </p:spPr>
        <p:txBody>
          <a:bodyPr wrap="square" lIns="0" tIns="167640" rIns="0" bIns="-16764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dirty="0" spc="1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220</a:t>
            </a:r>
            <a:endParaRPr lang="en-US" sz="16500" dirty="0"/>
          </a:p>
        </p:txBody>
      </p:sp>
      <p:sp>
        <p:nvSpPr>
          <p:cNvPr id="11" name="Text 9"/>
          <p:cNvSpPr/>
          <p:nvPr/>
        </p:nvSpPr>
        <p:spPr>
          <a:xfrm>
            <a:off x="11049000" y="533400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triệu</a:t>
            </a:r>
            <a:r>
              <a:rPr lang="en-US" sz="42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2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4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42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tức</a:t>
            </a:r>
            <a:r>
              <a:rPr lang="en-US" sz="42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09ed31c2-3a83-4653-a3e0-81a924f619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 của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 220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iOS,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smart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TV,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Roku,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FireStick,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nửa: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1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e221950-76dd-47a3-855a-ab6e342b27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476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Hành</a:t>
            </a:r>
            <a:r>
              <a:rPr lang="en-US" sz="3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3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534900" y="4476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6bd11c5-0369-4c9d-8578-fdac8af0a2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2–4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3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 theo</a:t>
            </a:r>
            <a:r>
              <a:rPr lang="en-US" sz="66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 tiên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45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345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 sự</a:t>
            </a:r>
            <a:r>
              <a:rPr lang="en-US" sz="345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520065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55816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16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Luật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 theo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4869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79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79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 hàng</a:t>
            </a:r>
            <a:r>
              <a:rPr lang="en-US" sz="3450" dirty="0" spc="-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13773150" y="3143250"/>
            <a:ext cx="36004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541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541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Cụm</a:t>
            </a:r>
            <a:r>
              <a:rPr lang="en-US" sz="3450" dirty="0" spc="-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 lý</a:t>
            </a:r>
            <a:r>
              <a:rPr lang="en-US" sz="345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45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r>
              <a:rPr lang="en-US" sz="345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endParaRPr lang="en-US" sz="3450" dirty="0"/>
          </a:p>
        </p:txBody>
      </p:sp>
      <p:sp>
        <p:nvSpPr>
          <p:cNvPr id="16" name="Connector line-1792378362118-833296762"/>
          <p:cNvSpPr/>
          <p:nvPr/>
        </p:nvSpPr>
        <p:spPr>
          <a:xfrm>
            <a:off x="4591050" y="4572000"/>
            <a:ext cx="5524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8362118-146571061"/>
          <p:cNvSpPr/>
          <p:nvPr/>
        </p:nvSpPr>
        <p:spPr>
          <a:xfrm>
            <a:off x="8877300" y="4572000"/>
            <a:ext cx="5524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8362118-335565643"/>
          <p:cNvSpPr/>
          <p:nvPr/>
        </p:nvSpPr>
        <p:spPr>
          <a:xfrm>
            <a:off x="13163550" y="4572000"/>
            <a:ext cx="5524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thông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3171091-c210-45be-85e2-73228469b8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5–6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3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Cassandra,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 xử lý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550" dirty="0"/>
          </a:p>
        </p:txBody>
      </p:sp>
      <p:sp>
        <p:nvSpPr>
          <p:cNvPr id="7" name="Connector line-1792378362967-543014267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8362967-876227383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8362968-501195421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5:</a:t>
            </a:r>
            <a:r>
              <a:rPr lang="en-US" sz="2250" b="1" dirty="0" spc="2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250" dirty="0"/>
          </a:p>
        </p:txBody>
      </p:sp>
      <p:sp>
        <p:nvSpPr>
          <p:cNvPr id="11" name="Connector line-1792378362970-954097495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77000" y="609600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6:</a:t>
            </a:r>
            <a:r>
              <a:rPr lang="en-US" sz="2250" b="1" dirty="0" spc="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13" name="Connector line-1792378362972-242147294"/>
          <p:cNvSpPr/>
          <p:nvPr/>
        </p:nvSpPr>
        <p:spPr>
          <a:xfrm>
            <a:off x="3333750" y="6762750"/>
            <a:ext cx="11620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d6f8cda-8925-4745-b60f-d75249652f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spc="2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 bị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762500" cy="2286000"/>
          </a:xfrm>
          <a:prstGeom prst="roundRect">
            <a:avLst>
              <a:gd name="adj" fmla="val 13333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1950" b="1" spc="21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 thống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 tin</a:t>
            </a:r>
            <a:r>
              <a:rPr lang="en-US" sz="3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896600" y="29527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ANDROID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3543300"/>
            <a:ext cx="571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FCM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896600" y="45720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77600" y="4781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77600" y="5162550"/>
            <a:ext cx="571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APNs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0896600" y="61912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77600" y="64008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WEB,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TV, THIẾT BỊ</a:t>
            </a:r>
            <a:r>
              <a:rPr lang="en-US" sz="1800" b="1" spc="18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77600" y="6781800"/>
            <a:ext cx="571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Zuul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Push, Netflix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3300" dirty="0"/>
          </a:p>
        </p:txBody>
      </p:sp>
      <p:sp>
        <p:nvSpPr>
          <p:cNvPr id="16" name="Connector line-1792378413063-39552638"/>
          <p:cNvSpPr/>
          <p:nvPr/>
        </p:nvSpPr>
        <p:spPr>
          <a:xfrm flipV="1">
            <a:off x="5676900" y="3619500"/>
            <a:ext cx="5219700" cy="14287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7" name="Connector line-1792378413063-307657508"/>
          <p:cNvSpPr/>
          <p:nvPr/>
        </p:nvSpPr>
        <p:spPr>
          <a:xfrm>
            <a:off x="5676900" y="5238750"/>
            <a:ext cx="52197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8" name="Connector line-1792378413063-498583463"/>
          <p:cNvSpPr/>
          <p:nvPr/>
        </p:nvSpPr>
        <p:spPr>
          <a:xfrm>
            <a:off x="5676900" y="5429250"/>
            <a:ext cx="5219700" cy="14287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e858717-e93c-457b-af67-a9a398a152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6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nói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700" dirty="0" spc="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"theo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tôi".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9f5b6a1-a392-4b62-a682-0cf583808e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iPhone</a:t>
            </a:r>
            <a:r>
              <a:rPr lang="en-US" sz="45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tivi thông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minh: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45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4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IPHONE</a:t>
            </a:r>
            <a:r>
              <a:rPr lang="en-US" sz="1950" b="1" spc="22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 BỊ APPLE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667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APNs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TIVI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667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</a:t>
            </a:r>
            <a:r>
              <a:rPr lang="en-US" sz="5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Zuul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Push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 phát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4–5.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5edfcb1-8673-43dd-8511-bc6984a6cb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 tiên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8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phim.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3415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2004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286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5390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2004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534900" y="4286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8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tải: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quan</a:t>
            </a:r>
            <a:r>
              <a:rPr lang="en-US" sz="28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8e656fb-ff47-4103-91c5-12f9b29deb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6583680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FCM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Firebase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Cloud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Messaging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2250" dirty="0" spc="3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250" dirty="0" spc="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điện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Android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Apple Push</a:t>
                      </a: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Notification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2250" dirty="0" spc="3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thiết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Apple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TV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TeleVision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tivi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858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2961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1712014-0063-4189-b1f0-3cfd263eca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2026-10-19T02:55:22Z</dcterms:created>
  <dcterms:modified xsi:type="dcterms:W3CDTF">2026-10-19T02:55:22Z</dcterms:modified>
</cp:coreProperties>
</file>