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75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5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Python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300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chuẩn.</a:t>
            </a:r>
            <a:endParaRPr lang="en-US" sz="3000" dirty="0"/>
          </a:p>
        </p:txBody>
      </p:sp>
      <p:sp>
        <p:nvSpPr>
          <p:cNvPr id="5" name="Connector line-1792385760971-722075110"/>
          <p:cNvSpPr/>
          <p:nvPr/>
        </p:nvSpPr>
        <p:spPr>
          <a:xfrm>
            <a:off x="914400" y="60960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3341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87000" y="3810000"/>
            <a:ext cx="2286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svc.db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239750" y="3810000"/>
            <a:ext cx="180975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svc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716250" y="3810000"/>
            <a:ext cx="180975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root</a:t>
            </a:r>
            <a:endParaRPr lang="en-US" sz="2100" dirty="0"/>
          </a:p>
        </p:txBody>
      </p:sp>
      <p:sp>
        <p:nvSpPr>
          <p:cNvPr id="10" name="Connector line-1792385760986-639340756"/>
          <p:cNvSpPr/>
          <p:nvPr/>
        </p:nvSpPr>
        <p:spPr>
          <a:xfrm>
            <a:off x="12573000" y="4238625"/>
            <a:ext cx="6667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85760987-569982349"/>
          <p:cNvSpPr/>
          <p:nvPr/>
        </p:nvSpPr>
        <p:spPr>
          <a:xfrm>
            <a:off x="15049500" y="4238625"/>
            <a:ext cx="6667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287000" y="5143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1950" dirty="0" spc="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cha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faba6538-cc14-4690-ad6f-87f1d9979e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800" b="1" spc="27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1800" b="1" spc="20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b="1" spc="26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Mẫu là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28575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F3DFB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00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2850" dirty="0"/>
          </a:p>
        </p:txBody>
      </p:sp>
      <p:sp>
        <p:nvSpPr>
          <p:cNvPr id="7" name="Text richtext-1792385764223-366591439"/>
          <p:cNvSpPr/>
          <p:nvPr/>
        </p:nvSpPr>
        <p:spPr>
          <a:xfrm>
            <a:off x="1295400" y="4000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mẫu: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Factory,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Builder,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Prototype,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Singleton,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Chain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Responsibility.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753600" y="3200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285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2850" dirty="0"/>
          </a:p>
        </p:txBody>
      </p:sp>
      <p:sp>
        <p:nvSpPr>
          <p:cNvPr id="9" name="Text richtext-1792385764251-123662138"/>
          <p:cNvSpPr/>
          <p:nvPr/>
        </p:nvSpPr>
        <p:spPr>
          <a:xfrm>
            <a:off x="9753600" y="4000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Thử,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 nào.</a:t>
            </a:r>
            <a:endParaRPr lang="en-US" sz="2550" dirty="0"/>
          </a:p>
        </p:txBody>
      </p:sp>
      <p:sp>
        <p:nvSpPr>
          <p:cNvPr id="10" name="Connector line-1792385764258-48996890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eba0b098-1993-419e-9088-3f273476ff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 MẪU,</a:t>
            </a:r>
            <a:r>
              <a:rPr lang="en-US" sz="1800" b="1" spc="3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1800" b="1" spc="28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 mẫu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066800"/>
          </a:xfrm>
          <a:prstGeom prst="roundRect">
            <a:avLst>
              <a:gd name="adj" fmla="val 21429"/>
            </a:avLst>
          </a:prstGeom>
          <a:solidFill>
            <a:srgbClr val="DCE2FA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028950"/>
            <a:ext cx="34290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Factory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953000" y="2762250"/>
            <a:ext cx="12192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Thay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 ghi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nhật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3962400"/>
            <a:ext cx="16002000" cy="1066800"/>
          </a:xfrm>
          <a:prstGeom prst="roundRect">
            <a:avLst>
              <a:gd name="adj" fmla="val 21429"/>
            </a:avLst>
          </a:prstGeom>
          <a:solidFill>
            <a:srgbClr val="DCE2FA"/>
          </a:solidFill>
          <a:ln/>
        </p:spPr>
      </p:sp>
      <p:sp>
        <p:nvSpPr>
          <p:cNvPr id="8" name="Text 6"/>
          <p:cNvSpPr/>
          <p:nvPr/>
        </p:nvSpPr>
        <p:spPr>
          <a:xfrm>
            <a:off x="1409700" y="4229100"/>
            <a:ext cx="34290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181600" y="3962400"/>
            <a:ext cx="117157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Dựng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cây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thẻ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lồng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240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71600" y="5162550"/>
            <a:ext cx="15544800" cy="1066800"/>
          </a:xfrm>
          <a:prstGeom prst="roundRect">
            <a:avLst>
              <a:gd name="adj" fmla="val 21429"/>
            </a:avLst>
          </a:prstGeom>
          <a:solidFill>
            <a:srgbClr val="DCE2FA"/>
          </a:solidFill>
          <a:ln/>
        </p:spPr>
      </p:sp>
      <p:sp>
        <p:nvSpPr>
          <p:cNvPr id="11" name="Text 9"/>
          <p:cNvSpPr/>
          <p:nvPr/>
        </p:nvSpPr>
        <p:spPr>
          <a:xfrm>
            <a:off x="1638300" y="5429250"/>
            <a:ext cx="34290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Prototype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10200" y="5162550"/>
            <a:ext cx="11239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Sao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chép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 tượng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móc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600200" y="6362700"/>
            <a:ext cx="15087600" cy="1066800"/>
          </a:xfrm>
          <a:prstGeom prst="roundRect">
            <a:avLst>
              <a:gd name="adj" fmla="val 21429"/>
            </a:avLst>
          </a:prstGeom>
          <a:solidFill>
            <a:srgbClr val="DCE2FA"/>
          </a:solidFill>
          <a:ln/>
        </p:spPr>
      </p:sp>
      <p:sp>
        <p:nvSpPr>
          <p:cNvPr id="14" name="Text 12"/>
          <p:cNvSpPr/>
          <p:nvPr/>
        </p:nvSpPr>
        <p:spPr>
          <a:xfrm>
            <a:off x="1866900" y="6629400"/>
            <a:ext cx="34290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Singleton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638800" y="6362700"/>
            <a:ext cx="107632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nhật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828800" y="7562850"/>
            <a:ext cx="14630400" cy="1066800"/>
          </a:xfrm>
          <a:prstGeom prst="roundRect">
            <a:avLst>
              <a:gd name="adj" fmla="val 21429"/>
            </a:avLst>
          </a:prstGeom>
          <a:solidFill>
            <a:srgbClr val="DCE2FA"/>
          </a:solidFill>
          <a:ln/>
        </p:spPr>
      </p:sp>
      <p:sp>
        <p:nvSpPr>
          <p:cNvPr id="17" name="Text 15"/>
          <p:cNvSpPr/>
          <p:nvPr/>
        </p:nvSpPr>
        <p:spPr>
          <a:xfrm>
            <a:off x="2095500" y="7829550"/>
            <a:ext cx="34290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Chain</a:t>
            </a:r>
            <a:r>
              <a:rPr lang="en-US" sz="18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 Responsibility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867400" y="7562850"/>
            <a:ext cx="10287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nhật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40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ngược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cha.</a:t>
            </a:r>
            <a:endParaRPr lang="en-US" sz="2400" dirty="0"/>
          </a:p>
        </p:txBody>
      </p:sp>
      <p:sp>
        <p:nvSpPr>
          <p:cNvPr id="19" name="Connector line-1792385765058-5178800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f268bf5b-193a-44ad-a46b-8dfe7bd624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1800" b="1" spc="29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BỘ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800" b="1" spc="26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80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LỒNG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Chuỗi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dừng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Lỗi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19500" y="2857500"/>
            <a:ext cx="34290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svc.db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715250" y="2857500"/>
            <a:ext cx="34290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svc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811000" y="2857500"/>
            <a:ext cx="34290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root</a:t>
            </a:r>
            <a:endParaRPr lang="en-US" sz="2250" dirty="0"/>
          </a:p>
        </p:txBody>
      </p:sp>
      <p:sp>
        <p:nvSpPr>
          <p:cNvPr id="8" name="Connector line-1792385765988-235062130"/>
          <p:cNvSpPr/>
          <p:nvPr/>
        </p:nvSpPr>
        <p:spPr>
          <a:xfrm>
            <a:off x="7048500" y="3381375"/>
            <a:ext cx="6667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385765988-802846029"/>
          <p:cNvSpPr/>
          <p:nvPr/>
        </p:nvSpPr>
        <p:spPr>
          <a:xfrm>
            <a:off x="11144250" y="3381375"/>
            <a:ext cx="6667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5621000" y="3143250"/>
            <a:ext cx="209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bộ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50482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Thông</a:t>
            </a:r>
            <a:r>
              <a:rPr lang="en-US" sz="24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19500" y="4762500"/>
            <a:ext cx="3429000" cy="10477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5A5F7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svc.db:</a:t>
            </a:r>
            <a:r>
              <a:rPr lang="en-US" sz="1800" b="1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b="1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800" b="1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15250" y="4762500"/>
            <a:ext cx="34290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svc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811000" y="4762500"/>
            <a:ext cx="34290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root</a:t>
            </a:r>
            <a:endParaRPr lang="en-US" sz="2250" dirty="0"/>
          </a:p>
        </p:txBody>
      </p:sp>
      <p:sp>
        <p:nvSpPr>
          <p:cNvPr id="15" name="Connector line-1792385765997-704720922"/>
          <p:cNvSpPr/>
          <p:nvPr/>
        </p:nvSpPr>
        <p:spPr>
          <a:xfrm>
            <a:off x="11144250" y="5286375"/>
            <a:ext cx="6667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5621000" y="5048250"/>
            <a:ext cx="209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695325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6953250"/>
            <a:ext cx="156972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9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Tắt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lan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5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5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(svc):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r>
              <a:rPr lang="en-US" sz="2550" dirty="0" spc="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bộ.</a:t>
            </a:r>
            <a:endParaRPr lang="en-US" sz="2550" dirty="0"/>
          </a:p>
        </p:txBody>
      </p:sp>
      <p:sp>
        <p:nvSpPr>
          <p:cNvPr id="19" name="Connector line-1792385766002-64904895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e66ec53e-322c-4bc0-9ae1-ad2e4ad785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ĐẾM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800" b="1" spc="28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180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mặt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 không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mang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666750"/>
          </a:xfrm>
          <a:prstGeom prst="roundRect">
            <a:avLst>
              <a:gd name="adj" fmla="val 28571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38900" y="276225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915400" y="2762250"/>
            <a:ext cx="8191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chú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5814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D9ECE2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581400"/>
            <a:ext cx="495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Factory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438900" y="3581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16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915400" y="3581400"/>
            <a:ext cx="819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getLogRecordFactory</a:t>
            </a:r>
            <a:r>
              <a:rPr lang="en-US" sz="21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46101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D9ECE2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610100"/>
            <a:ext cx="495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Builder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438900" y="46101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915400" y="4610100"/>
            <a:ext cx="819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TreeBuilder,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EnvBuilder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56388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5400" y="5638800"/>
            <a:ext cx="495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Chain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438900" y="563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4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11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8915400" y="5638800"/>
            <a:ext cx="819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(như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ChainMap)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66675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5400" y="6667500"/>
            <a:ext cx="495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Singleton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438900" y="66675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4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8915400" y="6667500"/>
            <a:ext cx="819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1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" y="76962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95400" y="7696200"/>
            <a:ext cx="495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Prototype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6438900" y="769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8915400" y="7696200"/>
            <a:ext cx="819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100" dirty="0"/>
          </a:p>
        </p:txBody>
      </p:sp>
      <p:sp>
        <p:nvSpPr>
          <p:cNvPr id="28" name="Connector line-1792385767221-98000048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55477f13-99f9-4364-9889-f8350bf969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dễ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653415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1539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200400"/>
            <a:ext cx="445770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0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30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r>
              <a:rPr lang="en-US" sz="30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30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endParaRPr lang="en-US" sz="3000" dirty="0"/>
          </a:p>
        </p:txBody>
      </p:sp>
      <p:sp>
        <p:nvSpPr>
          <p:cNvPr id="8" name="Text richtext-1792385798609-626099053"/>
          <p:cNvSpPr/>
          <p:nvPr/>
        </p:nvSpPr>
        <p:spPr>
          <a:xfrm>
            <a:off x="1295400" y="4286250"/>
            <a:ext cx="445770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915150" y="3200400"/>
            <a:ext cx="445770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Định</a:t>
            </a:r>
            <a:r>
              <a:rPr lang="en-US" sz="30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 chung</a:t>
            </a:r>
            <a:endParaRPr lang="en-US" sz="3000" dirty="0"/>
          </a:p>
        </p:txBody>
      </p:sp>
      <p:sp>
        <p:nvSpPr>
          <p:cNvPr id="10" name="Text richtext-1792385798619-876660381"/>
          <p:cNvSpPr/>
          <p:nvPr/>
        </p:nvSpPr>
        <p:spPr>
          <a:xfrm>
            <a:off x="6915150" y="4286250"/>
            <a:ext cx="445770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534900" y="3200400"/>
            <a:ext cx="445770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Đếm</a:t>
            </a:r>
            <a:r>
              <a:rPr lang="en-US" sz="3000" dirty="0" spc="-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30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3000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r>
              <a:rPr lang="en-US" sz="30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endParaRPr lang="en-US" sz="3000" dirty="0"/>
          </a:p>
        </p:txBody>
      </p:sp>
      <p:sp>
        <p:nvSpPr>
          <p:cNvPr id="12" name="Text richtext-1792385798627-218158950"/>
          <p:cNvSpPr/>
          <p:nvPr/>
        </p:nvSpPr>
        <p:spPr>
          <a:xfrm>
            <a:off x="12534900" y="4286250"/>
            <a:ext cx="445770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7715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Singleton</a:t>
            </a:r>
            <a:r>
              <a:rPr lang="en-US" sz="22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2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2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2250" dirty="0"/>
          </a:p>
        </p:txBody>
      </p:sp>
      <p:sp>
        <p:nvSpPr>
          <p:cNvPr id="14" name="Connector line-1792385798637-49309329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5dc26e65-e060-4315-9709-3150e6ff63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2190750"/>
          </a:xfrm>
          <a:prstGeom prst="rect">
            <a:avLst/>
          </a:prstGeom>
          <a:noFill/>
          <a:ln/>
        </p:spPr>
        <p:txBody>
          <a:bodyPr wrap="square" lIns="0" tIns="14795" rIns="0" bIns="-14795" rtlCol="0" anchor="t"/>
          <a:lstStyle/>
          <a:p>
            <a:pPr algn="l" indent="0" marL="0">
              <a:lnSpc>
                <a:spcPts val="5347"/>
              </a:lnSpc>
              <a:buNone/>
            </a:pPr>
            <a:r>
              <a:rPr lang="en-US" sz="46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46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46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465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465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65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465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chung,</a:t>
            </a:r>
            <a:r>
              <a:rPr lang="en-US" sz="46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465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mô-đun</a:t>
            </a:r>
            <a:r>
              <a:rPr lang="en-US" sz="46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db</a:t>
            </a:r>
            <a:r>
              <a:rPr lang="en-US" sz="46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465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46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lỗi.</a:t>
            </a:r>
            <a:r>
              <a:rPr lang="en-US" sz="46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 nào</a:t>
            </a:r>
            <a:r>
              <a:rPr lang="en-US" sz="465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giúp?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16459200" cy="2667000"/>
          </a:xfrm>
          <a:prstGeom prst="roundRect">
            <a:avLst>
              <a:gd name="adj" fmla="val 11429"/>
            </a:avLst>
          </a:prstGeom>
          <a:solidFill>
            <a:srgbClr val="F8D9D1"/>
          </a:solidFill>
          <a:ln/>
        </p:spPr>
      </p:sp>
      <p:sp>
        <p:nvSpPr>
          <p:cNvPr id="5" name="Text richtext-1792385799481-721364582"/>
          <p:cNvSpPr/>
          <p:nvPr/>
        </p:nvSpPr>
        <p:spPr>
          <a:xfrm>
            <a:off x="1295400" y="4476750"/>
            <a:ext cx="156972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Chain of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Responsibility.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db.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db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tệp;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đặt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propagate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False.</a:t>
            </a:r>
            <a:endParaRPr lang="en-US" sz="2550" dirty="0"/>
          </a:p>
        </p:txBody>
      </p:sp>
      <p:sp>
        <p:nvSpPr>
          <p:cNvPr id="6" name="Connector line-1792385799488-29838356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bb640819-8f76-4bf1-a285-9792be5bb1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3248025"/>
            <a:ext cx="838200" cy="838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571750" y="285750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năm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nêu,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 nghĩa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mẫu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1390650" y="5153025"/>
            <a:ext cx="838200" cy="838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571750" y="476250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Thay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tóm</a:t>
            </a:r>
            <a:r>
              <a:rPr lang="en-US" sz="25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chỗ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gặp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1390650" y="7058025"/>
            <a:ext cx="838200" cy="838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571750" y="666750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đếm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tên: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mẫu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diện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mang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tên.</a:t>
            </a:r>
            <a:endParaRPr lang="en-US" sz="2550" dirty="0"/>
          </a:p>
        </p:txBody>
      </p:sp>
      <p:sp>
        <p:nvSpPr>
          <p:cNvPr id="13" name="Connector line-1792385800295-41841715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76f0949b-de31-4281-a51d-36428b9d82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143250"/>
            <a:ext cx="2381250" cy="666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XML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3905250" y="297180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Xtensible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Markup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(X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eXtensible)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05250" y="327660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953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429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3.13: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logging,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copy,</a:t>
            </a:r>
            <a:r>
              <a:rPr lang="en-US" sz="22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xml.etree.ElementTree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</a:t>
            </a:r>
            <a:endParaRPr lang="en-US" sz="2250" dirty="0"/>
          </a:p>
        </p:txBody>
      </p:sp>
      <p:sp>
        <p:nvSpPr>
          <p:cNvPr id="10" name="Connector line-1792385801113-3600222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10ed1c2c-6154-40e3-b66d-00c84df703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2026-10-19T04:57:12Z</dcterms:created>
  <dcterms:modified xsi:type="dcterms:W3CDTF">2026-10-19T04:57:12Z</dcterms:modified>
</cp:coreProperties>
</file>