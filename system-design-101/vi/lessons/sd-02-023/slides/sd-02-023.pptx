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Reddit:</a:t>
            </a:r>
            <a:r>
              <a:rPr lang="en-US" sz="7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nặng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 phiếu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phiếu?</a:t>
            </a:r>
            <a:endParaRPr lang="en-US" sz="3000" dirty="0"/>
          </a:p>
        </p:txBody>
      </p:sp>
      <p:sp>
        <p:nvSpPr>
          <p:cNvPr id="5" name="Connector line-1792381292489-57154958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15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</a:t>
            </a:r>
            <a:r>
              <a:rPr lang="en-US" sz="3150" dirty="0" spc="-3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1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315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e58658c-9191-4390-88b0-e6b2cd285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22500" dirty="0" spc="-8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tỷ+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mỗi tháng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Reddit;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a66572b-30bd-4da0-a653-191b4b701b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29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r>
              <a:rPr lang="en-US" sz="72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Fastly</a:t>
            </a:r>
            <a:r>
              <a:rPr lang="en-US" sz="72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72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jQuery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2009,</a:t>
            </a:r>
            <a:r>
              <a:rPr lang="en-US" sz="24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TypeScript,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Node.js;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Android</a:t>
            </a:r>
            <a:r>
              <a:rPr lang="en-US" sz="24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26780c4-6da4-4c23-a4e9-d274a56bb6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</a:t>
            </a:r>
            <a:endParaRPr lang="en-US" sz="6900" dirty="0"/>
          </a:p>
        </p:txBody>
      </p:sp>
      <p:sp>
        <p:nvSpPr>
          <p:cNvPr id="4" name="Connector line-1792381295325-39707555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33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8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250" dirty="0" spc="-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3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2021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DGS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2022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Subgraph</a:t>
            </a: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250" dirty="0" spc="-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db26197-c3f6-4b76-bf7a-c1e882d76e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 luôn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16f88b6-80f8-4d5b-bcf6-4b73f380ae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26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phiếu,</a:t>
            </a:r>
            <a:r>
              <a:rPr lang="en-US" sz="33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7" name="Connector line-1792381341686-151253566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RABBITMQ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3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300" dirty="0"/>
          </a:p>
        </p:txBody>
      </p:sp>
      <p:sp>
        <p:nvSpPr>
          <p:cNvPr id="11" name="Connector line-1792381341692-930141752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Debezium giữ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b692b07-9aef-4e5c-a453-6bed8eb8b1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việc lỗi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Debezium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25e658-0a65-4774-a8ba-6037c88517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phiếu: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5" name="Connector line-1792381343422-938754465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Reddit</a:t>
            </a:r>
            <a:endParaRPr lang="en-US" sz="2700" dirty="0"/>
          </a:p>
        </p:txBody>
      </p:sp>
      <p:sp>
        <p:nvSpPr>
          <p:cNvPr id="7" name="Connector line-1792381343424-374987345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endParaRPr lang="en-US" sz="2700" dirty="0"/>
          </a:p>
        </p:txBody>
      </p:sp>
      <p:sp>
        <p:nvSpPr>
          <p:cNvPr id="9" name="Connector line-1792381343426-435060530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endParaRPr lang="en-US" sz="2250" dirty="0"/>
          </a:p>
        </p:txBody>
      </p:sp>
      <p:sp>
        <p:nvSpPr>
          <p:cNvPr id="11" name="Connector line-1792381343428-117088689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00050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250" dirty="0"/>
          </a:p>
        </p:txBody>
      </p:sp>
      <p:sp>
        <p:nvSpPr>
          <p:cNvPr id="13" name="Connector line-1792381343430-144322569"/>
          <p:cNvSpPr/>
          <p:nvPr/>
        </p:nvSpPr>
        <p:spPr>
          <a:xfrm flipH="1">
            <a:off x="3810000" y="6286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</a:t>
            </a:r>
            <a:r>
              <a:rPr lang="en-US" sz="22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RabbitMQ</a:t>
            </a:r>
            <a:endParaRPr lang="en-US" sz="2250" dirty="0"/>
          </a:p>
        </p:txBody>
      </p:sp>
      <p:sp>
        <p:nvSpPr>
          <p:cNvPr id="15" name="Connector line-1792381343433-33778013"/>
          <p:cNvSpPr/>
          <p:nvPr/>
        </p:nvSpPr>
        <p:spPr>
          <a:xfrm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f9378f74-9715-43d3-9881-aeb1706c52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2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qua?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154aa67-c554-476a-a525-0dfa4c8343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Content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mạng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phối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nội dung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DGS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Domain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nhỏ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 Drone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20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39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572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Reddit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e250685-823f-499a-af9a-699bbd298c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2026-10-19T05:10:20Z</dcterms:created>
  <dcterms:modified xsi:type="dcterms:W3CDTF">2026-10-19T05:10:20Z</dcterms:modified>
</cp:coreProperties>
</file>