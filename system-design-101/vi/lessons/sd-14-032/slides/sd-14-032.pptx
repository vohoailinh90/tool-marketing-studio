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20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9525000" cy="2619375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r>
              <a:rPr lang="en-US" sz="8100" dirty="0" spc="-7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thương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0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lượng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81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52900"/>
            <a:ext cx="914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mã,</a:t>
            </a:r>
            <a:r>
              <a:rPr lang="en-US" sz="28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285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2850" dirty="0" spc="2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xứng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485775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7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7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HTTP,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thỏa</a:t>
            </a:r>
            <a:r>
              <a:rPr lang="en-US" sz="27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thuận cách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2700" dirty="0"/>
          </a:p>
        </p:txBody>
      </p:sp>
      <p:sp>
        <p:nvSpPr>
          <p:cNvPr id="6" name="Connector line-1792363484963-156397706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14400" y="8477250"/>
            <a:ext cx="30480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248150" y="8477250"/>
            <a:ext cx="30480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mỗi loại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581900" y="8477250"/>
            <a:ext cx="30480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 thì</a:t>
            </a:r>
            <a:r>
              <a:rPr lang="en-US" sz="1800" dirty="0" spc="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096500" y="24955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6478250" y="24955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650" dirty="0"/>
          </a:p>
        </p:txBody>
      </p:sp>
      <p:sp>
        <p:nvSpPr>
          <p:cNvPr id="16" name="Connector line-1792363484986-172487361"/>
          <p:cNvSpPr/>
          <p:nvPr/>
        </p:nvSpPr>
        <p:spPr>
          <a:xfrm>
            <a:off x="10858500" y="3238500"/>
            <a:ext cx="63817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10687050" y="30670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8" name="Shape 16"/>
          <p:cNvSpPr/>
          <p:nvPr/>
        </p:nvSpPr>
        <p:spPr>
          <a:xfrm>
            <a:off x="17068800" y="30670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9" name="Shape 17"/>
          <p:cNvSpPr/>
          <p:nvPr/>
        </p:nvSpPr>
        <p:spPr>
          <a:xfrm>
            <a:off x="12372975" y="313372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906500" y="3095625"/>
            <a:ext cx="285750" cy="28575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1" name="Shape 19"/>
          <p:cNvSpPr/>
          <p:nvPr/>
        </p:nvSpPr>
        <p:spPr>
          <a:xfrm>
            <a:off x="15516225" y="313372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144375" y="280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phiên</a:t>
            </a:r>
            <a:r>
              <a:rPr lang="en-US" sz="180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endParaRPr lang="en-US" sz="1800" dirty="0"/>
          </a:p>
        </p:txBody>
      </p:sp>
      <p:sp>
        <p:nvSpPr>
          <p:cNvPr id="23" name="Connector line-1792363484991-342970159"/>
          <p:cNvSpPr/>
          <p:nvPr/>
        </p:nvSpPr>
        <p:spPr>
          <a:xfrm>
            <a:off x="10858500" y="4095750"/>
            <a:ext cx="63817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10687050" y="39243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5" name="Shape 23"/>
          <p:cNvSpPr/>
          <p:nvPr/>
        </p:nvSpPr>
        <p:spPr>
          <a:xfrm>
            <a:off x="17068800" y="39243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6" name="Shape 24"/>
          <p:cNvSpPr/>
          <p:nvPr/>
        </p:nvSpPr>
        <p:spPr>
          <a:xfrm>
            <a:off x="12334875" y="3952875"/>
            <a:ext cx="285750" cy="28575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7" name="Shape 25"/>
          <p:cNvSpPr/>
          <p:nvPr/>
        </p:nvSpPr>
        <p:spPr>
          <a:xfrm>
            <a:off x="13944600" y="399097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516225" y="399097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144375" y="36576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1800" dirty="0" spc="-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1800" dirty="0"/>
          </a:p>
        </p:txBody>
      </p:sp>
      <p:sp>
        <p:nvSpPr>
          <p:cNvPr id="30" name="Connector line-1792363484995-998158361"/>
          <p:cNvSpPr/>
          <p:nvPr/>
        </p:nvSpPr>
        <p:spPr>
          <a:xfrm>
            <a:off x="10858500" y="4953000"/>
            <a:ext cx="63817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10687050" y="47815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7068800" y="47815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2372975" y="484822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3944600" y="484822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478125" y="4810125"/>
            <a:ext cx="285750" cy="28575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36" name="Text 34"/>
          <p:cNvSpPr/>
          <p:nvPr/>
        </p:nvSpPr>
        <p:spPr>
          <a:xfrm>
            <a:off x="12144375" y="45148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nhóm khóa</a:t>
            </a:r>
            <a:endParaRPr lang="en-US" sz="1800" dirty="0"/>
          </a:p>
        </p:txBody>
      </p:sp>
      <p:sp>
        <p:nvSpPr>
          <p:cNvPr id="37" name="Connector line-1792363484998-99225209"/>
          <p:cNvSpPr/>
          <p:nvPr/>
        </p:nvSpPr>
        <p:spPr>
          <a:xfrm>
            <a:off x="10858500" y="5810250"/>
            <a:ext cx="63817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10687050" y="56388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9" name="Shape 37"/>
          <p:cNvSpPr/>
          <p:nvPr/>
        </p:nvSpPr>
        <p:spPr>
          <a:xfrm>
            <a:off x="17068800" y="56388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12372975" y="570547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3906500" y="5667375"/>
            <a:ext cx="285750" cy="28575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42" name="Shape 40"/>
          <p:cNvSpPr/>
          <p:nvPr/>
        </p:nvSpPr>
        <p:spPr>
          <a:xfrm>
            <a:off x="15516225" y="570547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2144375" y="53721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chữ</a:t>
            </a:r>
            <a:r>
              <a:rPr lang="en-US" sz="1800" dirty="0" spc="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0858500" y="62103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1800" dirty="0" spc="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 mục</a:t>
            </a:r>
            <a:r>
              <a:rPr lang="en-US" sz="1800" dirty="0" spc="-1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endParaRPr lang="en-US" sz="1800" dirty="0"/>
          </a:p>
        </p:txBody>
      </p:sp>
      <p:sp>
        <p:nvSpPr>
          <p:cNvPr id="45" name="Connector line-1792363485003-591195647"/>
          <p:cNvSpPr/>
          <p:nvPr/>
        </p:nvSpPr>
        <p:spPr>
          <a:xfrm>
            <a:off x="10858500" y="6762750"/>
            <a:ext cx="40957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10687050" y="65913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7" name="Connector line-1792363485003-872206297"/>
          <p:cNvSpPr/>
          <p:nvPr/>
        </p:nvSpPr>
        <p:spPr>
          <a:xfrm>
            <a:off x="15201900" y="6534150"/>
            <a:ext cx="457200" cy="457200"/>
          </a:xfrm>
          <a:prstGeom prst="line">
            <a:avLst/>
          </a:prstGeom>
          <a:noFill/>
          <a:ln w="666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48" name="Connector line-1792363485003-640427416"/>
          <p:cNvSpPr/>
          <p:nvPr/>
        </p:nvSpPr>
        <p:spPr>
          <a:xfrm flipH="1">
            <a:off x="15201900" y="6534150"/>
            <a:ext cx="457200" cy="457200"/>
          </a:xfrm>
          <a:prstGeom prst="line">
            <a:avLst/>
          </a:prstGeom>
          <a:noFill/>
          <a:ln w="666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49" name="Text 47"/>
          <p:cNvSpPr/>
          <p:nvPr/>
        </p:nvSpPr>
        <p:spPr>
          <a:xfrm>
            <a:off x="15963900" y="6572250"/>
            <a:ext cx="1428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2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endParaRPr lang="en-US" sz="2100" dirty="0"/>
          </a:p>
        </p:txBody>
      </p:sp>
      <p:sp>
        <p:nvSpPr>
          <p:cNvPr id="50" name="Shape 4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1" name="Moda image moda-export-watermark-c8235082-67fa-4bb7-b435-02eb97353e1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572500" cy="24765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Thỏa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thuận</a:t>
            </a:r>
            <a:endParaRPr lang="en-US" sz="6900" dirty="0"/>
          </a:p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9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83820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 nó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trợ.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5257800"/>
            <a:ext cx="8382000" cy="723900"/>
          </a:xfrm>
          <a:prstGeom prst="roundRect">
            <a:avLst>
              <a:gd name="adj" fmla="val 31579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133475" y="5381625"/>
            <a:ext cx="476250" cy="4762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133475" y="5257800"/>
            <a:ext cx="476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866900" y="5257800"/>
            <a:ext cx="7239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buNone/>
            </a:pPr>
            <a:r>
              <a:rPr lang="en-US" sz="25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 hỗ</a:t>
            </a:r>
            <a:r>
              <a:rPr lang="en-US" sz="25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6153150"/>
            <a:ext cx="8382000" cy="723900"/>
          </a:xfrm>
          <a:prstGeom prst="roundRect">
            <a:avLst>
              <a:gd name="adj" fmla="val 31579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" y="6276975"/>
            <a:ext cx="476250" cy="47625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1" name="Text 9"/>
          <p:cNvSpPr/>
          <p:nvPr/>
        </p:nvSpPr>
        <p:spPr>
          <a:xfrm>
            <a:off x="1133475" y="6153150"/>
            <a:ext cx="476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866900" y="6153150"/>
            <a:ext cx="7239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buNone/>
            </a:pP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8382000" cy="723900"/>
          </a:xfrm>
          <a:prstGeom prst="roundRect">
            <a:avLst>
              <a:gd name="adj" fmla="val 31579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33475" y="7172325"/>
            <a:ext cx="476250" cy="4762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1133475" y="7048500"/>
            <a:ext cx="476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866900" y="7048500"/>
            <a:ext cx="7239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chung</a:t>
            </a:r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buNone/>
            </a:pPr>
            <a:r>
              <a:rPr lang="en-US" sz="2550" dirty="0" spc="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8058150"/>
            <a:ext cx="8382000" cy="7620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 lượng.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3.0.13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810750" y="914400"/>
            <a:ext cx="7562850" cy="7715250"/>
          </a:xfrm>
          <a:prstGeom prst="roundRect">
            <a:avLst>
              <a:gd name="adj" fmla="val 3526"/>
            </a:avLst>
          </a:prstGeom>
          <a:solidFill>
            <a:srgbClr val="B45309"/>
          </a:solidFill>
          <a:ln/>
        </p:spPr>
      </p:sp>
      <p:sp>
        <p:nvSpPr>
          <p:cNvPr id="19" name="Shape 17"/>
          <p:cNvSpPr/>
          <p:nvPr/>
        </p:nvSpPr>
        <p:spPr>
          <a:xfrm>
            <a:off x="10191750" y="1485900"/>
            <a:ext cx="571500" cy="571500"/>
          </a:xfrm>
          <a:prstGeom prst="ellipse">
            <a:avLst/>
          </a:prstGeom>
          <a:solidFill>
            <a:srgbClr val="B45309"/>
          </a:solidFill>
          <a:ln w="38100">
            <a:solidFill>
              <a:srgbClr val="FBF8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44150" y="1657350"/>
            <a:ext cx="266700" cy="228600"/>
          </a:xfrm>
          <a:custGeom>
            <a:avLst/>
            <a:gdLst/>
            <a:ahLst/>
            <a:cxnLst/>
            <a:rect l="l" t="t" r="r" b="b"/>
            <a:pathLst>
              <a:path w="266700" h="228600">
                <a:moveTo>
                  <a:pt x="0" y="133350"/>
                </a:moveTo>
                <a:lnTo>
                  <a:pt x="95250" y="228600"/>
                </a:lnTo>
                <a:lnTo>
                  <a:pt x="266700" y="0"/>
                </a:lnTo>
              </a:path>
            </a:pathLst>
          </a:custGeom>
          <a:ln w="47625">
            <a:solidFill>
              <a:srgbClr val="FBF8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67950" y="23812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267950" y="2819400"/>
            <a:ext cx="6762750" cy="20955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dirty="0" spc="-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3000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000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3000" dirty="0" spc="-39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3000" dirty="0" spc="-5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3000" dirty="0" spc="18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3000" dirty="0" spc="24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</a:t>
            </a:r>
            <a:r>
              <a:rPr lang="en-US" sz="3000" dirty="0" spc="2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3000" dirty="0" spc="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3000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HTTP.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0267950" y="546735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4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client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4420850" y="546735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2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0458450" y="5943600"/>
            <a:ext cx="2133600" cy="952500"/>
          </a:xfrm>
          <a:prstGeom prst="roundRect">
            <a:avLst>
              <a:gd name="adj" fmla="val 22000"/>
            </a:avLst>
          </a:prstGeom>
          <a:solidFill>
            <a:srgbClr val="F3DFB8"/>
          </a:solidFill>
          <a:ln/>
        </p:spPr>
      </p:sp>
      <p:sp>
        <p:nvSpPr>
          <p:cNvPr id="26" name="Text 24"/>
          <p:cNvSpPr/>
          <p:nvPr/>
        </p:nvSpPr>
        <p:spPr>
          <a:xfrm>
            <a:off x="10458450" y="5943600"/>
            <a:ext cx="21336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endParaRPr lang="en-US" sz="2700" dirty="0"/>
          </a:p>
        </p:txBody>
      </p:sp>
      <p:sp>
        <p:nvSpPr>
          <p:cNvPr id="27" name="Shape 25"/>
          <p:cNvSpPr/>
          <p:nvPr/>
        </p:nvSpPr>
        <p:spPr>
          <a:xfrm>
            <a:off x="14573250" y="5943600"/>
            <a:ext cx="2133600" cy="952500"/>
          </a:xfrm>
          <a:prstGeom prst="roundRect">
            <a:avLst>
              <a:gd name="adj" fmla="val 22000"/>
            </a:avLst>
          </a:prstGeom>
          <a:solidFill>
            <a:srgbClr val="F3DFB8"/>
          </a:solidFill>
          <a:ln/>
        </p:spPr>
      </p:sp>
      <p:sp>
        <p:nvSpPr>
          <p:cNvPr id="28" name="Text 26"/>
          <p:cNvSpPr/>
          <p:nvPr/>
        </p:nvSpPr>
        <p:spPr>
          <a:xfrm>
            <a:off x="14573250" y="5943600"/>
            <a:ext cx="21336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endParaRPr lang="en-US" sz="2700" dirty="0"/>
          </a:p>
        </p:txBody>
      </p:sp>
      <p:sp>
        <p:nvSpPr>
          <p:cNvPr id="29" name="Text 27"/>
          <p:cNvSpPr/>
          <p:nvPr/>
        </p:nvSpPr>
        <p:spPr>
          <a:xfrm>
            <a:off x="12668250" y="5943600"/>
            <a:ext cx="1828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1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=</a:t>
            </a:r>
            <a:endParaRPr lang="en-US" sz="5400" dirty="0"/>
          </a:p>
        </p:txBody>
      </p:sp>
      <p:sp>
        <p:nvSpPr>
          <p:cNvPr id="30" name="Text 28"/>
          <p:cNvSpPr/>
          <p:nvPr/>
        </p:nvSpPr>
        <p:spPr>
          <a:xfrm>
            <a:off x="10267950" y="7162800"/>
            <a:ext cx="6762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dirty="0" spc="-8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4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9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17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</a:t>
            </a:r>
            <a:endParaRPr lang="en-US" sz="2100" dirty="0"/>
          </a:p>
        </p:txBody>
      </p:sp>
      <p:sp>
        <p:nvSpPr>
          <p:cNvPr id="31" name="Connector line-1792363621771-167175568"/>
          <p:cNvSpPr/>
          <p:nvPr/>
        </p:nvSpPr>
        <p:spPr>
          <a:xfrm>
            <a:off x="10267950" y="7772400"/>
            <a:ext cx="6648450" cy="0"/>
          </a:xfrm>
          <a:prstGeom prst="line">
            <a:avLst/>
          </a:prstGeom>
          <a:noFill/>
          <a:ln w="19050">
            <a:solidFill>
              <a:srgbClr val="F3DFB8">
                <a:alpha val="5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10267950" y="7981950"/>
            <a:ext cx="6762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HTTP</a:t>
            </a:r>
            <a:r>
              <a:rPr lang="en-US" sz="2100" dirty="0" spc="19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r>
              <a:rPr lang="en-US" sz="2100" dirty="0" spc="-3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 bộ mã</a:t>
            </a:r>
            <a:r>
              <a:rPr lang="en-US" sz="2100" dirty="0" spc="5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100" dirty="0" spc="-4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endParaRPr lang="en-US" sz="2100" dirty="0"/>
          </a:p>
        </p:txBody>
      </p:sp>
      <p:sp>
        <p:nvSpPr>
          <p:cNvPr id="33" name="Connector line-1792363621773-85585799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6" name="Shape 3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c2507c6c-7e7a-40fe-8fc8-9cb9a17193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 ĐƯA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85875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ctr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Client</a:t>
            </a:r>
            <a:r>
              <a:rPr lang="en-US" sz="7500" dirty="0" spc="-4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 danh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3886200" cy="3333750"/>
          </a:xfrm>
          <a:prstGeom prst="roundRect">
            <a:avLst>
              <a:gd name="adj" fmla="val 6857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25" y="30956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Connector line-1792365263939-912878932"/>
          <p:cNvSpPr/>
          <p:nvPr/>
        </p:nvSpPr>
        <p:spPr>
          <a:xfrm>
            <a:off x="1343025" y="3181350"/>
            <a:ext cx="3152775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181100" y="342900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1800" b="1" spc="22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81100" y="3790950"/>
            <a:ext cx="34290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1181100" y="5086350"/>
            <a:ext cx="3429000" cy="1000125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endParaRPr lang="en-US" sz="1950" dirty="0"/>
          </a:p>
          <a:p>
            <a:pPr algn="l" indent="0" marL="0">
              <a:lnSpc>
                <a:spcPts val="2633"/>
              </a:lnSpc>
              <a:buNone/>
            </a:pPr>
            <a:r>
              <a:rPr lang="en-US" sz="19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5105400" y="2819400"/>
            <a:ext cx="3886200" cy="3333750"/>
          </a:xfrm>
          <a:prstGeom prst="roundRect">
            <a:avLst>
              <a:gd name="adj" fmla="val 6857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5343525" y="30956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Connector line-1792365263952-253283244"/>
          <p:cNvSpPr/>
          <p:nvPr/>
        </p:nvSpPr>
        <p:spPr>
          <a:xfrm>
            <a:off x="5534025" y="3181350"/>
            <a:ext cx="3152775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5372100" y="342900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372100" y="3790950"/>
            <a:ext cx="34290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31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5372100" y="5086350"/>
            <a:ext cx="3467100" cy="10287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endParaRPr lang="en-US" sz="1950" dirty="0"/>
          </a:p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27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endParaRPr lang="en-US" sz="1950" dirty="0"/>
          </a:p>
          <a:p>
            <a:pPr algn="l" indent="0" marL="0">
              <a:lnSpc>
                <a:spcPts val="2633"/>
              </a:lnSpc>
              <a:buNone/>
            </a:pP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tín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19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đặc</a:t>
            </a:r>
            <a:r>
              <a:rPr lang="en-US" sz="19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296400" y="2819400"/>
            <a:ext cx="3886200" cy="3333750"/>
          </a:xfrm>
          <a:prstGeom prst="roundRect">
            <a:avLst>
              <a:gd name="adj" fmla="val 6857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9534525" y="30956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Connector line-1792365263964-845802948"/>
          <p:cNvSpPr/>
          <p:nvPr/>
        </p:nvSpPr>
        <p:spPr>
          <a:xfrm>
            <a:off x="9725025" y="3181350"/>
            <a:ext cx="3152775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9563100" y="342900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b="1" spc="21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563100" y="3790950"/>
            <a:ext cx="34290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endParaRPr lang="en-US" sz="7200" dirty="0"/>
          </a:p>
        </p:txBody>
      </p:sp>
      <p:sp>
        <p:nvSpPr>
          <p:cNvPr id="21" name="Text 19"/>
          <p:cNvSpPr/>
          <p:nvPr/>
        </p:nvSpPr>
        <p:spPr>
          <a:xfrm>
            <a:off x="9563100" y="5086350"/>
            <a:ext cx="3429000" cy="1000125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x25519</a:t>
            </a:r>
            <a:r>
              <a:rPr lang="en-US" sz="1950" dirty="0" spc="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19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3487400" y="2819400"/>
            <a:ext cx="3886200" cy="3333750"/>
          </a:xfrm>
          <a:prstGeom prst="roundRect">
            <a:avLst>
              <a:gd name="adj" fmla="val 6857"/>
            </a:avLst>
          </a:prstGeom>
          <a:solidFill>
            <a:srgbClr val="1E212B"/>
          </a:solidFill>
          <a:ln/>
        </p:spPr>
      </p:sp>
      <p:sp>
        <p:nvSpPr>
          <p:cNvPr id="23" name="Shape 21"/>
          <p:cNvSpPr/>
          <p:nvPr/>
        </p:nvSpPr>
        <p:spPr>
          <a:xfrm>
            <a:off x="13725525" y="30956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4" name="Connector line-1792365263972-695855068"/>
          <p:cNvSpPr/>
          <p:nvPr/>
        </p:nvSpPr>
        <p:spPr>
          <a:xfrm>
            <a:off x="13916025" y="3181350"/>
            <a:ext cx="3152775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13754100" y="342900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754100" y="3790950"/>
            <a:ext cx="34290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</a:t>
            </a:r>
            <a:endParaRPr lang="en-US" sz="7200" dirty="0"/>
          </a:p>
        </p:txBody>
      </p:sp>
      <p:sp>
        <p:nvSpPr>
          <p:cNvPr id="27" name="Text 25"/>
          <p:cNvSpPr/>
          <p:nvPr/>
        </p:nvSpPr>
        <p:spPr>
          <a:xfrm>
            <a:off x="13754100" y="5086350"/>
            <a:ext cx="3429000" cy="1000125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914400" y="65151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spc="224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b="1" spc="205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18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b="1" spc="225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MÃ:</a:t>
            </a:r>
            <a:r>
              <a:rPr lang="en-US" sz="1800" b="1" spc="22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ECDHE-RSA-AES128-GCM-SHA256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14400" y="6991350"/>
            <a:ext cx="3886200" cy="7620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6991350"/>
            <a:ext cx="3886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ECDHE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914400" y="7886700"/>
            <a:ext cx="3886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trao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5105400" y="6991350"/>
            <a:ext cx="3886200" cy="7620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05400" y="6991350"/>
            <a:ext cx="3886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</a:t>
            </a:r>
            <a:endParaRPr lang="en-US" sz="2550" dirty="0"/>
          </a:p>
        </p:txBody>
      </p:sp>
      <p:sp>
        <p:nvSpPr>
          <p:cNvPr id="34" name="Text 32"/>
          <p:cNvSpPr/>
          <p:nvPr/>
        </p:nvSpPr>
        <p:spPr>
          <a:xfrm>
            <a:off x="5105400" y="7886700"/>
            <a:ext cx="3886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180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9296400" y="6991350"/>
            <a:ext cx="3886200" cy="7620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296400" y="6991350"/>
            <a:ext cx="3886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AES128-GCM</a:t>
            </a:r>
            <a:endParaRPr lang="en-US" sz="2550" dirty="0"/>
          </a:p>
        </p:txBody>
      </p:sp>
      <p:sp>
        <p:nvSpPr>
          <p:cNvPr id="37" name="Text 35"/>
          <p:cNvSpPr/>
          <p:nvPr/>
        </p:nvSpPr>
        <p:spPr>
          <a:xfrm>
            <a:off x="9296400" y="7886700"/>
            <a:ext cx="3886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hóa,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80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13487400" y="6991350"/>
            <a:ext cx="3886200" cy="7620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487400" y="6991350"/>
            <a:ext cx="3886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SHA256</a:t>
            </a:r>
            <a:endParaRPr lang="en-US" sz="2550" dirty="0"/>
          </a:p>
        </p:txBody>
      </p:sp>
      <p:sp>
        <p:nvSpPr>
          <p:cNvPr id="40" name="Text 38"/>
          <p:cNvSpPr/>
          <p:nvPr/>
        </p:nvSpPr>
        <p:spPr>
          <a:xfrm>
            <a:off x="13487400" y="7886700"/>
            <a:ext cx="3886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80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914400" y="8496300"/>
            <a:ext cx="164592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</a:t>
            </a: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SHA256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thực.</a:t>
            </a:r>
            <a:r>
              <a:rPr lang="en-US" sz="1800" dirty="0" spc="-2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GCM,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GCM,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từ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SHA256.</a:t>
            </a:r>
            <a:endParaRPr lang="en-US" sz="18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liệu: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3.0.13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viết.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duyệt.</a:t>
            </a:r>
            <a:endParaRPr lang="en-US" sz="1800" dirty="0"/>
          </a:p>
        </p:txBody>
      </p:sp>
      <p:sp>
        <p:nvSpPr>
          <p:cNvPr id="42" name="Connector line-1792365263999-143857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4" name="Shape 4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6" name="Shape 4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922e79bb-8d67-4d9d-9b3a-f77b16816f5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4765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endParaRPr lang="en-US" sz="6900" dirty="0"/>
          </a:p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38600"/>
            <a:ext cx="7905750" cy="4572000"/>
          </a:xfrm>
          <a:prstGeom prst="roundRect">
            <a:avLst>
              <a:gd name="adj" fmla="val 5833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43400"/>
            <a:ext cx="7143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80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800" dirty="0"/>
          </a:p>
        </p:txBody>
      </p:sp>
      <p:sp>
        <p:nvSpPr>
          <p:cNvPr id="6" name="Text richtext-1792366409869-768444603"/>
          <p:cNvSpPr/>
          <p:nvPr/>
        </p:nvSpPr>
        <p:spPr>
          <a:xfrm>
            <a:off x="1295400" y="4838700"/>
            <a:ext cx="71437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cùng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có</a:t>
            </a:r>
            <a:endParaRPr lang="en-US" sz="2550" dirty="0"/>
          </a:p>
        </p:txBody>
      </p:sp>
      <p:sp>
        <p:nvSpPr>
          <p:cNvPr id="7" name="Connector line-1792366409891-569728701"/>
          <p:cNvSpPr/>
          <p:nvPr/>
        </p:nvSpPr>
        <p:spPr>
          <a:xfrm>
            <a:off x="1295400" y="6324600"/>
            <a:ext cx="7143750" cy="0"/>
          </a:xfrm>
          <a:prstGeom prst="line">
            <a:avLst/>
          </a:prstGeom>
          <a:noFill/>
          <a:ln w="19050">
            <a:solidFill>
              <a:srgbClr val="0F766E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6591300"/>
            <a:ext cx="7143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SERVERHELLO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295400" y="7105650"/>
            <a:ext cx="200025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05650"/>
            <a:ext cx="200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1950" dirty="0" spc="-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1950" dirty="0" spc="-5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3486150" y="7105650"/>
            <a:ext cx="152400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3486150" y="71056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4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</a:t>
            </a:r>
            <a:r>
              <a:rPr lang="en-US" sz="1950" dirty="0" spc="-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1.3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5200650" y="710565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4" name="Text 12"/>
          <p:cNvSpPr/>
          <p:nvPr/>
        </p:nvSpPr>
        <p:spPr>
          <a:xfrm>
            <a:off x="5200650" y="7105650"/>
            <a:ext cx="2381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5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nhóm</a:t>
            </a:r>
            <a:r>
              <a:rPr lang="en-US" sz="1950" dirty="0" spc="0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x25519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95400" y="7905750"/>
            <a:ext cx="714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800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r>
              <a:rPr lang="en-US" sz="1800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800" dirty="0" spc="-1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supported_versions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239250" y="914400"/>
            <a:ext cx="8134350" cy="7715250"/>
          </a:xfrm>
          <a:prstGeom prst="roundRect">
            <a:avLst>
              <a:gd name="adj" fmla="val 34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20250" y="121920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 bộ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620250" y="186690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20250" y="186690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client</a:t>
            </a:r>
            <a:r>
              <a:rPr lang="en-US" sz="1950" dirty="0" spc="-18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xếp</a:t>
            </a:r>
            <a:r>
              <a:rPr lang="en-US" sz="1950" dirty="0" spc="-1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AES-256</a:t>
            </a:r>
            <a:r>
              <a:rPr lang="en-US" sz="1950" dirty="0" spc="5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endParaRPr lang="en-US" sz="1950" dirty="0"/>
          </a:p>
        </p:txBody>
      </p:sp>
      <p:sp>
        <p:nvSpPr>
          <p:cNvPr id="20" name="Connector line-1792366409912-522660742"/>
          <p:cNvSpPr/>
          <p:nvPr/>
        </p:nvSpPr>
        <p:spPr>
          <a:xfrm>
            <a:off x="9906000" y="2533650"/>
            <a:ext cx="0" cy="30480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triangle" w="lg" len="lg"/>
          </a:ln>
        </p:spPr>
      </p:sp>
      <p:sp>
        <p:nvSpPr>
          <p:cNvPr id="21" name="Text 19"/>
          <p:cNvSpPr/>
          <p:nvPr/>
        </p:nvSpPr>
        <p:spPr>
          <a:xfrm>
            <a:off x="10134600" y="2552700"/>
            <a:ext cx="285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650" dirty="0" spc="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1650" dirty="0" spc="-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9620250" y="2895600"/>
            <a:ext cx="51435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9620250" y="2895600"/>
            <a:ext cx="514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TLS_AES_256_GCM_SHA384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620250" y="390525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20250" y="390525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client</a:t>
            </a:r>
            <a:r>
              <a:rPr lang="en-US" sz="1950" dirty="0" spc="-18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xếp</a:t>
            </a:r>
            <a:r>
              <a:rPr lang="en-US" sz="1950" dirty="0" spc="-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ChaCha20</a:t>
            </a:r>
            <a:r>
              <a:rPr lang="en-US" sz="1950" dirty="0" spc="6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endParaRPr lang="en-US" sz="1950" dirty="0"/>
          </a:p>
        </p:txBody>
      </p:sp>
      <p:sp>
        <p:nvSpPr>
          <p:cNvPr id="26" name="Connector line-1792366409918-634584006"/>
          <p:cNvSpPr/>
          <p:nvPr/>
        </p:nvSpPr>
        <p:spPr>
          <a:xfrm>
            <a:off x="9906000" y="4572000"/>
            <a:ext cx="0" cy="30480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triangle" w="lg" len="lg"/>
          </a:ln>
        </p:spPr>
      </p:sp>
      <p:sp>
        <p:nvSpPr>
          <p:cNvPr id="27" name="Text 25"/>
          <p:cNvSpPr/>
          <p:nvPr/>
        </p:nvSpPr>
        <p:spPr>
          <a:xfrm>
            <a:off x="10134600" y="4591050"/>
            <a:ext cx="285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650" dirty="0" spc="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1650" dirty="0" spc="-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9620250" y="4933950"/>
            <a:ext cx="51435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9" name="Text 27"/>
          <p:cNvSpPr/>
          <p:nvPr/>
        </p:nvSpPr>
        <p:spPr>
          <a:xfrm>
            <a:off x="9620250" y="4933950"/>
            <a:ext cx="514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TLS_CHACHA20_POLY1305_SHA256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9620250" y="594360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20250" y="594360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bật</a:t>
            </a:r>
            <a:r>
              <a:rPr lang="en-US" sz="1950" dirty="0" spc="-10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-serverpref</a:t>
            </a:r>
            <a:endParaRPr lang="en-US" sz="1950" dirty="0"/>
          </a:p>
        </p:txBody>
      </p:sp>
      <p:sp>
        <p:nvSpPr>
          <p:cNvPr id="32" name="Connector line-1792366409923-202083605"/>
          <p:cNvSpPr/>
          <p:nvPr/>
        </p:nvSpPr>
        <p:spPr>
          <a:xfrm>
            <a:off x="9906000" y="6610350"/>
            <a:ext cx="0" cy="30480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triangle" w="lg" len="lg"/>
          </a:ln>
        </p:spPr>
      </p:sp>
      <p:sp>
        <p:nvSpPr>
          <p:cNvPr id="33" name="Text 31"/>
          <p:cNvSpPr/>
          <p:nvPr/>
        </p:nvSpPr>
        <p:spPr>
          <a:xfrm>
            <a:off x="10134600" y="6629400"/>
            <a:ext cx="285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650" dirty="0" spc="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1650" dirty="0" spc="-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9620250" y="6972300"/>
            <a:ext cx="51435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35" name="Text 33"/>
          <p:cNvSpPr/>
          <p:nvPr/>
        </p:nvSpPr>
        <p:spPr>
          <a:xfrm>
            <a:off x="9620250" y="6972300"/>
            <a:ext cx="514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TLS_AES_128_GCM_SHA256</a:t>
            </a:r>
            <a:endParaRPr lang="en-US" sz="1950" dirty="0"/>
          </a:p>
        </p:txBody>
      </p:sp>
      <p:sp>
        <p:nvSpPr>
          <p:cNvPr id="36" name="Text 34"/>
          <p:cNvSpPr/>
          <p:nvPr/>
        </p:nvSpPr>
        <p:spPr>
          <a:xfrm>
            <a:off x="9620250" y="7810500"/>
            <a:ext cx="74295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 hai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này:</a:t>
            </a:r>
            <a:r>
              <a:rPr lang="en-US" sz="18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18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37" name="Connector line-1792366409928-21631965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a0cbecf8-c3de-4c1c-8cb7-bacf5ba6d6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85875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ctr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có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75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5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1238250" y="27813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8191500" y="27813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0096500" y="27813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914400" y="3162300"/>
            <a:ext cx="16459200" cy="952500"/>
          </a:xfrm>
          <a:prstGeom prst="roundRect">
            <a:avLst>
              <a:gd name="adj" fmla="val 22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3257550"/>
            <a:ext cx="6667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38250" y="37147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TLS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1.2,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 1.3,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8191500" y="3295650"/>
            <a:ext cx="1619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4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70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10096500" y="31623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unsupported</a:t>
            </a:r>
            <a:r>
              <a:rPr lang="en-US" sz="25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protocol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4210050"/>
            <a:ext cx="16459200" cy="952500"/>
          </a:xfrm>
          <a:prstGeom prst="roundRect">
            <a:avLst>
              <a:gd name="adj" fmla="val 2200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4305300"/>
            <a:ext cx="6667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238250" y="4762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191500" y="4343400"/>
            <a:ext cx="1619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0096500" y="421005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no</a:t>
            </a:r>
            <a:r>
              <a:rPr lang="en-US" sz="25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shared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cipher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5257800"/>
            <a:ext cx="16459200" cy="952500"/>
          </a:xfrm>
          <a:prstGeom prst="roundRect">
            <a:avLst>
              <a:gd name="adj" fmla="val 22000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238250" y="5353050"/>
            <a:ext cx="6667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238250" y="58102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P-256,</a:t>
            </a: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X25519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8191500" y="5391150"/>
            <a:ext cx="1619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10096500" y="52578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no</a:t>
            </a:r>
            <a:r>
              <a:rPr lang="en-US" sz="25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suitable</a:t>
            </a:r>
            <a:r>
              <a:rPr lang="en-US" sz="2550" dirty="0" spc="-4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key</a:t>
            </a:r>
            <a:r>
              <a:rPr lang="en-US" sz="25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share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14400" y="6305550"/>
            <a:ext cx="16459200" cy="952500"/>
          </a:xfrm>
          <a:prstGeom prst="roundRect">
            <a:avLst>
              <a:gd name="adj" fmla="val 22000"/>
            </a:avLst>
          </a:prstGeom>
          <a:solidFill>
            <a:srgbClr val="1E212B"/>
          </a:solidFill>
          <a:ln/>
        </p:spPr>
      </p:sp>
      <p:sp>
        <p:nvSpPr>
          <p:cNvPr id="23" name="Text 21"/>
          <p:cNvSpPr/>
          <p:nvPr/>
        </p:nvSpPr>
        <p:spPr>
          <a:xfrm>
            <a:off x="1238250" y="6400800"/>
            <a:ext cx="6667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238250" y="68580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elliptic,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8191500" y="6438900"/>
            <a:ext cx="1619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10096500" y="630555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no</a:t>
            </a:r>
            <a:r>
              <a:rPr lang="en-US" sz="25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suitable</a:t>
            </a:r>
            <a:r>
              <a:rPr lang="en-US" sz="255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signature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algorithm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14400" y="7543800"/>
            <a:ext cx="164592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3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1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-2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fatal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1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10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r>
              <a:rPr lang="en-US" sz="2100" dirty="0" spc="-3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3.0.13.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4400" y="802005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dirty="0" spc="-2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70: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tlsv1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alert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version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Mã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40: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sslv3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alert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handshake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4400" y="84201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sslv3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1.3:</a:t>
            </a:r>
            <a:r>
              <a:rPr lang="en-US" sz="1800" dirty="0" spc="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dirty="0" spc="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1800" dirty="0"/>
          </a:p>
        </p:txBody>
      </p:sp>
      <p:sp>
        <p:nvSpPr>
          <p:cNvPr id="30" name="Connector line-1792367680753-93216724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c70b6d89-6642-4467-946b-45fb479fea1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1950" b="1" spc="29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8587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Client</a:t>
            </a:r>
            <a:r>
              <a:rPr lang="en-US" sz="69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 sách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4953000" cy="2762250"/>
          </a:xfrm>
          <a:prstGeom prst="roundRect">
            <a:avLst>
              <a:gd name="adj" fmla="val 8966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124200"/>
            <a:ext cx="4286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CLIENTHELLO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8250" y="3581400"/>
            <a:ext cx="428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supported_versions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1238250" y="4305300"/>
            <a:ext cx="1619250" cy="571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4305300"/>
            <a:ext cx="161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</a:t>
            </a:r>
            <a:r>
              <a:rPr lang="en-US" sz="2100" dirty="0" spc="-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1.3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048000" y="4305300"/>
            <a:ext cx="1619250" cy="571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3048000" y="4305300"/>
            <a:ext cx="161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</a:t>
            </a:r>
            <a:r>
              <a:rPr lang="en-US" sz="2100" dirty="0" spc="-4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1.2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38250" y="5048250"/>
            <a:ext cx="4286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1950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950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950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1950" dirty="0"/>
          </a:p>
        </p:txBody>
      </p:sp>
      <p:sp>
        <p:nvSpPr>
          <p:cNvPr id="12" name="Connector line-1792368468247-980067738"/>
          <p:cNvSpPr/>
          <p:nvPr/>
        </p:nvSpPr>
        <p:spPr>
          <a:xfrm>
            <a:off x="5962650" y="4238625"/>
            <a:ext cx="6096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667500" y="2857500"/>
            <a:ext cx="4953000" cy="2762250"/>
          </a:xfrm>
          <a:prstGeom prst="roundRect">
            <a:avLst>
              <a:gd name="adj" fmla="val 8966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6991350" y="3124200"/>
            <a:ext cx="4286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SERVERHELLO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991350" y="3581400"/>
            <a:ext cx="4305300" cy="1333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6991350" y="5048250"/>
            <a:ext cx="4286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1950" dirty="0" spc="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1950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950" dirty="0"/>
          </a:p>
        </p:txBody>
      </p:sp>
      <p:sp>
        <p:nvSpPr>
          <p:cNvPr id="17" name="Connector line-1792368468253-529171970"/>
          <p:cNvSpPr/>
          <p:nvPr/>
        </p:nvSpPr>
        <p:spPr>
          <a:xfrm>
            <a:off x="11715750" y="4238625"/>
            <a:ext cx="6096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2420600" y="2857500"/>
            <a:ext cx="4953000" cy="2762250"/>
          </a:xfrm>
          <a:prstGeom prst="roundRect">
            <a:avLst>
              <a:gd name="adj" fmla="val 8966"/>
            </a:avLst>
          </a:prstGeom>
          <a:solidFill>
            <a:srgbClr val="F3DFB8"/>
          </a:solidFill>
          <a:ln/>
        </p:spPr>
      </p:sp>
      <p:sp>
        <p:nvSpPr>
          <p:cNvPr id="19" name="Text 17"/>
          <p:cNvSpPr/>
          <p:nvPr/>
        </p:nvSpPr>
        <p:spPr>
          <a:xfrm>
            <a:off x="12744450" y="3124200"/>
            <a:ext cx="4286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1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744450" y="358140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1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15621000" y="3505200"/>
            <a:ext cx="142875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15621000" y="3505200"/>
            <a:ext cx="1428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</a:t>
            </a:r>
            <a:r>
              <a:rPr lang="en-US" sz="2100" dirty="0" spc="-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1.3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2744450" y="4476750"/>
            <a:ext cx="2857500" cy="762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-tls1_2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5621000" y="4400550"/>
            <a:ext cx="142875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25" name="Text 23"/>
          <p:cNvSpPr/>
          <p:nvPr/>
        </p:nvSpPr>
        <p:spPr>
          <a:xfrm>
            <a:off x="15621000" y="4400550"/>
            <a:ext cx="1428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</a:t>
            </a:r>
            <a:r>
              <a:rPr lang="en-US" sz="2100" dirty="0" spc="-4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1.2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14400" y="6000750"/>
            <a:ext cx="16459200" cy="2571750"/>
          </a:xfrm>
          <a:prstGeom prst="roundRect">
            <a:avLst>
              <a:gd name="adj" fmla="val 10370"/>
            </a:avLst>
          </a:prstGeom>
          <a:solidFill>
            <a:srgbClr val="E8E0CF"/>
          </a:solidFill>
          <a:ln/>
        </p:spPr>
      </p:sp>
      <p:sp>
        <p:nvSpPr>
          <p:cNvPr id="27" name="Text 25"/>
          <p:cNvSpPr/>
          <p:nvPr/>
        </p:nvSpPr>
        <p:spPr>
          <a:xfrm>
            <a:off x="1295400" y="6267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1800" b="1" spc="23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80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295400" y="68008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NÓI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295400" y="7143750"/>
            <a:ext cx="6667500" cy="914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5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“phiên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nhất”</a:t>
            </a:r>
            <a:endParaRPr lang="en-US" sz="2550" dirty="0"/>
          </a:p>
        </p:txBody>
      </p:sp>
      <p:sp>
        <p:nvSpPr>
          <p:cNvPr id="30" name="Connector line-1792368468267-391623419"/>
          <p:cNvSpPr/>
          <p:nvPr/>
        </p:nvSpPr>
        <p:spPr>
          <a:xfrm>
            <a:off x="8286750" y="6819900"/>
            <a:ext cx="0" cy="1085850"/>
          </a:xfrm>
          <a:prstGeom prst="line">
            <a:avLst/>
          </a:prstGeom>
          <a:noFill/>
          <a:ln w="19050">
            <a:solidFill>
              <a:srgbClr val="14161C">
                <a:alpha val="2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8667750" y="6800850"/>
            <a:ext cx="8382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16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8667750" y="7143750"/>
            <a:ext cx="8382000" cy="914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ClientHello</a:t>
            </a:r>
            <a:r>
              <a:rPr lang="en-US" sz="2550" b="1" dirty="0" spc="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supported_versions</a:t>
            </a:r>
            <a:endParaRPr lang="en-US" sz="2550" dirty="0"/>
          </a:p>
        </p:txBody>
      </p:sp>
      <p:sp>
        <p:nvSpPr>
          <p:cNvPr id="33" name="Text 31"/>
          <p:cNvSpPr/>
          <p:nvPr/>
        </p:nvSpPr>
        <p:spPr>
          <a:xfrm>
            <a:off x="1295400" y="8058150"/>
            <a:ext cx="15716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0x303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(TLS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1.2),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 ở ServerHello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</a:t>
            </a:r>
            <a:r>
              <a:rPr lang="en-US" sz="19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1.3.</a:t>
            </a:r>
            <a:endParaRPr lang="en-US" sz="1950" dirty="0"/>
          </a:p>
        </p:txBody>
      </p:sp>
      <p:sp>
        <p:nvSpPr>
          <p:cNvPr id="34" name="Connector line-1792368468272-29052531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1" name="Shape 3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0a67dfd2-d0db-4843-bb32-edb4429557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524125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mạnh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endParaRPr lang="en-US" sz="7200" dirty="0"/>
          </a:p>
          <a:p>
            <a:pPr algn="l" indent="0" marL="0">
              <a:lnSpc>
                <a:spcPts val="7488"/>
              </a:lnSpc>
              <a:buNone/>
            </a:pP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mục</a:t>
            </a:r>
            <a:r>
              <a:rPr lang="en-US" sz="72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yếu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4038600"/>
            <a:ext cx="81915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client:</a:t>
            </a:r>
            <a:r>
              <a:rPr lang="en-US" sz="25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Kx=RSA,</a:t>
            </a:r>
            <a:r>
              <a:rPr lang="en-US" sz="25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ECDHE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5467350"/>
            <a:ext cx="8191500" cy="3390900"/>
          </a:xfrm>
          <a:prstGeom prst="roundRect">
            <a:avLst>
              <a:gd name="adj" fmla="val 7865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573405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1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1800" b="1" spc="230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KHUYÊN</a:t>
            </a:r>
            <a:endParaRPr lang="en-US" sz="1800" dirty="0"/>
          </a:p>
        </p:txBody>
      </p:sp>
      <p:sp>
        <p:nvSpPr>
          <p:cNvPr id="7" name="Text richtext-1792369071628-748270781"/>
          <p:cNvSpPr/>
          <p:nvPr/>
        </p:nvSpPr>
        <p:spPr>
          <a:xfrm>
            <a:off x="1295400" y="6229350"/>
            <a:ext cx="7524750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 1.3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9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1.1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9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TLS_RSA_*: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forward</a:t>
            </a:r>
            <a:r>
              <a:rPr lang="en-US" sz="255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secrecy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525000" y="914400"/>
            <a:ext cx="7848600" cy="794385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0" y="1200150"/>
            <a:ext cx="7086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client,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0496550" y="1771650"/>
            <a:ext cx="59055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10496550" y="17716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19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AES128-GCM-SHA256</a:t>
            </a:r>
            <a:endParaRPr lang="en-US" sz="1950" dirty="0"/>
          </a:p>
        </p:txBody>
      </p:sp>
      <p:sp>
        <p:nvSpPr>
          <p:cNvPr id="12" name="Connector line-1792369071641-491174410"/>
          <p:cNvSpPr/>
          <p:nvPr/>
        </p:nvSpPr>
        <p:spPr>
          <a:xfrm>
            <a:off x="11572875" y="2514600"/>
            <a:ext cx="0" cy="125730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3" name="Connector line-1792369071642-267911026"/>
          <p:cNvSpPr/>
          <p:nvPr/>
        </p:nvSpPr>
        <p:spPr>
          <a:xfrm>
            <a:off x="15325725" y="2514600"/>
            <a:ext cx="0" cy="125730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11906250" y="2743200"/>
            <a:ext cx="3143250" cy="6858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1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</a:t>
            </a:r>
            <a:r>
              <a:rPr lang="en-US" sz="1800" dirty="0" spc="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1.2</a:t>
            </a:r>
            <a:r>
              <a:rPr lang="en-US" sz="1800" dirty="0" spc="3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7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Kx=RSA</a:t>
            </a:r>
            <a:endParaRPr lang="en-US" sz="1800" dirty="0"/>
          </a:p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12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chuyển</a:t>
            </a:r>
            <a:r>
              <a:rPr lang="en-US" sz="1800" dirty="0" spc="-1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800" dirty="0" spc="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1800" dirty="0" spc="-14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RSA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810750" y="3848100"/>
            <a:ext cx="3524250" cy="3333750"/>
          </a:xfrm>
          <a:prstGeom prst="roundRect">
            <a:avLst>
              <a:gd name="adj" fmla="val 6857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77450" y="4095750"/>
            <a:ext cx="3143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13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650" b="1" spc="15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0077450" y="4514850"/>
            <a:ext cx="304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0077450" y="5143500"/>
            <a:ext cx="2990850" cy="6477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9" name="Text 17"/>
          <p:cNvSpPr/>
          <p:nvPr/>
        </p:nvSpPr>
        <p:spPr>
          <a:xfrm>
            <a:off x="10077450" y="5143500"/>
            <a:ext cx="29908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0077450" y="60198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800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endParaRPr lang="en-US" sz="180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AES128-GCM-SHA256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3563600" y="3848100"/>
            <a:ext cx="3524250" cy="3333750"/>
          </a:xfrm>
          <a:prstGeom prst="roundRect">
            <a:avLst>
              <a:gd name="adj" fmla="val 6857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830300" y="4095750"/>
            <a:ext cx="3143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CHỈ</a:t>
            </a:r>
            <a:r>
              <a:rPr lang="en-US" sz="1650" b="1" spc="14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ECDHE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3830300" y="4514850"/>
            <a:ext cx="304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ECDHE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3830300" y="5143500"/>
            <a:ext cx="2990850" cy="6477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25" name="Text 23"/>
          <p:cNvSpPr/>
          <p:nvPr/>
        </p:nvSpPr>
        <p:spPr>
          <a:xfrm>
            <a:off x="13830300" y="5143500"/>
            <a:ext cx="29908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3830300" y="60198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no</a:t>
            </a:r>
            <a:r>
              <a:rPr lang="en-US" sz="1950" dirty="0" spc="-12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shared</a:t>
            </a:r>
            <a:r>
              <a:rPr lang="en-US" sz="1950" dirty="0" spc="-1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cipher</a:t>
            </a:r>
            <a:endParaRPr lang="en-US" sz="1950" dirty="0"/>
          </a:p>
        </p:txBody>
      </p:sp>
      <p:sp>
        <p:nvSpPr>
          <p:cNvPr id="27" name="Connector line-1792369071663-697461945"/>
          <p:cNvSpPr/>
          <p:nvPr/>
        </p:nvSpPr>
        <p:spPr>
          <a:xfrm>
            <a:off x="9906000" y="7448550"/>
            <a:ext cx="70866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9906000" y="7677150"/>
            <a:ext cx="7086600" cy="8572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forward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secrecy: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800" dirty="0" spc="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(theo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chung)</a:t>
            </a:r>
            <a:endParaRPr lang="en-US" sz="1800" dirty="0"/>
          </a:p>
        </p:txBody>
      </p:sp>
      <p:sp>
        <p:nvSpPr>
          <p:cNvPr id="29" name="Connector line-1792369071667-54567781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0e880bf0-6d02-4ed5-be0d-fd7c886c9b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8587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chỉnh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6900" dirty="0" spc="-8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8058150" cy="5619750"/>
          </a:xfrm>
          <a:prstGeom prst="roundRect">
            <a:avLst>
              <a:gd name="adj" fmla="val 4746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72961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505200"/>
            <a:ext cx="729615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“Client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phiên,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khai,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giải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1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riêng”</a:t>
            </a:r>
            <a:endParaRPr lang="en-US" sz="2100" dirty="0"/>
          </a:p>
        </p:txBody>
      </p:sp>
      <p:sp>
        <p:nvSpPr>
          <p:cNvPr id="7" name="Connector line-1792369926849-445225166"/>
          <p:cNvSpPr/>
          <p:nvPr/>
        </p:nvSpPr>
        <p:spPr>
          <a:xfrm>
            <a:off x="1295400" y="4514850"/>
            <a:ext cx="7296150" cy="0"/>
          </a:xfrm>
          <a:prstGeom prst="line">
            <a:avLst/>
          </a:prstGeom>
          <a:noFill/>
          <a:ln w="19050">
            <a:solidFill>
              <a:srgbClr val="14161C">
                <a:alpha val="20000"/>
              </a:srgbClr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4724400"/>
            <a:ext cx="72961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16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9" name="Text richtext-1792369926852-34486192"/>
          <p:cNvSpPr/>
          <p:nvPr/>
        </p:nvSpPr>
        <p:spPr>
          <a:xfrm>
            <a:off x="1295400" y="5143500"/>
            <a:ext cx="7334250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là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1.2: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bằng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TLS_RSA_*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đo)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 1.3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vậy</a:t>
            </a:r>
            <a:endParaRPr lang="en-US" sz="2550" dirty="0"/>
          </a:p>
        </p:txBody>
      </p:sp>
      <p:sp>
        <p:nvSpPr>
          <p:cNvPr id="10" name="Connector line-1792369926860-836549699"/>
          <p:cNvSpPr/>
          <p:nvPr/>
        </p:nvSpPr>
        <p:spPr>
          <a:xfrm>
            <a:off x="1295400" y="7353300"/>
            <a:ext cx="7296150" cy="0"/>
          </a:xfrm>
          <a:prstGeom prst="line">
            <a:avLst/>
          </a:prstGeom>
          <a:noFill/>
          <a:ln w="19050">
            <a:solidFill>
              <a:srgbClr val="14161C">
                <a:alpha val="2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295400" y="7543800"/>
            <a:ext cx="729615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AES128-GCM-SHA256,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s_client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</a:t>
            </a:r>
            <a:r>
              <a:rPr lang="en-US" sz="195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Temp</a:t>
            </a:r>
            <a:r>
              <a:rPr lang="en-US" sz="1950" dirty="0" spc="-4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Key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Signature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type.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315450" y="2819400"/>
            <a:ext cx="8058150" cy="5619750"/>
          </a:xfrm>
          <a:prstGeom prst="roundRect">
            <a:avLst>
              <a:gd name="adj" fmla="val 4746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9696450" y="3086100"/>
            <a:ext cx="72961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696450" y="3505200"/>
            <a:ext cx="729615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“Chỉ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phân”: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2100" dirty="0"/>
          </a:p>
        </p:txBody>
      </p:sp>
      <p:sp>
        <p:nvSpPr>
          <p:cNvPr id="15" name="Connector line-1792369926870-675379702"/>
          <p:cNvSpPr/>
          <p:nvPr/>
        </p:nvSpPr>
        <p:spPr>
          <a:xfrm>
            <a:off x="9696450" y="4514850"/>
            <a:ext cx="7296150" cy="0"/>
          </a:xfrm>
          <a:prstGeom prst="line">
            <a:avLst/>
          </a:prstGeom>
          <a:noFill/>
          <a:ln w="19050">
            <a:solidFill>
              <a:srgbClr val="14161C">
                <a:alpha val="2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9696450" y="4724400"/>
            <a:ext cx="72961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16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17" name="Text richtext-1792369926873-940837154"/>
          <p:cNvSpPr/>
          <p:nvPr/>
        </p:nvSpPr>
        <p:spPr>
          <a:xfrm>
            <a:off x="9696450" y="5143500"/>
            <a:ext cx="7334250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vẹn,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khai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Cỡ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tỉ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cỡ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550" dirty="0"/>
          </a:p>
        </p:txBody>
      </p:sp>
      <p:sp>
        <p:nvSpPr>
          <p:cNvPr id="18" name="Connector line-1792369926877-407340266"/>
          <p:cNvSpPr/>
          <p:nvPr/>
        </p:nvSpPr>
        <p:spPr>
          <a:xfrm>
            <a:off x="9696450" y="7353300"/>
            <a:ext cx="7296150" cy="0"/>
          </a:xfrm>
          <a:prstGeom prst="line">
            <a:avLst/>
          </a:prstGeom>
          <a:noFill/>
          <a:ln w="19050">
            <a:solidFill>
              <a:srgbClr val="14161C">
                <a:alpha val="2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9696450" y="7543800"/>
            <a:ext cx="729615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“chỉ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chiều”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1950" dirty="0"/>
          </a:p>
        </p:txBody>
      </p:sp>
      <p:sp>
        <p:nvSpPr>
          <p:cNvPr id="20" name="Connector line-1792369926879-10992965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2" name="Shape 2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Shape 2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4" name="Shape 2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5" name="Shape 2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Shape 2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562d005d-4a98-439a-b0c3-0baefce3a2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572500" cy="128587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382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5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được?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3905250"/>
            <a:ext cx="8382000" cy="4476750"/>
          </a:xfrm>
          <a:prstGeom prst="roundRect">
            <a:avLst>
              <a:gd name="adj" fmla="val 59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38250" y="4191000"/>
            <a:ext cx="7734300" cy="1238250"/>
          </a:xfrm>
          <a:prstGeom prst="roundRect">
            <a:avLst>
              <a:gd name="adj" fmla="val 16923"/>
            </a:avLst>
          </a:prstGeom>
          <a:solidFill>
            <a:srgbClr val="DDE3FA"/>
          </a:solidFill>
          <a:ln/>
        </p:spPr>
      </p:sp>
      <p:sp>
        <p:nvSpPr>
          <p:cNvPr id="7" name="Text 5"/>
          <p:cNvSpPr/>
          <p:nvPr/>
        </p:nvSpPr>
        <p:spPr>
          <a:xfrm>
            <a:off x="1543050" y="438150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16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543050" y="4743450"/>
            <a:ext cx="723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ECDHE-ECDSA-AES256-GCM-SHA384</a:t>
            </a:r>
            <a:endParaRPr lang="en-US" sz="2400" dirty="0"/>
          </a:p>
        </p:txBody>
      </p:sp>
      <p:sp>
        <p:nvSpPr>
          <p:cNvPr id="9" name="Connector line-1792370332447-247662426"/>
          <p:cNvSpPr/>
          <p:nvPr/>
        </p:nvSpPr>
        <p:spPr>
          <a:xfrm>
            <a:off x="5105400" y="5429250"/>
            <a:ext cx="0" cy="228600"/>
          </a:xfrm>
          <a:prstGeom prst="line">
            <a:avLst/>
          </a:prstGeom>
          <a:noFill/>
          <a:ln w="2857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4838700" y="5657850"/>
            <a:ext cx="533400" cy="533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Text 9"/>
          <p:cNvSpPr/>
          <p:nvPr/>
        </p:nvSpPr>
        <p:spPr>
          <a:xfrm>
            <a:off x="4838700" y="5657850"/>
            <a:ext cx="533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700" dirty="0"/>
          </a:p>
        </p:txBody>
      </p:sp>
      <p:sp>
        <p:nvSpPr>
          <p:cNvPr id="12" name="Connector line-1792370332451-828717061"/>
          <p:cNvSpPr/>
          <p:nvPr/>
        </p:nvSpPr>
        <p:spPr>
          <a:xfrm>
            <a:off x="5105400" y="6191250"/>
            <a:ext cx="0" cy="228600"/>
          </a:xfrm>
          <a:prstGeom prst="line">
            <a:avLst/>
          </a:prstGeom>
          <a:noFill/>
          <a:ln w="2857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1238250" y="6438900"/>
            <a:ext cx="7734300" cy="1619250"/>
          </a:xfrm>
          <a:prstGeom prst="roundRect">
            <a:avLst>
              <a:gd name="adj" fmla="val 12941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1543050" y="662940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CHỈ CHO</a:t>
            </a:r>
            <a:r>
              <a:rPr lang="en-US" sz="16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543050" y="6991350"/>
            <a:ext cx="723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ECDHE-ECDSA-AES128-GCM-SHA256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543050" y="7524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950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1.2,</a:t>
            </a:r>
            <a:r>
              <a:rPr lang="en-US" sz="1950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1950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bộ</a:t>
            </a:r>
            <a:r>
              <a:rPr lang="en-US" sz="1950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810750" y="914400"/>
            <a:ext cx="7562850" cy="7905750"/>
          </a:xfrm>
          <a:prstGeom prst="roundRect">
            <a:avLst>
              <a:gd name="adj" fmla="val 3526"/>
            </a:avLst>
          </a:prstGeom>
          <a:solidFill>
            <a:srgbClr val="1F3FD1"/>
          </a:solidFill>
          <a:ln/>
        </p:spPr>
      </p:sp>
      <p:sp>
        <p:nvSpPr>
          <p:cNvPr id="18" name="Shape 16"/>
          <p:cNvSpPr/>
          <p:nvPr/>
        </p:nvSpPr>
        <p:spPr>
          <a:xfrm>
            <a:off x="10191750" y="1485900"/>
            <a:ext cx="571500" cy="571500"/>
          </a:xfrm>
          <a:prstGeom prst="ellipse">
            <a:avLst/>
          </a:prstGeom>
          <a:solidFill>
            <a:srgbClr val="1F3FD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44150" y="1657350"/>
            <a:ext cx="266700" cy="228600"/>
          </a:xfrm>
          <a:custGeom>
            <a:avLst/>
            <a:gdLst/>
            <a:ahLst/>
            <a:cxnLst/>
            <a:rect l="l" t="t" r="r" b="b"/>
            <a:pathLst>
              <a:path w="266700" h="228600">
                <a:moveTo>
                  <a:pt x="0" y="133350"/>
                </a:moveTo>
                <a:lnTo>
                  <a:pt x="95250" y="228600"/>
                </a:lnTo>
                <a:lnTo>
                  <a:pt x="266700" y="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67950" y="23812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267950" y="2762250"/>
            <a:ext cx="67627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8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48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48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480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10267950" y="3848100"/>
            <a:ext cx="68580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“Không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chung”: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 </a:t>
            </a:r>
            <a:pPr algn="l" indent="0" marL="0">
              <a:lnSpc>
                <a:spcPts val="3315"/>
              </a:lnSpc>
              <a:buNone/>
            </a:pPr>
            <a:r>
              <a:rPr lang="en-US" sz="2550" b="1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sslv3</a:t>
            </a:r>
            <a:r>
              <a:rPr lang="en-US" sz="25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alert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handshake</a:t>
            </a:r>
            <a:r>
              <a:rPr lang="en-US" sz="2550" b="1" dirty="0" spc="-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failure</a:t>
            </a:r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(mã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40),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315"/>
              </a:lnSpc>
              <a:buNone/>
            </a:pPr>
            <a:r>
              <a:rPr lang="en-US" sz="255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</a:t>
            </a:r>
            <a:r>
              <a:rPr lang="en-US" sz="2550" b="1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shared</a:t>
            </a:r>
            <a:r>
              <a:rPr lang="en-US" sz="25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cipher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267950" y="6000750"/>
            <a:ext cx="685800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55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sách: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ECDHE-ECDSA-AES128-GCM-SHA256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 duy</a:t>
            </a:r>
            <a:r>
              <a:rPr lang="en-US" sz="2550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nhất,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550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0267950" y="76200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550" dirty="0" spc="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(hai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550" dirty="0" spc="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3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thử)</a:t>
            </a:r>
            <a:endParaRPr lang="en-US" sz="2550" dirty="0"/>
          </a:p>
        </p:txBody>
      </p:sp>
      <p:sp>
        <p:nvSpPr>
          <p:cNvPr id="25" name="Connector line-1792370332493-36226834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7f0b514d-3f32-4743-b41a-6aeed59bcb8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38862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1162050" y="16573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5" name="Connector line-1792370596425-96219315"/>
          <p:cNvSpPr/>
          <p:nvPr/>
        </p:nvSpPr>
        <p:spPr>
          <a:xfrm>
            <a:off x="1333500" y="1733550"/>
            <a:ext cx="3162300" cy="0"/>
          </a:xfrm>
          <a:prstGeom prst="line">
            <a:avLst/>
          </a:prstGeom>
          <a:noFill/>
          <a:ln w="28575">
            <a:solidFill>
              <a:srgbClr val="9A98A0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181100" y="188595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181100" y="2495550"/>
            <a:ext cx="33528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Secure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181100" y="3181350"/>
            <a:ext cx="3352800" cy="9334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r>
              <a:rPr lang="en-US" sz="18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TLS,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105400" y="1428750"/>
            <a:ext cx="38862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5353050" y="16573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11" name="Connector line-1792370596434-727843759"/>
          <p:cNvSpPr/>
          <p:nvPr/>
        </p:nvSpPr>
        <p:spPr>
          <a:xfrm>
            <a:off x="5524500" y="1733550"/>
            <a:ext cx="3162300" cy="0"/>
          </a:xfrm>
          <a:prstGeom prst="line">
            <a:avLst/>
          </a:prstGeom>
          <a:noFill/>
          <a:ln w="28575">
            <a:solidFill>
              <a:srgbClr val="9A98A0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372100" y="188595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372100" y="2495550"/>
            <a:ext cx="33528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Transport</a:t>
            </a:r>
            <a:r>
              <a:rPr lang="en-US" sz="1650" dirty="0" spc="-2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5372100" y="3181350"/>
            <a:ext cx="3352800" cy="9334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296400" y="1428750"/>
            <a:ext cx="38862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9544050" y="16573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17" name="Connector line-1792370596440-797016681"/>
          <p:cNvSpPr/>
          <p:nvPr/>
        </p:nvSpPr>
        <p:spPr>
          <a:xfrm>
            <a:off x="9715500" y="1733550"/>
            <a:ext cx="3162300" cy="0"/>
          </a:xfrm>
          <a:prstGeom prst="line">
            <a:avLst/>
          </a:prstGeom>
          <a:noFill/>
          <a:ln w="28575">
            <a:solidFill>
              <a:srgbClr val="9A98A0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9563100" y="188595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AES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9563100" y="2495550"/>
            <a:ext cx="33528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Advanced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Encryption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9563100" y="3181350"/>
            <a:ext cx="3352800" cy="9334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</a:t>
            </a:r>
            <a:r>
              <a:rPr lang="en-US" sz="180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xứng;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128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256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 bí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3487400" y="1428750"/>
            <a:ext cx="38862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3735050" y="16573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23" name="Connector line-1792370596448-994637212"/>
          <p:cNvSpPr/>
          <p:nvPr/>
        </p:nvSpPr>
        <p:spPr>
          <a:xfrm>
            <a:off x="13906500" y="1733550"/>
            <a:ext cx="3162300" cy="0"/>
          </a:xfrm>
          <a:prstGeom prst="line">
            <a:avLst/>
          </a:prstGeom>
          <a:noFill/>
          <a:ln w="28575">
            <a:solidFill>
              <a:srgbClr val="9A98A0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13754100" y="188595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GCM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13754100" y="2495550"/>
            <a:ext cx="33528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Galois/Counter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3754100" y="3181350"/>
            <a:ext cx="3352800" cy="9334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AES mã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8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14400" y="4419600"/>
            <a:ext cx="38862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28" name="Shape 26"/>
          <p:cNvSpPr/>
          <p:nvPr/>
        </p:nvSpPr>
        <p:spPr>
          <a:xfrm>
            <a:off x="1162050" y="46482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29" name="Connector line-1792370596455-417515874"/>
          <p:cNvSpPr/>
          <p:nvPr/>
        </p:nvSpPr>
        <p:spPr>
          <a:xfrm>
            <a:off x="1333500" y="4724400"/>
            <a:ext cx="3162300" cy="0"/>
          </a:xfrm>
          <a:prstGeom prst="line">
            <a:avLst/>
          </a:prstGeom>
          <a:noFill/>
          <a:ln w="28575">
            <a:solidFill>
              <a:srgbClr val="9A98A0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0" name="Text 28"/>
          <p:cNvSpPr/>
          <p:nvPr/>
        </p:nvSpPr>
        <p:spPr>
          <a:xfrm>
            <a:off x="1181100" y="487680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</a:t>
            </a:r>
            <a:endParaRPr lang="en-US" sz="3600" dirty="0"/>
          </a:p>
        </p:txBody>
      </p:sp>
      <p:sp>
        <p:nvSpPr>
          <p:cNvPr id="31" name="Text 29"/>
          <p:cNvSpPr/>
          <p:nvPr/>
        </p:nvSpPr>
        <p:spPr>
          <a:xfrm>
            <a:off x="1181100" y="54864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181100" y="6172200"/>
            <a:ext cx="3352800" cy="9334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băm: biến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80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5105400" y="4419600"/>
            <a:ext cx="38862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34" name="Shape 32"/>
          <p:cNvSpPr/>
          <p:nvPr/>
        </p:nvSpPr>
        <p:spPr>
          <a:xfrm>
            <a:off x="5353050" y="46482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35" name="Connector line-1792370596460-647850364"/>
          <p:cNvSpPr/>
          <p:nvPr/>
        </p:nvSpPr>
        <p:spPr>
          <a:xfrm>
            <a:off x="5524500" y="4724400"/>
            <a:ext cx="3162300" cy="0"/>
          </a:xfrm>
          <a:prstGeom prst="line">
            <a:avLst/>
          </a:prstGeom>
          <a:noFill/>
          <a:ln w="28575">
            <a:solidFill>
              <a:srgbClr val="9A98A0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6" name="Text 34"/>
          <p:cNvSpPr/>
          <p:nvPr/>
        </p:nvSpPr>
        <p:spPr>
          <a:xfrm>
            <a:off x="5372100" y="487680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3600" dirty="0"/>
          </a:p>
        </p:txBody>
      </p:sp>
      <p:sp>
        <p:nvSpPr>
          <p:cNvPr id="37" name="Text 35"/>
          <p:cNvSpPr/>
          <p:nvPr/>
        </p:nvSpPr>
        <p:spPr>
          <a:xfrm>
            <a:off x="5372100" y="54864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Rivest-Shamir-Adleman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5372100" y="6172200"/>
            <a:ext cx="3352800" cy="9334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khai,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296400" y="4419600"/>
            <a:ext cx="38862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40" name="Shape 38"/>
          <p:cNvSpPr/>
          <p:nvPr/>
        </p:nvSpPr>
        <p:spPr>
          <a:xfrm>
            <a:off x="9544050" y="46482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41" name="Connector line-1792370596465-579340145"/>
          <p:cNvSpPr/>
          <p:nvPr/>
        </p:nvSpPr>
        <p:spPr>
          <a:xfrm>
            <a:off x="9715500" y="4724400"/>
            <a:ext cx="3162300" cy="0"/>
          </a:xfrm>
          <a:prstGeom prst="line">
            <a:avLst/>
          </a:prstGeom>
          <a:noFill/>
          <a:ln w="28575">
            <a:solidFill>
              <a:srgbClr val="9A98A0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42" name="Text 40"/>
          <p:cNvSpPr/>
          <p:nvPr/>
        </p:nvSpPr>
        <p:spPr>
          <a:xfrm>
            <a:off x="9563100" y="487680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ECDHE</a:t>
            </a:r>
            <a:endParaRPr lang="en-US" sz="3600" dirty="0"/>
          </a:p>
        </p:txBody>
      </p:sp>
      <p:sp>
        <p:nvSpPr>
          <p:cNvPr id="43" name="Text 41"/>
          <p:cNvSpPr/>
          <p:nvPr/>
        </p:nvSpPr>
        <p:spPr>
          <a:xfrm>
            <a:off x="9563100" y="54864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Elliptic</a:t>
            </a: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Curve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Diffie-Hellman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Ephemeral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9563100" y="6172200"/>
            <a:ext cx="3352800" cy="9334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khóa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thời.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13487400" y="4419600"/>
            <a:ext cx="38862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46" name="Shape 44"/>
          <p:cNvSpPr/>
          <p:nvPr/>
        </p:nvSpPr>
        <p:spPr>
          <a:xfrm>
            <a:off x="13735050" y="46482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47" name="Connector line-1792370596470-943217629"/>
          <p:cNvSpPr/>
          <p:nvPr/>
        </p:nvSpPr>
        <p:spPr>
          <a:xfrm>
            <a:off x="13906500" y="4724400"/>
            <a:ext cx="3162300" cy="0"/>
          </a:xfrm>
          <a:prstGeom prst="line">
            <a:avLst/>
          </a:prstGeom>
          <a:noFill/>
          <a:ln w="28575">
            <a:solidFill>
              <a:srgbClr val="9A98A0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48" name="Text 46"/>
          <p:cNvSpPr/>
          <p:nvPr/>
        </p:nvSpPr>
        <p:spPr>
          <a:xfrm>
            <a:off x="13754100" y="487680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3600" dirty="0"/>
          </a:p>
        </p:txBody>
      </p:sp>
      <p:sp>
        <p:nvSpPr>
          <p:cNvPr id="49" name="Text 47"/>
          <p:cNvSpPr/>
          <p:nvPr/>
        </p:nvSpPr>
        <p:spPr>
          <a:xfrm>
            <a:off x="13754100" y="54864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3754100" y="6172200"/>
            <a:ext cx="3352800" cy="9334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Cộng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dụng;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họ.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914400" y="74866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914400" y="78676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Mozilla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(Transport</a:t>
            </a:r>
            <a:r>
              <a:rPr lang="en-US" sz="210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Security,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Cipher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suite,</a:t>
            </a:r>
            <a:r>
              <a:rPr lang="en-US" sz="21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Public-key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cryptography)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Cheat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OpenSSL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3.0.13</a:t>
            </a:r>
            <a:endParaRPr lang="en-US" sz="2100" dirty="0"/>
          </a:p>
        </p:txBody>
      </p:sp>
      <p:sp>
        <p:nvSpPr>
          <p:cNvPr id="53" name="Text 51"/>
          <p:cNvSpPr/>
          <p:nvPr/>
        </p:nvSpPr>
        <p:spPr>
          <a:xfrm>
            <a:off x="914400" y="87249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54" name="Connector line-1792370596478-5692091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6" name="Shape 5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7" name="Shape 5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8" name="Shape 5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9" name="Shape 5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0" name="Shape 5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1" name="Shape 5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2" name="Shape 6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3" name="Shape 6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4" name="Shape 62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5" name="Text 6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66" name="Shape 6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7" name="Moda image moda-export-watermark-629386fa-90fc-45cf-b8fe-33a10e73aa9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2026-10-19T02:59:59Z</dcterms:created>
  <dcterms:modified xsi:type="dcterms:W3CDTF">2026-10-19T02:59:59Z</dcterms:modified>
</cp:coreProperties>
</file>