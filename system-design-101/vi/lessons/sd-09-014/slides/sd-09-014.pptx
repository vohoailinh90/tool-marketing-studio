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9"/>
      <p:bold r:id="rId17"/>
    </p:embeddedFont>
    <p:embeddedFont>
      <p:font typeface="Bricolage Grotesque ExtraBold"/>
      <p:regular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382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14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619250"/>
            <a:ext cx="8382000" cy="3324225"/>
          </a:xfrm>
          <a:prstGeom prst="rect">
            <a:avLst/>
          </a:prstGeom>
          <a:noFill/>
          <a:ln/>
        </p:spPr>
        <p:txBody>
          <a:bodyPr wrap="square" lIns="0" tIns="64294" rIns="0" bIns="-64294" rtlCol="0" anchor="t"/>
          <a:lstStyle/>
          <a:p>
            <a:pPr algn="l" indent="0" marL="0">
              <a:lnSpc>
                <a:spcPts val="7875"/>
              </a:lnSpc>
              <a:buNone/>
            </a:pPr>
            <a:r>
              <a:rPr lang="en-US" sz="75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Năm</a:t>
            </a:r>
            <a:r>
              <a:rPr lang="en-US" sz="7500" dirty="0" spc="-4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góc</a:t>
            </a:r>
            <a:r>
              <a:rPr lang="en-US" sz="7500" dirty="0" spc="-1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nhìn</a:t>
            </a:r>
            <a:r>
              <a:rPr lang="en-US" sz="7500" dirty="0" spc="2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để</a:t>
            </a:r>
            <a:r>
              <a:rPr lang="en-US" sz="7500" dirty="0" spc="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hiểu</a:t>
            </a:r>
            <a:r>
              <a:rPr lang="en-US" sz="75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Linux</a:t>
            </a:r>
            <a:endParaRPr lang="en-US" sz="7500" dirty="0"/>
          </a:p>
        </p:txBody>
      </p:sp>
      <p:sp>
        <p:nvSpPr>
          <p:cNvPr id="4" name="Text 2"/>
          <p:cNvSpPr/>
          <p:nvPr/>
        </p:nvSpPr>
        <p:spPr>
          <a:xfrm>
            <a:off x="914400" y="5715000"/>
            <a:ext cx="8382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3000" dirty="0" spc="2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30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300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file</a:t>
            </a:r>
            <a:r>
              <a:rPr lang="en-US" sz="3000" dirty="0" spc="-2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3000" dirty="0" spc="5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chạm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30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0287000" y="1905000"/>
            <a:ext cx="3276600" cy="2476500"/>
          </a:xfrm>
          <a:prstGeom prst="roundRect">
            <a:avLst>
              <a:gd name="adj" fmla="val 10769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7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Giao</a:t>
            </a:r>
            <a:r>
              <a:rPr lang="en-US" sz="2550" b="1" dirty="0" spc="-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</a:t>
            </a:r>
            <a:r>
              <a:rPr lang="en-US" sz="2550" b="1" dirty="0" spc="-4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550" b="1" dirty="0" spc="-6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3906500" y="1905000"/>
            <a:ext cx="3276600" cy="2476500"/>
          </a:xfrm>
          <a:prstGeom prst="roundRect">
            <a:avLst>
              <a:gd name="adj" fmla="val 10769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13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Thực</a:t>
            </a:r>
            <a:r>
              <a:rPr lang="en-US" sz="2550" b="1" dirty="0" spc="2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</a:t>
            </a:r>
            <a:r>
              <a:rPr lang="en-US" sz="2550" b="1" dirty="0" spc="-20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b="1" dirty="0" spc="-3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 nhớ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10287000" y="4762500"/>
            <a:ext cx="3276600" cy="2476500"/>
          </a:xfrm>
          <a:prstGeom prst="roundRect">
            <a:avLst>
              <a:gd name="adj" fmla="val 10769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3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Mạng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13906500" y="4762500"/>
            <a:ext cx="3276600" cy="2476500"/>
          </a:xfrm>
          <a:prstGeom prst="roundRect">
            <a:avLst>
              <a:gd name="adj" fmla="val 10769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35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Lưu</a:t>
            </a:r>
            <a:r>
              <a:rPr lang="en-US" sz="2550" b="1" dirty="0" spc="-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trữ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914400" y="9563100"/>
            <a:ext cx="8572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14 · Năm</a:t>
            </a:r>
            <a:r>
              <a:rPr lang="en-US" sz="165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góc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nhìn</a:t>
            </a:r>
            <a:r>
              <a:rPr lang="en-US" sz="1650" dirty="0" spc="1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hiểu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Linux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1" name="Moda image moda-export-watermark-89cb5734-fbc7-4632-9258-a1f645d4bc1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Một</a:t>
            </a:r>
            <a:r>
              <a:rPr lang="en-US" sz="69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bản</a:t>
            </a:r>
            <a:r>
              <a:rPr lang="en-US" sz="6900" dirty="0" spc="1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đồ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học</a:t>
            </a:r>
            <a:r>
              <a:rPr lang="en-US" sz="69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tập</a:t>
            </a:r>
            <a:endParaRPr lang="en-US" sz="6900" dirty="0"/>
          </a:p>
        </p:txBody>
      </p:sp>
      <p:sp>
        <p:nvSpPr>
          <p:cNvPr id="3" name="Shape 1"/>
          <p:cNvSpPr/>
          <p:nvPr/>
        </p:nvSpPr>
        <p:spPr>
          <a:xfrm>
            <a:off x="914400" y="2476500"/>
            <a:ext cx="16459200" cy="3143250"/>
          </a:xfrm>
          <a:prstGeom prst="roundRect">
            <a:avLst>
              <a:gd name="adj" fmla="val 8485"/>
            </a:avLst>
          </a:prstGeom>
          <a:solidFill>
            <a:srgbClr val="14161C"/>
          </a:solidFill>
          <a:ln/>
        </p:spPr>
      </p:sp>
      <p:sp>
        <p:nvSpPr>
          <p:cNvPr id="4" name="Text 2"/>
          <p:cNvSpPr/>
          <p:nvPr/>
        </p:nvSpPr>
        <p:spPr>
          <a:xfrm>
            <a:off x="1428750" y="2952750"/>
            <a:ext cx="15430500" cy="2190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spc="-5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Năm</a:t>
            </a:r>
            <a:r>
              <a:rPr lang="en-US" sz="5400" dirty="0" spc="-33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góc</a:t>
            </a:r>
            <a:r>
              <a:rPr lang="en-US" sz="5400" dirty="0" spc="-15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nhìn</a:t>
            </a:r>
            <a:r>
              <a:rPr lang="en-US" sz="5400" dirty="0" spc="-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giúp</a:t>
            </a:r>
            <a:r>
              <a:rPr lang="en-US" sz="5400" dirty="0" spc="7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đặt</a:t>
            </a:r>
            <a:r>
              <a:rPr lang="en-US" sz="5400" dirty="0" spc="-4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câu</a:t>
            </a:r>
            <a:r>
              <a:rPr lang="en-US" sz="5400" dirty="0" spc="-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hỏi</a:t>
            </a:r>
            <a:r>
              <a:rPr lang="en-US" sz="5400" dirty="0" spc="-56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về</a:t>
            </a:r>
            <a:r>
              <a:rPr lang="en-US" sz="5400" dirty="0" spc="-2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Linux.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914400" y="619125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8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8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năm</a:t>
            </a:r>
            <a:r>
              <a:rPr lang="en-US" sz="28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8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phận</a:t>
            </a:r>
            <a:r>
              <a:rPr lang="en-US" sz="285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độc</a:t>
            </a:r>
            <a:r>
              <a:rPr lang="en-US" sz="28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</a:t>
            </a:r>
            <a:r>
              <a:rPr lang="en-US" sz="2850" b="1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tuyệt</a:t>
            </a:r>
            <a:r>
              <a:rPr lang="en-US" sz="2850" b="1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đối.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914400" y="9601200"/>
            <a:ext cx="952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C9C2B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 </a:t>
            </a:r>
            <a:pPr algn="l" indent="0" marL="0">
              <a:buNone/>
            </a:pPr>
            <a:r>
              <a:rPr lang="en-US" sz="165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</a:t>
            </a:r>
            <a:pPr algn="l" indent="0" marL="0">
              <a:buNone/>
            </a:pPr>
            <a:r>
              <a:rPr lang="en-US" sz="1650" dirty="0">
                <a:solidFill>
                  <a:srgbClr val="C9C2B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● ● ● ● ● ● ● ●</a:t>
            </a:r>
            <a:pPr algn="l" indent="0" marL="0">
              <a:buNone/>
            </a:pPr>
            <a:r>
              <a:rPr lang="en-US" sz="165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System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 ·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14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8" name="Moda image moda-export-watermark-5aa7cdaf-d5f1-425e-93bc-8f03d0b283a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0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Giao</a:t>
            </a:r>
            <a:r>
              <a:rPr lang="en-US" sz="6900" dirty="0" spc="5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tiếp</a:t>
            </a:r>
            <a:r>
              <a:rPr lang="en-US" sz="6900" dirty="0" spc="2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hệ thống</a:t>
            </a:r>
            <a:endParaRPr lang="en-US" sz="6900" dirty="0"/>
          </a:p>
        </p:txBody>
      </p:sp>
      <p:sp>
        <p:nvSpPr>
          <p:cNvPr id="3" name="Shape 1"/>
          <p:cNvSpPr/>
          <p:nvPr/>
        </p:nvSpPr>
        <p:spPr>
          <a:xfrm>
            <a:off x="914400" y="2476500"/>
            <a:ext cx="7886700" cy="4762500"/>
          </a:xfrm>
          <a:prstGeom prst="roundRect">
            <a:avLst>
              <a:gd name="adj" fmla="val 5600"/>
            </a:avLst>
          </a:prstGeom>
          <a:solidFill>
            <a:srgbClr val="CFE8E2"/>
          </a:solidFill>
          <a:ln w="381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33500" y="2952750"/>
            <a:ext cx="70485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dirty="0" spc="-4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syscall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333500" y="4191000"/>
            <a:ext cx="7048500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3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Lời</a:t>
            </a:r>
            <a:r>
              <a:rPr lang="en-US" sz="30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3000" dirty="0" spc="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3000" dirty="0" spc="3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30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3000" dirty="0" spc="-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30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300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kernel</a:t>
            </a:r>
            <a:r>
              <a:rPr lang="en-US" sz="30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30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9486900" y="2476500"/>
            <a:ext cx="7886700" cy="4762500"/>
          </a:xfrm>
          <a:prstGeom prst="roundRect">
            <a:avLst>
              <a:gd name="adj" fmla="val 5600"/>
            </a:avLst>
          </a:prstGeom>
          <a:solidFill>
            <a:srgbClr val="FBF8F2"/>
          </a:solidFill>
          <a:ln w="38100">
            <a:solidFill>
              <a:srgbClr val="0F76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906000" y="2952750"/>
            <a:ext cx="70485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dirty="0" spc="-25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driver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9906000" y="4191000"/>
            <a:ext cx="7048500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Nối</a:t>
            </a:r>
            <a:r>
              <a:rPr lang="en-US" sz="300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kernel</a:t>
            </a:r>
            <a:r>
              <a:rPr lang="en-US" sz="30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30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30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bị.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914400" y="9601200"/>
            <a:ext cx="952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C9C2B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 ● </a:t>
            </a:r>
            <a:pPr algn="l" indent="0" marL="0">
              <a:buNone/>
            </a:pPr>
            <a:r>
              <a:rPr lang="en-US" sz="165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</a:t>
            </a:r>
            <a:pPr algn="l" indent="0" marL="0">
              <a:buNone/>
            </a:pPr>
            <a:r>
              <a:rPr lang="en-US" sz="1650" dirty="0">
                <a:solidFill>
                  <a:srgbClr val="C9C2B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● ● ● ● ● ● ●</a:t>
            </a:r>
            <a:pPr algn="l" indent="0" marL="0">
              <a:buNone/>
            </a:pPr>
            <a:r>
              <a:rPr lang="en-US" sz="165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System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 ·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14 · 03/10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1" name="Moda image moda-export-watermark-de5457d7-aa82-4e7e-9d3f-c081e62a29f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71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Thực</a:t>
            </a:r>
            <a:r>
              <a:rPr lang="en-US" sz="6900" dirty="0" spc="1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thi</a:t>
            </a:r>
            <a:r>
              <a:rPr lang="en-US" sz="6900" dirty="0" spc="-76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900" dirty="0" spc="0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bộ</a:t>
            </a:r>
            <a:r>
              <a:rPr lang="en-US" sz="6900" dirty="0" spc="1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6900" dirty="0"/>
          </a:p>
        </p:txBody>
      </p:sp>
      <p:sp>
        <p:nvSpPr>
          <p:cNvPr id="3" name="Text 1"/>
          <p:cNvSpPr/>
          <p:nvPr/>
        </p:nvSpPr>
        <p:spPr>
          <a:xfrm>
            <a:off x="914400" y="2000250"/>
            <a:ext cx="16192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-1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process</a:t>
            </a:r>
            <a:r>
              <a:rPr lang="en-US" sz="25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5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scheduler</a:t>
            </a:r>
            <a:r>
              <a:rPr lang="en-US" sz="25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5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mapping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914400" y="3048000"/>
            <a:ext cx="6096000" cy="1809750"/>
          </a:xfrm>
          <a:prstGeom prst="roundRect">
            <a:avLst>
              <a:gd name="adj" fmla="val 10526"/>
            </a:avLst>
          </a:prstGeom>
          <a:solidFill>
            <a:srgbClr val="F8D9D0"/>
          </a:solidFill>
          <a:ln w="28575">
            <a:solidFill>
              <a:srgbClr val="E8472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-6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Process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7429500" y="3048000"/>
            <a:ext cx="9944100" cy="1809750"/>
          </a:xfrm>
          <a:prstGeom prst="roundRect">
            <a:avLst>
              <a:gd name="adj" fmla="val 10526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-4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Lập</a:t>
            </a:r>
            <a:r>
              <a:rPr lang="en-US" sz="30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lịch,</a:t>
            </a:r>
            <a:r>
              <a:rPr lang="en-US" sz="300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thread,</a:t>
            </a:r>
            <a:r>
              <a:rPr lang="en-US" sz="3000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30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14400" y="5143500"/>
            <a:ext cx="6096000" cy="1809750"/>
          </a:xfrm>
          <a:prstGeom prst="roundRect">
            <a:avLst>
              <a:gd name="adj" fmla="val 10526"/>
            </a:avLst>
          </a:prstGeom>
          <a:solidFill>
            <a:srgbClr val="F8D9D0"/>
          </a:solidFill>
          <a:ln w="28575">
            <a:solidFill>
              <a:srgbClr val="E8472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-5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Bộ</a:t>
            </a:r>
            <a:r>
              <a:rPr lang="en-US" sz="3300" dirty="0" spc="1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7429500" y="5143500"/>
            <a:ext cx="9944100" cy="1809750"/>
          </a:xfrm>
          <a:prstGeom prst="roundRect">
            <a:avLst>
              <a:gd name="adj" fmla="val 10526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Địa</a:t>
            </a:r>
            <a:r>
              <a:rPr lang="en-US" sz="30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30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ảo,</a:t>
            </a:r>
            <a:r>
              <a:rPr lang="en-US" sz="30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ánh</a:t>
            </a:r>
            <a:r>
              <a:rPr lang="en-US" sz="3000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xạ,</a:t>
            </a:r>
            <a:r>
              <a:rPr lang="en-US" sz="30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cấp</a:t>
            </a:r>
            <a:r>
              <a:rPr lang="en-US" sz="300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914400" y="9601200"/>
            <a:ext cx="952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C9C2B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 ● ● </a:t>
            </a:r>
            <a:pPr algn="l" indent="0" marL="0">
              <a:buNone/>
            </a:pPr>
            <a:r>
              <a:rPr lang="en-US" sz="165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</a:t>
            </a:r>
            <a:pPr algn="l" indent="0" marL="0">
              <a:buNone/>
            </a:pPr>
            <a:r>
              <a:rPr lang="en-US" sz="1650" dirty="0">
                <a:solidFill>
                  <a:srgbClr val="C9C2B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● ● ● ● ● ●</a:t>
            </a:r>
            <a:pPr algn="l" indent="0" marL="0">
              <a:buNone/>
            </a:pPr>
            <a:r>
              <a:rPr lang="en-US" sz="165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System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 ·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14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0" name="Moda image moda-export-watermark-d963bfb0-02dc-44d5-a56c-6a19bfc89ca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1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Mạng</a:t>
            </a:r>
            <a:endParaRPr lang="en-US" sz="6900" dirty="0"/>
          </a:p>
        </p:txBody>
      </p:sp>
      <p:sp>
        <p:nvSpPr>
          <p:cNvPr id="3" name="Text 1"/>
          <p:cNvSpPr/>
          <p:nvPr/>
        </p:nvSpPr>
        <p:spPr>
          <a:xfrm>
            <a:off x="914400" y="2857500"/>
            <a:ext cx="4191000" cy="1905000"/>
          </a:xfrm>
          <a:prstGeom prst="roundRect">
            <a:avLst>
              <a:gd name="adj" fmla="val 12000"/>
            </a:avLst>
          </a:prstGeom>
          <a:solidFill>
            <a:srgbClr val="1E212B"/>
          </a:solidFill>
          <a:ln w="38100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 spc="-13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Socket</a:t>
            </a:r>
            <a:endParaRPr lang="en-US" sz="3600" dirty="0"/>
          </a:p>
        </p:txBody>
      </p:sp>
      <p:sp>
        <p:nvSpPr>
          <p:cNvPr id="4" name="Connector line-1792371156819-292819597"/>
          <p:cNvSpPr/>
          <p:nvPr/>
        </p:nvSpPr>
        <p:spPr>
          <a:xfrm>
            <a:off x="5334000" y="3810000"/>
            <a:ext cx="952500" cy="0"/>
          </a:xfrm>
          <a:prstGeom prst="line">
            <a:avLst/>
          </a:prstGeom>
          <a:noFill/>
          <a:ln w="47625">
            <a:solidFill>
              <a:srgbClr val="9AA0B5"/>
            </a:solidFill>
            <a:prstDash val="solid"/>
            <a:headEnd type="none"/>
            <a:tailEnd type="triangle"/>
          </a:ln>
        </p:spPr>
      </p:sp>
      <p:sp>
        <p:nvSpPr>
          <p:cNvPr id="5" name="Text 3"/>
          <p:cNvSpPr/>
          <p:nvPr/>
        </p:nvSpPr>
        <p:spPr>
          <a:xfrm>
            <a:off x="6515100" y="2857500"/>
            <a:ext cx="5334000" cy="1905000"/>
          </a:xfrm>
          <a:prstGeom prst="roundRect">
            <a:avLst>
              <a:gd name="adj" fmla="val 12000"/>
            </a:avLst>
          </a:prstGeom>
          <a:solidFill>
            <a:srgbClr val="1E212B"/>
          </a:solidFill>
          <a:ln w="38100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-63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Xử</a:t>
            </a:r>
            <a:r>
              <a:rPr lang="en-US" sz="3300" dirty="0" spc="-1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lý</a:t>
            </a:r>
            <a:r>
              <a:rPr lang="en-US" sz="3300" dirty="0" spc="-2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giao</a:t>
            </a:r>
            <a:r>
              <a:rPr lang="en-US" sz="3300" dirty="0" spc="-26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thức</a:t>
            </a:r>
            <a:endParaRPr lang="en-US" sz="3300" dirty="0"/>
          </a:p>
        </p:txBody>
      </p:sp>
      <p:sp>
        <p:nvSpPr>
          <p:cNvPr id="6" name="Connector line-1792371156822-233548883"/>
          <p:cNvSpPr/>
          <p:nvPr/>
        </p:nvSpPr>
        <p:spPr>
          <a:xfrm>
            <a:off x="12077700" y="3810000"/>
            <a:ext cx="952500" cy="0"/>
          </a:xfrm>
          <a:prstGeom prst="line">
            <a:avLst/>
          </a:prstGeom>
          <a:noFill/>
          <a:ln w="47625">
            <a:solidFill>
              <a:srgbClr val="9AA0B5"/>
            </a:solidFill>
            <a:prstDash val="solid"/>
            <a:headEnd type="none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13258800" y="2857500"/>
            <a:ext cx="4114800" cy="1905000"/>
          </a:xfrm>
          <a:prstGeom prst="roundRect">
            <a:avLst>
              <a:gd name="adj" fmla="val 12000"/>
            </a:avLst>
          </a:prstGeom>
          <a:solidFill>
            <a:srgbClr val="1E212B"/>
          </a:solidFill>
          <a:ln w="38100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 spc="-2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NIC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914400" y="57150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Đường</a:t>
            </a:r>
            <a:r>
              <a:rPr lang="en-US" sz="3000" dirty="0" spc="4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30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3000" dirty="0" spc="-3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socket</a:t>
            </a:r>
            <a:r>
              <a:rPr lang="en-US" sz="300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3000" dirty="0" spc="-2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card</a:t>
            </a:r>
            <a:r>
              <a:rPr lang="en-US" sz="30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mạng.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914400" y="9601200"/>
            <a:ext cx="952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3A3F4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 ● ● ● </a:t>
            </a:r>
            <a:pPr algn="l" indent="0" marL="0">
              <a:buNone/>
            </a:pPr>
            <a:r>
              <a:rPr lang="en-US" sz="165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</a:t>
            </a:r>
            <a:pPr algn="l" indent="0" marL="0">
              <a:buNone/>
            </a:pPr>
            <a:r>
              <a:rPr lang="en-US" sz="1650" dirty="0">
                <a:solidFill>
                  <a:srgbClr val="3A3F4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● ● ● ● ●</a:t>
            </a:r>
            <a:pPr algn="l" indent="0" marL="0">
              <a:buNone/>
            </a:pPr>
            <a:r>
              <a:rPr lang="en-US" sz="165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System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 ·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14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1" name="Moda image moda-export-watermark-67edbd22-0fc3-4c68-8621-7cd208cf4b9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16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Lưu</a:t>
            </a:r>
            <a:r>
              <a:rPr lang="en-US" sz="6900" dirty="0" spc="7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trữ</a:t>
            </a:r>
            <a:endParaRPr lang="en-US" sz="6900" dirty="0"/>
          </a:p>
        </p:txBody>
      </p:sp>
      <p:sp>
        <p:nvSpPr>
          <p:cNvPr id="3" name="Text 1"/>
          <p:cNvSpPr/>
          <p:nvPr/>
        </p:nvSpPr>
        <p:spPr>
          <a:xfrm>
            <a:off x="914400" y="247650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Filesystem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1866900" y="3905250"/>
            <a:ext cx="14554200" cy="1238250"/>
          </a:xfrm>
          <a:prstGeom prst="roundRect">
            <a:avLst>
              <a:gd name="adj" fmla="val 18462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Cache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2819400" y="5334000"/>
            <a:ext cx="12649200" cy="1238250"/>
          </a:xfrm>
          <a:prstGeom prst="roundRect">
            <a:avLst>
              <a:gd name="adj" fmla="val 18462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Thiết</a:t>
            </a:r>
            <a:r>
              <a:rPr lang="en-US" sz="3300" dirty="0" spc="-3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bị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914400" y="7429500"/>
            <a:ext cx="164592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Dữ</a:t>
            </a: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30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3000" dirty="0" spc="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3000" dirty="0" spc="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đệm</a:t>
            </a:r>
            <a:r>
              <a:rPr lang="en-US" sz="3000" dirty="0" spc="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30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3000" dirty="0" spc="-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xong.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914400" y="9601200"/>
            <a:ext cx="952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3A3F4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 ● ● ● ● </a:t>
            </a:r>
            <a:pPr algn="l" indent="0" marL="0">
              <a:buNone/>
            </a:pPr>
            <a:r>
              <a:rPr lang="en-US" sz="165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</a:t>
            </a:r>
            <a:pPr algn="l" indent="0" marL="0">
              <a:buNone/>
            </a:pPr>
            <a:r>
              <a:rPr lang="en-US" sz="1650" dirty="0">
                <a:solidFill>
                  <a:srgbClr val="3A3F4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● ● ● ●</a:t>
            </a:r>
            <a:pPr algn="l" indent="0" marL="0">
              <a:buNone/>
            </a:pPr>
            <a:r>
              <a:rPr lang="en-US" sz="165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System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 ·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14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9" name="Moda image moda-export-watermark-e530ee75-0962-4918-b7cb-e3aac61cb29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3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Giới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hạn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6900" dirty="0"/>
          </a:p>
        </p:txBody>
      </p:sp>
      <p:sp>
        <p:nvSpPr>
          <p:cNvPr id="3" name="Shape 1"/>
          <p:cNvSpPr/>
          <p:nvPr/>
        </p:nvSpPr>
        <p:spPr>
          <a:xfrm>
            <a:off x="914400" y="2476500"/>
            <a:ext cx="7886700" cy="4572000"/>
          </a:xfrm>
          <a:prstGeom prst="roundRect">
            <a:avLst>
              <a:gd name="adj" fmla="val 5833"/>
            </a:avLst>
          </a:prstGeom>
          <a:solidFill>
            <a:srgbClr val="E8E0CF"/>
          </a:solidFill>
          <a:ln/>
        </p:spPr>
      </p:sp>
      <p:sp>
        <p:nvSpPr>
          <p:cNvPr id="4" name="Text 2"/>
          <p:cNvSpPr/>
          <p:nvPr/>
        </p:nvSpPr>
        <p:spPr>
          <a:xfrm>
            <a:off x="1333500" y="2857500"/>
            <a:ext cx="7048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Linux</a:t>
            </a:r>
            <a:r>
              <a:rPr lang="en-US" sz="33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theo</a:t>
            </a:r>
            <a:r>
              <a:rPr lang="en-US" sz="33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nghĩa</a:t>
            </a:r>
            <a:r>
              <a:rPr lang="en-US" sz="33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chặt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1333500" y="4476750"/>
            <a:ext cx="7048500" cy="2190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4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Là</a:t>
            </a:r>
            <a:r>
              <a:rPr lang="en-US" sz="4200" dirty="0" spc="-10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kernel.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9486900" y="2476500"/>
            <a:ext cx="7886700" cy="4572000"/>
          </a:xfrm>
          <a:prstGeom prst="roundRect">
            <a:avLst>
              <a:gd name="adj" fmla="val 5833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906000" y="2857500"/>
            <a:ext cx="7048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-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Một</a:t>
            </a:r>
            <a:r>
              <a:rPr lang="en-US" sz="33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bản</a:t>
            </a:r>
            <a:r>
              <a:rPr lang="en-US" sz="33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phân</a:t>
            </a:r>
            <a:r>
              <a:rPr lang="en-US" sz="33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phối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9906000" y="4476750"/>
            <a:ext cx="7048500" cy="2190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Còn</a:t>
            </a:r>
            <a:r>
              <a:rPr lang="en-US" sz="30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30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</a:t>
            </a:r>
            <a:r>
              <a:rPr lang="en-US" sz="30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viện, shell,</a:t>
            </a:r>
            <a:r>
              <a:rPr lang="en-US" sz="30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30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r>
              <a:rPr lang="en-US" sz="300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30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30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vụ.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914400" y="9601200"/>
            <a:ext cx="952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C9C2B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 ● ● ● ● ● </a:t>
            </a:r>
            <a:pPr algn="l" indent="0" marL="0">
              <a:buNone/>
            </a:pPr>
            <a:r>
              <a:rPr lang="en-US" sz="165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</a:t>
            </a:r>
            <a:pPr algn="l" indent="0" marL="0">
              <a:buNone/>
            </a:pPr>
            <a:r>
              <a:rPr lang="en-US" sz="1650" dirty="0">
                <a:solidFill>
                  <a:srgbClr val="C9C2B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● ● ●</a:t>
            </a:r>
            <a:pPr algn="l" indent="0" marL="0">
              <a:buNone/>
            </a:pPr>
            <a:r>
              <a:rPr lang="en-US" sz="165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System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 ·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14 ·</a:t>
            </a:r>
            <a:r>
              <a:rPr lang="en-US" sz="16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1" name="Moda image moda-export-watermark-7edc9cf3-be33-421c-bb02-44d56385952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1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Nhìn</a:t>
            </a:r>
            <a:r>
              <a:rPr lang="en-US" sz="6900" dirty="0" spc="-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hình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thử</a:t>
            </a:r>
            <a:r>
              <a:rPr lang="en-US" sz="6900" dirty="0" spc="-3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trả</a:t>
            </a:r>
            <a:r>
              <a:rPr lang="en-US" sz="6900" dirty="0" spc="-3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lời</a:t>
            </a:r>
            <a:endParaRPr lang="en-US" sz="6900" dirty="0"/>
          </a:p>
        </p:txBody>
      </p:sp>
      <p:sp>
        <p:nvSpPr>
          <p:cNvPr id="3" name="Text 1"/>
          <p:cNvSpPr/>
          <p:nvPr/>
        </p:nvSpPr>
        <p:spPr>
          <a:xfrm>
            <a:off x="914400" y="219075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Địa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ảo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3000" dirty="0" spc="-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process</a:t>
            </a:r>
            <a:r>
              <a:rPr lang="en-US" sz="3000" dirty="0" spc="-1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30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vị</a:t>
            </a:r>
            <a:r>
              <a:rPr lang="en-US" sz="3000" dirty="0" spc="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trí</a:t>
            </a:r>
            <a:r>
              <a:rPr lang="en-US" sz="30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3000" dirty="0" spc="-2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300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300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3000" dirty="0" spc="2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30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trữ:</a:t>
            </a:r>
            <a:r>
              <a:rPr lang="en-US" sz="3000" dirty="0" spc="-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khái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14400" y="4000500"/>
            <a:ext cx="164592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450" dirty="0" spc="-3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Không.</a:t>
            </a:r>
            <a:endParaRPr lang="en-US" sz="12450" dirty="0"/>
          </a:p>
        </p:txBody>
      </p:sp>
      <p:sp>
        <p:nvSpPr>
          <p:cNvPr id="5" name="Text 3"/>
          <p:cNvSpPr/>
          <p:nvPr/>
        </p:nvSpPr>
        <p:spPr>
          <a:xfrm>
            <a:off x="914400" y="6477000"/>
            <a:ext cx="16459200" cy="1809750"/>
          </a:xfrm>
          <a:prstGeom prst="roundRect">
            <a:avLst>
              <a:gd name="adj" fmla="val 12632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3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Lưu</a:t>
            </a:r>
            <a:r>
              <a:rPr lang="en-US" sz="28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trữ</a:t>
            </a:r>
            <a:r>
              <a:rPr lang="en-US" sz="2850" b="1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b="1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filesystem</a:t>
            </a:r>
            <a:r>
              <a:rPr lang="en-US" sz="28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8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8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lớp</a:t>
            </a:r>
            <a:r>
              <a:rPr lang="en-US" sz="28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khác,</a:t>
            </a:r>
            <a:r>
              <a:rPr lang="en-US" sz="28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</a:t>
            </a:r>
            <a:r>
              <a:rPr lang="en-US" sz="28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8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mmap</a:t>
            </a:r>
            <a:r>
              <a:rPr lang="en-US" sz="28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nối.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914400" y="9601200"/>
            <a:ext cx="952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3A3F4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 ● ● ● ● ● ● </a:t>
            </a:r>
            <a:pPr algn="l" indent="0" marL="0">
              <a:buNone/>
            </a:pPr>
            <a:r>
              <a:rPr lang="en-US" sz="165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</a:t>
            </a:r>
            <a:pPr algn="l" indent="0" marL="0">
              <a:buNone/>
            </a:pPr>
            <a:r>
              <a:rPr lang="en-US" sz="1650" dirty="0">
                <a:solidFill>
                  <a:srgbClr val="3A3F4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● ●</a:t>
            </a:r>
            <a:pPr algn="l" indent="0" marL="0">
              <a:buNone/>
            </a:pPr>
            <a:r>
              <a:rPr lang="en-US" sz="165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System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 ·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14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08/10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8" name="Moda image moda-export-watermark-ec0d3547-283b-400a-a309-1ee80ee1e15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Bắt</a:t>
            </a:r>
            <a:r>
              <a:rPr lang="en-US" sz="6900" dirty="0" spc="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đầu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</a:t>
            </a:r>
            <a:r>
              <a:rPr lang="en-US" sz="690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hành</a:t>
            </a:r>
            <a:r>
              <a:rPr lang="en-US" sz="6900" dirty="0" spc="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động</a:t>
            </a:r>
            <a:endParaRPr lang="en-US" sz="6900" dirty="0"/>
          </a:p>
        </p:txBody>
      </p:sp>
      <p:sp>
        <p:nvSpPr>
          <p:cNvPr id="3" name="Connector line-1792371160016-431912694"/>
          <p:cNvSpPr/>
          <p:nvPr/>
        </p:nvSpPr>
        <p:spPr>
          <a:xfrm>
            <a:off x="1714500" y="3810000"/>
            <a:ext cx="14859000" cy="0"/>
          </a:xfrm>
          <a:prstGeom prst="line">
            <a:avLst/>
          </a:prstGeom>
          <a:noFill/>
          <a:ln w="57150">
            <a:solidFill>
              <a:srgbClr val="14161C"/>
            </a:solidFill>
            <a:prstDash val="solid"/>
            <a:headEnd type="none"/>
            <a:tailEnd type="none"/>
          </a:ln>
        </p:spPr>
      </p:sp>
      <p:sp>
        <p:nvSpPr>
          <p:cNvPr id="4" name="Shape 2"/>
          <p:cNvSpPr/>
          <p:nvPr/>
        </p:nvSpPr>
        <p:spPr>
          <a:xfrm>
            <a:off x="1809750" y="3524250"/>
            <a:ext cx="571500" cy="5715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5" name="Shape 3"/>
          <p:cNvSpPr/>
          <p:nvPr/>
        </p:nvSpPr>
        <p:spPr>
          <a:xfrm>
            <a:off x="5048250" y="3524250"/>
            <a:ext cx="571500" cy="5715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6" name="Shape 4"/>
          <p:cNvSpPr/>
          <p:nvPr/>
        </p:nvSpPr>
        <p:spPr>
          <a:xfrm>
            <a:off x="8286750" y="3524250"/>
            <a:ext cx="571500" cy="5715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7" name="Shape 5"/>
          <p:cNvSpPr/>
          <p:nvPr/>
        </p:nvSpPr>
        <p:spPr>
          <a:xfrm>
            <a:off x="11525250" y="3524250"/>
            <a:ext cx="571500" cy="5715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8" name="Shape 6"/>
          <p:cNvSpPr/>
          <p:nvPr/>
        </p:nvSpPr>
        <p:spPr>
          <a:xfrm>
            <a:off x="14763750" y="3524250"/>
            <a:ext cx="571500" cy="5715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9" name="Text 7"/>
          <p:cNvSpPr/>
          <p:nvPr/>
        </p:nvSpPr>
        <p:spPr>
          <a:xfrm>
            <a:off x="857250" y="4381500"/>
            <a:ext cx="2476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Đọc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file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4095750" y="4381500"/>
            <a:ext cx="2476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70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Syscall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7334250" y="4381500"/>
            <a:ext cx="2476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700" b="1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Quyền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10572750" y="4381500"/>
            <a:ext cx="2476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700" b="1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Filesystem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13811250" y="4381500"/>
            <a:ext cx="2476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7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Cache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914400" y="6477000"/>
            <a:ext cx="16459200" cy="1428750"/>
          </a:xfrm>
          <a:prstGeom prst="roundRect">
            <a:avLst>
              <a:gd name="adj" fmla="val 16000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 spc="-7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Tách</a:t>
            </a:r>
            <a:r>
              <a:rPr lang="en-US" sz="30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 gian</a:t>
            </a:r>
            <a:r>
              <a:rPr lang="en-US" sz="300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30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CPU</a:t>
            </a:r>
            <a:r>
              <a:rPr lang="en-US" sz="30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khỏi</a:t>
            </a:r>
            <a:r>
              <a:rPr lang="en-US" sz="30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</a:t>
            </a:r>
            <a:r>
              <a:rPr lang="en-US" sz="30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</a:t>
            </a:r>
            <a:r>
              <a:rPr lang="en-US" sz="3000" b="1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đợi.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14400" y="9601200"/>
            <a:ext cx="952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C9C2B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 ● ● ● ● ● ● ● </a:t>
            </a:r>
            <a:pPr algn="l" indent="0" marL="0">
              <a:buNone/>
            </a:pPr>
            <a:r>
              <a:rPr lang="en-US" sz="165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</a:t>
            </a:r>
            <a:pPr algn="l" indent="0" marL="0">
              <a:buNone/>
            </a:pPr>
            <a:r>
              <a:rPr lang="en-US" sz="1650" dirty="0">
                <a:solidFill>
                  <a:srgbClr val="C9C2B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●</a:t>
            </a:r>
            <a:pPr algn="l" indent="0" marL="0">
              <a:buNone/>
            </a:pPr>
            <a:r>
              <a:rPr lang="en-US" sz="165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System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 ·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14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7" name="Moda image moda-export-watermark-e5a1e107-de99-42a1-8c81-8da8c007f2d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5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Từ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viết</a:t>
            </a:r>
            <a:r>
              <a:rPr lang="en-US" sz="69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tắt</a:t>
            </a:r>
            <a:r>
              <a:rPr lang="en-US" sz="6900" dirty="0" spc="-7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endParaRPr lang="en-US" sz="6900" dirty="0"/>
          </a:p>
        </p:txBody>
      </p:sp>
      <p:sp>
        <p:nvSpPr>
          <p:cNvPr id="3" name="Shape 1"/>
          <p:cNvSpPr/>
          <p:nvPr/>
        </p:nvSpPr>
        <p:spPr>
          <a:xfrm>
            <a:off x="914400" y="2381250"/>
            <a:ext cx="7239000" cy="1619250"/>
          </a:xfrm>
          <a:prstGeom prst="roundRect">
            <a:avLst>
              <a:gd name="adj" fmla="val 14118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95400" y="2552700"/>
            <a:ext cx="6477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500" dirty="0" spc="3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API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1295400" y="3333750"/>
            <a:ext cx="64770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giao diện lập</a:t>
            </a:r>
            <a:r>
              <a:rPr lang="en-US" sz="25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550" dirty="0" spc="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914400" y="4286250"/>
            <a:ext cx="7239000" cy="1619250"/>
          </a:xfrm>
          <a:prstGeom prst="roundRect">
            <a:avLst>
              <a:gd name="adj" fmla="val 14118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95400" y="4457700"/>
            <a:ext cx="6477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500" dirty="0" spc="4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CPU</a:t>
            </a:r>
            <a:endParaRPr lang="en-US" sz="4500" dirty="0"/>
          </a:p>
        </p:txBody>
      </p:sp>
      <p:sp>
        <p:nvSpPr>
          <p:cNvPr id="8" name="Text 6"/>
          <p:cNvSpPr/>
          <p:nvPr/>
        </p:nvSpPr>
        <p:spPr>
          <a:xfrm>
            <a:off x="1295400" y="5238750"/>
            <a:ext cx="64770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xử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5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trung</a:t>
            </a:r>
            <a:r>
              <a:rPr lang="en-US" sz="25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tâm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914400" y="6191250"/>
            <a:ext cx="7239000" cy="1619250"/>
          </a:xfrm>
          <a:prstGeom prst="roundRect">
            <a:avLst>
              <a:gd name="adj" fmla="val 14118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95400" y="6362700"/>
            <a:ext cx="6477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500" dirty="0" spc="2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NIC</a:t>
            </a:r>
            <a:endParaRPr lang="en-US" sz="4500" dirty="0"/>
          </a:p>
        </p:txBody>
      </p:sp>
      <p:sp>
        <p:nvSpPr>
          <p:cNvPr id="11" name="Text 9"/>
          <p:cNvSpPr/>
          <p:nvPr/>
        </p:nvSpPr>
        <p:spPr>
          <a:xfrm>
            <a:off x="1295400" y="7143750"/>
            <a:ext cx="64770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-2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card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 mạng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8953500" y="2381250"/>
            <a:ext cx="84201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spc="224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2100" b="1" spc="222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100" b="1" spc="223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8953500" y="3048000"/>
            <a:ext cx="8420100" cy="857250"/>
          </a:xfrm>
          <a:prstGeom prst="roundRect">
            <a:avLst>
              <a:gd name="adj" fmla="val 22222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Chủ</a:t>
            </a:r>
            <a:r>
              <a:rPr lang="en-US" sz="2400" dirty="0" spc="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</a:t>
            </a:r>
            <a:r>
              <a:rPr lang="en-US" sz="24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ByteByteGo</a:t>
            </a:r>
            <a:r>
              <a:rPr lang="en-US" sz="240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r>
              <a:rPr lang="en-US" sz="24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snapshot</a:t>
            </a: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400" dirty="0" spc="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953500" y="4152900"/>
            <a:ext cx="8420100" cy="857250"/>
          </a:xfrm>
          <a:prstGeom prst="roundRect">
            <a:avLst>
              <a:gd name="adj" fmla="val 22222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Linux</a:t>
            </a:r>
            <a:r>
              <a:rPr lang="en-US" sz="240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kernel</a:t>
            </a:r>
            <a:r>
              <a:rPr lang="en-US" sz="240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documentation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8953500" y="5257800"/>
            <a:ext cx="8420100" cy="857250"/>
          </a:xfrm>
          <a:prstGeom prst="roundRect">
            <a:avLst>
              <a:gd name="adj" fmla="val 22222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calls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8953500" y="6362700"/>
            <a:ext cx="8420100" cy="857250"/>
          </a:xfrm>
          <a:prstGeom prst="roundRect">
            <a:avLst>
              <a:gd name="adj" fmla="val 22222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Memory</a:t>
            </a:r>
            <a:r>
              <a:rPr lang="en-US" sz="240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management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" y="9601200"/>
            <a:ext cx="952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3A3F4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 ● ● ● ● ● ● ● ● </a:t>
            </a:r>
            <a:pPr algn="l" indent="0" marL="0">
              <a:buNone/>
            </a:pPr>
            <a:r>
              <a:rPr lang="en-US" sz="165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</a:t>
            </a:r>
            <a:pPr algn="l" indent="0" marL="0">
              <a:buNone/>
            </a:pPr>
            <a:r>
              <a:rPr lang="en-US" sz="165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System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 ·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14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9" name="Moda image moda-export-watermark-7cb8b924-bc75-48fe-9776-0a2ea3b3db8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2026-10-19T00:53:05Z</dcterms:created>
  <dcterms:modified xsi:type="dcterms:W3CDTF">2026-10-19T00:53:05Z</dcterms:modified>
</cp:coreProperties>
</file>