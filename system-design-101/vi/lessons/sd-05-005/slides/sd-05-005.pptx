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459200" cy="2190750"/>
          </a:xfrm>
          <a:prstGeom prst="rect">
            <a:avLst/>
          </a:prstGeom>
          <a:noFill/>
          <a:ln/>
        </p:spPr>
        <p:txBody>
          <a:bodyPr wrap="square" lIns="0" tIns="57799" rIns="0" bIns="-57799" rtlCol="0" anchor="t"/>
          <a:lstStyle/>
          <a:p>
            <a:pPr algn="l" indent="0" marL="0">
              <a:lnSpc>
                <a:spcPts val="7079"/>
              </a:lnSpc>
              <a:buNone/>
            </a:pPr>
            <a:r>
              <a:rPr lang="en-US" sz="6742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Ôn</a:t>
            </a:r>
            <a:r>
              <a:rPr lang="en-US" sz="6742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phỏng</a:t>
            </a:r>
            <a:r>
              <a:rPr lang="en-US" sz="6742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vấn</a:t>
            </a:r>
            <a:r>
              <a:rPr lang="en-US" sz="6742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kỹ</a:t>
            </a:r>
            <a:r>
              <a:rPr lang="en-US" sz="6742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thuật:</a:t>
            </a:r>
            <a:r>
              <a:rPr lang="en-US" sz="6742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742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</a:t>
            </a:r>
            <a:r>
              <a:rPr lang="en-US" sz="6742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6742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6742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742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6742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6742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hoạch</a:t>
            </a:r>
            <a:r>
              <a:rPr lang="en-US" sz="6742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luyện</a:t>
            </a:r>
            <a:endParaRPr lang="en-US" sz="6742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30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000" dirty="0" spc="-4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ôn.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4000500" cy="2476500"/>
          </a:xfrm>
          <a:prstGeom prst="roundRect">
            <a:avLst>
              <a:gd name="adj" fmla="val 923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19200" y="5572125"/>
            <a:ext cx="33909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219200" y="6572250"/>
            <a:ext cx="3390900" cy="1047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4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4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143500" y="5334000"/>
            <a:ext cx="4000500" cy="2476500"/>
          </a:xfrm>
          <a:prstGeom prst="roundRect">
            <a:avLst>
              <a:gd name="adj" fmla="val 923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48300" y="5572125"/>
            <a:ext cx="33909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5448300" y="6572250"/>
            <a:ext cx="3390900" cy="1047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4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4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372600" y="5334000"/>
            <a:ext cx="4000500" cy="2476500"/>
          </a:xfrm>
          <a:prstGeom prst="roundRect">
            <a:avLst>
              <a:gd name="adj" fmla="val 923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77400" y="5572125"/>
            <a:ext cx="33909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9677400" y="6572250"/>
            <a:ext cx="3390900" cy="1047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4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3601700" y="5334000"/>
            <a:ext cx="4000500" cy="2476500"/>
          </a:xfrm>
          <a:prstGeom prst="roundRect">
            <a:avLst>
              <a:gd name="adj" fmla="val 923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906500" y="5572125"/>
            <a:ext cx="33909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13906500" y="6572250"/>
            <a:ext cx="3390900" cy="1047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4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962025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công khai,</a:t>
            </a:r>
            <a:r>
              <a:rPr lang="en-US" sz="165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2026-10-16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39a5372b-8e55-422d-b75c-5e8e191d799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1800" b="1" spc="28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b="1" spc="28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0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</a:t>
            </a:r>
            <a:r>
              <a:rPr lang="en-US" sz="7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hoạch</a:t>
            </a:r>
            <a:r>
              <a:rPr lang="en-US" sz="72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2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6096000" cy="5334000"/>
          </a:xfrm>
          <a:prstGeom prst="roundRect">
            <a:avLst>
              <a:gd name="adj" fmla="val 5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86125"/>
            <a:ext cx="533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6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Danh</a:t>
            </a:r>
            <a:r>
              <a:rPr lang="en-US" sz="3900" dirty="0" spc="4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333500" y="4191000"/>
            <a:ext cx="5334000" cy="3810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mảng,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mảng.</a:t>
            </a:r>
            <a:endParaRPr lang="en-US" sz="2700" dirty="0"/>
          </a:p>
        </p:txBody>
      </p:sp>
      <p:sp>
        <p:nvSpPr>
          <p:cNvPr id="7" name="Connector line-1792370383870-182885449"/>
          <p:cNvSpPr/>
          <p:nvPr/>
        </p:nvSpPr>
        <p:spPr>
          <a:xfrm>
            <a:off x="7143750" y="5619750"/>
            <a:ext cx="76200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8096250" y="2952750"/>
            <a:ext cx="9277350" cy="53340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15350" y="3286125"/>
            <a:ext cx="8477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hoạch</a:t>
            </a:r>
            <a:endParaRPr lang="en-US" sz="3900" dirty="0"/>
          </a:p>
        </p:txBody>
      </p:sp>
      <p:sp>
        <p:nvSpPr>
          <p:cNvPr id="10" name="Shape 8"/>
          <p:cNvSpPr/>
          <p:nvPr/>
        </p:nvSpPr>
        <p:spPr>
          <a:xfrm>
            <a:off x="8515350" y="4191000"/>
            <a:ext cx="8477250" cy="1047750"/>
          </a:xfrm>
          <a:prstGeom prst="roundRect">
            <a:avLst>
              <a:gd name="adj" fmla="val 18182"/>
            </a:avLst>
          </a:prstGeom>
          <a:solidFill>
            <a:srgbClr val="F3EEE3"/>
          </a:solidFill>
          <a:ln/>
        </p:spPr>
      </p:sp>
      <p:sp>
        <p:nvSpPr>
          <p:cNvPr id="11" name="Text 9"/>
          <p:cNvSpPr/>
          <p:nvPr/>
        </p:nvSpPr>
        <p:spPr>
          <a:xfrm>
            <a:off x="8763000" y="4191000"/>
            <a:ext cx="76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9620250" y="4191000"/>
            <a:ext cx="71437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sắp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25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8515350" y="5429250"/>
            <a:ext cx="8477250" cy="1047750"/>
          </a:xfrm>
          <a:prstGeom prst="roundRect">
            <a:avLst>
              <a:gd name="adj" fmla="val 18182"/>
            </a:avLst>
          </a:prstGeom>
          <a:solidFill>
            <a:srgbClr val="F3EEE3"/>
          </a:solidFill>
          <a:ln/>
        </p:spPr>
      </p:sp>
      <p:sp>
        <p:nvSpPr>
          <p:cNvPr id="14" name="Text 12"/>
          <p:cNvSpPr/>
          <p:nvPr/>
        </p:nvSpPr>
        <p:spPr>
          <a:xfrm>
            <a:off x="8763000" y="5429250"/>
            <a:ext cx="76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9620250" y="5429250"/>
            <a:ext cx="71437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luyện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8515350" y="6667500"/>
            <a:ext cx="8477250" cy="1047750"/>
          </a:xfrm>
          <a:prstGeom prst="roundRect">
            <a:avLst>
              <a:gd name="adj" fmla="val 18182"/>
            </a:avLst>
          </a:prstGeom>
          <a:solidFill>
            <a:srgbClr val="F3EEE3"/>
          </a:solidFill>
          <a:ln/>
        </p:spPr>
      </p:sp>
      <p:sp>
        <p:nvSpPr>
          <p:cNvPr id="17" name="Text 15"/>
          <p:cNvSpPr/>
          <p:nvPr/>
        </p:nvSpPr>
        <p:spPr>
          <a:xfrm>
            <a:off x="8763000" y="6667500"/>
            <a:ext cx="76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9620250" y="6667500"/>
            <a:ext cx="71437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gợi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550" dirty="0"/>
          </a:p>
        </p:txBody>
      </p:sp>
      <p:sp>
        <p:nvSpPr>
          <p:cNvPr id="19" name="Connector line-1792370383889-25094175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1333500" y="5715000"/>
            <a:ext cx="2552700" cy="6096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coding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4038600" y="5715000"/>
            <a:ext cx="2552700" cy="6096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1950" b="1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b="1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1950" dirty="0"/>
          </a:p>
        </p:txBody>
      </p:sp>
      <p:sp>
        <p:nvSpPr>
          <p:cNvPr id="33" name="Text 31"/>
          <p:cNvSpPr/>
          <p:nvPr/>
        </p:nvSpPr>
        <p:spPr>
          <a:xfrm>
            <a:off x="1333500" y="6477000"/>
            <a:ext cx="2552700" cy="6096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hành</a:t>
            </a: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endParaRPr lang="en-US" sz="1950" dirty="0"/>
          </a:p>
        </p:txBody>
      </p:sp>
      <p:sp>
        <p:nvSpPr>
          <p:cNvPr id="34" name="Text 32"/>
          <p:cNvSpPr/>
          <p:nvPr/>
        </p:nvSpPr>
        <p:spPr>
          <a:xfrm>
            <a:off x="4038600" y="6477000"/>
            <a:ext cx="2552700" cy="6096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95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950" b="1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1950" dirty="0"/>
          </a:p>
        </p:txBody>
      </p:sp>
      <p:sp>
        <p:nvSpPr>
          <p:cNvPr id="35" name="Text 33"/>
          <p:cNvSpPr/>
          <p:nvPr/>
        </p:nvSpPr>
        <p:spPr>
          <a:xfrm>
            <a:off x="1333500" y="7239000"/>
            <a:ext cx="2552700" cy="6096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phỏng vấn</a:t>
            </a: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950" dirty="0"/>
          </a:p>
        </p:txBody>
      </p:sp>
      <p:sp>
        <p:nvSpPr>
          <p:cNvPr id="36" name="Text 34"/>
          <p:cNvSpPr/>
          <p:nvPr/>
        </p:nvSpPr>
        <p:spPr>
          <a:xfrm>
            <a:off x="4038600" y="7239000"/>
            <a:ext cx="2552700" cy="6096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19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a4a888a4-40db-4fbf-adf5-453057100ab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</a:t>
            </a:r>
            <a:r>
              <a:rPr lang="en-US" sz="1800" b="1" spc="28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800" b="1" spc="2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1800" b="1" spc="2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28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vòng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vòng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lặp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luyện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16459200" cy="800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mời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2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thì</a:t>
            </a:r>
            <a:r>
              <a:rPr lang="en-US" sz="2250" b="1" dirty="0" spc="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22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2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đó;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mảng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2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14400" y="3905250"/>
            <a:ext cx="5334000" cy="4762500"/>
          </a:xfrm>
          <a:prstGeom prst="roundRect">
            <a:avLst>
              <a:gd name="adj" fmla="val 56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4191000"/>
            <a:ext cx="46482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Hành vi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257300" y="4857750"/>
            <a:ext cx="4648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4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Tech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Interview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Handbook</a:t>
            </a:r>
            <a:endParaRPr lang="en-US" sz="1800" dirty="0"/>
          </a:p>
        </p:txBody>
      </p:sp>
      <p:sp>
        <p:nvSpPr>
          <p:cNvPr id="8" name="Text richtext-1792370408171-359549529"/>
          <p:cNvSpPr/>
          <p:nvPr/>
        </p:nvSpPr>
        <p:spPr>
          <a:xfrm>
            <a:off x="1257300" y="5476875"/>
            <a:ext cx="4648200" cy="3048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3–5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4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5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Kể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-4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STAR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 ý chính,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6553200" y="3905250"/>
            <a:ext cx="5334000" cy="4762500"/>
          </a:xfrm>
          <a:prstGeom prst="roundRect">
            <a:avLst>
              <a:gd name="adj" fmla="val 56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96100" y="4191000"/>
            <a:ext cx="46482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Thiết</a:t>
            </a:r>
            <a:r>
              <a:rPr lang="en-US" sz="3600" dirty="0" spc="-2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36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36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896100" y="4857750"/>
            <a:ext cx="4648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Primer</a:t>
            </a:r>
            <a:endParaRPr lang="en-US" sz="1800" dirty="0"/>
          </a:p>
        </p:txBody>
      </p:sp>
      <p:sp>
        <p:nvSpPr>
          <p:cNvPr id="12" name="Text richtext-1792370408199-835028935"/>
          <p:cNvSpPr/>
          <p:nvPr/>
        </p:nvSpPr>
        <p:spPr>
          <a:xfrm>
            <a:off x="6896100" y="5476875"/>
            <a:ext cx="4648200" cy="3048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40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dùng,</a:t>
            </a:r>
            <a:r>
              <a:rPr lang="en-US" sz="24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ràng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buộc,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4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Phác</a:t>
            </a:r>
            <a:r>
              <a:rPr lang="en-US" sz="24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4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phần,</a:t>
            </a:r>
            <a:r>
              <a:rPr lang="en-US" sz="240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4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192000" y="3905250"/>
            <a:ext cx="5334000" cy="4762500"/>
          </a:xfrm>
          <a:prstGeom prst="roundRect">
            <a:avLst>
              <a:gd name="adj" fmla="val 5600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534900" y="4191000"/>
            <a:ext cx="46482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Coding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12534900" y="4857750"/>
            <a:ext cx="4648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gợi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người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endParaRPr lang="en-US" sz="1800" dirty="0"/>
          </a:p>
        </p:txBody>
      </p:sp>
      <p:sp>
        <p:nvSpPr>
          <p:cNvPr id="16" name="Text richtext-1792370408213-275007158"/>
          <p:cNvSpPr/>
          <p:nvPr/>
        </p:nvSpPr>
        <p:spPr>
          <a:xfrm>
            <a:off x="12534900" y="5476875"/>
            <a:ext cx="4648200" cy="3048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Giải,</a:t>
            </a:r>
            <a:r>
              <a:rPr lang="en-US" sz="240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400" dirty="0"/>
          </a:p>
        </p:txBody>
      </p:sp>
      <p:sp>
        <p:nvSpPr>
          <p:cNvPr id="17" name="Connector line-1792370408221-602970258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4a7aa92e-49eb-42bf-ab4d-517fe8c99c8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80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1800" b="1" spc="30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 ĐỘ</a:t>
            </a:r>
            <a:r>
              <a:rPr lang="en-US" sz="1800" b="1" spc="28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Bảng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“Study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guide”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Primer</a:t>
            </a:r>
            <a:endParaRPr lang="en-US" sz="6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857500"/>
          <a:ext cx="13716000" cy="914400"/>
        </p:xfrm>
        <a:graphic>
          <a:graphicData uri="http://schemas.openxmlformats.org/drawingml/2006/table">
            <a:tbl>
              <a:tblPr/>
              <a:tblGrid>
                <a:gridCol w="4608576"/>
                <a:gridCol w="5925312"/>
                <a:gridCol w="5925312"/>
              </a:tblGrid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4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Thời</a:t>
                      </a:r>
                      <a:r>
                        <a:rPr lang="en-US" sz="2700" b="1" dirty="0" spc="2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gian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3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Đọc</a:t>
                      </a:r>
                      <a:r>
                        <a:rPr lang="en-US" sz="2700" b="1" dirty="0" spc="-1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chủ</a:t>
                      </a:r>
                      <a:r>
                        <a:rPr lang="en-US" sz="2700" b="1" dirty="0" spc="7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đề</a:t>
                      </a:r>
                      <a:r>
                        <a:rPr lang="en-US" sz="2700" b="1" dirty="0" spc="-5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thiết</a:t>
                      </a:r>
                      <a:r>
                        <a:rPr lang="en-US" sz="2700" b="1" dirty="0" spc="-33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kế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4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Bài</a:t>
                      </a:r>
                      <a:r>
                        <a:rPr lang="en-US" sz="2700" b="1" dirty="0" spc="-7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700" b="1" dirty="0" spc="2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lời giải</a:t>
                      </a:r>
                      <a:r>
                        <a:rPr lang="en-US" sz="2700" b="1" dirty="0" spc="-7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nên</a:t>
                      </a:r>
                      <a:r>
                        <a:rPr lang="en-US" sz="2700" b="1" dirty="0" spc="-3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làm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766E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Ngắn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3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rộng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17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700" b="1" dirty="0" spc="-5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Vừa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3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rộng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2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nhiều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Dài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3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rộng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2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hầu</a:t>
                      </a:r>
                      <a:r>
                        <a:rPr lang="en-US" sz="2700" b="1" dirty="0" spc="-10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hết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524750"/>
            <a:ext cx="16459200" cy="9525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 gian</a:t>
            </a:r>
            <a:r>
              <a:rPr lang="en-US" sz="25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ngắn:</a:t>
            </a:r>
            <a:r>
              <a:rPr lang="en-US" sz="255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550" b="1" dirty="0" spc="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550" b="1" dirty="0" spc="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2550" b="1" dirty="0" spc="-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-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endParaRPr lang="en-US" sz="2550" dirty="0"/>
          </a:p>
        </p:txBody>
      </p:sp>
      <p:sp>
        <p:nvSpPr>
          <p:cNvPr id="6" name="Connector line-1792370421170-74602305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7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18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2306702a-ca2d-4f38-b7fc-e25332ebdc2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b="1" spc="27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Đếm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tham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9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thiệu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5334000" cy="4191000"/>
          </a:xfrm>
          <a:prstGeom prst="rect">
            <a:avLst/>
          </a:prstGeom>
          <a:noFill/>
          <a:ln/>
        </p:spPr>
        <p:txBody>
          <a:bodyPr wrap="square" lIns="0" tIns="304800" rIns="0" bIns="-304800" rtlCol="0" anchor="ctr"/>
          <a:lstStyle/>
          <a:p>
            <a:pPr algn="l" indent="0" marL="0">
              <a:lnSpc>
                <a:spcPts val="30000"/>
              </a:lnSpc>
              <a:buNone/>
            </a:pPr>
            <a:r>
              <a:rPr lang="en-US" sz="300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</a:t>
            </a:r>
            <a:endParaRPr lang="en-US" sz="30000" dirty="0"/>
          </a:p>
        </p:txBody>
      </p:sp>
      <p:sp>
        <p:nvSpPr>
          <p:cNvPr id="5" name="Text 3"/>
          <p:cNvSpPr/>
          <p:nvPr/>
        </p:nvSpPr>
        <p:spPr>
          <a:xfrm>
            <a:off x="914400" y="6953250"/>
            <a:ext cx="53340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 của</a:t>
            </a:r>
            <a:r>
              <a:rPr lang="en-US" sz="2400" dirty="0" spc="-4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Tech</a:t>
            </a: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Interview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Handbook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0" y="2857500"/>
            <a:ext cx="105156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7239000" y="28575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5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Handbook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4859000" y="2857500"/>
            <a:ext cx="21907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800" dirty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4800" dirty="0"/>
          </a:p>
        </p:txBody>
      </p:sp>
      <p:sp>
        <p:nvSpPr>
          <p:cNvPr id="9" name="Shape 7"/>
          <p:cNvSpPr/>
          <p:nvPr/>
        </p:nvSpPr>
        <p:spPr>
          <a:xfrm>
            <a:off x="6858000" y="4095750"/>
            <a:ext cx="105156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7239000" y="409575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README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24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Primer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4859000" y="4095750"/>
            <a:ext cx="21907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800" dirty="0" spc="1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858000" y="5429250"/>
            <a:ext cx="10515600" cy="85725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 nào</a:t>
            </a:r>
            <a:r>
              <a:rPr lang="en-US" sz="19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trả,</a:t>
            </a:r>
            <a:r>
              <a:rPr lang="en-US" sz="19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19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19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6858000" y="6572250"/>
            <a:ext cx="10515600" cy="1905000"/>
          </a:xfrm>
          <a:prstGeom prst="roundRect">
            <a:avLst>
              <a:gd name="adj" fmla="val 14000"/>
            </a:avLst>
          </a:prstGeom>
          <a:solidFill>
            <a:srgbClr val="FF6A4D"/>
          </a:solidFill>
          <a:ln/>
        </p:spPr>
      </p:sp>
      <p:sp>
        <p:nvSpPr>
          <p:cNvPr id="14" name="Text 12"/>
          <p:cNvSpPr/>
          <p:nvPr/>
        </p:nvSpPr>
        <p:spPr>
          <a:xfrm>
            <a:off x="7334250" y="6667500"/>
            <a:ext cx="9563100" cy="17145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ctr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nhắc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6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chứng</a:t>
            </a:r>
            <a:r>
              <a:rPr lang="en-US" sz="36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độc</a:t>
            </a:r>
            <a:r>
              <a:rPr lang="en-US" sz="36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lập.</a:t>
            </a:r>
            <a:endParaRPr lang="en-US" sz="3600" dirty="0"/>
          </a:p>
        </p:txBody>
      </p:sp>
      <p:sp>
        <p:nvSpPr>
          <p:cNvPr id="15" name="Connector line-1792370436199-3810144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1dadea1-3533-4bf5-a4d3-0ce6a92888d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800" b="1" spc="29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80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 mua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028700"/>
          </a:xfrm>
          <a:prstGeom prst="roundRect">
            <a:avLst>
              <a:gd name="adj" fmla="val 20370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857500"/>
            <a:ext cx="85725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286000" y="2857500"/>
            <a:ext cx="146685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8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 không?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14400" y="4048125"/>
            <a:ext cx="16459200" cy="1028700"/>
          </a:xfrm>
          <a:prstGeom prst="roundRect">
            <a:avLst>
              <a:gd name="adj" fmla="val 2037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8250" y="4048125"/>
            <a:ext cx="85725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286000" y="4048125"/>
            <a:ext cx="146685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 dạy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luyện,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đọc?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14400" y="5238750"/>
            <a:ext cx="16459200" cy="1028700"/>
          </a:xfrm>
          <a:prstGeom prst="roundRect">
            <a:avLst>
              <a:gd name="adj" fmla="val 20370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5238750"/>
            <a:ext cx="85725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286000" y="5238750"/>
            <a:ext cx="146685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r>
              <a:rPr lang="en-US" sz="28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làm?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14400" y="6429375"/>
            <a:ext cx="16459200" cy="1028700"/>
          </a:xfrm>
          <a:prstGeom prst="roundRect">
            <a:avLst>
              <a:gd name="adj" fmla="val 2037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8250" y="6429375"/>
            <a:ext cx="85725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2286000" y="6429375"/>
            <a:ext cx="146685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miễn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914400" y="7810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Giá,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4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4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tồn</a:t>
            </a:r>
            <a:r>
              <a:rPr lang="en-US" sz="24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nhanh.</a:t>
            </a:r>
            <a:endParaRPr lang="en-US" sz="2400" dirty="0"/>
          </a:p>
        </p:txBody>
      </p:sp>
      <p:sp>
        <p:nvSpPr>
          <p:cNvPr id="17" name="Connector line-1792370449686-864465753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68d89644-04e4-4667-9f6b-4bba0b9f766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72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72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gì,</a:t>
            </a:r>
            <a:r>
              <a:rPr lang="en-US" sz="72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72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3340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81375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spc="18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000500"/>
            <a:ext cx="4572000" cy="2476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8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850" dirty="0" spc="-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6553200" y="3048000"/>
            <a:ext cx="53340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34200" y="3381375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934200" y="4000500"/>
            <a:ext cx="4572000" cy="2476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dùng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thử,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2192000" y="3048000"/>
            <a:ext cx="53340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73000" y="3381375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573000" y="4000500"/>
            <a:ext cx="4572000" cy="2476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coding,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OOD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14400" y="7048500"/>
            <a:ext cx="16459200" cy="1333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7143750"/>
            <a:ext cx="15621000" cy="1143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ctr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của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(khóa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học,</a:t>
            </a:r>
            <a:r>
              <a:rPr lang="en-US" sz="24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4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thử,</a:t>
            </a:r>
            <a:r>
              <a:rPr lang="en-US" sz="24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tuyển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dụng)</a:t>
            </a:r>
            <a:r>
              <a:rPr lang="en-US" sz="24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4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kiểm.</a:t>
            </a:r>
            <a:endParaRPr lang="en-US" sz="2400" dirty="0"/>
          </a:p>
        </p:txBody>
      </p:sp>
      <p:sp>
        <p:nvSpPr>
          <p:cNvPr id="15" name="Connector line-1792370462980-51666833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8848804-dc91-4fd6-8772-aa4055af0aa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tuần,</a:t>
            </a:r>
            <a:r>
              <a:rPr lang="en-US" sz="28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 toán,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sắp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85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thống.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 gì?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nhắc?</a:t>
            </a:r>
            <a:endParaRPr lang="en-US" sz="285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CFE8E2"/>
          </a:solidFill>
          <a:ln w="381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524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Ưu</a:t>
            </a:r>
            <a:r>
              <a:rPr lang="en-US" sz="42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tiên</a:t>
            </a:r>
            <a:endParaRPr lang="en-US" sz="4200" dirty="0"/>
          </a:p>
        </p:txBody>
      </p:sp>
      <p:sp>
        <p:nvSpPr>
          <p:cNvPr id="6" name="Text richtext-1792370476417-66934284"/>
          <p:cNvSpPr/>
          <p:nvPr/>
        </p:nvSpPr>
        <p:spPr>
          <a:xfrm>
            <a:off x="1333500" y="4476750"/>
            <a:ext cx="7239000" cy="2381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-8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Tập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 giải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 thời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làm thêm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F8D9D0"/>
          </a:solidFill>
          <a:ln w="38100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524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3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42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nên mua</a:t>
            </a:r>
            <a:r>
              <a:rPr lang="en-US" sz="4200" dirty="0" spc="-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endParaRPr lang="en-US" sz="4200" dirty="0"/>
          </a:p>
        </p:txBody>
      </p:sp>
      <p:sp>
        <p:nvSpPr>
          <p:cNvPr id="9" name="Text richtext-1792370476431-200947783"/>
          <p:cNvSpPr/>
          <p:nvPr/>
        </p:nvSpPr>
        <p:spPr>
          <a:xfrm>
            <a:off x="9791700" y="4476750"/>
            <a:ext cx="7239000" cy="2381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miễn phí,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Primer, trước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Rồi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lấp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endParaRPr lang="en-US" sz="2700" dirty="0"/>
          </a:p>
        </p:txBody>
      </p:sp>
      <p:sp>
        <p:nvSpPr>
          <p:cNvPr id="10" name="Connector line-1792370476437-46285882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02723522-5813-4d8e-9298-abb3ffed637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·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80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8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8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800" b="1" spc="28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Tải,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đếm,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4762500" cy="1905000"/>
          </a:xfrm>
          <a:prstGeom prst="roundRect">
            <a:avLst>
              <a:gd name="adj" fmla="val 14000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432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7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667125"/>
            <a:ext cx="400050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curl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-fsS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mktemp</a:t>
            </a:r>
            <a:endParaRPr lang="en-US" sz="2400" dirty="0"/>
          </a:p>
        </p:txBody>
      </p:sp>
      <p:sp>
        <p:nvSpPr>
          <p:cNvPr id="7" name="Connector line-1792370497721-292337075"/>
          <p:cNvSpPr/>
          <p:nvPr/>
        </p:nvSpPr>
        <p:spPr>
          <a:xfrm>
            <a:off x="5772150" y="3905250"/>
            <a:ext cx="66675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572250" y="2952750"/>
            <a:ext cx="4762500" cy="1905000"/>
          </a:xfrm>
          <a:prstGeom prst="roundRect">
            <a:avLst>
              <a:gd name="adj" fmla="val 14000"/>
            </a:avLst>
          </a:prstGeom>
          <a:solidFill>
            <a:srgbClr val="14161C"/>
          </a:solidFill>
          <a:ln/>
        </p:spPr>
      </p:sp>
      <p:sp>
        <p:nvSpPr>
          <p:cNvPr id="9" name="Text 7"/>
          <p:cNvSpPr/>
          <p:nvPr/>
        </p:nvSpPr>
        <p:spPr>
          <a:xfrm>
            <a:off x="6953250" y="31432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6953250" y="3667125"/>
            <a:ext cx="400050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grep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aff=,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fpr=,</a:t>
            </a:r>
            <a:r>
              <a:rPr lang="en-US" sz="24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afftrack=,</a:t>
            </a:r>
            <a:r>
              <a:rPr lang="en-US" sz="24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ref=</a:t>
            </a:r>
            <a:endParaRPr lang="en-US" sz="2400" dirty="0"/>
          </a:p>
        </p:txBody>
      </p:sp>
      <p:sp>
        <p:nvSpPr>
          <p:cNvPr id="11" name="Connector line-1792370497726-155713362"/>
          <p:cNvSpPr/>
          <p:nvPr/>
        </p:nvSpPr>
        <p:spPr>
          <a:xfrm>
            <a:off x="11430000" y="3905250"/>
            <a:ext cx="66675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2230100" y="2952750"/>
            <a:ext cx="5143500" cy="1905000"/>
          </a:xfrm>
          <a:prstGeom prst="roundRect">
            <a:avLst>
              <a:gd name="adj" fmla="val 14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611100" y="3143250"/>
            <a:ext cx="438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950" b="1" spc="22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1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b="1" spc="18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611100" y="3667125"/>
            <a:ext cx="438150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Primer: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0.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Handbook: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9.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533400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95400" y="5619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950" b="1" spc="19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curl</a:t>
            </a:r>
            <a:r>
              <a:rPr lang="en-US" sz="19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-fsS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295400" y="6191250"/>
            <a:ext cx="7239000" cy="1809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7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Tải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in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số: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hỏng.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372600" y="533400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53600" y="5619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753600" y="6191250"/>
            <a:ext cx="7239000" cy="1809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18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mục,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mảng;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chỉ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nêu.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14400" y="847725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Nhánh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9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gian,</a:t>
            </a:r>
            <a:r>
              <a:rPr lang="en-US" sz="195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 của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 có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1950" dirty="0"/>
          </a:p>
        </p:txBody>
      </p:sp>
      <p:sp>
        <p:nvSpPr>
          <p:cNvPr id="22" name="Connector line-1792370497744-54745720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2" name="Shape 3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d9cc8837-3def-4f10-af4a-e35565638e6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2857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16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STAR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4000500" y="30289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Situation,</a:t>
            </a:r>
            <a:r>
              <a:rPr lang="en-US" sz="180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Task,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Action,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Result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00500" y="3429000"/>
            <a:ext cx="5334000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huống, nhiệm vụ, hành</a:t>
            </a:r>
            <a:r>
              <a:rPr lang="en-US" sz="24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động,</a:t>
            </a:r>
            <a:r>
              <a:rPr lang="en-US" sz="240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quả: cách</a:t>
            </a:r>
            <a:r>
              <a:rPr lang="en-US" sz="24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4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5524500"/>
            <a:ext cx="2857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OOD</a:t>
            </a:r>
            <a:endParaRPr lang="en-US" sz="6600" dirty="0"/>
          </a:p>
        </p:txBody>
      </p:sp>
      <p:sp>
        <p:nvSpPr>
          <p:cNvPr id="8" name="Text 6"/>
          <p:cNvSpPr/>
          <p:nvPr/>
        </p:nvSpPr>
        <p:spPr>
          <a:xfrm>
            <a:off x="4000500" y="55054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Object-Oriented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000500" y="5905500"/>
            <a:ext cx="5334000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4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4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tượng: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 hỏi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4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0096500" y="3048000"/>
            <a:ext cx="7277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0572750" y="3429000"/>
            <a:ext cx="632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2" name="Text richtext-1792370526557-972637309"/>
          <p:cNvSpPr/>
          <p:nvPr/>
        </p:nvSpPr>
        <p:spPr>
          <a:xfrm>
            <a:off x="10572750" y="4000500"/>
            <a:ext cx="6324600" cy="2857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marL="285750" indent="-204151">
              <a:lnSpc>
                <a:spcPts val="315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5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Tech</a:t>
            </a:r>
            <a:r>
              <a:rPr lang="en-US" sz="22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Interview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Handbook: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README,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buSzPct val="100000"/>
              <a:buFont typeface="Arial"/>
              <a:buChar char="•"/>
            </a:pP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Primer: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0572750" y="7048500"/>
            <a:ext cx="6324600" cy="114300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2026-10-16. Hình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lập, không dùng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1800" dirty="0"/>
          </a:p>
        </p:txBody>
      </p:sp>
      <p:sp>
        <p:nvSpPr>
          <p:cNvPr id="14" name="Connector line-1792370526572-6349368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48c860b-1ae1-44f3-9241-912daa41602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2026-10-19T00:42:21Z</dcterms:created>
  <dcterms:modified xsi:type="dcterms:W3CDTF">2026-10-19T00:42:21Z</dcterms:modified>
</cp:coreProperties>
</file>