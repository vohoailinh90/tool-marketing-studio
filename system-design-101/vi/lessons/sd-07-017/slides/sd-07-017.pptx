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Apple</a:t>
            </a:r>
            <a:r>
              <a:rPr lang="en-US" sz="81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Pay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Google</a:t>
            </a:r>
            <a:r>
              <a:rPr lang="en-US" sz="81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Pay: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 giữ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 an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3000" dirty="0"/>
          </a:p>
        </p:txBody>
      </p:sp>
      <p:sp>
        <p:nvSpPr>
          <p:cNvPr id="5" name="Connector line-1792382306377-179935124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luồng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001500" y="2857500"/>
            <a:ext cx="5334000" cy="1428750"/>
          </a:xfrm>
          <a:prstGeom prst="roundRect">
            <a:avLst>
              <a:gd name="adj" fmla="val 21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287250" y="28575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ctr" indent="0" marL="0">
              <a:lnSpc>
                <a:spcPts val="2813"/>
              </a:lnSpc>
              <a:buNone/>
            </a:pPr>
            <a:r>
              <a:rPr lang="en-US" sz="22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Apple</a:t>
            </a:r>
            <a:r>
              <a:rPr lang="en-US" sz="22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22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001500" y="4667250"/>
            <a:ext cx="5334000" cy="1428750"/>
          </a:xfrm>
          <a:prstGeom prst="roundRect">
            <a:avLst>
              <a:gd name="adj" fmla="val 21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287250" y="466725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ctr" indent="0" marL="0">
              <a:lnSpc>
                <a:spcPts val="2813"/>
              </a:lnSpc>
              <a:buNone/>
            </a:pPr>
            <a:r>
              <a:rPr lang="en-US" sz="22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2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22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2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731b491b-045d-4e41-87e8-86103f7ee8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14161C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15697200" cy="30480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ctr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4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rất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45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toàn,</a:t>
            </a:r>
            <a:r>
              <a:rPr lang="en-US" sz="4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 thông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đâu.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luồng: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7d470de-b815-4ebb-aae5-ce63bd0c5cf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</a:t>
            </a:r>
            <a:r>
              <a:rPr lang="en-US" sz="1800" b="1" spc="23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1800" b="1" spc="2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Apple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iPhone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iPhone</a:t>
            </a:r>
            <a:r>
              <a:rPr lang="en-US" sz="255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chip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61e45e6-aa1f-4aba-b675-9f10bd5c2b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GOOGLE</a:t>
            </a:r>
            <a:r>
              <a:rPr lang="en-US" sz="1800" b="1" spc="23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1800" b="1" spc="2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Google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400" b="1" dirty="0" spc="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endParaRPr lang="en-US" sz="2400" dirty="0"/>
          </a:p>
        </p:txBody>
      </p:sp>
      <p:sp>
        <p:nvSpPr>
          <p:cNvPr id="6" name="Connector line-1792382309200-704889572"/>
          <p:cNvSpPr/>
          <p:nvPr/>
        </p:nvSpPr>
        <p:spPr>
          <a:xfrm>
            <a:off x="5619750" y="4476750"/>
            <a:ext cx="104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6294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390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40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400" dirty="0"/>
          </a:p>
        </p:txBody>
      </p:sp>
      <p:sp>
        <p:nvSpPr>
          <p:cNvPr id="10" name="Connector line-1792382309210-997513863"/>
          <p:cNvSpPr/>
          <p:nvPr/>
        </p:nvSpPr>
        <p:spPr>
          <a:xfrm>
            <a:off x="11563350" y="4476750"/>
            <a:ext cx="104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25730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016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1826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65722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657225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Apple: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cdf3814-0c01-4b8c-825a-d332b9d1cd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</a:t>
            </a:r>
            <a:r>
              <a:rPr lang="en-US" sz="1800" b="1" spc="23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Cửa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049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0485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921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7" name="Connector line-1792382310098-839103039"/>
          <p:cNvSpPr/>
          <p:nvPr/>
        </p:nvSpPr>
        <p:spPr>
          <a:xfrm>
            <a:off x="32004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8" name="Connector line-1792382310098-28542416"/>
          <p:cNvSpPr/>
          <p:nvPr/>
        </p:nvSpPr>
        <p:spPr>
          <a:xfrm>
            <a:off x="91440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9" name="Connector line-1792382310098-855479960"/>
          <p:cNvSpPr/>
          <p:nvPr/>
        </p:nvSpPr>
        <p:spPr>
          <a:xfrm>
            <a:off x="150876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05200" y="45339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Bấm</a:t>
            </a:r>
            <a:r>
              <a:rPr lang="en-US" sz="1950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1950" dirty="0"/>
          </a:p>
        </p:txBody>
      </p:sp>
      <p:sp>
        <p:nvSpPr>
          <p:cNvPr id="11" name="Connector line-1792382310100-2979074"/>
          <p:cNvSpPr/>
          <p:nvPr/>
        </p:nvSpPr>
        <p:spPr>
          <a:xfrm>
            <a:off x="3200400" y="4953000"/>
            <a:ext cx="57531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8934450" y="48387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FF6A4D"/>
          </a:solidFill>
          <a:ln/>
        </p:spPr>
      </p:sp>
      <p:sp>
        <p:nvSpPr>
          <p:cNvPr id="13" name="Text 11"/>
          <p:cNvSpPr/>
          <p:nvPr/>
        </p:nvSpPr>
        <p:spPr>
          <a:xfrm>
            <a:off x="9448800" y="60579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</a:t>
            </a:r>
            <a:endParaRPr lang="en-US" sz="1950" dirty="0"/>
          </a:p>
        </p:txBody>
      </p:sp>
      <p:sp>
        <p:nvSpPr>
          <p:cNvPr id="14" name="Connector line-1792382310103-366725722"/>
          <p:cNvSpPr/>
          <p:nvPr/>
        </p:nvSpPr>
        <p:spPr>
          <a:xfrm>
            <a:off x="9144000" y="6477000"/>
            <a:ext cx="57531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4878050" y="63627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7620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620000"/>
            <a:ext cx="15697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DAN;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a3925bb1-f4c8-4a59-ac79-f45356fbfd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GOOGLE</a:t>
            </a:r>
            <a:r>
              <a:rPr lang="en-US" sz="1800" b="1" spc="23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PAY: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b="1" spc="26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Google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550" b="1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Trả;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bán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 chuyển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13a8119-32d3-4f05-aa88-15024fa808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nói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667500" y="2857500"/>
            <a:ext cx="1047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6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650" dirty="0"/>
          </a:p>
        </p:txBody>
      </p:sp>
      <p:sp>
        <p:nvSpPr>
          <p:cNvPr id="6" name="Connector line-1792382311724-407979887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34671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667500" y="346710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8958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8958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489585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hơn;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</a:t>
            </a:r>
            <a:r>
              <a:rPr lang="en-US" sz="22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nào.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63246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3246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6667500" y="632460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Mũi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Pay.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57acb86-6a64-4faa-b5b7-6b06a4955c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Cửa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</a:t>
            </a:r>
            <a:r>
              <a:rPr lang="en-US" sz="1950" b="1" spc="1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524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Cửa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753600" y="3048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53600" y="3524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DAN,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3340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524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1950" b="1" spc="13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000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72600" y="53340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5524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753600" y="6000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Google,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057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2ac40661-12b7-4570-af36-061517c860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857500"/>
            <a:ext cx="381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5334000" y="2857500"/>
            <a:ext cx="1162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song,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476750"/>
            <a:ext cx="381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5334000" y="4476750"/>
            <a:ext cx="1162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2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2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096000"/>
            <a:ext cx="381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5334000" y="6096000"/>
            <a:ext cx="1162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hạn,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án;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khảo.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3d2a65b-1e24-4918-a92e-decea20f27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Chip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iPhone</a:t>
            </a:r>
            <a:r>
              <a:rPr lang="en-US" sz="19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Mũi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cộng,</a:t>
            </a:r>
            <a:r>
              <a:rPr lang="en-US" sz="19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950" dirty="0"/>
          </a:p>
        </p:txBody>
      </p:sp>
      <p:sp>
        <p:nvSpPr>
          <p:cNvPr id="16" name="Connector line-1792382314201-989548305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2314203-516187544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eee8d8d-decc-474e-bc7f-804a3e89a5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2026-10-19T03:59:00Z</dcterms:created>
  <dcterms:modified xsi:type="dcterms:W3CDTF">2026-10-19T03:59:00Z</dcterms:modified>
</cp:coreProperties>
</file>