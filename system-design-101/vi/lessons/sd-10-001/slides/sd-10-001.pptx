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8"/>
      <p:bold r:id="rId17"/>
    </p:embeddedFont>
    <p:embeddedFont>
      <p:font typeface="Bricolage Grotesque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5143500"/>
            <a:ext cx="8191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8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</a:t>
            </a:r>
            <a:r>
              <a:rPr lang="en-US" sz="2850" dirty="0" spc="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loại làm</a:t>
            </a:r>
            <a:r>
              <a:rPr lang="en-US" sz="28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khác.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850" dirty="0"/>
          </a:p>
        </p:txBody>
      </p:sp>
      <p:sp>
        <p:nvSpPr>
          <p:cNvPr id="4" name="Connector line-1792333616888-150719094"/>
          <p:cNvSpPr/>
          <p:nvPr/>
        </p:nvSpPr>
        <p:spPr>
          <a:xfrm>
            <a:off x="914400" y="70485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91440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4350" dirty="0"/>
          </a:p>
        </p:txBody>
      </p:sp>
      <p:sp>
        <p:nvSpPr>
          <p:cNvPr id="6" name="Text 4"/>
          <p:cNvSpPr/>
          <p:nvPr/>
        </p:nvSpPr>
        <p:spPr>
          <a:xfrm>
            <a:off x="91440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14325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50" dirty="0"/>
          </a:p>
        </p:txBody>
      </p:sp>
      <p:sp>
        <p:nvSpPr>
          <p:cNvPr id="8" name="Text 6"/>
          <p:cNvSpPr/>
          <p:nvPr/>
        </p:nvSpPr>
        <p:spPr>
          <a:xfrm>
            <a:off x="314325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18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334000" y="741045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50" dirty="0"/>
          </a:p>
        </p:txBody>
      </p:sp>
      <p:sp>
        <p:nvSpPr>
          <p:cNvPr id="10" name="Text 8"/>
          <p:cNvSpPr/>
          <p:nvPr/>
        </p:nvSpPr>
        <p:spPr>
          <a:xfrm>
            <a:off x="533400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620000" y="741045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50" dirty="0"/>
          </a:p>
        </p:txBody>
      </p:sp>
      <p:sp>
        <p:nvSpPr>
          <p:cNvPr id="12" name="Text 10"/>
          <p:cNvSpPr/>
          <p:nvPr/>
        </p:nvSpPr>
        <p:spPr>
          <a:xfrm>
            <a:off x="762000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 vụ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6202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0096500" y="2190750"/>
            <a:ext cx="7277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0439400" y="25336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19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9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950" b="1" spc="1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b="1" spc="15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0439400" y="3429000"/>
            <a:ext cx="20574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2706350" y="3429000"/>
            <a:ext cx="20574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gốc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4973300" y="3429000"/>
            <a:ext cx="20574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10096500" y="5143500"/>
            <a:ext cx="7277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0439400" y="54864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14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b="1" spc="13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0439400" y="6381750"/>
            <a:ext cx="20574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DNS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2706350" y="6381750"/>
            <a:ext cx="20574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4973300" y="6381750"/>
            <a:ext cx="20574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FTP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14400" y="1333500"/>
            <a:ext cx="8953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81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8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thường</a:t>
            </a:r>
            <a:r>
              <a:rPr lang="en-US" sz="81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endParaRPr lang="en-US" sz="81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03e985b-a419-499e-bcc0-67e9ebdcec6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web,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6200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web,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duyệt.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loại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 mỗi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DDE3FA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400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68199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mỗi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428750"/>
            <a:ext cx="746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1 ·</a:t>
            </a:r>
            <a:r>
              <a:rPr lang="en-US" sz="180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 NỘI</a:t>
            </a:r>
            <a:r>
              <a:rPr lang="en-US" sz="180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b="1" spc="1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80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525000" y="2000250"/>
            <a:ext cx="2286000" cy="914400"/>
          </a:xfrm>
          <a:prstGeom prst="roundRect">
            <a:avLst>
              <a:gd name="adj" fmla="val 25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115800" y="2000250"/>
            <a:ext cx="2286000" cy="914400"/>
          </a:xfrm>
          <a:prstGeom prst="roundRect">
            <a:avLst>
              <a:gd name="adj" fmla="val 25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4706600" y="2000250"/>
            <a:ext cx="2286000" cy="914400"/>
          </a:xfrm>
          <a:prstGeom prst="roundRect">
            <a:avLst>
              <a:gd name="adj" fmla="val 25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525000" y="32004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dung,</a:t>
            </a: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thức,</a:t>
            </a:r>
            <a:r>
              <a:rPr lang="en-US" sz="21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endParaRPr lang="en-US" sz="2100" dirty="0"/>
          </a:p>
        </p:txBody>
      </p:sp>
      <p:sp>
        <p:nvSpPr>
          <p:cNvPr id="14" name="Connector line-1792333663479-756035912"/>
          <p:cNvSpPr/>
          <p:nvPr/>
        </p:nvSpPr>
        <p:spPr>
          <a:xfrm>
            <a:off x="9525000" y="40005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4419600"/>
            <a:ext cx="746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800" b="1" spc="15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800" b="1" spc="14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5000" y="4991100"/>
            <a:ext cx="2286000" cy="914400"/>
          </a:xfrm>
          <a:prstGeom prst="roundRect">
            <a:avLst>
              <a:gd name="adj" fmla="val 25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15800" y="4991100"/>
            <a:ext cx="2286000" cy="914400"/>
          </a:xfrm>
          <a:prstGeom prst="roundRect">
            <a:avLst>
              <a:gd name="adj" fmla="val 25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4706600" y="4991100"/>
            <a:ext cx="2286000" cy="914400"/>
          </a:xfrm>
          <a:prstGeom prst="roundRect">
            <a:avLst>
              <a:gd name="adj" fmla="val 25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FTP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525000" y="61912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thư,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9525000" y="80010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người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963b24a0-df04-4ccc-b674-dba37894ecb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ctr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78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8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33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330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300" b="1" dirty="0" spc="-2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2425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8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49530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nội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0104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4191000"/>
            <a:ext cx="24765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4516100" y="4191000"/>
            <a:ext cx="2476500" cy="1238250"/>
          </a:xfrm>
          <a:prstGeom prst="roundRect">
            <a:avLst>
              <a:gd name="adj" fmla="val 2153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400" dirty="0"/>
          </a:p>
        </p:txBody>
      </p:sp>
      <p:sp>
        <p:nvSpPr>
          <p:cNvPr id="13" name="Connector line-1792333687053-890848653"/>
          <p:cNvSpPr/>
          <p:nvPr/>
        </p:nvSpPr>
        <p:spPr>
          <a:xfrm flipH="1">
            <a:off x="12077700" y="5048250"/>
            <a:ext cx="24003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2020550" y="4476750"/>
            <a:ext cx="2514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525000" y="60960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endParaRPr lang="en-US" sz="2100" dirty="0"/>
          </a:p>
        </p:txBody>
      </p:sp>
      <p:sp>
        <p:nvSpPr>
          <p:cNvPr id="16" name="Connector line-1792333687059-714328862"/>
          <p:cNvSpPr/>
          <p:nvPr/>
        </p:nvSpPr>
        <p:spPr>
          <a:xfrm>
            <a:off x="9525000" y="65722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9525000" y="80010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b870ccda-d72d-4a62-9ed3-99e01c761f2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ctr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78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8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33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3300" b="1" dirty="0" spc="-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3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thẩm</a:t>
            </a:r>
            <a:r>
              <a:rPr lang="en-US" sz="3300" b="1" dirty="0" spc="-2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2425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CDN giữ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53340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0104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Gốc</a:t>
            </a:r>
            <a:r>
              <a:rPr lang="en-US" sz="27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thẩm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quyền;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20550" y="1428750"/>
            <a:ext cx="2476500" cy="1047750"/>
          </a:xfrm>
          <a:prstGeom prst="roundRect">
            <a:avLst>
              <a:gd name="adj" fmla="val 25455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400" dirty="0"/>
          </a:p>
        </p:txBody>
      </p:sp>
      <p:sp>
        <p:nvSpPr>
          <p:cNvPr id="12" name="Connector line-1792333717248-511713965"/>
          <p:cNvSpPr/>
          <p:nvPr/>
        </p:nvSpPr>
        <p:spPr>
          <a:xfrm flipH="1">
            <a:off x="10763250" y="2495550"/>
            <a:ext cx="2095500" cy="14478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3" name="Connector line-1792333717249-974141367"/>
          <p:cNvSpPr/>
          <p:nvPr/>
        </p:nvSpPr>
        <p:spPr>
          <a:xfrm>
            <a:off x="13258800" y="2495550"/>
            <a:ext cx="0" cy="14478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33717249-36157780"/>
          <p:cNvSpPr/>
          <p:nvPr/>
        </p:nvSpPr>
        <p:spPr>
          <a:xfrm>
            <a:off x="13658850" y="2495550"/>
            <a:ext cx="2095500" cy="14478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525000" y="2819400"/>
            <a:ext cx="2381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sao chép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525000" y="4000500"/>
            <a:ext cx="24765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2020550" y="4000500"/>
            <a:ext cx="24765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4516100" y="4000500"/>
            <a:ext cx="24765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250" dirty="0"/>
          </a:p>
        </p:txBody>
      </p:sp>
      <p:sp>
        <p:nvSpPr>
          <p:cNvPr id="19" name="Connector line-1792333717257-566450583"/>
          <p:cNvSpPr/>
          <p:nvPr/>
        </p:nvSpPr>
        <p:spPr>
          <a:xfrm>
            <a:off x="10763250" y="4972050"/>
            <a:ext cx="0" cy="8763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0" name="Connector line-1792333717258-277753661"/>
          <p:cNvSpPr/>
          <p:nvPr/>
        </p:nvSpPr>
        <p:spPr>
          <a:xfrm>
            <a:off x="13258800" y="4972050"/>
            <a:ext cx="0" cy="8763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1" name="Connector line-1792333717258-520772853"/>
          <p:cNvSpPr/>
          <p:nvPr/>
        </p:nvSpPr>
        <p:spPr>
          <a:xfrm>
            <a:off x="15754350" y="4972050"/>
            <a:ext cx="0" cy="8763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3449300" y="52197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19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525000" y="5905500"/>
            <a:ext cx="2476500" cy="9144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2020550" y="5905500"/>
            <a:ext cx="2476500" cy="9144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4516100" y="5905500"/>
            <a:ext cx="2476500" cy="9144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9525000" y="7524750"/>
            <a:ext cx="7467600" cy="7620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9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thẩm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quyền;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5ab87622-07ba-4dd1-be9c-d2f9c82c06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ctr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72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proxy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3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Đứng</a:t>
            </a:r>
            <a:r>
              <a:rPr lang="en-US" sz="3300" b="1" dirty="0" spc="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2425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r>
              <a:rPr lang="en-US" sz="28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8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 trả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lời,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8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40005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0104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 kiểu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chính:</a:t>
            </a:r>
            <a:r>
              <a:rPr lang="en-US" sz="270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3143250"/>
            <a:ext cx="200025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2496800" y="3143250"/>
            <a:ext cx="2190750" cy="1238250"/>
          </a:xfrm>
          <a:prstGeom prst="roundRect">
            <a:avLst>
              <a:gd name="adj" fmla="val 2153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5525750" y="2381250"/>
            <a:ext cx="146685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5525750" y="4191000"/>
            <a:ext cx="146685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15" name="Connector line-1792333741389-23916833"/>
          <p:cNvSpPr/>
          <p:nvPr/>
        </p:nvSpPr>
        <p:spPr>
          <a:xfrm>
            <a:off x="11563350" y="3762375"/>
            <a:ext cx="8763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33741389-11998157"/>
          <p:cNvSpPr/>
          <p:nvPr/>
        </p:nvSpPr>
        <p:spPr>
          <a:xfrm flipV="1">
            <a:off x="14725650" y="2971800"/>
            <a:ext cx="742950" cy="5715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3741390-361430090"/>
          <p:cNvSpPr/>
          <p:nvPr/>
        </p:nvSpPr>
        <p:spPr>
          <a:xfrm>
            <a:off x="14725650" y="3981450"/>
            <a:ext cx="742950" cy="5715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9525000" y="16002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</a:t>
            </a:r>
            <a:r>
              <a:rPr lang="en-US" sz="1950" b="1" spc="1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950" b="1" spc="1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950" b="1" spc="1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spc="13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950" b="1" spc="1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 MÁY</a:t>
            </a:r>
            <a:r>
              <a:rPr lang="en-US" sz="195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9525000" y="581025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525000" y="6324600"/>
            <a:ext cx="2286000" cy="8001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250" b="1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2115800" y="6324600"/>
            <a:ext cx="2286000" cy="8001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4706600" y="6324600"/>
            <a:ext cx="2286000" cy="8001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2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9525000" y="7810500"/>
            <a:ext cx="7467600" cy="5715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19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 từ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a77be174-d035-49c4-98a0-e8ed259615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 6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ctr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 DNS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330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33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300" b="1" dirty="0" spc="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2425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cấp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5715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b="1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IP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CFE8E2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0104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DNS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IP,</a:t>
            </a:r>
            <a:r>
              <a:rPr lang="en-US" sz="270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6002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DNS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1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525000" y="3048000"/>
            <a:ext cx="2095500" cy="142875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2211050" y="3048000"/>
            <a:ext cx="2095500" cy="1428750"/>
          </a:xfrm>
          <a:prstGeom prst="roundRect">
            <a:avLst>
              <a:gd name="adj" fmla="val 18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4897100" y="3048000"/>
            <a:ext cx="2095500" cy="142875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 chỉ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endParaRPr lang="en-US" sz="2400" dirty="0"/>
          </a:p>
        </p:txBody>
      </p:sp>
      <p:sp>
        <p:nvSpPr>
          <p:cNvPr id="15" name="Connector line-1792333773299-753136069"/>
          <p:cNvSpPr/>
          <p:nvPr/>
        </p:nvSpPr>
        <p:spPr>
          <a:xfrm>
            <a:off x="11677650" y="3762375"/>
            <a:ext cx="47625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33773300-592666535"/>
          <p:cNvSpPr/>
          <p:nvPr/>
        </p:nvSpPr>
        <p:spPr>
          <a:xfrm>
            <a:off x="14363700" y="3762375"/>
            <a:ext cx="47625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9429750" y="470535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115800" y="470535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195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801850" y="470535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950" dirty="0"/>
          </a:p>
        </p:txBody>
      </p:sp>
      <p:sp>
        <p:nvSpPr>
          <p:cNvPr id="20" name="Connector line-1792333773304-630891213"/>
          <p:cNvSpPr/>
          <p:nvPr/>
        </p:nvSpPr>
        <p:spPr>
          <a:xfrm>
            <a:off x="9525000" y="59055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6477000"/>
            <a:ext cx="7467600" cy="1238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ctr" indent="0" marL="0">
              <a:lnSpc>
                <a:spcPts val="3150"/>
              </a:lnSpc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gõ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tên.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504950" cy="133350"/>
          </a:xfrm>
          <a:custGeom>
            <a:avLst/>
            <a:gdLst/>
            <a:ahLst/>
            <a:cxnLst/>
            <a:rect l="l" t="t" r="r" b="b"/>
            <a:pathLst>
              <a:path w="1504950" h="133350">
                <a:moveTo>
                  <a:pt x="0" y="66675"/>
                </a:moveTo>
                <a:cubicBezTo>
                  <a:pt x="0" y="103499"/>
                  <a:pt x="29851" y="133350"/>
                  <a:pt x="66675" y="133350"/>
                </a:cubicBezTo>
                <a:cubicBezTo>
                  <a:pt x="103499" y="133350"/>
                  <a:pt x="133350" y="103499"/>
                  <a:pt x="133350" y="66675"/>
                </a:cubicBezTo>
                <a:cubicBezTo>
                  <a:pt x="133350" y="29851"/>
                  <a:pt x="103499" y="0"/>
                  <a:pt x="66675" y="0"/>
                </a:cubicBezTo>
                <a:cubicBezTo>
                  <a:pt x="29851" y="0"/>
                  <a:pt x="0" y="29851"/>
                  <a:pt x="0" y="66675"/>
                </a:cubicBezTo>
                <a:close/>
                <a:moveTo>
                  <a:pt x="342900" y="66675"/>
                </a:moveTo>
                <a:cubicBezTo>
                  <a:pt x="342900" y="103499"/>
                  <a:pt x="372751" y="133350"/>
                  <a:pt x="409575" y="133350"/>
                </a:cubicBezTo>
                <a:cubicBezTo>
                  <a:pt x="446399" y="133350"/>
                  <a:pt x="476250" y="103499"/>
                  <a:pt x="476250" y="66675"/>
                </a:cubicBezTo>
                <a:cubicBezTo>
                  <a:pt x="476250" y="29851"/>
                  <a:pt x="446399" y="0"/>
                  <a:pt x="409575" y="0"/>
                </a:cubicBezTo>
                <a:cubicBezTo>
                  <a:pt x="372751" y="0"/>
                  <a:pt x="342900" y="29851"/>
                  <a:pt x="342900" y="66675"/>
                </a:cubicBezTo>
                <a:close/>
                <a:moveTo>
                  <a:pt x="685800" y="66675"/>
                </a:moveTo>
                <a:cubicBezTo>
                  <a:pt x="685800" y="103499"/>
                  <a:pt x="715651" y="133350"/>
                  <a:pt x="752475" y="133350"/>
                </a:cubicBezTo>
                <a:cubicBezTo>
                  <a:pt x="789299" y="133350"/>
                  <a:pt x="819150" y="103499"/>
                  <a:pt x="819150" y="66675"/>
                </a:cubicBezTo>
                <a:cubicBezTo>
                  <a:pt x="819150" y="29851"/>
                  <a:pt x="789299" y="0"/>
                  <a:pt x="752475" y="0"/>
                </a:cubicBezTo>
                <a:cubicBezTo>
                  <a:pt x="715651" y="0"/>
                  <a:pt x="685800" y="29851"/>
                  <a:pt x="685800" y="66675"/>
                </a:cubicBezTo>
                <a:close/>
                <a:moveTo>
                  <a:pt x="1028700" y="66675"/>
                </a:moveTo>
                <a:cubicBezTo>
                  <a:pt x="1028700" y="103499"/>
                  <a:pt x="1058551" y="133350"/>
                  <a:pt x="1095375" y="133350"/>
                </a:cubicBezTo>
                <a:cubicBezTo>
                  <a:pt x="1132199" y="133350"/>
                  <a:pt x="1162050" y="103499"/>
                  <a:pt x="1162050" y="66675"/>
                </a:cubicBezTo>
                <a:cubicBezTo>
                  <a:pt x="1162050" y="29851"/>
                  <a:pt x="1132199" y="0"/>
                  <a:pt x="1095375" y="0"/>
                </a:cubicBezTo>
                <a:cubicBezTo>
                  <a:pt x="1058551" y="0"/>
                  <a:pt x="1028700" y="29851"/>
                  <a:pt x="1028700" y="66675"/>
                </a:cubicBezTo>
                <a:close/>
                <a:moveTo>
                  <a:pt x="1371600" y="66675"/>
                </a:moveTo>
                <a:cubicBezTo>
                  <a:pt x="1371600" y="103499"/>
                  <a:pt x="1401451" y="133350"/>
                  <a:pt x="1438275" y="133350"/>
                </a:cubicBezTo>
                <a:cubicBezTo>
                  <a:pt x="1475099" y="133350"/>
                  <a:pt x="1504950" y="103499"/>
                  <a:pt x="1504950" y="66675"/>
                </a:cubicBezTo>
                <a:cubicBezTo>
                  <a:pt x="1504950" y="29851"/>
                  <a:pt x="1475099" y="0"/>
                  <a:pt x="1438275" y="0"/>
                </a:cubicBezTo>
                <a:cubicBezTo>
                  <a:pt x="1401451" y="0"/>
                  <a:pt x="1371600" y="29851"/>
                  <a:pt x="1371600" y="66675"/>
                </a:cubicBezTo>
                <a:close/>
              </a:path>
            </a:pathLst>
          </a:cu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162050" cy="133350"/>
          </a:xfrm>
          <a:custGeom>
            <a:avLst/>
            <a:gdLst/>
            <a:ahLst/>
            <a:cxnLst/>
            <a:rect l="l" t="t" r="r" b="b"/>
            <a:pathLst>
              <a:path w="1162050" h="133350">
                <a:moveTo>
                  <a:pt x="0" y="66675"/>
                </a:moveTo>
                <a:cubicBezTo>
                  <a:pt x="0" y="103499"/>
                  <a:pt x="29851" y="133350"/>
                  <a:pt x="66675" y="133350"/>
                </a:cubicBezTo>
                <a:cubicBezTo>
                  <a:pt x="103499" y="133350"/>
                  <a:pt x="133350" y="103499"/>
                  <a:pt x="133350" y="66675"/>
                </a:cubicBezTo>
                <a:cubicBezTo>
                  <a:pt x="133350" y="29851"/>
                  <a:pt x="103499" y="0"/>
                  <a:pt x="66675" y="0"/>
                </a:cubicBezTo>
                <a:cubicBezTo>
                  <a:pt x="29851" y="0"/>
                  <a:pt x="0" y="29851"/>
                  <a:pt x="0" y="66675"/>
                </a:cubicBezTo>
                <a:close/>
                <a:moveTo>
                  <a:pt x="342900" y="66675"/>
                </a:moveTo>
                <a:cubicBezTo>
                  <a:pt x="342900" y="103499"/>
                  <a:pt x="372751" y="133350"/>
                  <a:pt x="409575" y="133350"/>
                </a:cubicBezTo>
                <a:cubicBezTo>
                  <a:pt x="446399" y="133350"/>
                  <a:pt x="476250" y="103499"/>
                  <a:pt x="476250" y="66675"/>
                </a:cubicBezTo>
                <a:cubicBezTo>
                  <a:pt x="476250" y="29851"/>
                  <a:pt x="446399" y="0"/>
                  <a:pt x="409575" y="0"/>
                </a:cubicBezTo>
                <a:cubicBezTo>
                  <a:pt x="372751" y="0"/>
                  <a:pt x="342900" y="29851"/>
                  <a:pt x="342900" y="66675"/>
                </a:cubicBezTo>
                <a:close/>
                <a:moveTo>
                  <a:pt x="685800" y="66675"/>
                </a:moveTo>
                <a:cubicBezTo>
                  <a:pt x="685800" y="103499"/>
                  <a:pt x="715651" y="133350"/>
                  <a:pt x="752475" y="133350"/>
                </a:cubicBezTo>
                <a:cubicBezTo>
                  <a:pt x="789299" y="133350"/>
                  <a:pt x="819150" y="103499"/>
                  <a:pt x="819150" y="66675"/>
                </a:cubicBezTo>
                <a:cubicBezTo>
                  <a:pt x="819150" y="29851"/>
                  <a:pt x="789299" y="0"/>
                  <a:pt x="752475" y="0"/>
                </a:cubicBezTo>
                <a:cubicBezTo>
                  <a:pt x="715651" y="0"/>
                  <a:pt x="685800" y="29851"/>
                  <a:pt x="685800" y="66675"/>
                </a:cubicBezTo>
                <a:close/>
                <a:moveTo>
                  <a:pt x="1028700" y="66675"/>
                </a:moveTo>
                <a:cubicBezTo>
                  <a:pt x="1028700" y="103499"/>
                  <a:pt x="1058551" y="133350"/>
                  <a:pt x="1095375" y="133350"/>
                </a:cubicBezTo>
                <a:cubicBezTo>
                  <a:pt x="1132199" y="133350"/>
                  <a:pt x="1162050" y="103499"/>
                  <a:pt x="1162050" y="66675"/>
                </a:cubicBezTo>
                <a:cubicBezTo>
                  <a:pt x="1162050" y="29851"/>
                  <a:pt x="1132199" y="0"/>
                  <a:pt x="1095375" y="0"/>
                </a:cubicBezTo>
                <a:cubicBezTo>
                  <a:pt x="1058551" y="0"/>
                  <a:pt x="1028700" y="29851"/>
                  <a:pt x="1028700" y="66675"/>
                </a:cubicBezTo>
                <a:close/>
              </a:path>
            </a:pathLst>
          </a:cu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ea253dec-443c-47e8-802a-a9cd96c0dc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ctr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Thư</a:t>
            </a:r>
            <a:r>
              <a:rPr lang="en-US" sz="7800" dirty="0" spc="-8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FTP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33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thư,</a:t>
            </a:r>
            <a:r>
              <a:rPr lang="en-US" sz="3300" b="1" dirty="0" spc="-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30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2425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thư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tử;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FTP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4000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CFE8E2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0104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FTP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mã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 nên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THƯ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525000" y="2190750"/>
            <a:ext cx="20955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b="1" dirty="0" spc="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211050" y="2190750"/>
            <a:ext cx="2095500" cy="1238250"/>
          </a:xfrm>
          <a:prstGeom prst="roundRect">
            <a:avLst>
              <a:gd name="adj" fmla="val 2153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4897100" y="2190750"/>
            <a:ext cx="20955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250" dirty="0"/>
          </a:p>
        </p:txBody>
      </p:sp>
      <p:sp>
        <p:nvSpPr>
          <p:cNvPr id="15" name="Connector line-1792333799626-10471181"/>
          <p:cNvSpPr/>
          <p:nvPr/>
        </p:nvSpPr>
        <p:spPr>
          <a:xfrm>
            <a:off x="11677650" y="2809875"/>
            <a:ext cx="47625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33799626-811869612"/>
          <p:cNvSpPr/>
          <p:nvPr/>
        </p:nvSpPr>
        <p:spPr>
          <a:xfrm>
            <a:off x="14363700" y="2809875"/>
            <a:ext cx="47625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9525000" y="37338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SMTP</a:t>
            </a:r>
            <a:r>
              <a:rPr lang="en-US" sz="1950" dirty="0" spc="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mới; IMAP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1950" dirty="0"/>
          </a:p>
        </p:txBody>
      </p:sp>
      <p:sp>
        <p:nvSpPr>
          <p:cNvPr id="18" name="Connector line-1792333799629-947930425"/>
          <p:cNvSpPr/>
          <p:nvPr/>
        </p:nvSpPr>
        <p:spPr>
          <a:xfrm>
            <a:off x="9525000" y="46672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9525000" y="51435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FTP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525000" y="5905500"/>
            <a:ext cx="24765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4516100" y="5905500"/>
            <a:ext cx="2476500" cy="1238250"/>
          </a:xfrm>
          <a:prstGeom prst="roundRect">
            <a:avLst>
              <a:gd name="adj" fmla="val 2153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FTP</a:t>
            </a:r>
            <a:endParaRPr lang="en-US" sz="2250" dirty="0"/>
          </a:p>
        </p:txBody>
      </p:sp>
      <p:sp>
        <p:nvSpPr>
          <p:cNvPr id="22" name="Connector line-1792333799634-861733747"/>
          <p:cNvSpPr/>
          <p:nvPr/>
        </p:nvSpPr>
        <p:spPr>
          <a:xfrm>
            <a:off x="12192000" y="6524625"/>
            <a:ext cx="213360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triangl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2096750" y="5981700"/>
            <a:ext cx="2324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9525000" y="74485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 này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8de52b94-9cdc-4fd4-a8d9-c5701303f97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vai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trò,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6900" dirty="0"/>
          </a:p>
        </p:txBody>
      </p:sp>
      <p:sp>
        <p:nvSpPr>
          <p:cNvPr id="4" name="Text richtext-1792333821086-571807738"/>
          <p:cNvSpPr/>
          <p:nvPr/>
        </p:nvSpPr>
        <p:spPr>
          <a:xfrm>
            <a:off x="914400" y="38100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marL="361950" indent="-258592">
              <a:lnSpc>
                <a:spcPts val="399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 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nhiều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trò.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8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buSzPct val="100000"/>
              <a:buFont typeface="Arial"/>
              <a:buChar char="•"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F3DFB8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2009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1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b="1" spc="11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195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spc="11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1950" b="1" spc="13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525000" y="2000250"/>
            <a:ext cx="7467600" cy="1619250"/>
          </a:xfrm>
          <a:prstGeom prst="roundRect">
            <a:avLst>
              <a:gd name="adj" fmla="val 16471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06000" y="2447925"/>
            <a:ext cx="2000250" cy="7239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2249150" y="2447925"/>
            <a:ext cx="2000250" cy="7239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DNS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4592300" y="2447925"/>
            <a:ext cx="2000250" cy="7239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endParaRPr lang="en-US" sz="2250" dirty="0"/>
          </a:p>
        </p:txBody>
      </p:sp>
      <p:sp>
        <p:nvSpPr>
          <p:cNvPr id="14" name="Connector line-1792333821125-185845564"/>
          <p:cNvSpPr/>
          <p:nvPr/>
        </p:nvSpPr>
        <p:spPr>
          <a:xfrm>
            <a:off x="9525000" y="42862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46672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1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b="1" spc="11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1950" b="1" spc="13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TRÒ,</a:t>
            </a:r>
            <a:r>
              <a:rPr lang="en-US" sz="195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spc="1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525000" y="5524500"/>
            <a:ext cx="2000250" cy="7239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250" dirty="0"/>
          </a:p>
        </p:txBody>
      </p:sp>
      <p:sp>
        <p:nvSpPr>
          <p:cNvPr id="17" name="Connector line-1792333821130-661320012"/>
          <p:cNvSpPr/>
          <p:nvPr/>
        </p:nvSpPr>
        <p:spPr>
          <a:xfrm flipV="1">
            <a:off x="11582400" y="5410200"/>
            <a:ext cx="1085850" cy="4000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3821130-797199082"/>
          <p:cNvSpPr/>
          <p:nvPr/>
        </p:nvSpPr>
        <p:spPr>
          <a:xfrm>
            <a:off x="11582400" y="5981700"/>
            <a:ext cx="1085850" cy="5905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2725400" y="5048250"/>
            <a:ext cx="4267200" cy="857250"/>
          </a:xfrm>
          <a:prstGeom prst="roundRect">
            <a:avLst>
              <a:gd name="adj" fmla="val 2666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2725400" y="6191250"/>
            <a:ext cx="4267200" cy="857250"/>
          </a:xfrm>
          <a:prstGeom prst="roundRect">
            <a:avLst>
              <a:gd name="adj" fmla="val 2666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hai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9525000" y="7620000"/>
            <a:ext cx="74676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ctr" indent="0" marL="0">
              <a:lnSpc>
                <a:spcPts val="2940"/>
              </a:lnSpc>
              <a:buNone/>
            </a:pPr>
            <a:r>
              <a:rPr lang="en-US" sz="21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Vai</a:t>
            </a:r>
            <a:r>
              <a:rPr lang="en-US" sz="21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làm;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việc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1d9f71b-2eac-495d-997a-b853f3e502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Loại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900" dirty="0" spc="-8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6667500"/>
            <a:ext cx="53340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525000" y="21907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10750" y="2847975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525000" y="42862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10750" y="4943475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0687050" y="447675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qua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525000" y="63817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10750" y="7038975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687050" y="657225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 phân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14400" y="3810000"/>
            <a:ext cx="7620000" cy="2190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gõ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website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8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sẵn.</a:t>
            </a:r>
            <a:r>
              <a:rPr lang="en-US" sz="2850" dirty="0" spc="-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loại, loại nào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0687050" y="238125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DNS: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IP khi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sẵn.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addfc537-b890-4829-8180-3325f40aba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00150" y="3143250"/>
            <a:ext cx="190500" cy="1905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6" name="Connector line-1792333856888-359495897"/>
          <p:cNvSpPr/>
          <p:nvPr/>
        </p:nvSpPr>
        <p:spPr>
          <a:xfrm>
            <a:off x="1390650" y="3238500"/>
            <a:ext cx="440055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38250" y="36195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DNS</a:t>
            </a:r>
            <a:endParaRPr lang="en-US" sz="5700" dirty="0"/>
          </a:p>
        </p:txBody>
      </p:sp>
      <p:sp>
        <p:nvSpPr>
          <p:cNvPr id="8" name="Text 6"/>
          <p:cNvSpPr/>
          <p:nvPr/>
        </p:nvSpPr>
        <p:spPr>
          <a:xfrm>
            <a:off x="1238250" y="462915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Domain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825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9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IP.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65151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6800850" y="3143250"/>
            <a:ext cx="190500" cy="1905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2" name="Connector line-1792333856896-959462811"/>
          <p:cNvSpPr/>
          <p:nvPr/>
        </p:nvSpPr>
        <p:spPr>
          <a:xfrm>
            <a:off x="6991350" y="3238500"/>
            <a:ext cx="440055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6838950" y="36195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5700" dirty="0"/>
          </a:p>
        </p:txBody>
      </p:sp>
      <p:sp>
        <p:nvSpPr>
          <p:cNvPr id="14" name="Text 12"/>
          <p:cNvSpPr/>
          <p:nvPr/>
        </p:nvSpPr>
        <p:spPr>
          <a:xfrm>
            <a:off x="6838950" y="462915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83895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21158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2401550" y="3143250"/>
            <a:ext cx="190500" cy="1905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8" name="Connector line-1792333856903-553406382"/>
          <p:cNvSpPr/>
          <p:nvPr/>
        </p:nvSpPr>
        <p:spPr>
          <a:xfrm>
            <a:off x="12592050" y="3238500"/>
            <a:ext cx="440055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2439650" y="36195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1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FTP</a:t>
            </a:r>
            <a:endParaRPr lang="en-US" sz="5700" dirty="0"/>
          </a:p>
        </p:txBody>
      </p:sp>
      <p:sp>
        <p:nvSpPr>
          <p:cNvPr id="20" name="Text 18"/>
          <p:cNvSpPr/>
          <p:nvPr/>
        </p:nvSpPr>
        <p:spPr>
          <a:xfrm>
            <a:off x="12439650" y="462915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File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43965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 này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14400" y="70485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14400" y="74866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(tên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loại)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điển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 ·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RFC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9110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914400" y="81153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195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19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79b2b91a-3c93-421a-9785-38ab78734e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2026-10-19T06:17:06Z</dcterms:created>
  <dcterms:modified xsi:type="dcterms:W3CDTF">2026-10-19T06:17:06Z</dcterms:modified>
</cp:coreProperties>
</file>