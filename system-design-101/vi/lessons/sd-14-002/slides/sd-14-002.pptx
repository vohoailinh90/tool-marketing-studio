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62025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Encoding,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encryption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tokenization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769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là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sai?</a:t>
            </a:r>
            <a:endParaRPr lang="en-US" sz="3000" dirty="0"/>
          </a:p>
        </p:txBody>
      </p:sp>
      <p:sp>
        <p:nvSpPr>
          <p:cNvPr id="5" name="Connector line-1792306096887-124263801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334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giống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0" y="491490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2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mẫu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Encoding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Encryption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Tokenization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6eab529-08c0-446f-be5d-d3b3f46a55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thẻ, ba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1905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nào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0" y="1295400"/>
            <a:ext cx="76581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4111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1111 1111 1111</a:t>
            </a:r>
            <a:endParaRPr lang="en-US" sz="2400" dirty="0"/>
          </a:p>
        </p:txBody>
      </p:sp>
      <p:sp>
        <p:nvSpPr>
          <p:cNvPr id="10" name="Connector line-1792306097903-244023438"/>
          <p:cNvSpPr/>
          <p:nvPr/>
        </p:nvSpPr>
        <p:spPr>
          <a:xfrm>
            <a:off x="9620250" y="2095500"/>
            <a:ext cx="0" cy="52387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1" name="Connector line-1792306097903-832188132"/>
          <p:cNvSpPr/>
          <p:nvPr/>
        </p:nvSpPr>
        <p:spPr>
          <a:xfrm>
            <a:off x="9620250" y="371475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06097903-940202129"/>
          <p:cNvSpPr/>
          <p:nvPr/>
        </p:nvSpPr>
        <p:spPr>
          <a:xfrm>
            <a:off x="9620250" y="552450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06097904-667262382"/>
          <p:cNvSpPr/>
          <p:nvPr/>
        </p:nvSpPr>
        <p:spPr>
          <a:xfrm>
            <a:off x="9620250" y="733425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96500" y="3390900"/>
            <a:ext cx="2095500" cy="6477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Encoding</a:t>
            </a:r>
            <a:endParaRPr lang="en-US" sz="2100" dirty="0"/>
          </a:p>
        </p:txBody>
      </p:sp>
      <p:sp>
        <p:nvSpPr>
          <p:cNvPr id="15" name="Connector line-1792306097906-490005075"/>
          <p:cNvSpPr/>
          <p:nvPr/>
        </p:nvSpPr>
        <p:spPr>
          <a:xfrm>
            <a:off x="12306300" y="3714750"/>
            <a:ext cx="457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858750" y="3333750"/>
            <a:ext cx="413385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NDExMSAxMTEx…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58750" y="4171950"/>
            <a:ext cx="413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giải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96500" y="5200650"/>
            <a:ext cx="2095500" cy="6477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Encryption</a:t>
            </a:r>
            <a:endParaRPr lang="en-US" sz="2100" dirty="0"/>
          </a:p>
        </p:txBody>
      </p:sp>
      <p:sp>
        <p:nvSpPr>
          <p:cNvPr id="19" name="Connector line-1792306097912-974740547"/>
          <p:cNvSpPr/>
          <p:nvPr/>
        </p:nvSpPr>
        <p:spPr>
          <a:xfrm>
            <a:off x="12306300" y="5524500"/>
            <a:ext cx="457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858750" y="5143500"/>
            <a:ext cx="413385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gAAAAAB…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58750" y="5981700"/>
            <a:ext cx="413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khóa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96500" y="7010400"/>
            <a:ext cx="2095500" cy="6477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Tokenization</a:t>
            </a:r>
            <a:endParaRPr lang="en-US" sz="2100" dirty="0"/>
          </a:p>
        </p:txBody>
      </p:sp>
      <p:sp>
        <p:nvSpPr>
          <p:cNvPr id="23" name="Connector line-1792306097919-475750169"/>
          <p:cNvSpPr/>
          <p:nvPr/>
        </p:nvSpPr>
        <p:spPr>
          <a:xfrm>
            <a:off x="12306300" y="7334250"/>
            <a:ext cx="457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858750" y="6953250"/>
            <a:ext cx="413385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tok_3159c9a6…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58750" y="7791450"/>
            <a:ext cx="413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26" name="Connector line-1792306097927-5297228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c0dddef7-4923-42c6-8df7-a3c7736937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ENCODING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giấu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GỐC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447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4111</a:t>
            </a: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1111 1111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343400"/>
            <a:ext cx="430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4206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7444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6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ENCODE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744450" y="3619500"/>
            <a:ext cx="447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NDExMSAxMTEx…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744450" y="4343400"/>
            <a:ext cx="430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Base64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019800" y="3143250"/>
            <a:ext cx="624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Base64: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3" name="Connector line-1792306098756-88678701"/>
          <p:cNvSpPr/>
          <p:nvPr/>
        </p:nvSpPr>
        <p:spPr>
          <a:xfrm>
            <a:off x="6019800" y="3714750"/>
            <a:ext cx="6248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06098756-769165533"/>
          <p:cNvSpPr/>
          <p:nvPr/>
        </p:nvSpPr>
        <p:spPr>
          <a:xfrm flipH="1">
            <a:off x="6096000" y="4381500"/>
            <a:ext cx="6172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19800" y="4533900"/>
            <a:ext cx="624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ngược: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55245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Base64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ASCII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7048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70485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3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33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encoding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3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3300" dirty="0"/>
          </a:p>
        </p:txBody>
      </p:sp>
      <p:sp>
        <p:nvSpPr>
          <p:cNvPr id="20" name="Connector line-1792306098765-75493242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cbac958-1d1c-4aa0-b5f7-dd9d099adf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572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ĐỌC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57600"/>
            <a:ext cx="409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4111</a:t>
            </a: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r>
              <a:rPr lang="en-US" sz="2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endParaRPr lang="en-US" sz="2700" dirty="0"/>
          </a:p>
        </p:txBody>
      </p:sp>
      <p:sp>
        <p:nvSpPr>
          <p:cNvPr id="7" name="Connector line-1792306136212-272869665"/>
          <p:cNvSpPr/>
          <p:nvPr/>
        </p:nvSpPr>
        <p:spPr>
          <a:xfrm>
            <a:off x="5600700" y="3810000"/>
            <a:ext cx="1143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2857500"/>
            <a:ext cx="4572000" cy="190500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7181850" y="310515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81850" y="3657600"/>
            <a:ext cx="409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khóa</a:t>
            </a:r>
            <a:endParaRPr lang="en-US" sz="2700" dirty="0"/>
          </a:p>
        </p:txBody>
      </p:sp>
      <p:sp>
        <p:nvSpPr>
          <p:cNvPr id="11" name="Connector line-1792306136217-898098874"/>
          <p:cNvSpPr/>
          <p:nvPr/>
        </p:nvSpPr>
        <p:spPr>
          <a:xfrm>
            <a:off x="11544300" y="3810000"/>
            <a:ext cx="1143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0" y="2857500"/>
            <a:ext cx="4572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25450" y="310515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25450" y="3600450"/>
            <a:ext cx="392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gAAAAAB…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4400" y="5143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0" y="504825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19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19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801600" y="581025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 lỗi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858000"/>
            <a:ext cx="80010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8250" y="7105650"/>
            <a:ext cx="20955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8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8250" y="7734300"/>
            <a:ext cx="7353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372600" y="6858000"/>
            <a:ext cx="80010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6450" y="7105650"/>
            <a:ext cx="24765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6450" y="7734300"/>
            <a:ext cx="7353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24" name="Connector line-1792306136237-4986563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54901b7-f6b6-446b-82eb-2c5ba31a1f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TOKENIZATION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cầm</a:t>
            </a:r>
            <a:r>
              <a:rPr lang="en-US" sz="69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7625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1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576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4111</a:t>
            </a:r>
            <a:r>
              <a:rPr lang="en-US" sz="28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r>
              <a:rPr lang="en-US" sz="28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r>
              <a:rPr lang="en-US" sz="28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1111</a:t>
            </a:r>
            <a:endParaRPr lang="en-US" sz="2850" dirty="0"/>
          </a:p>
        </p:txBody>
      </p:sp>
      <p:sp>
        <p:nvSpPr>
          <p:cNvPr id="7" name="Connector line-1792306137011-422244822"/>
          <p:cNvSpPr/>
          <p:nvPr/>
        </p:nvSpPr>
        <p:spPr>
          <a:xfrm>
            <a:off x="5791200" y="3810000"/>
            <a:ext cx="9525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2857500"/>
            <a:ext cx="4762500" cy="190500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7181850" y="31051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1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81850" y="36385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tok_3159c9a6…</a:t>
            </a:r>
            <a:endParaRPr lang="en-US" sz="3150" dirty="0"/>
          </a:p>
        </p:txBody>
      </p:sp>
      <p:sp>
        <p:nvSpPr>
          <p:cNvPr id="11" name="Connector line-1792306137015-480541575"/>
          <p:cNvSpPr/>
          <p:nvPr/>
        </p:nvSpPr>
        <p:spPr>
          <a:xfrm>
            <a:off x="11734800" y="3810000"/>
            <a:ext cx="9525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0" y="2857500"/>
            <a:ext cx="4572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25450" y="310515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6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25450" y="3657600"/>
            <a:ext cx="3924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700" dirty="0"/>
          </a:p>
        </p:txBody>
      </p:sp>
      <p:sp>
        <p:nvSpPr>
          <p:cNvPr id="15" name="Connector line-1792306137019-867450960"/>
          <p:cNvSpPr/>
          <p:nvPr/>
        </p:nvSpPr>
        <p:spPr>
          <a:xfrm>
            <a:off x="3295650" y="4762500"/>
            <a:ext cx="0" cy="762000"/>
          </a:xfrm>
          <a:prstGeom prst="line">
            <a:avLst/>
          </a:prstGeom>
          <a:noFill/>
          <a:ln w="38100">
            <a:solidFill>
              <a:srgbClr val="0F766E"/>
            </a:solidFill>
            <a:prstDash val="lg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4400" y="5524500"/>
            <a:ext cx="16459200" cy="28575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1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650" b="1" spc="2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1650" b="1" spc="1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95400" y="6400800"/>
            <a:ext cx="53340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tok_3159c9a6…</a:t>
            </a:r>
            <a:endParaRPr lang="en-US" sz="2550" dirty="0"/>
          </a:p>
        </p:txBody>
      </p:sp>
      <p:sp>
        <p:nvSpPr>
          <p:cNvPr id="19" name="Connector line-1792306137023-872344153"/>
          <p:cNvSpPr/>
          <p:nvPr/>
        </p:nvSpPr>
        <p:spPr>
          <a:xfrm>
            <a:off x="6819900" y="6800850"/>
            <a:ext cx="8001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810500" y="6400800"/>
            <a:ext cx="5905500" cy="8001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4111 1111 1111 1111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95400" y="754380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Ánh</a:t>
            </a:r>
            <a:r>
              <a:rPr lang="en-US" sz="2250" dirty="0" spc="-2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250" dirty="0" spc="6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5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16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1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250" dirty="0"/>
          </a:p>
        </p:txBody>
      </p:sp>
      <p:sp>
        <p:nvSpPr>
          <p:cNvPr id="22" name="Connector line-1792306137026-3614569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f6435df-b293-4eaf-b625-ee511d07db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480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480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Encoding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67500" y="2857500"/>
            <a:ext cx="1038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 an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2291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44196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4196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2650" y="4229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Encryption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667500" y="4229100"/>
            <a:ext cx="1038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lộ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6007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57912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57912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52650" y="56007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Tokenization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667500" y="5600700"/>
            <a:ext cx="1038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token: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là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71628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1628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phát: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hóa, không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21" name="Connector line-1792306137845-26361257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84a7c1c-33ba-4ae3-b067-5cc2e89beb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ENCRYPTION: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6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20955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4476750"/>
            <a:ext cx="200025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400" dirty="0"/>
          </a:p>
        </p:txBody>
      </p:sp>
      <p:sp>
        <p:nvSpPr>
          <p:cNvPr id="7" name="Connector line-1792306179202-825578386"/>
          <p:cNvSpPr/>
          <p:nvPr/>
        </p:nvSpPr>
        <p:spPr>
          <a:xfrm>
            <a:off x="3238500" y="5000625"/>
            <a:ext cx="428625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3667125" y="4619625"/>
            <a:ext cx="219075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100" dirty="0"/>
          </a:p>
        </p:txBody>
      </p:sp>
      <p:sp>
        <p:nvSpPr>
          <p:cNvPr id="9" name="Connector line-1792306179204-838329235"/>
          <p:cNvSpPr/>
          <p:nvPr/>
        </p:nvSpPr>
        <p:spPr>
          <a:xfrm>
            <a:off x="5857875" y="5000625"/>
            <a:ext cx="428625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286500" y="4476750"/>
            <a:ext cx="200025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8250" y="619125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6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6450" y="31623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96450" y="4095750"/>
            <a:ext cx="73533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 chỉ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96450" y="5391150"/>
            <a:ext cx="73533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96450" y="676275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phát.</a:t>
            </a:r>
            <a:endParaRPr lang="en-US" sz="2550" dirty="0"/>
          </a:p>
        </p:txBody>
      </p:sp>
      <p:sp>
        <p:nvSpPr>
          <p:cNvPr id="17" name="Connector line-1792306179214-6407504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f99aa22-90e4-472d-b0eb-a202f78074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Băm: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000500" cy="171450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57600"/>
            <a:ext cx="335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850" dirty="0"/>
          </a:p>
        </p:txBody>
      </p:sp>
      <p:sp>
        <p:nvSpPr>
          <p:cNvPr id="7" name="Connector line-1792306180016-3947261"/>
          <p:cNvSpPr/>
          <p:nvPr/>
        </p:nvSpPr>
        <p:spPr>
          <a:xfrm>
            <a:off x="5067300" y="3714750"/>
            <a:ext cx="1447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667500" y="2857500"/>
            <a:ext cx="4953000" cy="1714500"/>
          </a:xfrm>
          <a:prstGeom prst="roundRect">
            <a:avLst>
              <a:gd name="adj" fmla="val 1777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3450" dirty="0"/>
          </a:p>
        </p:txBody>
      </p:sp>
      <p:sp>
        <p:nvSpPr>
          <p:cNvPr id="9" name="Connector line-1792306180022-491698064"/>
          <p:cNvSpPr/>
          <p:nvPr/>
        </p:nvSpPr>
        <p:spPr>
          <a:xfrm>
            <a:off x="11772900" y="3714750"/>
            <a:ext cx="14478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373100" y="2857500"/>
            <a:ext cx="4000500" cy="171450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96950" y="3105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696950" y="3657600"/>
            <a:ext cx="335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850" dirty="0"/>
          </a:p>
        </p:txBody>
      </p:sp>
      <p:sp>
        <p:nvSpPr>
          <p:cNvPr id="13" name="Connector line-1792306180026-146118682"/>
          <p:cNvSpPr/>
          <p:nvPr/>
        </p:nvSpPr>
        <p:spPr>
          <a:xfrm flipH="1">
            <a:off x="2971800" y="5143500"/>
            <a:ext cx="12458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572250" y="4819650"/>
            <a:ext cx="5143500" cy="647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4770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7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3000" dirty="0"/>
          </a:p>
        </p:txBody>
      </p:sp>
      <p:sp>
        <p:nvSpPr>
          <p:cNvPr id="17" name="Connector line-1792306180033-736997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964f17a-7bc4-41fd-b69f-0116f6081e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5720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4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450" b="1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“mật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khẩu”</a:t>
            </a: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</a:t>
            </a:r>
            <a:r>
              <a:rPr lang="en-US" sz="34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4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34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sai?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Base64 là encoding</a:t>
            </a:r>
            <a:endParaRPr lang="en-US" sz="4950" dirty="0"/>
          </a:p>
        </p:txBody>
      </p:sp>
      <p:sp>
        <p:nvSpPr>
          <p:cNvPr id="10" name="Text richtext-1792306180940-814840616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marL="381000" indent="-272202">
              <a:lnSpc>
                <a:spcPts val="375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3000" dirty="0"/>
          </a:p>
          <a:p>
            <a:pPr algn="l" marL="381000" indent="-272202">
              <a:lnSpc>
                <a:spcPts val="375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000" dirty="0"/>
          </a:p>
          <a:p>
            <a:pPr algn="l" marL="381000" indent="-272202">
              <a:lnSpc>
                <a:spcPts val="3750"/>
              </a:lnSpc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cho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3000" dirty="0"/>
          </a:p>
        </p:txBody>
      </p:sp>
      <p:sp>
        <p:nvSpPr>
          <p:cNvPr id="11" name="Connector line-1792306180960-56606418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d8dceb0-74e7-4bc7-b3fb-554771ccff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622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ASCII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876550" y="26289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American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Information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Interchange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876550" y="29337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Latin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7528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876550" y="36195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876550" y="39243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7434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PCI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876550" y="46101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Payment Card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Industry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876550" y="49149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7340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DSS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876550" y="56007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876550" y="59055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 PCI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DSS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5151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7246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876550" y="65913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876550" y="68961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 đặt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5057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77152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OAEP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876550" y="75819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Optimal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Asymmetric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Padding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876550" y="78867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28" name="Connector line-1792306181801-655759762"/>
          <p:cNvSpPr/>
          <p:nvPr/>
        </p:nvSpPr>
        <p:spPr>
          <a:xfrm>
            <a:off x="11734800" y="2552700"/>
            <a:ext cx="0" cy="586740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077700" y="2552700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0" name="Text richtext-1792306181804-173372124"/>
          <p:cNvSpPr/>
          <p:nvPr/>
        </p:nvSpPr>
        <p:spPr>
          <a:xfrm>
            <a:off x="12077700" y="3028950"/>
            <a:ext cx="5295900" cy="3143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Cryptographic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077700" y="6667500"/>
            <a:ext cx="5295900" cy="142875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thiết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32" name="Connector line-1792306181811-8293951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09f695ba-58fa-4c9a-abba-21494e3384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2026-10-19T18:09:21Z</dcterms:created>
  <dcterms:modified xsi:type="dcterms:W3CDTF">2026-10-19T18:09:21Z</dcterms:modified>
</cp:coreProperties>
</file>