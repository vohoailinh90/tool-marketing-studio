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81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nhóm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 chạy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 không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nên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 vài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 nền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tảng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2026-10-19T14:05:12Z</dcterms:created>
  <dcterms:modified xsi:type="dcterms:W3CDTF">2026-10-19T14:05:12Z</dcterms:modified>
</cp:coreProperties>
</file>