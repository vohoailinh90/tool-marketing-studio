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Connector line-1792392689305-503476652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MVC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MVP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MVVM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VIPER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10" name="Connector line-1792392689319-125501032"/>
          <p:cNvSpPr/>
          <p:nvPr/>
        </p:nvSpPr>
        <p:spPr>
          <a:xfrm>
            <a:off x="1295400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2689319-699226521"/>
          <p:cNvSpPr/>
          <p:nvPr/>
        </p:nvSpPr>
        <p:spPr>
          <a:xfrm>
            <a:off x="1295400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5049500" y="54292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0fe15d63-47a0-4826-8c67-239a384554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6096000" cy="49530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ctr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191500" y="2952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2952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191500" y="46672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0" y="46672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 bấm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91500" y="6381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0" y="6381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endParaRPr lang="en-US" sz="2400" dirty="0"/>
          </a:p>
        </p:txBody>
      </p:sp>
      <p:sp>
        <p:nvSpPr>
          <p:cNvPr id="12" name="Connector line-1792392690332-49907679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366bbac-1f3d-4c57-8a66-6e2d27990b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cái luật?</a:t>
            </a:r>
            <a:endParaRPr lang="en-US" sz="6900" dirty="0"/>
          </a:p>
        </p:txBody>
      </p:sp>
      <p:sp>
        <p:nvSpPr>
          <p:cNvPr id="4" name="Connector line-1792392691195-846207867"/>
          <p:cNvSpPr/>
          <p:nvPr/>
        </p:nvSpPr>
        <p:spPr>
          <a:xfrm>
            <a:off x="2476500" y="3429000"/>
            <a:ext cx="133350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24100" y="32766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6772275" y="32766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1210925" y="32766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5659100" y="32766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257175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2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MVC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781675" y="257175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MVP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220325" y="257175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MVVM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4668500" y="257175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VIPER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047750" y="3762375"/>
            <a:ext cx="28575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10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95925" y="3762375"/>
            <a:ext cx="28575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34575" y="3762375"/>
            <a:ext cx="28575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382750" y="3762375"/>
            <a:ext cx="28575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1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57150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MVC,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 năm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(theo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372600" y="571500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9696450" y="571500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2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hiện;</a:t>
            </a:r>
            <a:r>
              <a:rPr lang="en-US" sz="225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b="1" dirty="0" spc="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b="1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9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như</a:t>
            </a:r>
            <a:r>
              <a:rPr lang="en-US" sz="19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-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19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1950" dirty="0"/>
          </a:p>
        </p:txBody>
      </p:sp>
      <p:sp>
        <p:nvSpPr>
          <p:cNvPr id="22" name="Connector line-1792392691218-55676232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5ac3329-90e6-4014-aafd-0141d6653b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180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645920"/>
                <a:gridCol w="4937760"/>
                <a:gridCol w="7571232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Mẫu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Lớp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Mẫu</a:t>
                      </a:r>
                      <a:r>
                        <a:rPr lang="en-US" sz="2100" b="1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giữa</a:t>
                      </a:r>
                      <a:r>
                        <a:rPr lang="en-US" sz="21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biết</a:t>
                      </a:r>
                      <a:r>
                        <a:rPr lang="en-US" sz="2100" b="1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r>
                        <a:rPr lang="en-US" sz="21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khung</a:t>
                      </a:r>
                      <a:r>
                        <a:rPr lang="en-US" sz="210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nhìn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Dựng</a:t>
                      </a:r>
                      <a:r>
                        <a:rPr lang="en-US" sz="21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1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r>
                        <a:rPr lang="en-US" sz="21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luật</a:t>
                      </a:r>
                      <a:r>
                        <a:rPr lang="en-US" sz="21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nút</a:t>
                      </a:r>
                      <a:r>
                        <a:rPr lang="en-US" sz="2100" b="1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Trừ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MVC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hai</a:t>
                      </a: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hình,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1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khiển, khung nhìn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MVP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hàm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show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hình,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bày,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khung nhìn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0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MVVM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 gì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hình,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khung nhìn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VIPER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hàm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show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thực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thể,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tương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tác, bộ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bày,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52A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191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MVVM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nhìn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2100" dirty="0"/>
          </a:p>
        </p:txBody>
      </p:sp>
      <p:sp>
        <p:nvSpPr>
          <p:cNvPr id="6" name="Connector line-1792392718933-85519804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1eadac5-c45d-42ae-81af-9d3b4c9112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chơi,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MVP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VIPER: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400" dirty="0"/>
          </a:p>
        </p:txBody>
      </p:sp>
      <p:sp>
        <p:nvSpPr>
          <p:cNvPr id="10" name="Connector line-1792392719797-44553238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012537b6-5c17-4dc9-adf5-4d11f33e96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1800" b="1" spc="23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800" b="1" spc="2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86200" cy="4953000"/>
          </a:xfrm>
          <a:prstGeom prst="roundRect">
            <a:avLst>
              <a:gd name="adj" fmla="val 5882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4325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3238500" cy="161925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238250" y="5715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0" y="2857500"/>
            <a:ext cx="3886200" cy="4953000"/>
          </a:xfrm>
          <a:prstGeom prst="roundRect">
            <a:avLst>
              <a:gd name="adj" fmla="val 5882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3050" y="314325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53050" y="3905250"/>
            <a:ext cx="3238500" cy="161925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5353050" y="5715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0" y="2857500"/>
            <a:ext cx="3886200" cy="4953000"/>
          </a:xfrm>
          <a:prstGeom prst="roundRect">
            <a:avLst>
              <a:gd name="adj" fmla="val 588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7850" y="314325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MVVM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467850" y="3905250"/>
            <a:ext cx="3238500" cy="161925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9467850" y="5715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258800" y="2857500"/>
            <a:ext cx="4114800" cy="4953000"/>
          </a:xfrm>
          <a:prstGeom prst="roundRect">
            <a:avLst>
              <a:gd name="adj" fmla="val 5556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82650" y="31432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VIPER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582650" y="3905250"/>
            <a:ext cx="3429000" cy="161925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13582650" y="5715000"/>
            <a:ext cx="3429000" cy="1714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lớp;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không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20" name="Connector line-1792392720612-16589216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db4c37e-0399-4ac0-a5eb-4aee880adf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4795" rIns="0" bIns="-14795" rtlCol="0" anchor="t"/>
          <a:lstStyle/>
          <a:p>
            <a:pPr algn="l" indent="0" marL="0">
              <a:lnSpc>
                <a:spcPts val="5347"/>
              </a:lnSpc>
              <a:buNone/>
            </a:pPr>
            <a:r>
              <a:rPr lang="en-US" sz="46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 nút</a:t>
            </a:r>
            <a:r>
              <a:rPr lang="en-US" sz="46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65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6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diện:</a:t>
            </a:r>
            <a:r>
              <a:rPr lang="en-US" sz="46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 khỏi</a:t>
            </a:r>
            <a:r>
              <a:rPr lang="en-US" sz="46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r>
              <a:rPr lang="en-US" sz="465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46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giả?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619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3619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MVVM: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khung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 không nhắc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048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5048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khung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477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6477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VIPER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250" dirty="0"/>
          </a:p>
        </p:txBody>
      </p:sp>
      <p:sp>
        <p:nvSpPr>
          <p:cNvPr id="13" name="Connector line-1792392756388-59822832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799b06b-13f1-4c5f-beb8-2dfc9c64f4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gạch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năm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gạch</a:t>
            </a:r>
            <a:r>
              <a:rPr lang="en-US" sz="5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dòng.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màn</a:t>
            </a:r>
            <a:r>
              <a:rPr lang="en-US" sz="54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54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48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MVC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MVVM</a:t>
            </a:r>
            <a:endParaRPr lang="en-US" sz="2250" dirty="0"/>
          </a:p>
        </p:txBody>
      </p:sp>
      <p:sp>
        <p:nvSpPr>
          <p:cNvPr id="7" name="Connector line-1792392757174-32383326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365e9bf-7786-48e2-ab4a-6fe1b13be8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87655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952750" y="276225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7719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88620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952750" y="377190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478155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89585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MVVM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952750" y="478155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nhìn,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nhìn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57912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5905500"/>
            <a:ext cx="1619250" cy="5905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VIPER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952750" y="5791200"/>
            <a:ext cx="14097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nhìn,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bày,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7620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Apple: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Model-View-Controller (tài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trữ)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Model-View-ViewModel</a:t>
            </a:r>
            <a:endParaRPr lang="en-US" sz="1950" dirty="0"/>
          </a:p>
        </p:txBody>
      </p:sp>
      <p:sp>
        <p:nvSpPr>
          <p:cNvPr id="18" name="Connector line-1792392757983-59973375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b183bac-e5a6-44e4-9aed-1fe0f26bda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2026-10-19T06:53:09Z</dcterms:created>
  <dcterms:modified xsi:type="dcterms:W3CDTF">2026-10-19T06:53:09Z</dcterms:modified>
</cp:coreProperties>
</file>