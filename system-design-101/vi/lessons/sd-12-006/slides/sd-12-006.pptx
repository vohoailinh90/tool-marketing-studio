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chat</a:t>
            </a:r>
            <a:r>
              <a:rPr lang="en-US" sz="66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r>
              <a:rPr lang="en-US" sz="66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Redis:</a:t>
            </a:r>
            <a:r>
              <a:rPr lang="en-US" sz="66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6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421872620-722908074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3DD6A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3DD6A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95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263849b-4553-4979-8efb-44e74efd64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nhớ;</a:t>
            </a:r>
            <a:r>
              <a:rPr lang="en-US" sz="7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30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ca91fa0-10cd-4abe-b6f4-cbad97bb89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1800" b="1" spc="24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Bob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 thứ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527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2571750" y="2762250"/>
            <a:ext cx="1447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4767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2571750" y="4286250"/>
            <a:ext cx="1447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60007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571750" y="5810250"/>
            <a:ext cx="1447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752475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2571750" y="7334250"/>
            <a:ext cx="1447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member_add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399c227-8a7a-4aaa-ab82-46bdc12360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nơi,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286000" y="2762250"/>
            <a:ext cx="3048000" cy="762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0" y="2762250"/>
            <a:ext cx="3048000" cy="762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0" y="2762250"/>
            <a:ext cx="3048000" cy="762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2100" dirty="0"/>
          </a:p>
        </p:txBody>
      </p:sp>
      <p:sp>
        <p:nvSpPr>
          <p:cNvPr id="7" name="Connector line-1792421877461-463279043"/>
          <p:cNvSpPr/>
          <p:nvPr/>
        </p:nvSpPr>
        <p:spPr>
          <a:xfrm>
            <a:off x="3810000" y="3524250"/>
            <a:ext cx="0" cy="46672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8" name="Connector line-1792421877461-691656684"/>
          <p:cNvSpPr/>
          <p:nvPr/>
        </p:nvSpPr>
        <p:spPr>
          <a:xfrm>
            <a:off x="9144000" y="3524250"/>
            <a:ext cx="0" cy="46672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9" name="Connector line-1792421877461-669193676"/>
          <p:cNvSpPr/>
          <p:nvPr/>
        </p:nvSpPr>
        <p:spPr>
          <a:xfrm>
            <a:off x="14478000" y="3524250"/>
            <a:ext cx="0" cy="46672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39052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(WebSocket)</a:t>
            </a:r>
            <a:endParaRPr lang="en-US" sz="2100" dirty="0"/>
          </a:p>
        </p:txBody>
      </p:sp>
      <p:sp>
        <p:nvSpPr>
          <p:cNvPr id="11" name="Connector line-1792421877465-604526230"/>
          <p:cNvSpPr/>
          <p:nvPr/>
        </p:nvSpPr>
        <p:spPr>
          <a:xfrm>
            <a:off x="3848100" y="4476750"/>
            <a:ext cx="5257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334500" y="49530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ZADD:</a:t>
            </a:r>
            <a:r>
              <a:rPr lang="en-US" sz="210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100" dirty="0"/>
          </a:p>
        </p:txBody>
      </p:sp>
      <p:sp>
        <p:nvSpPr>
          <p:cNvPr id="13" name="Connector line-1792421877467-450523227"/>
          <p:cNvSpPr/>
          <p:nvPr/>
        </p:nvSpPr>
        <p:spPr>
          <a:xfrm>
            <a:off x="9182100" y="5524500"/>
            <a:ext cx="52578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334500" y="60007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PUBLISH: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2100" dirty="0"/>
          </a:p>
        </p:txBody>
      </p:sp>
      <p:sp>
        <p:nvSpPr>
          <p:cNvPr id="15" name="Connector line-1792421877468-979654179"/>
          <p:cNvSpPr/>
          <p:nvPr/>
        </p:nvSpPr>
        <p:spPr>
          <a:xfrm>
            <a:off x="9182100" y="6572250"/>
            <a:ext cx="52578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334500" y="70485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100" dirty="0"/>
          </a:p>
        </p:txBody>
      </p:sp>
      <p:sp>
        <p:nvSpPr>
          <p:cNvPr id="17" name="Connector line-1792421877470-802318520"/>
          <p:cNvSpPr/>
          <p:nvPr/>
        </p:nvSpPr>
        <p:spPr>
          <a:xfrm flipH="1">
            <a:off x="9182100" y="7620000"/>
            <a:ext cx="52578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lg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0cab8f9-65ae-4f44-878d-d008c18dcc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MÓN,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100" b="1" spc="1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6" name="Text richtext-1792421878335-706118765"/>
          <p:cNvSpPr/>
          <p:nvPr/>
        </p:nvSpPr>
        <p:spPr>
          <a:xfrm>
            <a:off x="13335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lỡ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</p:txBody>
      </p:sp>
      <p:sp>
        <p:nvSpPr>
          <p:cNvPr id="9" name="Text richtext-1792421878357-691809225"/>
          <p:cNvSpPr/>
          <p:nvPr/>
        </p:nvSpPr>
        <p:spPr>
          <a:xfrm>
            <a:off x="97917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7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đẩy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04c559f-e6c7-4096-8309-0c7602c0e1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2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800" b="1" spc="26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571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0" y="2571750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1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528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352800"/>
            <a:ext cx="7620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0" y="3352800"/>
            <a:ext cx="8001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2862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4286250"/>
            <a:ext cx="7620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hai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0" y="4286250"/>
            <a:ext cx="8001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2197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" y="5219700"/>
            <a:ext cx="7620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ZRANGE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0" y="5219700"/>
            <a:ext cx="8001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1531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6153150"/>
            <a:ext cx="7620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0" y="6153150"/>
            <a:ext cx="8001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biến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70866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50" y="7086600"/>
            <a:ext cx="7620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SUBSCRIBE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0" y="7086600"/>
            <a:ext cx="8001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4400" y="80200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0150" y="8020050"/>
            <a:ext cx="7620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ZADD hai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0" y="8020050"/>
            <a:ext cx="8001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 tin</a:t>
            </a:r>
            <a:r>
              <a:rPr lang="en-US" sz="22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0545c0b-e891-4a8e-af98-78fb0ac3d8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chat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429000"/>
          </a:xfrm>
          <a:prstGeom prst="roundRect">
            <a:avLst>
              <a:gd name="adj" fmla="val 8889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15100" y="3048000"/>
            <a:ext cx="5257800" cy="342900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429000"/>
            <a:ext cx="44958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115800" y="3048000"/>
            <a:ext cx="5257800" cy="342900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800" y="3429000"/>
            <a:ext cx="44958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b4720ca-5af1-450f-bc11-d77c71aaf8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Alice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F6A4D"/>
          </a:solidFill>
          <a:ln/>
        </p:spPr>
      </p:sp>
      <p:sp>
        <p:nvSpPr>
          <p:cNvPr id="7" name="Connector line-1792421881410-554130777"/>
          <p:cNvSpPr/>
          <p:nvPr/>
        </p:nvSpPr>
        <p:spPr>
          <a:xfrm>
            <a:off x="5581650" y="4429125"/>
            <a:ext cx="1181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1881411-794901437"/>
          <p:cNvSpPr/>
          <p:nvPr/>
        </p:nvSpPr>
        <p:spPr>
          <a:xfrm>
            <a:off x="11525250" y="4429125"/>
            <a:ext cx="1181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82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1818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18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1254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254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làm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không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thì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3097aa6-67fb-4c69-a90c-b117b7e000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9000"/>
            <a:ext cx="3238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7250" y="30480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857750"/>
            <a:ext cx="323850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7250" y="447675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nghe, không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286500"/>
            <a:ext cx="3238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7250" y="59055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100" dirty="0"/>
          </a:p>
        </p:txBody>
      </p:sp>
      <p:sp>
        <p:nvSpPr>
          <p:cNvPr id="13" name="Connector line-1792421882375-526916061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1882376-734011449"/>
          <p:cNvSpPr/>
          <p:nvPr/>
        </p:nvSpPr>
        <p:spPr>
          <a:xfrm>
            <a:off x="12858750" y="3619500"/>
            <a:ext cx="4762500" cy="2476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b5794d5-f512-4b6c-81ed-67095bbd9e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2026-10-19T14:58:28Z</dcterms:created>
  <dcterms:modified xsi:type="dcterms:W3CDTF">2026-10-19T14:58:28Z</dcterms:modified>
</cp:coreProperties>
</file>