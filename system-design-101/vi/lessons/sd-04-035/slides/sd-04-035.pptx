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9525000" cy="4000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3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gian:</a:t>
            </a:r>
            <a:r>
              <a:rPr lang="en-US" sz="63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63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hơn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668250" y="161925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668250" y="381000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953750" y="6286500"/>
            <a:ext cx="304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144750" y="6286500"/>
            <a:ext cx="304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0" name="Connector line-1792371382448-383144598"/>
          <p:cNvSpPr/>
          <p:nvPr/>
        </p:nvSpPr>
        <p:spPr>
          <a:xfrm>
            <a:off x="14573250" y="2476500"/>
            <a:ext cx="0" cy="13335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71382449-571884683"/>
          <p:cNvSpPr/>
          <p:nvPr/>
        </p:nvSpPr>
        <p:spPr>
          <a:xfrm rot="5400000">
            <a:off x="12715875" y="4429125"/>
            <a:ext cx="1619250" cy="20955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71382450-799555568"/>
          <p:cNvSpPr/>
          <p:nvPr/>
        </p:nvSpPr>
        <p:spPr>
          <a:xfrm flipV="1" rot="5400000">
            <a:off x="14811375" y="4429125"/>
            <a:ext cx="1619250" cy="20955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6d5395f7-9479-4837-a3a9-7131cc41c3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Tình huống</a:t>
            </a:r>
            <a:r>
              <a:rPr lang="en-US" sz="66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5143500" cy="53340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571750"/>
            <a:ext cx="4381500" cy="457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cho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572250" y="2190750"/>
            <a:ext cx="5143500" cy="53340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53250" y="2571750"/>
            <a:ext cx="4381500" cy="457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192000" y="2190750"/>
            <a:ext cx="5143500" cy="53340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0" y="2571750"/>
            <a:ext cx="4381500" cy="457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gian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 trung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c2c535d-774c-42b5-83df-e92b1ff960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6192500" cy="3619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select</a:t>
            </a:r>
            <a:r>
              <a:rPr lang="en-US" sz="8400" dirty="0" spc="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4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4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sao,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84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chính.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52500" y="5715000"/>
            <a:ext cx="3810000" cy="1047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524500" y="5715000"/>
            <a:ext cx="3810000" cy="1047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096500" y="5715000"/>
            <a:ext cx="3238500" cy="1047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097000" y="5715000"/>
            <a:ext cx="3238500" cy="1047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7429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cannot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execute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INSERT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read-only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d812c8a-e987-4f45-b423-ca7a028a48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Alice</a:t>
            </a:r>
            <a:r>
              <a:rPr lang="en-US" sz="6300" dirty="0" spc="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300" dirty="0" spc="-2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30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-7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6300" dirty="0" spc="-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300" dirty="0"/>
          </a:p>
        </p:txBody>
      </p:sp>
      <p:sp>
        <p:nvSpPr>
          <p:cNvPr id="3" name="Connector line-1792371385400-544019367"/>
          <p:cNvSpPr/>
          <p:nvPr/>
        </p:nvSpPr>
        <p:spPr>
          <a:xfrm>
            <a:off x="3810000" y="2667000"/>
            <a:ext cx="0" cy="5905500"/>
          </a:xfrm>
          <a:prstGeom prst="line">
            <a:avLst/>
          </a:prstGeom>
          <a:noFill/>
          <a:ln w="28575">
            <a:solidFill>
              <a:srgbClr val="4A4F63"/>
            </a:solidFill>
            <a:prstDash val="solid"/>
            <a:headEnd type="none"/>
            <a:tailEnd type="none"/>
          </a:ln>
        </p:spPr>
      </p:sp>
      <p:sp>
        <p:nvSpPr>
          <p:cNvPr id="4" name="Connector line-1792371385400-656614580"/>
          <p:cNvSpPr/>
          <p:nvPr/>
        </p:nvSpPr>
        <p:spPr>
          <a:xfrm>
            <a:off x="9144000" y="2667000"/>
            <a:ext cx="0" cy="5905500"/>
          </a:xfrm>
          <a:prstGeom prst="line">
            <a:avLst/>
          </a:prstGeom>
          <a:noFill/>
          <a:ln w="28575">
            <a:solidFill>
              <a:srgbClr val="4A4F63"/>
            </a:solidFill>
            <a:prstDash val="solid"/>
            <a:headEnd type="none"/>
            <a:tailEnd type="none"/>
          </a:ln>
        </p:spPr>
      </p:sp>
      <p:sp>
        <p:nvSpPr>
          <p:cNvPr id="5" name="Connector line-1792371385400-104648259"/>
          <p:cNvSpPr/>
          <p:nvPr/>
        </p:nvSpPr>
        <p:spPr>
          <a:xfrm>
            <a:off x="14478000" y="2667000"/>
            <a:ext cx="0" cy="5905500"/>
          </a:xfrm>
          <a:prstGeom prst="line">
            <a:avLst/>
          </a:prstGeom>
          <a:noFill/>
          <a:ln w="28575">
            <a:solidFill>
              <a:srgbClr val="4A4F63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2095500" y="18097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Alice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429500" y="18097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</a:t>
            </a:r>
            <a:r>
              <a:rPr lang="en-US" sz="25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763500" y="18097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</a:t>
            </a:r>
            <a:r>
              <a:rPr lang="en-US" sz="2550" dirty="0" spc="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810000" y="32385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250" dirty="0"/>
          </a:p>
        </p:txBody>
      </p:sp>
      <p:sp>
        <p:nvSpPr>
          <p:cNvPr id="10" name="Connector line-1792371385408-806995879"/>
          <p:cNvSpPr/>
          <p:nvPr/>
        </p:nvSpPr>
        <p:spPr>
          <a:xfrm>
            <a:off x="3810000" y="3810000"/>
            <a:ext cx="5334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810000" y="40957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250" dirty="0"/>
          </a:p>
        </p:txBody>
      </p:sp>
      <p:sp>
        <p:nvSpPr>
          <p:cNvPr id="12" name="Connector line-1792371385410-953608563"/>
          <p:cNvSpPr/>
          <p:nvPr/>
        </p:nvSpPr>
        <p:spPr>
          <a:xfrm flipH="1">
            <a:off x="3810000" y="4762500"/>
            <a:ext cx="5334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10000" y="55245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tôi: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2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4" name="Connector line-1792371385413-314954096"/>
          <p:cNvSpPr/>
          <p:nvPr/>
        </p:nvSpPr>
        <p:spPr>
          <a:xfrm>
            <a:off x="3810000" y="6286500"/>
            <a:ext cx="106680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810000" y="65722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225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đơn: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</a:t>
            </a:r>
            <a:endParaRPr lang="en-US" sz="2250" dirty="0"/>
          </a:p>
        </p:txBody>
      </p:sp>
      <p:sp>
        <p:nvSpPr>
          <p:cNvPr id="16" name="Connector line-1792371385415-684147280"/>
          <p:cNvSpPr/>
          <p:nvPr/>
        </p:nvSpPr>
        <p:spPr>
          <a:xfrm flipH="1">
            <a:off x="3810000" y="7334250"/>
            <a:ext cx="106680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Text 25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a05de87-cb81-4217-b51d-45b8aa4d83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chờ</a:t>
            </a:r>
            <a:r>
              <a:rPr lang="en-US" sz="6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r>
              <a:rPr lang="en-US" sz="6000" dirty="0" spc="-2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000" dirty="0" spc="-1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0477500" cy="5143500"/>
          </a:xfrm>
          <a:prstGeom prst="rect">
            <a:avLst/>
          </a:prstGeom>
          <a:noFill/>
          <a:ln/>
        </p:spPr>
        <p:txBody>
          <a:bodyPr wrap="square" lIns="0" tIns="251460" rIns="0" bIns="-251460" rtlCol="0" anchor="t"/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247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45–48</a:t>
            </a:r>
            <a:endParaRPr lang="en-US" sz="24750" dirty="0"/>
          </a:p>
        </p:txBody>
      </p:sp>
      <p:sp>
        <p:nvSpPr>
          <p:cNvPr id="4" name="Text 2"/>
          <p:cNvSpPr/>
          <p:nvPr/>
        </p:nvSpPr>
        <p:spPr>
          <a:xfrm>
            <a:off x="952500" y="68580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30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11000" y="2190750"/>
            <a:ext cx="5524500" cy="2476500"/>
          </a:xfrm>
          <a:prstGeom prst="roundRect">
            <a:avLst>
              <a:gd name="adj" fmla="val 9231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0" y="242887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Trung</a:t>
            </a:r>
            <a:r>
              <a:rPr lang="en-US" sz="27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vị</a:t>
            </a:r>
            <a:r>
              <a:rPr lang="en-US" sz="2700" dirty="0" spc="1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dưới</a:t>
            </a:r>
            <a:r>
              <a:rPr lang="en-US" sz="27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0,5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192000" y="31432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11000" y="5048250"/>
            <a:ext cx="55245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0" y="528637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Hai</a:t>
            </a:r>
            <a:r>
              <a:rPr lang="en-US" sz="27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r>
              <a:rPr lang="en-US" sz="27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192000" y="60007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4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af2288a-30ec-44ff-8e7c-69b6174a1f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6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600" dirty="0" spc="-5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790575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524125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31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lớp</a:t>
            </a:r>
            <a:r>
              <a:rPr lang="en-US" sz="31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trung</a:t>
            </a:r>
            <a:r>
              <a:rPr lang="en-US" sz="31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endParaRPr lang="en-US" sz="3150" dirty="0"/>
          </a:p>
        </p:txBody>
      </p:sp>
      <p:sp>
        <p:nvSpPr>
          <p:cNvPr id="5" name="Text richtext-1792371387244-428165219"/>
          <p:cNvSpPr/>
          <p:nvPr/>
        </p:nvSpPr>
        <p:spPr>
          <a:xfrm>
            <a:off x="1333500" y="3429000"/>
            <a:ext cx="7143750" cy="457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khi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429750" y="2190750"/>
            <a:ext cx="790575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524125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315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31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31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31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3150" dirty="0"/>
          </a:p>
        </p:txBody>
      </p:sp>
      <p:sp>
        <p:nvSpPr>
          <p:cNvPr id="8" name="Text richtext-1792371387268-790749134"/>
          <p:cNvSpPr/>
          <p:nvPr/>
        </p:nvSpPr>
        <p:spPr>
          <a:xfrm>
            <a:off x="9810750" y="3429000"/>
            <a:ext cx="7143750" cy="457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synchronous_commit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remote_apply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7ae2854-db14-4fa4-b4f8-39d9c814f3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71725"/>
            <a:ext cx="685800" cy="685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381250" y="2047875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Cách</a:t>
            </a:r>
            <a:r>
              <a:rPr lang="en-US" sz="28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giúp</a:t>
            </a:r>
            <a:r>
              <a:rPr lang="en-US" sz="2850" dirty="0" spc="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2850" dirty="0" spc="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vừa</a:t>
            </a: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2381250" y="271462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37147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181475"/>
            <a:ext cx="685800" cy="685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381250" y="3857625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Cách</a:t>
            </a: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 làm</a:t>
            </a:r>
            <a:r>
              <a:rPr lang="en-US" sz="28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mỗi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chậm</a:t>
            </a:r>
            <a:r>
              <a:rPr lang="en-US" sz="28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thêm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2381250" y="45243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5524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991225"/>
            <a:ext cx="685800" cy="685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381250" y="5667375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Lớp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trung</a:t>
            </a:r>
            <a:r>
              <a:rPr lang="en-US" sz="28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r>
              <a:rPr lang="en-US" sz="28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thêm</a:t>
            </a:r>
            <a:r>
              <a:rPr lang="en-US" sz="28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8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chặng mạng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633412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7334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7800975"/>
            <a:ext cx="685800" cy="685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381250" y="7477125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28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tiến</a:t>
            </a:r>
            <a:r>
              <a:rPr lang="en-US" sz="28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r>
              <a:rPr lang="en-US" sz="285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trên</a:t>
            </a:r>
            <a:r>
              <a:rPr lang="en-US" sz="28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8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381250" y="81438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 vùng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chậm hơn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9" name="Text 2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6f170c4-149e-43f0-b07f-e340351a45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Bấm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45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đại</a:t>
            </a: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4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cũ:</a:t>
            </a:r>
            <a:r>
              <a:rPr lang="en-US" sz="45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 sao?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47650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4765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8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đang</a:t>
            </a:r>
            <a:r>
              <a:rPr lang="en-US" sz="2850" dirty="0" spc="-3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xảy</a:t>
            </a:r>
            <a:r>
              <a:rPr lang="en-US" sz="2850" dirty="0" spc="-1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096000" y="2476500"/>
            <a:ext cx="10858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 áp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46672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66725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Sửa</a:t>
            </a:r>
            <a:r>
              <a:rPr lang="en-US" sz="285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2850" dirty="0" spc="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096000" y="4667250"/>
            <a:ext cx="10858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685800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8580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096000" y="6858000"/>
            <a:ext cx="10858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 remote_apply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hệ: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801b982-3d30-4342-a185-35e00140e0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60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hơn:</a:t>
            </a:r>
            <a:r>
              <a:rPr lang="en-US" sz="60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4572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4288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38250" y="3048000"/>
            <a:ext cx="40005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5433,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shop,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858000" y="2190750"/>
            <a:ext cx="4572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4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3750" y="24288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6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2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143750" y="3048000"/>
            <a:ext cx="4000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pg_basebackup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-R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-X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763500" y="2190750"/>
            <a:ext cx="4572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49250" y="24288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049250" y="3048000"/>
            <a:ext cx="40005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5434,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12" name="Connector line-1792371389888-392750620"/>
          <p:cNvSpPr/>
          <p:nvPr/>
        </p:nvSpPr>
        <p:spPr>
          <a:xfrm>
            <a:off x="5524500" y="3429000"/>
            <a:ext cx="13335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71389889-312881750"/>
          <p:cNvSpPr/>
          <p:nvPr/>
        </p:nvSpPr>
        <p:spPr>
          <a:xfrm>
            <a:off x="11430000" y="3429000"/>
            <a:ext cx="1333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2500" y="5334000"/>
            <a:ext cx="16383000" cy="3238500"/>
          </a:xfrm>
          <a:prstGeom prst="roundRect">
            <a:avLst>
              <a:gd name="adj" fmla="val 7059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5" name="Text richtext-1792371389889-735211493"/>
          <p:cNvSpPr/>
          <p:nvPr/>
        </p:nvSpPr>
        <p:spPr>
          <a:xfrm>
            <a:off x="1333500" y="5619750"/>
            <a:ext cx="15621000" cy="2667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lệnh: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Dính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 sau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ghi: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Text 2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47ba642-5a92-4a17-ab0c-7e7d49e767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048000" y="161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76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48000" y="2762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ghi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500" y="952500"/>
            <a:ext cx="6858000" cy="6858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9" name="Text richtext-1792371390725-95636564"/>
          <p:cNvSpPr/>
          <p:nvPr/>
        </p:nvSpPr>
        <p:spPr>
          <a:xfrm>
            <a:off x="10858500" y="1809750"/>
            <a:ext cx="6096000" cy="571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High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Availability,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Replication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Administration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464dd33-fa6b-45a1-9be0-b65910cefa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2026-10-19T00:56:53Z</dcterms:created>
  <dcterms:modified xsi:type="dcterms:W3CDTF">2026-10-19T00:56:53Z</dcterms:modified>
</cp:coreProperties>
</file>