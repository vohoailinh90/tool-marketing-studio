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Airbnb: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Monorail</a:t>
            </a:r>
            <a:r>
              <a:rPr lang="en-US" sz="81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3000" dirty="0"/>
          </a:p>
        </p:txBody>
      </p:sp>
      <p:sp>
        <p:nvSpPr>
          <p:cNvPr id="5" name="Connector line-1792378178562-89742211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1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Rails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524000"/>
            <a:ext cx="6705600" cy="1428750"/>
          </a:xfrm>
          <a:prstGeom prst="roundRect">
            <a:avLst>
              <a:gd name="adj" fmla="val 14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10900" y="200025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33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bày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0668000" y="3143250"/>
            <a:ext cx="6705600" cy="1428750"/>
          </a:xfrm>
          <a:prstGeom prst="roundRect">
            <a:avLst>
              <a:gd name="adj" fmla="val 14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10900" y="361950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3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4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3300" dirty="0" spc="-2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0668000" y="4762500"/>
            <a:ext cx="6705600" cy="1428750"/>
          </a:xfrm>
          <a:prstGeom prst="roundRect">
            <a:avLst>
              <a:gd name="adj" fmla="val 14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10900" y="523875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0668000" y="6381750"/>
            <a:ext cx="6705600" cy="1428750"/>
          </a:xfrm>
          <a:prstGeom prst="roundRect">
            <a:avLst>
              <a:gd name="adj" fmla="val 14667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010900" y="6858000"/>
            <a:ext cx="609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8797bd8-a1cc-4af6-8ef5-3db90f3a67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cuộc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572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MONORAIL</a:t>
            </a:r>
            <a:endParaRPr lang="en-US" sz="1950" dirty="0"/>
          </a:p>
        </p:txBody>
      </p:sp>
      <p:sp>
        <p:nvSpPr>
          <p:cNvPr id="6" name="Text richtext-1792378179736-358835872"/>
          <p:cNvSpPr/>
          <p:nvPr/>
        </p:nvSpPr>
        <p:spPr>
          <a:xfrm>
            <a:off x="1371600" y="4000500"/>
            <a:ext cx="7086600" cy="32385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85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Rails.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 nhanh.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572000"/>
          </a:xfrm>
          <a:prstGeom prst="roundRect">
            <a:avLst>
              <a:gd name="adj" fmla="val 6667"/>
            </a:avLst>
          </a:prstGeom>
          <a:solidFill>
            <a:srgbClr val="E8472B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8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950" b="1" spc="222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1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SOA</a:t>
            </a:r>
            <a:endParaRPr lang="en-US" sz="1950" dirty="0"/>
          </a:p>
        </p:txBody>
      </p:sp>
      <p:sp>
        <p:nvSpPr>
          <p:cNvPr id="9" name="Text richtext-1792378179759-297966670"/>
          <p:cNvSpPr/>
          <p:nvPr/>
        </p:nvSpPr>
        <p:spPr>
          <a:xfrm>
            <a:off x="9829800" y="4000500"/>
            <a:ext cx="7086600" cy="32385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lỏng.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Monorail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a2eb240-0cf2-4613-b55d-c3d92ad530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DỮ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endParaRPr lang="en-US" sz="6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6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Tầng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gì,</a:t>
                      </a:r>
                      <a:r>
                        <a:rPr lang="en-US" sz="240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r>
                        <a:rPr lang="en-US" sz="240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400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400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400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400" dirty="0" spc="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Lối</a:t>
                      </a:r>
                      <a:r>
                        <a:rPr lang="en-US" sz="2400" dirty="0" spc="-1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400" dirty="0" spc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400" dirty="0" spc="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mọi</a:t>
                      </a:r>
                      <a:r>
                        <a:rPr lang="en-US" sz="2400" dirty="0" spc="9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400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400" dirty="0" spc="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xuất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tầng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1,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áp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logic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400" dirty="0" spc="-4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Tầng</a:t>
                      </a:r>
                      <a:r>
                        <a:rPr lang="en-US" sz="240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Logic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nghiệp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quan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trọng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40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Gộp dữ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liệu, logic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 03/10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786989d-d42a-4be6-86a8-d21d1a0628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8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950" b="1" spc="2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1, không</a:t>
            </a:r>
            <a:r>
              <a:rPr lang="en-US" sz="66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1910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43865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DƯỚI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300" dirty="0" spc="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300" dirty="0" spc="-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6762750" y="4000500"/>
            <a:ext cx="47625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428625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17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750" y="4762500"/>
            <a:ext cx="4000500" cy="14287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36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 dữ</a:t>
            </a:r>
            <a:r>
              <a:rPr lang="en-US" sz="36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3182600" y="4000500"/>
            <a:ext cx="4191000" cy="2476500"/>
          </a:xfrm>
          <a:prstGeom prst="roundRect">
            <a:avLst>
              <a:gd name="adj" fmla="val 10769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3563600" y="428625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63600" y="476250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Dẫn</a:t>
            </a: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xuất: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logic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3300" dirty="0"/>
          </a:p>
        </p:txBody>
      </p:sp>
      <p:sp>
        <p:nvSpPr>
          <p:cNvPr id="13" name="Connector line-1792378181490-32603950"/>
          <p:cNvSpPr/>
          <p:nvPr/>
        </p:nvSpPr>
        <p:spPr>
          <a:xfrm>
            <a:off x="5105400" y="5238750"/>
            <a:ext cx="16002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4" name="Connector line-1792378181491-402797773"/>
          <p:cNvSpPr/>
          <p:nvPr/>
        </p:nvSpPr>
        <p:spPr>
          <a:xfrm flipH="1">
            <a:off x="11582400" y="5238750"/>
            <a:ext cx="15430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582400" y="4762500"/>
            <a:ext cx="152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76200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 dẫn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25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cb1c421-68e8-4467-ab16-68ec9f7e61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33350" cy="3619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762250"/>
            <a:ext cx="15240000" cy="4000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Logic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75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75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5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đây.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5240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8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 nghiệp</a:t>
            </a:r>
            <a:r>
              <a:rPr lang="en-US" sz="28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quan</a:t>
            </a:r>
            <a:r>
              <a:rPr lang="en-US" sz="28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e90a404-d30d-475a-9c08-aae0000ebc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b="1" spc="24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520065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8165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8165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 yêu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48690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986790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6790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Gộp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 liệu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13773150" y="3143250"/>
            <a:ext cx="360045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/>
        </p:spPr>
      </p:sp>
      <p:sp>
        <p:nvSpPr>
          <p:cNvPr id="14" name="Text 12"/>
          <p:cNvSpPr/>
          <p:nvPr/>
        </p:nvSpPr>
        <p:spPr>
          <a:xfrm>
            <a:off x="1415415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5415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450" dirty="0"/>
          </a:p>
        </p:txBody>
      </p:sp>
      <p:sp>
        <p:nvSpPr>
          <p:cNvPr id="16" name="Connector line-1792378231298-889147250"/>
          <p:cNvSpPr/>
          <p:nvPr/>
        </p:nvSpPr>
        <p:spPr>
          <a:xfrm>
            <a:off x="459105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8231298-51257212"/>
          <p:cNvSpPr/>
          <p:nvPr/>
        </p:nvSpPr>
        <p:spPr>
          <a:xfrm>
            <a:off x="887730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8231298-592277940"/>
          <p:cNvSpPr/>
          <p:nvPr/>
        </p:nvSpPr>
        <p:spPr>
          <a:xfrm>
            <a:off x="1316355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áp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phía giao diện.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230c1c4-0b1d-41bf-bc59-2a8bcba019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MÔ,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572500" cy="4000500"/>
          </a:xfrm>
          <a:prstGeom prst="rect">
            <a:avLst/>
          </a:prstGeom>
          <a:noFill/>
          <a:ln/>
        </p:spPr>
        <p:txBody>
          <a:bodyPr wrap="square" lIns="0" tIns="182880" rIns="0" bIns="-182880" rtlCol="0" anchor="t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 spc="-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1,5</a:t>
            </a:r>
            <a:r>
              <a:rPr lang="en-US" sz="180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tỷ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857250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lượt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khách,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nhà,</a:t>
            </a:r>
            <a:r>
              <a:rPr lang="en-US" sz="42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quốc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096500" y="1905000"/>
            <a:ext cx="7277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0" y="2247900"/>
            <a:ext cx="647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richtext-1792378232158-123312906"/>
          <p:cNvSpPr/>
          <p:nvPr/>
        </p:nvSpPr>
        <p:spPr>
          <a:xfrm>
            <a:off x="10477500" y="2762250"/>
            <a:ext cx="6477000" cy="4191000"/>
          </a:xfrm>
          <a:prstGeom prst="rect">
            <a:avLst/>
          </a:prstGeom>
          <a:noFill/>
          <a:ln/>
        </p:spPr>
        <p:txBody>
          <a:bodyPr wrap="square" lIns="0" tIns="-2429" rIns="0" bIns="2429" rtlCol="0" anchor="t"/>
          <a:lstStyle/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năm.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nói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Monorail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nói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lâu,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dcbd587a-3833-4da8-b786-67f6d7137d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bày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căn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phòng.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 thẳng?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144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7" name="Connector line-1792378233091-703018045"/>
          <p:cNvSpPr/>
          <p:nvPr/>
        </p:nvSpPr>
        <p:spPr>
          <a:xfrm>
            <a:off x="3238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8233091-752999480"/>
          <p:cNvSpPr/>
          <p:nvPr/>
        </p:nvSpPr>
        <p:spPr>
          <a:xfrm>
            <a:off x="91440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8233092-126640835"/>
          <p:cNvSpPr/>
          <p:nvPr/>
        </p:nvSpPr>
        <p:spPr>
          <a:xfrm>
            <a:off x="15049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24250" y="4286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250" dirty="0"/>
          </a:p>
        </p:txBody>
      </p:sp>
      <p:sp>
        <p:nvSpPr>
          <p:cNvPr id="11" name="Connector line-1792378233094-74314356"/>
          <p:cNvSpPr/>
          <p:nvPr/>
        </p:nvSpPr>
        <p:spPr>
          <a:xfrm>
            <a:off x="3333750" y="4953000"/>
            <a:ext cx="5715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429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3" name="Connector line-1792378233097-688864250"/>
          <p:cNvSpPr/>
          <p:nvPr/>
        </p:nvSpPr>
        <p:spPr>
          <a:xfrm>
            <a:off x="9239250" y="6096000"/>
            <a:ext cx="5715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524250" y="6572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b="1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225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2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250" dirty="0"/>
          </a:p>
        </p:txBody>
      </p:sp>
      <p:sp>
        <p:nvSpPr>
          <p:cNvPr id="15" name="Connector line-1792378233099-554445502"/>
          <p:cNvSpPr/>
          <p:nvPr/>
        </p:nvSpPr>
        <p:spPr>
          <a:xfrm flipH="1">
            <a:off x="3333750" y="7239000"/>
            <a:ext cx="571500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lg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84772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thẳng: dịch vụ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lối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3f30310-7e95-4847-9375-9b91c3daad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lối</a:t>
            </a:r>
            <a:r>
              <a:rPr lang="en-US" sz="66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liệu:</a:t>
            </a:r>
            <a:r>
              <a:rPr lang="en-US" sz="66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phải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nhiều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 hơn, chậm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bcf532d-707c-4bec-8051-0f62419f52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40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400" b="1" dirty="0" spc="-1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Service-Oriented</a:t>
                      </a:r>
                      <a:r>
                        <a:rPr lang="en-US" sz="240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Architecture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kiến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r>
                        <a:rPr lang="en-US" sz="240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hướng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715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61531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6724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Airbnb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68be39b-9f61-4f11-ad2c-c691bf7aff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2026-10-19T02:51:15Z</dcterms:created>
  <dcterms:modified xsi:type="dcterms:W3CDTF">2026-10-19T02:51:15Z</dcterms:modified>
</cp:coreProperties>
</file>