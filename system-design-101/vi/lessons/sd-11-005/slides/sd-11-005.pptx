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hợp?</a:t>
            </a:r>
            <a:endParaRPr lang="en-US" sz="3000" dirty="0"/>
          </a:p>
        </p:txBody>
      </p:sp>
      <p:sp>
        <p:nvSpPr>
          <p:cNvPr id="5" name="Connector line-1792420842968-929824570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563350" y="3143250"/>
            <a:ext cx="1200150" cy="1809750"/>
          </a:xfrm>
          <a:custGeom>
            <a:avLst/>
            <a:gdLst/>
            <a:ahLst/>
            <a:cxnLst/>
            <a:rect l="l" t="t" r="r" b="b"/>
            <a:pathLst>
              <a:path w="1200150" h="1809750">
                <a:moveTo>
                  <a:pt x="0" y="1809750"/>
                </a:moveTo>
                <a:cubicBezTo>
                  <a:pt x="628650" y="1809750"/>
                  <a:pt x="628650" y="0"/>
                  <a:pt x="12001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3350" y="4476750"/>
            <a:ext cx="1200150" cy="476250"/>
          </a:xfrm>
          <a:custGeom>
            <a:avLst/>
            <a:gdLst/>
            <a:ahLst/>
            <a:cxnLst/>
            <a:rect l="l" t="t" r="r" b="b"/>
            <a:pathLst>
              <a:path w="1200150" h="476250">
                <a:moveTo>
                  <a:pt x="0" y="476250"/>
                </a:moveTo>
                <a:cubicBezTo>
                  <a:pt x="628650" y="476250"/>
                  <a:pt x="628650" y="0"/>
                  <a:pt x="12001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63350" y="4953000"/>
            <a:ext cx="1200150" cy="857250"/>
          </a:xfrm>
          <a:custGeom>
            <a:avLst/>
            <a:gdLst/>
            <a:ahLst/>
            <a:cxnLst/>
            <a:rect l="l" t="t" r="r" b="b"/>
            <a:pathLst>
              <a:path w="1200150" h="857250">
                <a:moveTo>
                  <a:pt x="0" y="0"/>
                </a:moveTo>
                <a:cubicBezTo>
                  <a:pt x="628650" y="0"/>
                  <a:pt x="628650" y="857250"/>
                  <a:pt x="1200150" y="857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63350" y="4953000"/>
            <a:ext cx="1200150" cy="2190750"/>
          </a:xfrm>
          <a:custGeom>
            <a:avLst/>
            <a:gdLst/>
            <a:ahLst/>
            <a:cxnLst/>
            <a:rect l="l" t="t" r="r" b="b"/>
            <a:pathLst>
              <a:path w="1200150" h="2190750">
                <a:moveTo>
                  <a:pt x="0" y="0"/>
                </a:moveTo>
                <a:cubicBezTo>
                  <a:pt x="628650" y="0"/>
                  <a:pt x="628650" y="2190750"/>
                  <a:pt x="1200150" y="21907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315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0125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2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d3a1c2c-6817-4dec-b8db-d35c9d8453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Cắt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9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cắt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 hàng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4638079-6900-43e9-973b-811a517d1c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HAI</a:t>
            </a:r>
            <a:r>
              <a:rPr lang="en-US" sz="1800" b="1" spc="27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3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cột,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hàng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 cột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Vertical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67500" y="34290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8" name="Shape 6"/>
          <p:cNvSpPr/>
          <p:nvPr/>
        </p:nvSpPr>
        <p:spPr>
          <a:xfrm>
            <a:off x="7296150" y="34290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7924800" y="34290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0" y="3905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11" name="Shape 9"/>
          <p:cNvSpPr/>
          <p:nvPr/>
        </p:nvSpPr>
        <p:spPr>
          <a:xfrm>
            <a:off x="7296150" y="3905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7924800" y="3905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7500" y="43815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14" name="Shape 12"/>
          <p:cNvSpPr/>
          <p:nvPr/>
        </p:nvSpPr>
        <p:spPr>
          <a:xfrm>
            <a:off x="7296150" y="43815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/>
        </p:spPr>
      </p:sp>
      <p:sp>
        <p:nvSpPr>
          <p:cNvPr id="15" name="Shape 13"/>
          <p:cNvSpPr/>
          <p:nvPr/>
        </p:nvSpPr>
        <p:spPr>
          <a:xfrm>
            <a:off x="7924800" y="43815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16" name="Text richtext-1792420845084-520178845"/>
          <p:cNvSpPr/>
          <p:nvPr/>
        </p:nvSpPr>
        <p:spPr>
          <a:xfrm>
            <a:off x="1295400" y="4953000"/>
            <a:ext cx="7239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6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 phần nhỏ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726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3600" y="33337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36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753600" y="4000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Horizontal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partitioning,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5125700" y="34290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21" name="Shape 19"/>
          <p:cNvSpPr/>
          <p:nvPr/>
        </p:nvSpPr>
        <p:spPr>
          <a:xfrm>
            <a:off x="15754350" y="34290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6383000" y="34290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25700" y="3905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54350" y="3905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/>
        </p:spPr>
      </p:sp>
      <p:sp>
        <p:nvSpPr>
          <p:cNvPr id="25" name="Shape 23"/>
          <p:cNvSpPr/>
          <p:nvPr/>
        </p:nvSpPr>
        <p:spPr>
          <a:xfrm>
            <a:off x="16383000" y="390525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/>
        </p:spPr>
      </p:sp>
      <p:sp>
        <p:nvSpPr>
          <p:cNvPr id="26" name="Shape 24"/>
          <p:cNvSpPr/>
          <p:nvPr/>
        </p:nvSpPr>
        <p:spPr>
          <a:xfrm>
            <a:off x="15125700" y="43815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27" name="Shape 25"/>
          <p:cNvSpPr/>
          <p:nvPr/>
        </p:nvSpPr>
        <p:spPr>
          <a:xfrm>
            <a:off x="15754350" y="43815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6383000" y="4381500"/>
            <a:ext cx="552450" cy="400050"/>
          </a:xfrm>
          <a:prstGeom prst="roundRect">
            <a:avLst>
              <a:gd name="adj" fmla="val 19048"/>
            </a:avLst>
          </a:prstGeom>
          <a:solidFill>
            <a:srgbClr val="3A3F52"/>
          </a:solidFill>
          <a:ln/>
        </p:spPr>
      </p:sp>
      <p:sp>
        <p:nvSpPr>
          <p:cNvPr id="29" name="Text richtext-1792420845112-852154137"/>
          <p:cNvSpPr/>
          <p:nvPr/>
        </p:nvSpPr>
        <p:spPr>
          <a:xfrm>
            <a:off x="9753600" y="4953000"/>
            <a:ext cx="7239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f482a66f-13fd-4bd5-88f6-28caa45f0b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dải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DẢI</a:t>
            </a:r>
            <a:r>
              <a:rPr lang="en-US" sz="180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0" y="27622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endParaRPr lang="en-US" sz="1800" dirty="0"/>
          </a:p>
        </p:txBody>
      </p:sp>
      <p:sp>
        <p:nvSpPr>
          <p:cNvPr id="6" name="Connector line-1792420846009-695759460"/>
          <p:cNvSpPr/>
          <p:nvPr/>
        </p:nvSpPr>
        <p:spPr>
          <a:xfrm>
            <a:off x="914400" y="3181350"/>
            <a:ext cx="76581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390900"/>
            <a:ext cx="7658100" cy="11430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3909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3600" dirty="0" spc="-3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6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62500" y="33909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4724400"/>
            <a:ext cx="7658100" cy="11430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47244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</a:t>
            </a:r>
            <a:r>
              <a:rPr lang="en-US" sz="3600" dirty="0" spc="-3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6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62500" y="47244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6057900"/>
            <a:ext cx="7658100" cy="11430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0579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...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62500" y="60579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...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" y="7620000"/>
            <a:ext cx="7658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tuyến: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0" y="3390900"/>
            <a:ext cx="8229600" cy="3810000"/>
          </a:xfrm>
          <a:prstGeom prst="roundRect">
            <a:avLst>
              <a:gd name="adj" fmla="val 7000"/>
            </a:avLst>
          </a:prstGeom>
          <a:solidFill>
            <a:srgbClr val="E8E0CF"/>
          </a:solidFill>
          <a:ln/>
        </p:spPr>
      </p:sp>
      <p:sp>
        <p:nvSpPr>
          <p:cNvPr id="18" name="Text richtext-1792420846022-53459638"/>
          <p:cNvSpPr/>
          <p:nvPr/>
        </p:nvSpPr>
        <p:spPr>
          <a:xfrm>
            <a:off x="9525000" y="3619500"/>
            <a:ext cx="7429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dần, như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d0bccd0-e2f3-46ce-bbde-a48de574c0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khóa,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</a:t>
            </a:r>
            <a:endParaRPr lang="en-US" sz="6900" dirty="0"/>
          </a:p>
        </p:txBody>
      </p:sp>
      <p:sp>
        <p:nvSpPr>
          <p:cNvPr id="4" name="Connector line-1792420846956-507704672"/>
          <p:cNvSpPr/>
          <p:nvPr/>
        </p:nvSpPr>
        <p:spPr>
          <a:xfrm>
            <a:off x="3886200" y="4286250"/>
            <a:ext cx="6858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0846956-816067837"/>
          <p:cNvSpPr/>
          <p:nvPr/>
        </p:nvSpPr>
        <p:spPr>
          <a:xfrm>
            <a:off x="8191500" y="4286250"/>
            <a:ext cx="6858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420846956-72663934"/>
          <p:cNvSpPr/>
          <p:nvPr/>
        </p:nvSpPr>
        <p:spPr>
          <a:xfrm>
            <a:off x="13220700" y="4286250"/>
            <a:ext cx="6858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3238500"/>
            <a:ext cx="29337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610100" y="3238500"/>
            <a:ext cx="35433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Băm</a:t>
            </a:r>
            <a:r>
              <a:rPr lang="en-US" sz="30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15400" y="3238500"/>
            <a:ext cx="42672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chia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944600" y="3238500"/>
            <a:ext cx="3429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2" name="Text richtext-1792420846964-172401188"/>
          <p:cNvSpPr/>
          <p:nvPr/>
        </p:nvSpPr>
        <p:spPr>
          <a:xfrm>
            <a:off x="1295400" y="60960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rải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mảnh;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a95a9a7-e42d-4954-9f8e-8a6b06d63b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mảnh,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1915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50" dirty="0" spc="-17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80,0%</a:t>
            </a:r>
            <a:endParaRPr lang="en-US" sz="1875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băm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0" y="2857500"/>
            <a:ext cx="7848600" cy="4381500"/>
          </a:xfrm>
          <a:prstGeom prst="roundRect">
            <a:avLst>
              <a:gd name="adj" fmla="val 6087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2857500"/>
            <a:ext cx="70866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950"/>
              </a:spcAft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mảnh: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49,9%</a:t>
            </a:r>
            <a:endParaRPr lang="en-US" sz="2850" dirty="0"/>
          </a:p>
          <a:p>
            <a:pPr algn="l" indent="0" marL="0">
              <a:spcAft>
                <a:spcPts val="1950"/>
              </a:spcAft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90,9%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19,9%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7791f9b-2639-4795-86e1-536fe1909f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"Dọc"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48000"/>
            <a:ext cx="133350" cy="3810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333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b="1" spc="21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spc="1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28750" y="4191000"/>
            <a:ext cx="704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Cắt</a:t>
            </a:r>
            <a:r>
              <a:rPr lang="en-US" sz="33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cột</a:t>
            </a:r>
            <a:r>
              <a:rPr lang="en-US" sz="33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3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3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bảng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048000"/>
            <a:ext cx="133350" cy="38100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10" name="Text 8"/>
          <p:cNvSpPr/>
          <p:nvPr/>
        </p:nvSpPr>
        <p:spPr>
          <a:xfrm>
            <a:off x="9886950" y="3333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255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86950" y="4191000"/>
            <a:ext cx="704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Tăng</a:t>
            </a: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</a:t>
            </a:r>
            <a:r>
              <a:rPr lang="en-US" sz="33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33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30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7429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mọi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nào.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450e7f4-6b03-4142-b520-327a667241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 dài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29908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908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44196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4196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58483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8483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5400" y="72771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2771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381250" y="276225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8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381250" y="419100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561975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381250" y="704850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hôm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26b1ec8-9115-4931-8d32-dfc0c61828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Lợi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7622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58500" y="2762250"/>
            <a:ext cx="6515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333750"/>
            <a:ext cx="2857500" cy="2286000"/>
          </a:xfrm>
          <a:prstGeom prst="roundRect">
            <a:avLst>
              <a:gd name="adj" fmla="val 11667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Theo</a:t>
            </a:r>
            <a:r>
              <a:rPr lang="en-US" sz="28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khoảng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4000500" y="3333750"/>
            <a:ext cx="65151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0" y="333375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8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744200" y="3333750"/>
            <a:ext cx="66294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29950" y="3333750"/>
            <a:ext cx="60579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6000750"/>
            <a:ext cx="28575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Theo</a:t>
            </a:r>
            <a:r>
              <a:rPr lang="en-US" sz="28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băm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4000500" y="6000750"/>
            <a:ext cx="65151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6250" y="6000750"/>
            <a:ext cx="5943600" cy="2476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rải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0744200" y="6000750"/>
            <a:ext cx="66294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29950" y="6000750"/>
            <a:ext cx="6057900" cy="2476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Dải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mảnh;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80be8ed-d38a-4f1a-9b3e-f581372d33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6004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6291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6578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686550"/>
            <a:ext cx="16459200" cy="876300"/>
          </a:xfrm>
          <a:prstGeom prst="roundRect">
            <a:avLst>
              <a:gd name="adj" fmla="val 2608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25717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Vertical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dọc,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36004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Horizontal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partitioning</a:t>
            </a:r>
            <a:r>
              <a:rPr lang="en-US" sz="22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(sharding)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ngang,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46291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Routing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81100" y="56578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Range-based</a:t>
            </a:r>
            <a:r>
              <a:rPr lang="en-US" sz="22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81100" y="6686550"/>
            <a:ext cx="16002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22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83629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2808830-b764-4934-8e62-f5aad9df0f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2026-10-19T15:39:56Z</dcterms:created>
  <dcterms:modified xsi:type="dcterms:W3CDTF">2026-10-19T15:39:56Z</dcterms:modified>
</cp:coreProperties>
</file>