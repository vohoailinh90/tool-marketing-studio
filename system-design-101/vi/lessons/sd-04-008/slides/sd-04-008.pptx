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8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428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6241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6241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6241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6241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6241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6241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6241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6241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6241" b="1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6241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6241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6241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6241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6241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6241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30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3000" dirty="0" spc="-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0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dirty="0" spc="-1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4770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</a:t>
            </a:r>
            <a:r>
              <a:rPr lang="en-US" sz="21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1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48250" y="64770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r>
              <a:rPr lang="en-US" sz="21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r>
              <a:rPr lang="en-US" sz="21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CQRS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82100" y="64770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21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315950" y="64770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Sharding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78cfd644-8b0e-4d50-ab17-2fa2bf1730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9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9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gốc?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001000" cy="5334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48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view,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projection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khi nào,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667000"/>
            <a:ext cx="8001000" cy="5334000"/>
          </a:xfrm>
          <a:prstGeom prst="roundRect">
            <a:avLst>
              <a:gd name="adj" fmla="val 4286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048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chính</a:t>
            </a:r>
            <a:r>
              <a:rPr lang="en-US" sz="30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917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Sharding: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 chia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3b1b2e4-0864-4ae8-a7b8-fa5a1fbe2e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 ĐỌC NHANH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</a:t>
            </a:r>
            <a:r>
              <a:rPr lang="en-US" sz="39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39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304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71750"/>
            <a:ext cx="152400" cy="30480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285750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28750" y="3571875"/>
            <a:ext cx="1524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trước;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trượt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Ghi: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16459200" cy="27622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6000750"/>
            <a:ext cx="152400" cy="27622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628650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Materialized</a:t>
            </a:r>
            <a:r>
              <a:rPr lang="en-US" sz="300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28750" y="7000875"/>
            <a:ext cx="15240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affed0c-8635-4156-86e4-e48cdd54ad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b="1" dirty="0" spc="-5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PHỤ,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MÔ HÌNH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r>
              <a:rPr lang="en-US" sz="39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r>
              <a:rPr lang="en-US" sz="3900" b="1" dirty="0" spc="-3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CQRS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5905500"/>
          </a:xfrm>
          <a:prstGeom prst="roundRect">
            <a:avLst>
              <a:gd name="adj" fmla="val 3871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952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r>
              <a:rPr lang="en-US" sz="315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239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 theo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gốc?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571750"/>
            <a:ext cx="8001000" cy="5905500"/>
          </a:xfrm>
          <a:prstGeom prst="roundRect">
            <a:avLst>
              <a:gd name="adj" fmla="val 3871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2952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791700" y="3810000"/>
            <a:ext cx="7239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 ghi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vụ;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ở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kho,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là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ghi.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035e09f-d0c6-41ae-a326-c9cd5ca887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b="1" dirty="0" spc="-3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b="1" dirty="0" spc="2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39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mới</a:t>
            </a:r>
            <a:endParaRPr lang="en-US" sz="2550" dirty="0"/>
          </a:p>
        </p:txBody>
      </p:sp>
      <p:sp>
        <p:nvSpPr>
          <p:cNvPr id="5" name="Connector line-1792442987518-142957416"/>
          <p:cNvSpPr/>
          <p:nvPr/>
        </p:nvSpPr>
        <p:spPr>
          <a:xfrm>
            <a:off x="4476750" y="3810000"/>
            <a:ext cx="857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429250" y="2857500"/>
            <a:ext cx="3429000" cy="19050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thêm: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550" dirty="0"/>
          </a:p>
        </p:txBody>
      </p:sp>
      <p:sp>
        <p:nvSpPr>
          <p:cNvPr id="7" name="Connector line-1792442987521-599123150"/>
          <p:cNvSpPr/>
          <p:nvPr/>
        </p:nvSpPr>
        <p:spPr>
          <a:xfrm>
            <a:off x="8991600" y="3810000"/>
            <a:ext cx="857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944100" y="2857500"/>
            <a:ext cx="3429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chuỗi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9" name="Connector line-1792442987523-967829270"/>
          <p:cNvSpPr/>
          <p:nvPr/>
        </p:nvSpPr>
        <p:spPr>
          <a:xfrm>
            <a:off x="13506450" y="3810000"/>
            <a:ext cx="857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4458950" y="2857500"/>
            <a:ext cx="291465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hiện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57150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 view.</a:t>
            </a:r>
            <a:endParaRPr lang="en-US" sz="2850" dirty="0"/>
          </a:p>
          <a:p>
            <a:pPr algn="l" indent="0" marL="0">
              <a:buNone/>
            </a:pP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36d58cb-d975-47aa-830a-dd86ba7bec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b="1" dirty="0" spc="-3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b="1" dirty="0" spc="2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Sharding: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9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9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5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5" name="Connector line-1792442997910-898973781"/>
          <p:cNvSpPr/>
          <p:nvPr/>
        </p:nvSpPr>
        <p:spPr>
          <a:xfrm flipV="1">
            <a:off x="4857750" y="3048000"/>
            <a:ext cx="2762250" cy="7620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442997911-287867165"/>
          <p:cNvSpPr/>
          <p:nvPr/>
        </p:nvSpPr>
        <p:spPr>
          <a:xfrm>
            <a:off x="4857750" y="4381500"/>
            <a:ext cx="27622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42997911-564055353"/>
          <p:cNvSpPr/>
          <p:nvPr/>
        </p:nvSpPr>
        <p:spPr>
          <a:xfrm>
            <a:off x="4857750" y="4953000"/>
            <a:ext cx="2762250" cy="7620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715250" y="247650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715250" y="381000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715250" y="514350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762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C:</a:t>
            </a:r>
            <a:r>
              <a:rPr lang="en-US" sz="25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01500" y="2476500"/>
            <a:ext cx="53721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0" y="2762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b="1" dirty="0" spc="-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5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344400" y="3333750"/>
            <a:ext cx="4762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giá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7048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ngại: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cfe7477-3b8b-4da8-b9a4-37494ac2c4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192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57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57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57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57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57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57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57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570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57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5700" b="1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57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57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thầm.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6286500"/>
            <a:ext cx="114300" cy="18097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6286500"/>
            <a:ext cx="15716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 làm</a:t>
            </a:r>
            <a:r>
              <a:rPr lang="en-US" sz="270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1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2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trễ:</a:t>
            </a:r>
            <a:r>
              <a:rPr lang="en-US" sz="270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r>
              <a:rPr lang="en-US" sz="270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700" dirty="0" spc="-2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3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cũ.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dõi</a:t>
            </a:r>
            <a:r>
              <a:rPr lang="en-US" sz="270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70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-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xuất;</a:t>
            </a:r>
            <a:r>
              <a:rPr lang="en-US" sz="270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cũ quá</a:t>
            </a:r>
            <a:r>
              <a:rPr lang="en-US" sz="2700" dirty="0" spc="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a137b94-57e3-4ddb-9531-ba2de80900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6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600" b="1" dirty="0" spc="-9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Top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36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36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36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6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6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nặng.</a:t>
            </a:r>
            <a:r>
              <a:rPr lang="en-US" sz="36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36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6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6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37147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14350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8250" y="5524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8250" y="73342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8862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250" y="56959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8250" y="75057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81250" y="376237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Materialized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view,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557212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lâu?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2381250" y="738187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mới: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7e1fa56-5bce-414e-aece-25353d9faf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10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9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9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9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9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3048000" cy="857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3962400" y="2571750"/>
            <a:ext cx="6191250" cy="857250"/>
          </a:xfrm>
          <a:prstGeom prst="rect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53650" y="2571750"/>
            <a:ext cx="7219950" cy="85725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3048000" cy="1619250"/>
          </a:xfrm>
          <a:prstGeom prst="rect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2400" y="3429000"/>
            <a:ext cx="6191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53650" y="3429000"/>
            <a:ext cx="72199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048250"/>
            <a:ext cx="3048000" cy="1619250"/>
          </a:xfrm>
          <a:prstGeom prst="rect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62400" y="5048250"/>
            <a:ext cx="6191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3650" y="5048250"/>
            <a:ext cx="72199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6667500"/>
            <a:ext cx="3048000" cy="1619250"/>
          </a:xfrm>
          <a:prstGeom prst="rect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2400" y="6667500"/>
            <a:ext cx="6191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53650" y="6667500"/>
            <a:ext cx="72199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" y="40005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-2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04900" y="56197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04900" y="72390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nghĩa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91000" y="38100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 mỗi mẫu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382250" y="3810000"/>
            <a:ext cx="6762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 hay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382250" y="5429250"/>
            <a:ext cx="6762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chung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cũ,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382250" y="7048500"/>
            <a:ext cx="6762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 của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4191000" y="54292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191000" y="70485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96822acd-beb2-407e-841e-109d9d7c9d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0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b="1" dirty="0" spc="-5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42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42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77200" cy="2190750"/>
          </a:xfrm>
          <a:prstGeom prst="roundRect">
            <a:avLst>
              <a:gd name="adj" fmla="val 10435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96400" y="2571750"/>
            <a:ext cx="8077200" cy="2190750"/>
          </a:xfrm>
          <a:prstGeom prst="roundRect">
            <a:avLst>
              <a:gd name="adj" fmla="val 10435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857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5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 lệnh</a:t>
            </a: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677400" y="2857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6774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cơ</a:t>
            </a:r>
            <a:r>
              <a:rPr lang="en-US" sz="25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quan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524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6096000"/>
            <a:ext cx="164592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1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 Architecture</a:t>
            </a:r>
            <a:r>
              <a:rPr lang="en-US" sz="2250" dirty="0" spc="-1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Center:</a:t>
            </a:r>
            <a:r>
              <a:rPr lang="en-US" sz="22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Cache-Aside,</a:t>
            </a:r>
            <a:r>
              <a:rPr lang="en-US" sz="2250" dirty="0" spc="-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25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View,</a:t>
            </a:r>
            <a:r>
              <a:rPr lang="en-US" sz="2250" dirty="0" spc="-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r>
              <a:rPr lang="en-US" sz="2250" dirty="0" spc="-3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1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 Architecture</a:t>
            </a:r>
            <a:r>
              <a:rPr lang="en-US" sz="2250" dirty="0" spc="-1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Center:</a:t>
            </a:r>
            <a:r>
              <a:rPr lang="en-US" sz="2250" dirty="0" spc="-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CQRS,</a:t>
            </a:r>
            <a:r>
              <a:rPr lang="en-US" sz="2250" dirty="0" spc="-1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25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Sourcing,</a:t>
            </a:r>
            <a:r>
              <a:rPr lang="en-US" sz="2250" dirty="0" spc="-1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1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250" dirty="0" spc="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 mục</a:t>
            </a:r>
            <a:r>
              <a:rPr lang="en-US" sz="2250" dirty="0" spc="-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250" dirty="0" spc="-1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Views,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17f7575-cba6-4751-bed9-1f3e2ac991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2026-10-19T20:51:09Z</dcterms:created>
  <dcterms:modified xsi:type="dcterms:W3CDTF">2026-10-19T20:51:09Z</dcterms:modified>
</cp:coreProperties>
</file>