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191000"/>
          </a:xfrm>
          <a:prstGeom prst="rect">
            <a:avLst/>
          </a:prstGeom>
          <a:noFill/>
          <a:ln/>
        </p:spPr>
        <p:txBody>
          <a:bodyPr wrap="square" lIns="0" tIns="52006" rIns="0" bIns="-52006" rtlCol="0" anchor="t"/>
          <a:lstStyle/>
          <a:p>
            <a:pPr algn="l" indent="0" marL="0">
              <a:lnSpc>
                <a:spcPts val="6678"/>
              </a:lnSpc>
              <a:buNone/>
            </a:pP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63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pipeline</a:t>
            </a:r>
            <a:r>
              <a:rPr lang="en-US" sz="63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CI/CD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repo: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6300" dirty="0" spc="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286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63100" y="1428750"/>
            <a:ext cx="7810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91700" y="1666875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858500" y="18097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chạy?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563100" y="2857500"/>
            <a:ext cx="7810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91700" y="3095625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858500" y="323850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563100" y="4286250"/>
            <a:ext cx="7810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4524375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858500" y="46672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Cấp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63100" y="5715000"/>
            <a:ext cx="7810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91700" y="5953125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858500" y="609600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563100" y="7143750"/>
            <a:ext cx="78105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91700" y="7381875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858500" y="7524750"/>
            <a:ext cx="628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merge?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1793f9c-7dd4-4ff6-b10c-c506dec6c1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HÌNH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84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84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8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7150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là của GitHub</a:t>
            </a:r>
            <a:r>
              <a:rPr lang="en-US" sz="30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4000" y="657225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Nền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30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bbad58c-e379-4947-8ebe-1433656623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8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b="1" spc="26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1950" b="1" spc="26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PR,</a:t>
            </a:r>
            <a:r>
              <a:rPr lang="en-US" sz="4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45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tag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nhau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0" y="2381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(YÊU</a:t>
            </a:r>
            <a:r>
              <a:rPr lang="en-US" sz="2100" b="1" dirty="0" spc="-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049000" y="2381250"/>
            <a:ext cx="628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2100" b="1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CHÍNH,</a:t>
            </a:r>
            <a:r>
              <a:rPr lang="en-US" sz="2100" b="1" dirty="0" spc="-7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238500"/>
            <a:ext cx="3429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b="1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4572000" y="2857500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2A1C1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53000" y="342900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300" dirty="0" spc="-1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1049000" y="2857500"/>
            <a:ext cx="6324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0" y="3429000"/>
            <a:ext cx="55626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5238750"/>
            <a:ext cx="34290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b="1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mới?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572000" y="4857750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2A1C1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3000" y="5429250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Hủy</a:t>
            </a:r>
            <a:r>
              <a:rPr lang="en-US" sz="3300" dirty="0" spc="-3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33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1049000" y="4857750"/>
            <a:ext cx="6324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0" y="5238750"/>
            <a:ext cx="5562600" cy="1143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 hủy</a:t>
            </a:r>
            <a:r>
              <a:rPr lang="en-US" sz="2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2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2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286625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spc="1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95400" y="7762875"/>
            <a:ext cx="15811500" cy="762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</a:t>
            </a:r>
            <a:r>
              <a:rPr lang="en-US" sz="24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cổng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04726ae-57b9-4d5a-856c-17bc2b02e1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95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4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tối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thiểu,</a:t>
            </a:r>
            <a:r>
              <a:rPr lang="en-US" sz="45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giữ</a:t>
            </a:r>
            <a:r>
              <a:rPr lang="en-US" sz="4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1462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pipeline:</a:t>
            </a:r>
            <a:r>
              <a:rPr lang="en-US" sz="25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5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238500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permissions</a:t>
            </a:r>
            <a:pPr algn="l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khi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14400" y="4286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spc="17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143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4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33500" y="5619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dài</a:t>
            </a: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1333500" y="6477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dài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72600" y="4762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5143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791700" y="561975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12382" rIns="0" bIns="-12382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OIDC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791700" y="6477000"/>
            <a:ext cx="7239000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6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9bdeefb-5dcb-4c12-8ed5-eb71d6c50e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195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950" b="1" spc="28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Environment</a:t>
            </a:r>
            <a:r>
              <a:rPr lang="en-US" sz="45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4500" dirty="0" spc="-4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5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5334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4524375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ENVIRONMENT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38250" y="5000625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production</a:t>
            </a:r>
            <a:endParaRPr lang="en-US" sz="3600" dirty="0"/>
          </a:p>
        </p:txBody>
      </p:sp>
      <p:sp>
        <p:nvSpPr>
          <p:cNvPr id="7" name="Connector line-1792374722826-566049977"/>
          <p:cNvSpPr/>
          <p:nvPr/>
        </p:nvSpPr>
        <p:spPr>
          <a:xfrm flipV="1">
            <a:off x="6286500" y="3619500"/>
            <a:ext cx="1714500" cy="15240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8" name="Connector line-1792374722827-471392316"/>
          <p:cNvSpPr/>
          <p:nvPr/>
        </p:nvSpPr>
        <p:spPr>
          <a:xfrm>
            <a:off x="6286500" y="5143500"/>
            <a:ext cx="1714500" cy="152400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9" name="Shape 7"/>
          <p:cNvSpPr/>
          <p:nvPr/>
        </p:nvSpPr>
        <p:spPr>
          <a:xfrm>
            <a:off x="8096250" y="2571750"/>
            <a:ext cx="927735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77250" y="2857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environment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477250" y="3476625"/>
            <a:ext cx="857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8096250" y="5715000"/>
            <a:ext cx="9277350" cy="2000250"/>
          </a:xfrm>
          <a:prstGeom prst="roundRect">
            <a:avLst>
              <a:gd name="adj" fmla="val 11429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7250" y="60007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477250" y="6619875"/>
            <a:ext cx="8572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8191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buộc: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9e31c95-f4f2-4ef9-9577-9f891fe2c3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QUYẾT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spc="28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29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4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4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4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45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merge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6195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</a:t>
            </a: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30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3000" dirty="0"/>
          </a:p>
        </p:txBody>
      </p:sp>
      <p:sp>
        <p:nvSpPr>
          <p:cNvPr id="7" name="Connector line-1792374741349-908166152"/>
          <p:cNvSpPr/>
          <p:nvPr/>
        </p:nvSpPr>
        <p:spPr>
          <a:xfrm>
            <a:off x="5810250" y="4667250"/>
            <a:ext cx="857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8" name="Shape 6"/>
          <p:cNvSpPr/>
          <p:nvPr/>
        </p:nvSpPr>
        <p:spPr>
          <a:xfrm>
            <a:off x="676275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0" y="36195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143750" y="419100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Required</a:t>
            </a:r>
            <a:r>
              <a:rPr lang="en-US" sz="2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status</a:t>
            </a:r>
            <a:r>
              <a:rPr lang="en-US" sz="2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checks</a:t>
            </a:r>
            <a:r>
              <a:rPr lang="en-US" sz="2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2700" dirty="0"/>
          </a:p>
        </p:txBody>
      </p:sp>
      <p:sp>
        <p:nvSpPr>
          <p:cNvPr id="11" name="Connector line-1792374741356-479167866"/>
          <p:cNvSpPr/>
          <p:nvPr/>
        </p:nvSpPr>
        <p:spPr>
          <a:xfrm>
            <a:off x="11658600" y="4667250"/>
            <a:ext cx="8572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Shape 10"/>
          <p:cNvSpPr/>
          <p:nvPr/>
        </p:nvSpPr>
        <p:spPr>
          <a:xfrm>
            <a:off x="12611100" y="32385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92100" y="36195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92100" y="419100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Được</a:t>
            </a:r>
            <a:r>
              <a:rPr lang="en-US" sz="30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merge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4400" y="6762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000875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BRANCH</a:t>
            </a:r>
            <a:r>
              <a:rPr lang="en-US" sz="19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PROTECTION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747712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5d449aaa-6857-4668-85f8-b27a17d7c0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45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47650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2A2E3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14625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xanh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các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295400" y="3333750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3886200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5651" rIns="0" bIns="-5651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25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</a:t>
            </a:r>
            <a:r>
              <a:rPr lang="en-US" sz="25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38250" y="6191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5105400" y="4476750"/>
            <a:ext cx="3886200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925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5651" rIns="0" bIns="-5651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25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r>
              <a:rPr lang="en-US" sz="25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thủ</a:t>
            </a:r>
            <a:r>
              <a:rPr lang="en-US" sz="25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429250" y="6191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296400" y="4476750"/>
            <a:ext cx="3886200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2025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5651" rIns="0" bIns="-5651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25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 chặt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20250" y="6191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87400" y="4476750"/>
            <a:ext cx="3886200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 w="28575">
            <a:solidFill>
              <a:srgbClr val="3A3F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11250" y="4810125"/>
            <a:ext cx="3238500" cy="1047750"/>
          </a:xfrm>
          <a:prstGeom prst="rect">
            <a:avLst/>
          </a:prstGeom>
          <a:noFill/>
          <a:ln/>
        </p:spPr>
        <p:txBody>
          <a:bodyPr wrap="square" lIns="0" tIns="5651" rIns="0" bIns="-5651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25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 chập</a:t>
            </a:r>
            <a:r>
              <a:rPr lang="en-US" sz="255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811250" y="61912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đỏ.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96166dd-bd86-4a1b-bcb5-dca1f29084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fork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3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33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repo</a:t>
            </a:r>
            <a:r>
              <a:rPr lang="en-US" sz="33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14400" y="19526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</a:t>
            </a:r>
            <a:r>
              <a:rPr lang="en-US" sz="255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5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 không</a:t>
            </a:r>
            <a:r>
              <a:rPr lang="en-US" sz="25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428750" y="2762250"/>
            <a:ext cx="323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Fork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24750" y="2762250"/>
            <a:ext cx="323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Runner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620750" y="2762250"/>
            <a:ext cx="323850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21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100" dirty="0"/>
          </a:p>
        </p:txBody>
      </p:sp>
      <p:sp>
        <p:nvSpPr>
          <p:cNvPr id="8" name="Connector line-1792374791618-264300940"/>
          <p:cNvSpPr/>
          <p:nvPr/>
        </p:nvSpPr>
        <p:spPr>
          <a:xfrm>
            <a:off x="3048000" y="3524250"/>
            <a:ext cx="0" cy="5048250"/>
          </a:xfrm>
          <a:prstGeom prst="line">
            <a:avLst/>
          </a:prstGeom>
          <a:noFill/>
          <a:ln w="19050">
            <a:solidFill>
              <a:srgbClr val="B9B2A3"/>
            </a:solidFill>
            <a:prstDash val="solid"/>
            <a:headEnd type="none"/>
            <a:tailEnd type="none"/>
          </a:ln>
        </p:spPr>
      </p:sp>
      <p:sp>
        <p:nvSpPr>
          <p:cNvPr id="9" name="Connector line-1792374791618-818036544"/>
          <p:cNvSpPr/>
          <p:nvPr/>
        </p:nvSpPr>
        <p:spPr>
          <a:xfrm>
            <a:off x="9144000" y="3524250"/>
            <a:ext cx="0" cy="5048250"/>
          </a:xfrm>
          <a:prstGeom prst="line">
            <a:avLst/>
          </a:prstGeom>
          <a:noFill/>
          <a:ln w="19050">
            <a:solidFill>
              <a:srgbClr val="B9B2A3"/>
            </a:solidFill>
            <a:prstDash val="solid"/>
            <a:headEnd type="none"/>
            <a:tailEnd type="none"/>
          </a:ln>
        </p:spPr>
      </p:sp>
      <p:sp>
        <p:nvSpPr>
          <p:cNvPr id="10" name="Connector line-1792374791618-341463419"/>
          <p:cNvSpPr/>
          <p:nvPr/>
        </p:nvSpPr>
        <p:spPr>
          <a:xfrm>
            <a:off x="15240000" y="3524250"/>
            <a:ext cx="0" cy="5048250"/>
          </a:xfrm>
          <a:prstGeom prst="line">
            <a:avLst/>
          </a:prstGeom>
          <a:noFill/>
          <a:ln w="19050">
            <a:solidFill>
              <a:srgbClr val="B9B2A3"/>
            </a:solidFill>
            <a:prstDash val="solid"/>
            <a:headEnd type="none"/>
            <a:tailEnd type="none"/>
          </a:ln>
        </p:spPr>
      </p:sp>
      <p:sp>
        <p:nvSpPr>
          <p:cNvPr id="11" name="Connector line-1792374791619-729746966"/>
          <p:cNvSpPr/>
          <p:nvPr/>
        </p:nvSpPr>
        <p:spPr>
          <a:xfrm>
            <a:off x="3143250" y="4476750"/>
            <a:ext cx="59055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3333750" y="3952875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pull_request</a:t>
            </a:r>
            <a:endParaRPr lang="en-US" sz="2100" dirty="0"/>
          </a:p>
        </p:txBody>
      </p:sp>
      <p:sp>
        <p:nvSpPr>
          <p:cNvPr id="13" name="Connector line-1792374791624-243683938"/>
          <p:cNvSpPr/>
          <p:nvPr/>
        </p:nvSpPr>
        <p:spPr>
          <a:xfrm flipH="1">
            <a:off x="9239250" y="5619750"/>
            <a:ext cx="5905500" cy="0"/>
          </a:xfrm>
          <a:prstGeom prst="line">
            <a:avLst/>
          </a:prstGeom>
          <a:noFill/>
          <a:ln w="28575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9429750" y="4857750"/>
            <a:ext cx="5619750" cy="6667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runner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29750" y="5762625"/>
            <a:ext cx="561975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GITHUB_TOKEN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thấp.</a:t>
            </a:r>
            <a:endParaRPr lang="en-US" sz="1800" dirty="0"/>
          </a:p>
        </p:txBody>
      </p:sp>
      <p:sp>
        <p:nvSpPr>
          <p:cNvPr id="16" name="Connector line-1792374791630-105830964"/>
          <p:cNvSpPr/>
          <p:nvPr/>
        </p:nvSpPr>
        <p:spPr>
          <a:xfrm>
            <a:off x="3143250" y="7239000"/>
            <a:ext cx="5905500" cy="0"/>
          </a:xfrm>
          <a:prstGeom prst="line">
            <a:avLst/>
          </a:prstGeom>
          <a:noFill/>
          <a:ln w="28575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7" name="Text 15"/>
          <p:cNvSpPr/>
          <p:nvPr/>
        </p:nvSpPr>
        <p:spPr>
          <a:xfrm>
            <a:off x="3333750" y="6715125"/>
            <a:ext cx="5524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pull_request_target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3333750" y="7381875"/>
            <a:ext cx="55245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18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</a:t>
            </a:r>
            <a:r>
              <a:rPr lang="en-US" sz="18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29750" y="7000875"/>
            <a:ext cx="561975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b="1" dirty="0" spc="-3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Rất</a:t>
            </a:r>
            <a:r>
              <a:rPr lang="en-US" sz="19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19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19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PR.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14400" y="86677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a56285c-decb-4f1a-a3e1-2815e79b08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4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4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333625"/>
            <a:ext cx="16459200" cy="12573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628900"/>
            <a:ext cx="666750" cy="666750"/>
          </a:xfrm>
          <a:prstGeom prst="ellipse">
            <a:avLst/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190750" y="2495550"/>
            <a:ext cx="1495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</a:t>
            </a:r>
            <a:r>
              <a:rPr lang="en-US" sz="24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0750" y="2990850"/>
            <a:ext cx="1495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724275"/>
            <a:ext cx="16459200" cy="12573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0150" y="401955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190750" y="3886200"/>
            <a:ext cx="1495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thiểu: khai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permissions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job.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90750" y="4381500"/>
            <a:ext cx="1495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5114925"/>
            <a:ext cx="16459200" cy="12573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0150" y="5410200"/>
            <a:ext cx="666750" cy="66675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190750" y="5276850"/>
            <a:ext cx="1495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OIDC:</a:t>
            </a:r>
            <a:r>
              <a:rPr lang="en-US" sz="240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90750" y="5772150"/>
            <a:ext cx="1495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6505575"/>
            <a:ext cx="16459200" cy="12573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6800850"/>
            <a:ext cx="666750" cy="66675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190750" y="6667500"/>
            <a:ext cx="1495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 phụ thuộc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90750" y="7162800"/>
            <a:ext cx="1495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Free,</a:t>
            </a:r>
            <a:r>
              <a:rPr lang="en-US" sz="19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Pro,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Team: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7896225"/>
            <a:ext cx="16459200" cy="12573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0150" y="8191500"/>
            <a:ext cx="666750" cy="66675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190750" y="8058150"/>
            <a:ext cx="14954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Branch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protection: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190750" y="8553450"/>
            <a:ext cx="14954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qua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3b04d058-4666-40df-89d3-97937434e8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192500" cy="85725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4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2381250"/>
            <a:ext cx="990600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27622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F6A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3143250" y="28003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9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Integration: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hợp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714750"/>
            <a:ext cx="990600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0150" y="40957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7C93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CD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3143250" y="41338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Delivery: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liên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990600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0150" y="54292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FFB45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3143250" y="54673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Pull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Request:</a:t>
            </a:r>
            <a:r>
              <a:rPr lang="en-US" sz="19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381750"/>
            <a:ext cx="990600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" y="67627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OIDC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3143250" y="68008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OpenID Connect: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9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7715250"/>
            <a:ext cx="9906000" cy="123825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0150" y="80962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E4E1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OpenID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3143250" y="8134350"/>
            <a:ext cx="7429500" cy="47625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IDentity: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277600" y="2381250"/>
            <a:ext cx="6096000" cy="6572250"/>
          </a:xfrm>
          <a:prstGeom prst="roundRect">
            <a:avLst>
              <a:gd name="adj" fmla="val 3750"/>
            </a:avLst>
          </a:prstGeom>
          <a:solidFill>
            <a:srgbClr val="2A2E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620500" y="2667000"/>
            <a:ext cx="5429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richtext-1792374867041-629220868"/>
          <p:cNvSpPr/>
          <p:nvPr/>
        </p:nvSpPr>
        <p:spPr>
          <a:xfrm>
            <a:off x="11620500" y="3190875"/>
            <a:ext cx="5429250" cy="5524500"/>
          </a:xfrm>
          <a:prstGeom prst="rect">
            <a:avLst/>
          </a:prstGeom>
          <a:noFill/>
          <a:ln/>
        </p:spPr>
        <p:txBody>
          <a:bodyPr wrap="square" lIns="0" tIns="1143" rIns="0" bIns="-1143" rtlCol="0" anchor="t"/>
          <a:lstStyle/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8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8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8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18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r>
              <a:rPr lang="en-US" sz="18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syntax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 bảo</a:t>
            </a:r>
            <a:r>
              <a:rPr lang="en-US" sz="18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18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8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</a:t>
            </a:r>
            <a:r>
              <a:rPr lang="en-US" sz="18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18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environments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Docs:</a:t>
            </a:r>
            <a:r>
              <a:rPr lang="en-US" sz="18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protected</a:t>
            </a:r>
            <a:r>
              <a:rPr lang="en-US" sz="18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branches</a:t>
            </a:r>
            <a:endParaRPr lang="en-US" sz="1800" dirty="0"/>
          </a:p>
          <a:p>
            <a:pPr algn="l" marL="228600" indent="-163321">
              <a:lnSpc>
                <a:spcPts val="261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</a:t>
            </a:r>
            <a:r>
              <a:rPr lang="en-US" sz="18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Fowler:</a:t>
            </a:r>
            <a:r>
              <a:rPr lang="en-US" sz="18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DeploymentPipeline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4E1D8"/>
          </a:solidFill>
          <a:ln w="19050">
            <a:solidFill>
              <a:srgbClr val="E4E1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2ba6f93-3450-4912-bb64-04ce55ec63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2026-10-19T01:55:13Z</dcterms:created>
  <dcterms:modified xsi:type="dcterms:W3CDTF">2026-10-19T01:55:13Z</dcterms:modified>
</cp:coreProperties>
</file>