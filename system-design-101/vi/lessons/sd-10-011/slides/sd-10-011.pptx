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Big</a:t>
            </a:r>
            <a:r>
              <a:rPr lang="en-US" sz="8100" dirty="0" spc="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little</a:t>
            </a:r>
            <a:r>
              <a:rPr lang="en-US" sz="8100" dirty="0" spc="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: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81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4895850"/>
            <a:ext cx="8953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40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40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số,</a:t>
            </a:r>
            <a:r>
              <a:rPr lang="en-US" sz="40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40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40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40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40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40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4050" dirty="0"/>
          </a:p>
        </p:txBody>
      </p:sp>
      <p:sp>
        <p:nvSpPr>
          <p:cNvPr id="6" name="Shape 4"/>
          <p:cNvSpPr/>
          <p:nvPr/>
        </p:nvSpPr>
        <p:spPr>
          <a:xfrm>
            <a:off x="914400" y="6667500"/>
            <a:ext cx="20574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7048500"/>
            <a:ext cx="2057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1023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914400" y="796290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3124200" y="6667500"/>
            <a:ext cx="20574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4200" y="7048500"/>
            <a:ext cx="2057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-2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0x3ff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124200" y="796290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 lục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5334000" y="6667500"/>
            <a:ext cx="20574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4000" y="7048500"/>
            <a:ext cx="2057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r>
              <a:rPr lang="en-US" sz="48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ff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5334000" y="796290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7543800" y="6667500"/>
            <a:ext cx="20574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43800" y="7048500"/>
            <a:ext cx="2057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ff</a:t>
            </a:r>
            <a:r>
              <a:rPr lang="en-US" sz="4800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03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7543800" y="796290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little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363200" y="4476750"/>
            <a:ext cx="70104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06100" y="4667250"/>
            <a:ext cx="438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06100" y="5029200"/>
            <a:ext cx="4476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15316200" y="4752975"/>
            <a:ext cx="838200" cy="685800"/>
          </a:xfrm>
          <a:prstGeom prst="roundRect">
            <a:avLst>
              <a:gd name="adj" fmla="val 19444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6230600" y="4752975"/>
            <a:ext cx="838200" cy="685800"/>
          </a:xfrm>
          <a:prstGeom prst="roundRect">
            <a:avLst>
              <a:gd name="adj" fmla="val 19444"/>
            </a:avLst>
          </a:prstGeom>
          <a:solidFill>
            <a:srgbClr val="26305F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10363200" y="5905500"/>
            <a:ext cx="70104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06100" y="6096000"/>
            <a:ext cx="438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LITTLE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706100" y="6457950"/>
            <a:ext cx="4476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5316200" y="6181725"/>
            <a:ext cx="838200" cy="685800"/>
          </a:xfrm>
          <a:prstGeom prst="roundRect">
            <a:avLst>
              <a:gd name="adj" fmla="val 19444"/>
            </a:avLst>
          </a:prstGeom>
          <a:solidFill>
            <a:srgbClr val="4A3820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6230600" y="6181725"/>
            <a:ext cx="838200" cy="685800"/>
          </a:xfrm>
          <a:prstGeom prst="roundRect">
            <a:avLst>
              <a:gd name="adj" fmla="val 19444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10363200" y="7334250"/>
            <a:ext cx="70104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706100" y="7524750"/>
            <a:ext cx="438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RẮC</a:t>
            </a:r>
            <a:r>
              <a:rPr lang="en-US" sz="180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706100" y="78867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850" dirty="0"/>
          </a:p>
        </p:txBody>
      </p:sp>
      <p:sp>
        <p:nvSpPr>
          <p:cNvPr id="31" name="Connector line-1792338737996-903223531"/>
          <p:cNvSpPr/>
          <p:nvPr/>
        </p:nvSpPr>
        <p:spPr>
          <a:xfrm>
            <a:off x="15544800" y="7791450"/>
            <a:ext cx="14478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32" name="Connector line-1792338737997-186017575"/>
          <p:cNvSpPr/>
          <p:nvPr/>
        </p:nvSpPr>
        <p:spPr>
          <a:xfrm flipH="1">
            <a:off x="15544800" y="8172450"/>
            <a:ext cx="14478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c5380cda-5cd6-41f3-a578-b8b90f6a4b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Rắc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19125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4579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richtext-1792339040787-75571422"/>
          <p:cNvSpPr/>
          <p:nvPr/>
        </p:nvSpPr>
        <p:spPr>
          <a:xfrm>
            <a:off x="1238250" y="689610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little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18097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0" y="22098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Big</a:t>
            </a:r>
            <a:r>
              <a:rPr lang="en-US" sz="42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3716000" y="2047875"/>
            <a:ext cx="1238250" cy="1047750"/>
          </a:xfrm>
          <a:prstGeom prst="roundRect">
            <a:avLst>
              <a:gd name="adj" fmla="val 1636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5030450" y="2047875"/>
            <a:ext cx="1238250" cy="1047750"/>
          </a:xfrm>
          <a:prstGeom prst="roundRect">
            <a:avLst>
              <a:gd name="adj" fmla="val 16364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7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4200" dirty="0"/>
          </a:p>
        </p:txBody>
      </p:sp>
      <p:sp>
        <p:nvSpPr>
          <p:cNvPr id="13" name="Connector line-1792339040823-740815164"/>
          <p:cNvSpPr/>
          <p:nvPr/>
        </p:nvSpPr>
        <p:spPr>
          <a:xfrm>
            <a:off x="13258800" y="3352800"/>
            <a:ext cx="0" cy="6286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0782300" y="4038600"/>
            <a:ext cx="49530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250" dirty="0"/>
          </a:p>
        </p:txBody>
      </p:sp>
      <p:sp>
        <p:nvSpPr>
          <p:cNvPr id="15" name="Connector line-1792339040826-714119096"/>
          <p:cNvSpPr/>
          <p:nvPr/>
        </p:nvSpPr>
        <p:spPr>
          <a:xfrm>
            <a:off x="13258800" y="4686300"/>
            <a:ext cx="0" cy="5905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601200" y="55245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0" y="5924550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Little</a:t>
            </a:r>
            <a:r>
              <a:rPr lang="en-US" sz="42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3716000" y="5762625"/>
            <a:ext cx="1238250" cy="1047750"/>
          </a:xfrm>
          <a:prstGeom prst="roundRect">
            <a:avLst>
              <a:gd name="adj" fmla="val 16364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7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5030450" y="5762625"/>
            <a:ext cx="1238250" cy="1047750"/>
          </a:xfrm>
          <a:prstGeom prst="roundRect">
            <a:avLst>
              <a:gd name="adj" fmla="val 16364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601200" y="7524750"/>
            <a:ext cx="7315200" cy="85725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Rắc</a:t>
            </a:r>
            <a:r>
              <a:rPr lang="en-US" sz="25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rối: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e019703-8190-4a3c-85af-6ad31d2b18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1023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=</a:t>
            </a:r>
            <a:r>
              <a:rPr lang="en-US" sz="78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0x3ff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byte:</a:t>
            </a:r>
            <a:r>
              <a:rPr lang="en-US" sz="33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3300" b="1" dirty="0" spc="-3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0x3ff,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3714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819650" y="4953000"/>
            <a:ext cx="3714750" cy="685800"/>
          </a:xfrm>
          <a:prstGeom prst="roundRect">
            <a:avLst>
              <a:gd name="adj" fmla="val 50000"/>
            </a:avLst>
          </a:prstGeom>
          <a:solidFill>
            <a:srgbClr val="1D4A41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250" b="1" dirty="0" spc="-2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77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9091392-977727898"/>
          <p:cNvSpPr/>
          <p:nvPr/>
        </p:nvSpPr>
        <p:spPr>
          <a:xfrm>
            <a:off x="1238250" y="71818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mô-đun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 của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ff,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little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0" y="1428750"/>
            <a:ext cx="32385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0" y="1428750"/>
            <a:ext cx="323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spc="230" kern="0" dirty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1023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2839700" y="1619250"/>
            <a:ext cx="838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=</a:t>
            </a:r>
            <a:endParaRPr lang="en-US" sz="6000" dirty="0"/>
          </a:p>
        </p:txBody>
      </p:sp>
      <p:sp>
        <p:nvSpPr>
          <p:cNvPr id="15" name="Shape 13"/>
          <p:cNvSpPr/>
          <p:nvPr/>
        </p:nvSpPr>
        <p:spPr>
          <a:xfrm>
            <a:off x="13677900" y="1428750"/>
            <a:ext cx="32385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77900" y="1428750"/>
            <a:ext cx="323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spc="191" kern="0" dirty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0x3ff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601200" y="289560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677900" y="289560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 lục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endParaRPr lang="en-US" sz="1950" dirty="0"/>
          </a:p>
        </p:txBody>
      </p:sp>
      <p:sp>
        <p:nvSpPr>
          <p:cNvPr id="19" name="Connector line-1792339091416-848678341"/>
          <p:cNvSpPr/>
          <p:nvPr/>
        </p:nvSpPr>
        <p:spPr>
          <a:xfrm>
            <a:off x="13258800" y="3390900"/>
            <a:ext cx="0" cy="5905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0" name="Connector line-1792339091416-77429092"/>
          <p:cNvSpPr/>
          <p:nvPr/>
        </p:nvSpPr>
        <p:spPr>
          <a:xfrm>
            <a:off x="11572875" y="3981450"/>
            <a:ext cx="3371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1" name="Connector line-1792339091416-101739980"/>
          <p:cNvSpPr/>
          <p:nvPr/>
        </p:nvSpPr>
        <p:spPr>
          <a:xfrm>
            <a:off x="11572875" y="3981450"/>
            <a:ext cx="0" cy="4572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2" name="Connector line-1792339091416-200570491"/>
          <p:cNvSpPr/>
          <p:nvPr/>
        </p:nvSpPr>
        <p:spPr>
          <a:xfrm>
            <a:off x="14944725" y="3981450"/>
            <a:ext cx="0" cy="4572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525500" y="346710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0001250" y="453390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0001250" y="453390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206" kern="0" dirty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9750" dirty="0"/>
          </a:p>
        </p:txBody>
      </p:sp>
      <p:sp>
        <p:nvSpPr>
          <p:cNvPr id="26" name="Shape 24"/>
          <p:cNvSpPr/>
          <p:nvPr/>
        </p:nvSpPr>
        <p:spPr>
          <a:xfrm>
            <a:off x="13373100" y="453390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1D4A41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373100" y="453390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454" kern="0" dirty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ff</a:t>
            </a:r>
            <a:endParaRPr lang="en-US" sz="9750" dirty="0"/>
          </a:p>
        </p:txBody>
      </p:sp>
      <p:sp>
        <p:nvSpPr>
          <p:cNvPr id="28" name="Text 26"/>
          <p:cNvSpPr/>
          <p:nvPr/>
        </p:nvSpPr>
        <p:spPr>
          <a:xfrm>
            <a:off x="10001250" y="68961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3373100" y="68961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9601200" y="78486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Màu</a:t>
            </a:r>
            <a:r>
              <a:rPr lang="en-US" sz="19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đậm: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nhạt: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 03/09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cab8fc1f-c742-46af-8edf-91bed347de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LITTLE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Little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33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300" b="1" dirty="0" spc="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Intel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x86,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AMD64,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M1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Intel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x86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962400" y="4953000"/>
            <a:ext cx="3619500" cy="6858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1023:</a:t>
            </a:r>
            <a:r>
              <a:rPr lang="en-US" sz="2250" b="1" dirty="0" spc="-2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r>
              <a:rPr lang="en-US" sz="22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77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9141390-422399297"/>
          <p:cNvSpPr/>
          <p:nvPr/>
        </p:nvSpPr>
        <p:spPr>
          <a:xfrm>
            <a:off x="1238250" y="71818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thấp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90650"/>
            <a:ext cx="7315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0001250" y="238125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01250" y="238125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454" kern="0" dirty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ff</a:t>
            </a:r>
            <a:endParaRPr lang="en-US" sz="9750" dirty="0"/>
          </a:p>
        </p:txBody>
      </p:sp>
      <p:sp>
        <p:nvSpPr>
          <p:cNvPr id="15" name="Shape 13"/>
          <p:cNvSpPr/>
          <p:nvPr/>
        </p:nvSpPr>
        <p:spPr>
          <a:xfrm>
            <a:off x="13373100" y="238125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3373100" y="238125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206" kern="0" dirty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9750" dirty="0"/>
          </a:p>
        </p:txBody>
      </p:sp>
      <p:sp>
        <p:nvSpPr>
          <p:cNvPr id="17" name="Text 15"/>
          <p:cNvSpPr/>
          <p:nvPr/>
        </p:nvSpPr>
        <p:spPr>
          <a:xfrm>
            <a:off x="10001250" y="47625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373100" y="47625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19" name="Connector line-1792339141417-480295587"/>
          <p:cNvSpPr/>
          <p:nvPr/>
        </p:nvSpPr>
        <p:spPr>
          <a:xfrm>
            <a:off x="10001250" y="6096000"/>
            <a:ext cx="6515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01250" y="6343650"/>
            <a:ext cx="314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thấp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73100" y="6343650"/>
            <a:ext cx="314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601200" y="790575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Màu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đậm: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nhạt: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09dfae2d-ec26-42d9-bab0-6f75229419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 ENDIAN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Big</a:t>
            </a:r>
            <a:r>
              <a:rPr lang="en-US" sz="78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330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30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ff,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6096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IBM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</a:t>
            </a:r>
            <a:r>
              <a:rPr lang="en-US" sz="22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57912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26305F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2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19900"/>
            <a:ext cx="7620000" cy="2038350"/>
          </a:xfrm>
          <a:prstGeom prst="roundRect">
            <a:avLst>
              <a:gd name="adj" fmla="val 1308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70675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9177770-556881855"/>
          <p:cNvSpPr/>
          <p:nvPr/>
        </p:nvSpPr>
        <p:spPr>
          <a:xfrm>
            <a:off x="1238250" y="74866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thấp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90650"/>
            <a:ext cx="7315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0001250" y="238125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7C93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001250" y="238125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206" kern="0" dirty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9750" dirty="0"/>
          </a:p>
        </p:txBody>
      </p:sp>
      <p:sp>
        <p:nvSpPr>
          <p:cNvPr id="15" name="Shape 13"/>
          <p:cNvSpPr/>
          <p:nvPr/>
        </p:nvSpPr>
        <p:spPr>
          <a:xfrm>
            <a:off x="13373100" y="238125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26305F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373100" y="238125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454" kern="0" dirty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ff</a:t>
            </a:r>
            <a:endParaRPr lang="en-US" sz="9750" dirty="0"/>
          </a:p>
        </p:txBody>
      </p:sp>
      <p:sp>
        <p:nvSpPr>
          <p:cNvPr id="17" name="Text 15"/>
          <p:cNvSpPr/>
          <p:nvPr/>
        </p:nvSpPr>
        <p:spPr>
          <a:xfrm>
            <a:off x="10001250" y="47625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373100" y="47625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19" name="Connector line-1792339177788-437815290"/>
          <p:cNvSpPr/>
          <p:nvPr/>
        </p:nvSpPr>
        <p:spPr>
          <a:xfrm>
            <a:off x="10001250" y="6096000"/>
            <a:ext cx="65151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01250" y="6343650"/>
            <a:ext cx="314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thấp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73100" y="6343650"/>
            <a:ext cx="314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601200" y="790575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Màu</a:t>
            </a:r>
            <a:r>
              <a:rPr lang="en-US" sz="19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đậm: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nhạt: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5e5cdbd-47ae-46c2-a051-fc6abceb0d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 TỰ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 quan</a:t>
            </a: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dữ</a:t>
            </a:r>
            <a:r>
              <a:rPr lang="en-US" sz="33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3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30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628900"/>
          </a:xfrm>
          <a:prstGeom prst="roundRect">
            <a:avLst>
              <a:gd name="adj" fmla="val 10145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6362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richtext-1792339226045-716629603"/>
          <p:cNvSpPr/>
          <p:nvPr/>
        </p:nvSpPr>
        <p:spPr>
          <a:xfrm>
            <a:off x="1238250" y="680085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0" y="1428750"/>
            <a:ext cx="7315200" cy="1714500"/>
          </a:xfrm>
          <a:prstGeom prst="roundRect">
            <a:avLst>
              <a:gd name="adj" fmla="val 13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18859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1049000" y="1714500"/>
            <a:ext cx="55626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601200" y="3333750"/>
            <a:ext cx="7315200" cy="1714500"/>
          </a:xfrm>
          <a:prstGeom prst="roundRect">
            <a:avLst>
              <a:gd name="adj" fmla="val 13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06000" y="37909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049000" y="3619500"/>
            <a:ext cx="55626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700" dirty="0"/>
          </a:p>
        </p:txBody>
      </p:sp>
      <p:sp>
        <p:nvSpPr>
          <p:cNvPr id="16" name="Connector line-1792339226061-761185347"/>
          <p:cNvSpPr/>
          <p:nvPr/>
        </p:nvSpPr>
        <p:spPr>
          <a:xfrm>
            <a:off x="13258800" y="5162550"/>
            <a:ext cx="0" cy="6096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601200" y="5848350"/>
            <a:ext cx="73152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0" y="6191250"/>
            <a:ext cx="6705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33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33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906000" y="69532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5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c6bbfdf-a1e3-444e-8d2d-bb02317a18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 TỰ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nhớ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Byte,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3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628900"/>
          </a:xfrm>
          <a:prstGeom prst="roundRect">
            <a:avLst>
              <a:gd name="adj" fmla="val 1014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61722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richtext-1792339395757-14647258"/>
          <p:cNvSpPr/>
          <p:nvPr/>
        </p:nvSpPr>
        <p:spPr>
          <a:xfrm>
            <a:off x="1238250" y="661035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 thuộc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0" y="1371600"/>
            <a:ext cx="73152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1543050"/>
            <a:ext cx="6705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906000" y="1943100"/>
            <a:ext cx="670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439400" y="2514600"/>
            <a:ext cx="952500" cy="857250"/>
          </a:xfrm>
          <a:prstGeom prst="roundRect">
            <a:avLst>
              <a:gd name="adj" fmla="val 17778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1468100" y="2514600"/>
            <a:ext cx="952500" cy="857250"/>
          </a:xfrm>
          <a:prstGeom prst="roundRect">
            <a:avLst>
              <a:gd name="adj" fmla="val 17778"/>
            </a:avLst>
          </a:prstGeom>
          <a:solidFill>
            <a:srgbClr val="26305F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2668250" y="2724150"/>
            <a:ext cx="133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4249400" y="2514600"/>
            <a:ext cx="952500" cy="857250"/>
          </a:xfrm>
          <a:prstGeom prst="roundRect">
            <a:avLst>
              <a:gd name="adj" fmla="val 17778"/>
            </a:avLst>
          </a:prstGeom>
          <a:solidFill>
            <a:srgbClr val="4A3820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5278100" y="2514600"/>
            <a:ext cx="952500" cy="857250"/>
          </a:xfrm>
          <a:prstGeom prst="roundRect">
            <a:avLst>
              <a:gd name="adj" fmla="val 17778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9601200" y="3848100"/>
            <a:ext cx="7315200" cy="1714500"/>
          </a:xfrm>
          <a:prstGeom prst="roundRect">
            <a:avLst>
              <a:gd name="adj" fmla="val 13333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9906000" y="440055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611100" y="41338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bit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601200" y="5753100"/>
            <a:ext cx="7315200" cy="2552700"/>
          </a:xfrm>
          <a:prstGeom prst="roundRect">
            <a:avLst>
              <a:gd name="adj" fmla="val 8955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906000" y="62103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26305F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2668250" y="6181725"/>
            <a:ext cx="1181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13849350" y="62103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4A3820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little</a:t>
            </a:r>
            <a:r>
              <a:rPr lang="en-US" sz="24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906000" y="7353300"/>
            <a:ext cx="6705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ca9117f0-4d24-478a-9c12-e926b5cd9b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Chuyện</a:t>
            </a:r>
            <a:r>
              <a:rPr lang="en-US" sz="7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xảy</a:t>
            </a:r>
            <a:r>
              <a:rPr lang="en-US" sz="78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little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850" dirty="0" spc="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247900"/>
          </a:xfrm>
          <a:prstGeom prst="roundRect">
            <a:avLst>
              <a:gd name="adj" fmla="val 1186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5532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richtext-1792339434875-791895188"/>
          <p:cNvSpPr/>
          <p:nvPr/>
        </p:nvSpPr>
        <p:spPr>
          <a:xfrm>
            <a:off x="1238250" y="69913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0" y="13716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06000" y="19240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0934700" y="1638300"/>
            <a:ext cx="3733800" cy="13716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little endian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820900" y="1924050"/>
            <a:ext cx="914400" cy="800100"/>
          </a:xfrm>
          <a:prstGeom prst="roundRect">
            <a:avLst>
              <a:gd name="adj" fmla="val 1904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5811500" y="1924050"/>
            <a:ext cx="914400" cy="800100"/>
          </a:xfrm>
          <a:prstGeom prst="roundRect">
            <a:avLst>
              <a:gd name="adj" fmla="val 1904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601200" y="34671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06000" y="40195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0934700" y="3733800"/>
            <a:ext cx="3733800" cy="13716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4820900" y="4019550"/>
            <a:ext cx="914400" cy="800100"/>
          </a:xfrm>
          <a:prstGeom prst="roundRect">
            <a:avLst>
              <a:gd name="adj" fmla="val 1904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5811500" y="4019550"/>
            <a:ext cx="914400" cy="800100"/>
          </a:xfrm>
          <a:prstGeom prst="roundRect">
            <a:avLst>
              <a:gd name="adj" fmla="val 1904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601200" y="5562600"/>
            <a:ext cx="7315200" cy="2743200"/>
          </a:xfrm>
          <a:prstGeom prst="roundRect">
            <a:avLst>
              <a:gd name="adj" fmla="val 8333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6000" y="59055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0934700" y="586740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4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0xff03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0934700" y="662940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tức</a:t>
            </a:r>
            <a:r>
              <a:rPr lang="en-US" sz="31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65283,</a:t>
            </a:r>
            <a:r>
              <a:rPr lang="en-US" sz="31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1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1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10934700" y="73152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nguyên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0934700" y="76962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 tính của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f459f7bb-9b81-4b0c-b65d-fa8e62fb36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nhớ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67050"/>
            <a:ext cx="4724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</a:t>
            </a:r>
            <a:r>
              <a:rPr lang="en-US" sz="360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19200" y="3771900"/>
            <a:ext cx="472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most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significant</a:t>
            </a:r>
            <a:r>
              <a:rPr lang="en-US" sz="19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7" name="Text richtext-1792339488020-390383395"/>
          <p:cNvSpPr/>
          <p:nvPr/>
        </p:nvSpPr>
        <p:spPr>
          <a:xfrm>
            <a:off x="1219200" y="4343400"/>
            <a:ext cx="47244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 endian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1023: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762250"/>
            <a:ext cx="53340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1800" y="3067050"/>
            <a:ext cx="4724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</a:t>
            </a: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 nhất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781800" y="3771900"/>
            <a:ext cx="472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significant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11" name="Text richtext-1792339488046-681254723"/>
          <p:cNvSpPr/>
          <p:nvPr/>
        </p:nvSpPr>
        <p:spPr>
          <a:xfrm>
            <a:off x="6781800" y="4343400"/>
            <a:ext cx="47244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little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1023: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762250"/>
            <a:ext cx="53340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0" y="3067050"/>
            <a:ext cx="4724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địa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 nhất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2344400" y="3771900"/>
            <a:ext cx="472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19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15" name="Text richtext-1792339488056-89708104"/>
          <p:cNvSpPr/>
          <p:nvPr/>
        </p:nvSpPr>
        <p:spPr>
          <a:xfrm>
            <a:off x="12344400" y="4343400"/>
            <a:ext cx="47244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endian: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Little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endian: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64389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39488072-118261133"/>
          <p:cNvSpPr/>
          <p:nvPr/>
        </p:nvSpPr>
        <p:spPr>
          <a:xfrm>
            <a:off x="1238250" y="6877050"/>
            <a:ext cx="15811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system-design-101: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7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struct: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38250" y="811530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abac318-a3c6-47ff-b667-a9bec211b9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2026-10-19T13:08:39Z</dcterms:created>
  <dcterms:modified xsi:type="dcterms:W3CDTF">2026-10-19T13:08:39Z</dcterms:modified>
</cp:coreProperties>
</file>