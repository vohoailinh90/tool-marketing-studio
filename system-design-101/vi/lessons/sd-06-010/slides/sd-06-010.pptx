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75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75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mọi kiểu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105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296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3487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" name="Moda image moda-export-watermark-3d61dcaf-f3c9-4c9f-820f-9399c8b0c4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Giải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 mô phỏng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Năm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bài</a:t>
            </a: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6675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</a:t>
            </a:r>
            <a:r>
              <a:rPr lang="en-US" sz="300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r>
              <a:rPr lang="en-US" sz="30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4206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Trên</a:t>
            </a:r>
            <a:r>
              <a:rPr lang="en-US" sz="300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ba</a:t>
            </a: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kiểu</a:t>
            </a:r>
            <a:r>
              <a:rPr lang="en-US" sz="300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</a:t>
            </a: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endParaRPr lang="en-US" sz="3000" dirty="0"/>
          </a:p>
        </p:txBody>
      </p:sp>
      <p:sp>
        <p:nvSpPr>
          <p:cNvPr id="7" name="Connector line-1792392411086-731272869"/>
          <p:cNvSpPr/>
          <p:nvPr/>
        </p:nvSpPr>
        <p:spPr>
          <a:xfrm>
            <a:off x="59055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92411086-832250370"/>
          <p:cNvSpPr/>
          <p:nvPr/>
        </p:nvSpPr>
        <p:spPr>
          <a:xfrm>
            <a:off x="116586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khi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faae8c5-1ac6-44e5-b82c-a8c737e21f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r>
              <a:rPr lang="en-US" sz="6900" dirty="0" spc="-10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sớm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Bỏ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lâu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chưa được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Text 1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4927b50-48b5-475b-a200-fb377e198f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3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CƯỢC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Khóa</a:t>
            </a:r>
            <a:r>
              <a:rPr lang="en-US" sz="345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sẽ</a:t>
            </a:r>
            <a:r>
              <a:rPr lang="en-US" sz="34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còn</a:t>
            </a:r>
            <a:r>
              <a:rPr lang="en-US" sz="3450" dirty="0" spc="-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Phải</a:t>
            </a:r>
            <a:r>
              <a:rPr lang="en-US" sz="34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đếm</a:t>
            </a:r>
            <a:r>
              <a:rPr lang="en-US" sz="34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450" dirty="0" spc="3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khóa.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d6b6c9a-9f67-44ce-a2eb-40bf34fb1e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r>
              <a:rPr lang="en-US" sz="63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3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300" dirty="0"/>
          </a:p>
        </p:txBody>
      </p:sp>
      <p:sp>
        <p:nvSpPr>
          <p:cNvPr id="4" name="Connector line-1792392413564-245264665"/>
          <p:cNvSpPr/>
          <p:nvPr/>
        </p:nvSpPr>
        <p:spPr>
          <a:xfrm>
            <a:off x="1905000" y="4762500"/>
            <a:ext cx="14478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7" name="Shape 5"/>
          <p:cNvSpPr/>
          <p:nvPr/>
        </p:nvSpPr>
        <p:spPr>
          <a:xfrm>
            <a:off x="16002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55245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667500" y="552450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335000" y="55245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Lâu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lại: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4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120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e0b02e0-efa5-4973-a8ec-149982698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3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bảo</a:t>
            </a:r>
            <a:r>
              <a:rPr lang="en-US" sz="33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vệ: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thử:</a:t>
            </a:r>
            <a:r>
              <a:rPr lang="en-US" sz="33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33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nóng,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lạnh.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lướt.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a790398-8e9b-4e31-b590-25e22aeff1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xỉ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đếm;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truy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aae17eb-e9e7-4818-85eb-174574ae5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3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3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1908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Tình</a:t>
            </a: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huống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477000" y="31908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862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6196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Vì</a:t>
            </a:r>
            <a:r>
              <a:rPr lang="en-US" sz="25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25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477000" y="46196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7150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0483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Hợp</a:t>
            </a:r>
            <a:r>
              <a:rPr lang="en-US" sz="25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hơn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477000" y="6048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71437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74771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5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477000" y="74771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7f36b5a-b6da-424a-9f8e-3febf807e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Mỗi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285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8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</a:t>
            </a:r>
            <a:r>
              <a:rPr lang="en-US" sz="2850" dirty="0" spc="-1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8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hàm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khóa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chứa,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LFU</a:t>
            </a:r>
            <a:r>
              <a:rPr lang="en-US" sz="2850" dirty="0" spc="-1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</a:t>
            </a:r>
            <a:r>
              <a:rPr lang="en-US" sz="2850" dirty="0" spc="-7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hòa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7917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Chọn</a:t>
            </a:r>
            <a:r>
              <a:rPr lang="en-US" sz="28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ngẫu</a:t>
            </a:r>
            <a:r>
              <a:rPr lang="en-US" sz="28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nhiên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3335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Phân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bố</a:t>
            </a:r>
            <a:r>
              <a:rPr lang="en-US" sz="285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Zipf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7917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bae8727-ab2d-482b-8838-dd481ef3f4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thời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64770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20396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4770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0396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FIFO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4762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100" b="1" dirty="0" spc="-8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b="1" dirty="0" spc="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4770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9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eviction)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0396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1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e409806-000a-45b2-8738-923a6eef3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2026-10-19T06:47:19Z</dcterms:created>
  <dcterms:modified xsi:type="dcterms:W3CDTF">2026-10-19T06:47:19Z</dcterms:modified>
</cp:coreProperties>
</file>