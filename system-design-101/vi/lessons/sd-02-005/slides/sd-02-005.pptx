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6195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SapFix: máy</a:t>
            </a:r>
            <a:r>
              <a:rPr lang="en-US" sz="81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81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xuất,</a:t>
            </a:r>
            <a:r>
              <a:rPr lang="en-US" sz="8100" dirty="0" spc="-8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8100" dirty="0" spc="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 bản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vá.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nhấn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nhận?</a:t>
            </a:r>
            <a:endParaRPr lang="en-US" sz="3000" dirty="0"/>
          </a:p>
        </p:txBody>
      </p:sp>
      <p:sp>
        <p:nvSpPr>
          <p:cNvPr id="5" name="Connector line-1792373954000-680210321"/>
          <p:cNvSpPr/>
          <p:nvPr/>
        </p:nvSpPr>
        <p:spPr>
          <a:xfrm>
            <a:off x="914400" y="6667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532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 Meta.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858500" y="1428750"/>
            <a:ext cx="6477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39500" y="1676400"/>
            <a:ext cx="5715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Phát</a:t>
            </a:r>
            <a:r>
              <a:rPr lang="en-US" sz="36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1239500" y="22860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crash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100" dirty="0" spc="-3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858500" y="3238500"/>
            <a:ext cx="6477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39500" y="3486150"/>
            <a:ext cx="5715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Đề</a:t>
            </a:r>
            <a:r>
              <a:rPr lang="en-US" sz="36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239500" y="409575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858500" y="5048250"/>
            <a:ext cx="6477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39500" y="5295900"/>
            <a:ext cx="5715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36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3600" dirty="0" spc="1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1239500" y="59055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858500" y="6858000"/>
            <a:ext cx="6477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39500" y="7105650"/>
            <a:ext cx="5715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</a:t>
            </a:r>
            <a:r>
              <a:rPr lang="en-US" sz="36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1239500" y="771525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đợt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</a:t>
            </a: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ngày,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</p:txBody>
      </p:sp>
      <p:sp>
        <p:nvSpPr>
          <p:cNvPr id="20" name="Connector line-1792373954031-611955897"/>
          <p:cNvSpPr/>
          <p:nvPr/>
        </p:nvSpPr>
        <p:spPr>
          <a:xfrm>
            <a:off x="10477500" y="2143125"/>
            <a:ext cx="0" cy="5429250"/>
          </a:xfrm>
          <a:prstGeom prst="line">
            <a:avLst/>
          </a:prstGeom>
          <a:noFill/>
          <a:ln w="3810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0363200" y="2028825"/>
            <a:ext cx="228600" cy="228600"/>
          </a:xfrm>
          <a:prstGeom prst="ellipse">
            <a:avLst/>
          </a:prstGeom>
          <a:solidFill>
            <a:srgbClr val="14161C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63200" y="3838575"/>
            <a:ext cx="228600" cy="228600"/>
          </a:xfrm>
          <a:prstGeom prst="ellipse">
            <a:avLst/>
          </a:prstGeom>
          <a:solidFill>
            <a:srgbClr val="14161C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363200" y="5648325"/>
            <a:ext cx="228600" cy="228600"/>
          </a:xfrm>
          <a:prstGeom prst="ellipse">
            <a:avLst/>
          </a:prstGeom>
          <a:solidFill>
            <a:srgbClr val="14161C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63200" y="7458075"/>
            <a:ext cx="228600" cy="228600"/>
          </a:xfrm>
          <a:prstGeom prst="ellipse">
            <a:avLst/>
          </a:prstGeom>
          <a:solidFill>
            <a:srgbClr val="14161C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25b3bfeb-9b4c-4900-a047-73a6078fd18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61913" rIns="0" bIns="-61913" rtlCol="0" anchor="t"/>
          <a:lstStyle/>
          <a:p>
            <a:pPr algn="l" indent="0" marL="0">
              <a:lnSpc>
                <a:spcPts val="7950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75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75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5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vá,</a:t>
            </a:r>
            <a:r>
              <a:rPr lang="en-US" sz="75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5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dừng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 chờ</a:t>
            </a:r>
            <a:r>
              <a:rPr lang="en-US" sz="75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người.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5334000"/>
            <a:ext cx="114300" cy="1809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richtext-1792373970301-551883051"/>
          <p:cNvSpPr/>
          <p:nvPr/>
        </p:nvSpPr>
        <p:spPr>
          <a:xfrm>
            <a:off x="1333500" y="5334000"/>
            <a:ext cx="14287500" cy="1905000"/>
          </a:xfrm>
          <a:prstGeom prst="rect">
            <a:avLst/>
          </a:prstGeom>
          <a:noFill/>
          <a:ln/>
        </p:spPr>
        <p:txBody>
          <a:bodyPr wrap="square" lIns="0" tIns="1794" rIns="0" bIns="-1794" rtlCol="0" anchor="t"/>
          <a:lstStyle/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SapFix.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tiêu: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lỗi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thể.</a:t>
            </a:r>
            <a:endParaRPr lang="en-US" sz="2850" dirty="0"/>
          </a:p>
          <a:p>
            <a:pPr algn="l" marL="361950" indent="-258592">
              <a:lnSpc>
                <a:spcPts val="4133"/>
              </a:lnSpc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chuyền.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d3d6a13-ae1a-418c-9c19-02d4feb5da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 1</a:t>
            </a:r>
            <a:r>
              <a:rPr lang="en-US" sz="195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6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crash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 thay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76250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909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76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PHABRICATOR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476250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Lập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5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(Diff)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34150" y="3048000"/>
            <a:ext cx="5219700" cy="476250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5150" y="33909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915150" y="4286250"/>
            <a:ext cx="4476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SAPIENZ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915150" y="476250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SapFix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2153900" y="3048000"/>
            <a:ext cx="5219700" cy="4762500"/>
          </a:xfrm>
          <a:prstGeom prst="roundRect">
            <a:avLst>
              <a:gd name="adj" fmla="val 56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534900" y="33909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2534900" y="4286250"/>
            <a:ext cx="4476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1950" b="1" spc="224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b="1" spc="228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DIFF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534900" y="476250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crash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Diff</a:t>
            </a:r>
            <a:r>
              <a:rPr lang="en-US" sz="25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5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8191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Phabricator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Facebook.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77797cd3-72ec-434f-82c8-a4bfd49372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1950" b="1" spc="25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361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550" b="1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6191250"/>
            <a:ext cx="361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Hoàn</a:t>
            </a:r>
            <a:r>
              <a:rPr lang="en-US" sz="2550" b="1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b="1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b="1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4953000" y="3429000"/>
            <a:ext cx="5905500" cy="200025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34000" y="3714750"/>
            <a:ext cx="5143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Đột</a:t>
            </a:r>
            <a:r>
              <a:rPr lang="en-US" sz="36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334000" y="4381500"/>
            <a:ext cx="5143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2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25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1239500" y="3429000"/>
            <a:ext cx="5905500" cy="200025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20500" y="3714750"/>
            <a:ext cx="5143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</a:t>
            </a:r>
            <a:r>
              <a:rPr lang="en-US" sz="36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1620500" y="4381500"/>
            <a:ext cx="5143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áp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25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250" dirty="0" spc="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4953000" y="5619750"/>
            <a:ext cx="5905500" cy="200025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4000" y="5905500"/>
            <a:ext cx="5143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Hoàn</a:t>
            </a:r>
            <a:r>
              <a:rPr lang="en-US" sz="36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36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6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334000" y="6572250"/>
            <a:ext cx="5143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239500" y="5619750"/>
            <a:ext cx="5905500" cy="2000250"/>
          </a:xfrm>
          <a:prstGeom prst="roundRect">
            <a:avLst>
              <a:gd name="adj" fmla="val 11429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1620500" y="5905500"/>
            <a:ext cx="5143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Hoàn</a:t>
            </a: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36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1620500" y="6572250"/>
            <a:ext cx="5143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hẳn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14400" y="80962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bản</a:t>
            </a:r>
            <a:r>
              <a:rPr lang="en-US" sz="22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build</a:t>
            </a:r>
            <a:r>
              <a:rPr lang="en-US" sz="225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vá.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14b2526a-bb83-4278-9999-7017a1f33f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vá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dừng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71475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38250" y="45720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vá</a:t>
            </a:r>
            <a:r>
              <a:rPr lang="en-US" sz="2400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81600" y="342900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05450" y="371475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505450" y="45720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40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Phabricator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448800" y="342900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72650" y="371475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772650" y="45720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 thay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crash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3716000" y="3429000"/>
            <a:ext cx="3657600" cy="2857500"/>
          </a:xfrm>
          <a:prstGeom prst="roundRect">
            <a:avLst>
              <a:gd name="adj" fmla="val 9333"/>
            </a:avLst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14039850" y="371475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4039850" y="45720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vá,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dirty="0" spc="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2400" dirty="0"/>
          </a:p>
        </p:txBody>
      </p:sp>
      <p:sp>
        <p:nvSpPr>
          <p:cNvPr id="16" name="Connector line-1792374033468-653562868"/>
          <p:cNvSpPr/>
          <p:nvPr/>
        </p:nvSpPr>
        <p:spPr>
          <a:xfrm>
            <a:off x="4591050" y="4857750"/>
            <a:ext cx="5334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74033469-246989967"/>
          <p:cNvSpPr/>
          <p:nvPr/>
        </p:nvSpPr>
        <p:spPr>
          <a:xfrm>
            <a:off x="8858250" y="4857750"/>
            <a:ext cx="5334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74033469-26496722"/>
          <p:cNvSpPr/>
          <p:nvPr/>
        </p:nvSpPr>
        <p:spPr>
          <a:xfrm>
            <a:off x="13125450" y="4857750"/>
            <a:ext cx="5334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69532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7277100"/>
            <a:ext cx="15716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6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viết?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 kỹ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14fa4242-0fd5-451b-9a2f-670d98dd2f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CHẶNG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1950" b="1" spc="30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10477500" cy="36195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t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-4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69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4857750"/>
            <a:ext cx="9525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phút,</a:t>
            </a:r>
            <a:r>
              <a:rPr lang="en-US" sz="54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trung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5810250"/>
            <a:ext cx="93345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3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4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239500" y="1905000"/>
            <a:ext cx="61341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582400" y="2095500"/>
            <a:ext cx="5524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165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/</a:t>
            </a:r>
            <a:r>
              <a:rPr lang="en-US" sz="48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57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1582400" y="295275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vá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100" dirty="0" spc="-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57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crash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239500" y="3810000"/>
            <a:ext cx="61341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582400" y="4000500"/>
            <a:ext cx="5524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90</a:t>
            </a:r>
            <a:r>
              <a:rPr lang="en-US" sz="48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ngày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1582400" y="485775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đợt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239500" y="5715000"/>
            <a:ext cx="61341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582400" y="5905500"/>
            <a:ext cx="5524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r>
              <a:rPr lang="en-US" sz="48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1582400" y="676275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chục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4400" y="8096250"/>
            <a:ext cx="16459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 con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nguồn;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</a:t>
            </a: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9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f2287524-c537-4c6d-b3d4-d1a0feb2490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165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762500"/>
          </a:xfrm>
          <a:prstGeom prst="roundRect">
            <a:avLst>
              <a:gd name="adj" fmla="val 64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39052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165</a:t>
            </a: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42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vá</a:t>
            </a:r>
            <a:r>
              <a:rPr lang="en-US" sz="42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r>
              <a:rPr lang="en-US" sz="42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4200" dirty="0"/>
          </a:p>
        </p:txBody>
      </p:sp>
      <p:sp>
        <p:nvSpPr>
          <p:cNvPr id="7" name="Text richtext-1792374074754-525838561"/>
          <p:cNvSpPr/>
          <p:nvPr/>
        </p:nvSpPr>
        <p:spPr>
          <a:xfrm>
            <a:off x="1371600" y="5524500"/>
            <a:ext cx="7086600" cy="1905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2,9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crash.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5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5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048000"/>
            <a:ext cx="8001000" cy="4762500"/>
          </a:xfrm>
          <a:prstGeom prst="roundRect">
            <a:avLst>
              <a:gd name="adj" fmla="val 64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298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829800" y="39052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Bao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42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endParaRPr lang="en-US" sz="4200" dirty="0"/>
          </a:p>
        </p:txBody>
      </p:sp>
      <p:sp>
        <p:nvSpPr>
          <p:cNvPr id="11" name="Text richtext-1792374074771-434237566"/>
          <p:cNvSpPr/>
          <p:nvPr/>
        </p:nvSpPr>
        <p:spPr>
          <a:xfrm>
            <a:off x="9829800" y="5524500"/>
            <a:ext cx="7086600" cy="1905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Hoàn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 tính năng.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28298bb-0402-4a9d-bcc4-a308247ccf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15240" rIns="0" bIns="-1524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48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vá</a:t>
            </a:r>
            <a:r>
              <a:rPr lang="en-US" sz="48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"hoàn</a:t>
            </a:r>
            <a:r>
              <a:rPr lang="en-US" sz="4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48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48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bộ"</a:t>
            </a:r>
            <a:r>
              <a:rPr lang="en-US" sz="48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4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48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thử.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48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5242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 án:</a:t>
            </a:r>
            <a:r>
              <a:rPr lang="en-US" sz="2400" b="1" dirty="0" spc="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46672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483870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476500" y="5010150"/>
            <a:ext cx="14478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 kiểm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crash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60007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617220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476500" y="6343650"/>
            <a:ext cx="14478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Hoàn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năng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E8472B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750570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476500" y="7677150"/>
            <a:ext cx="14478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cân: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crash,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e2f66ef-53e1-4bf1-8445-af12e0e4b2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095500"/>
            <a:ext cx="15240000" cy="2857500"/>
          </a:xfrm>
          <a:prstGeom prst="rect">
            <a:avLst/>
          </a:prstGeom>
          <a:noFill/>
          <a:ln/>
        </p:spPr>
        <p:txBody>
          <a:bodyPr wrap="square" lIns="0" tIns="61913" rIns="0" bIns="-61913" rtlCol="0" anchor="t"/>
          <a:lstStyle/>
          <a:p>
            <a:pPr algn="l" indent="0" marL="0">
              <a:lnSpc>
                <a:spcPts val="7950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5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5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75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xuất,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5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75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định.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5524500"/>
            <a:ext cx="114300" cy="2190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5" name="Text richtext-1792374105510-970437802"/>
          <p:cNvSpPr/>
          <p:nvPr/>
        </p:nvSpPr>
        <p:spPr>
          <a:xfrm>
            <a:off x="1333500" y="5524500"/>
            <a:ext cx="14287500" cy="228600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7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vá</a:t>
            </a: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7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thuật,</a:t>
            </a:r>
            <a:r>
              <a:rPr lang="en-US" sz="27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70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7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70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5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Trách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333500" y="8191500"/>
            <a:ext cx="1428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9479141d-6f64-4c57-bc18-6ceb011974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76500"/>
          <a:ext cx="13716000" cy="914400"/>
        </p:xfrm>
        <a:graphic>
          <a:graphicData uri="http://schemas.openxmlformats.org/drawingml/2006/table">
            <a:tbl>
              <a:tblPr/>
              <a:tblGrid>
                <a:gridCol w="4608576"/>
                <a:gridCol w="11850624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8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400" b="1" dirty="0" spc="-1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400" b="1" dirty="0" spc="0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4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Continuous</a:t>
                      </a:r>
                      <a:r>
                        <a:rPr lang="en-US" sz="2400" dirty="0" spc="-1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Integration:</a:t>
                      </a: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kiểm</a:t>
                      </a:r>
                      <a:r>
                        <a:rPr lang="en-US" sz="2400" dirty="0" spc="-2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r>
                        <a:rPr lang="en-US" sz="24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mỗi</a:t>
                      </a:r>
                      <a:r>
                        <a:rPr lang="en-US" sz="2400" dirty="0" spc="-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thay</a:t>
                      </a:r>
                      <a:r>
                        <a:rPr lang="en-US" sz="2400" dirty="0" spc="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r>
                        <a:rPr lang="en-US" sz="2400" dirty="0" spc="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3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Diff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400" dirty="0" spc="-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thay</a:t>
                      </a:r>
                      <a:r>
                        <a:rPr lang="en-US" sz="2400" dirty="0" spc="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r>
                        <a:rPr lang="en-US" sz="2400" dirty="0" spc="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r>
                        <a:rPr lang="en-US" sz="2400" dirty="0" spc="4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gửi</a:t>
                      </a:r>
                      <a:r>
                        <a:rPr lang="en-US" sz="2400" dirty="0" spc="3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đi</a:t>
                      </a:r>
                      <a:r>
                        <a:rPr lang="en-US" sz="2400" dirty="0" spc="-2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review,</a:t>
                      </a:r>
                      <a:r>
                        <a:rPr lang="en-US" sz="24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cách</a:t>
                      </a:r>
                      <a:r>
                        <a:rPr lang="en-US" sz="240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400" dirty="0" spc="-1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Meta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4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Phabricator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nơi</a:t>
                      </a:r>
                      <a:r>
                        <a:rPr lang="en-US" sz="2400" dirty="0" spc="4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gửi</a:t>
                      </a:r>
                      <a:r>
                        <a:rPr lang="en-US" sz="240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Diff</a:t>
                      </a:r>
                      <a:r>
                        <a:rPr lang="en-US" sz="2400" dirty="0" spc="-1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400" dirty="0" spc="-1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duyệt</a:t>
                      </a: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400" dirty="0" spc="-1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vá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Sapienz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hệ</a:t>
                      </a: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thống</a:t>
                      </a:r>
                      <a:r>
                        <a:rPr lang="en-US" sz="240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40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thiết</a:t>
                      </a:r>
                      <a:r>
                        <a:rPr lang="en-US" sz="2400" dirty="0" spc="-3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kế</a:t>
                      </a:r>
                      <a:r>
                        <a:rPr lang="en-US" sz="24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ca</a:t>
                      </a: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kiểm</a:t>
                      </a:r>
                      <a:r>
                        <a:rPr lang="en-US" sz="240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thử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67715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80962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86296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SapFix của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1e2a99fc-edb8-4434-b580-be17e13577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2026-10-19T02:03:25Z</dcterms:created>
  <dcterms:modified xsi:type="dcterms:W3CDTF">2026-10-19T02:03:25Z</dcterms:modified>
</cp:coreProperties>
</file>