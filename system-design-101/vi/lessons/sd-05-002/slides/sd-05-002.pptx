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2505075"/>
          </a:xfrm>
          <a:prstGeom prst="rect">
            <a:avLst/>
          </a:prstGeom>
          <a:noFill/>
          <a:ln/>
        </p:spPr>
        <p:txBody>
          <a:bodyPr wrap="square" lIns="0" tIns="82296" rIns="0" bIns="-82296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Gõ</a:t>
            </a:r>
            <a:r>
              <a:rPr lang="en-US" sz="81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google.com</a:t>
            </a:r>
            <a:r>
              <a:rPr lang="en-US" sz="81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81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r>
              <a:rPr lang="en-US" sz="81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chuyện</a:t>
            </a:r>
            <a:r>
              <a:rPr lang="en-US" sz="81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81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xảy</a:t>
            </a:r>
            <a:r>
              <a:rPr lang="en-US" sz="8100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238625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30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300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ra?</a:t>
            </a:r>
            <a:endParaRPr lang="en-US" sz="3000" dirty="0"/>
          </a:p>
        </p:txBody>
      </p:sp>
      <p:sp>
        <p:nvSpPr>
          <p:cNvPr id="5" name="Connector line-1792369728368-176573350"/>
          <p:cNvSpPr/>
          <p:nvPr/>
        </p:nvSpPr>
        <p:spPr>
          <a:xfrm>
            <a:off x="1905000" y="6286500"/>
            <a:ext cx="14478000" cy="0"/>
          </a:xfrm>
          <a:prstGeom prst="line">
            <a:avLst/>
          </a:prstGeom>
          <a:noFill/>
          <a:ln w="571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485900" y="5867400"/>
            <a:ext cx="838200" cy="838200"/>
          </a:xfrm>
          <a:prstGeom prst="ellipse">
            <a:avLst/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5900" y="5905500"/>
            <a:ext cx="83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76250" y="69532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Nhập</a:t>
            </a:r>
            <a:r>
              <a:rPr lang="en-US" sz="2100" b="1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b="1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381500" y="5867400"/>
            <a:ext cx="838200" cy="838200"/>
          </a:xfrm>
          <a:prstGeom prst="ellipse">
            <a:avLst/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1500" y="5905500"/>
            <a:ext cx="83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3371850" y="69532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100" b="1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100" b="1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277100" y="5867400"/>
            <a:ext cx="838200" cy="838200"/>
          </a:xfrm>
          <a:prstGeom prst="ellipse">
            <a:avLst/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77100" y="5905500"/>
            <a:ext cx="83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6267450" y="69532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2100" b="1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172700" y="5867400"/>
            <a:ext cx="838200" cy="838200"/>
          </a:xfrm>
          <a:prstGeom prst="ellipse">
            <a:avLst/>
          </a:prstGeom>
          <a:solidFill>
            <a:srgbClr val="1E212B"/>
          </a:solidFill>
          <a:ln w="47625">
            <a:solidFill>
              <a:srgbClr val="FF6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72700" y="5905500"/>
            <a:ext cx="83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163050" y="69532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100" b="1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b="1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068300" y="5867400"/>
            <a:ext cx="838200" cy="838200"/>
          </a:xfrm>
          <a:prstGeom prst="ellipse">
            <a:avLst/>
          </a:prstGeom>
          <a:solidFill>
            <a:srgbClr val="1E212B"/>
          </a:solidFill>
          <a:ln w="47625">
            <a:solidFill>
              <a:srgbClr val="7C9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068300" y="5905500"/>
            <a:ext cx="83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2058650" y="69532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100" b="1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b="1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5963900" y="5867400"/>
            <a:ext cx="838200" cy="838200"/>
          </a:xfrm>
          <a:prstGeom prst="ellipse">
            <a:avLst/>
          </a:prstGeom>
          <a:solidFill>
            <a:srgbClr val="1E212B"/>
          </a:solidFill>
          <a:ln w="47625">
            <a:solidFill>
              <a:srgbClr val="FFB4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963900" y="5905500"/>
            <a:ext cx="83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4954250" y="69532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100" b="1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14400" y="79057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 không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14400" y="96202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từ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nhấn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Enter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65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1fa53e7-a269-455b-99ba-4c52ec2956e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NHẤN ENTER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2952750"/>
            <a:ext cx="1047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343150" y="321945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Nhập</a:t>
            </a:r>
            <a:r>
              <a:rPr lang="en-US" sz="300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343150" y="3829050"/>
            <a:ext cx="619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Gõ</a:t>
            </a:r>
            <a:r>
              <a:rPr lang="en-US" sz="24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nhấn</a:t>
            </a:r>
            <a:r>
              <a:rPr lang="en-US" sz="24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Enter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4857750"/>
            <a:ext cx="80010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0150" y="4857750"/>
            <a:ext cx="1047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2343150" y="512445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343150" y="5734050"/>
            <a:ext cx="619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 dùng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6762750"/>
            <a:ext cx="80010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0150" y="6762750"/>
            <a:ext cx="1047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2343150" y="702945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7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343150" y="7639050"/>
            <a:ext cx="619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4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72600" y="2952750"/>
            <a:ext cx="80010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58350" y="2952750"/>
            <a:ext cx="1047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10801350" y="321945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3000" b="1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801350" y="3829050"/>
            <a:ext cx="619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4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400" dirty="0" spc="-3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TCP,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372600" y="4857750"/>
            <a:ext cx="80010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58350" y="4857750"/>
            <a:ext cx="1047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7200" dirty="0"/>
          </a:p>
        </p:txBody>
      </p:sp>
      <p:sp>
        <p:nvSpPr>
          <p:cNvPr id="22" name="Text 20"/>
          <p:cNvSpPr/>
          <p:nvPr/>
        </p:nvSpPr>
        <p:spPr>
          <a:xfrm>
            <a:off x="10801350" y="512445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0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0801350" y="5734050"/>
            <a:ext cx="619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5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4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372600" y="6762750"/>
            <a:ext cx="80010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58350" y="6762750"/>
            <a:ext cx="1047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10801350" y="702945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0801350" y="7639050"/>
            <a:ext cx="619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DOM,</a:t>
            </a: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CSSOM,</a:t>
            </a:r>
            <a:r>
              <a:rPr lang="en-US" sz="24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layout,</a:t>
            </a:r>
            <a:r>
              <a:rPr lang="en-US" sz="24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paint</a:t>
            </a:r>
            <a:endParaRPr lang="en-US" sz="2400" dirty="0"/>
          </a:p>
        </p:txBody>
      </p:sp>
      <p:sp>
        <p:nvSpPr>
          <p:cNvPr id="28" name="Connector line-1792369746529-949389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e099ae36-d9f6-4b76-b510-ec93d894b0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1–3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 ĐỊA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DNS?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239000" cy="5715000"/>
          </a:xfrm>
          <a:prstGeom prst="roundRect">
            <a:avLst>
              <a:gd name="adj" fmla="val 4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4325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 1–2</a:t>
            </a:r>
            <a:r>
              <a:rPr lang="en-US" sz="19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2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714750"/>
            <a:ext cx="6477000" cy="123825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39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3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mạng,</a:t>
            </a:r>
            <a:r>
              <a:rPr lang="en-US" sz="39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333500" y="5524500"/>
            <a:ext cx="6400800" cy="1047750"/>
          </a:xfrm>
          <a:prstGeom prst="roundRect">
            <a:avLst>
              <a:gd name="adj" fmla="val 18182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7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70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b="1" dirty="0" spc="3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33500" y="6819900"/>
            <a:ext cx="6400800" cy="1047750"/>
          </a:xfrm>
          <a:prstGeom prst="roundRect">
            <a:avLst>
              <a:gd name="adj" fmla="val 18182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7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70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b="1" dirty="0" spc="-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7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610600" y="2857500"/>
            <a:ext cx="8763000" cy="5715000"/>
          </a:xfrm>
          <a:prstGeom prst="roundRect">
            <a:avLst>
              <a:gd name="adj" fmla="val 4667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029700" y="314325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r>
              <a:rPr lang="en-US" sz="19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029700" y="3714750"/>
            <a:ext cx="495300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 duyệt,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192250" y="37147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endParaRPr lang="en-US" sz="1950" dirty="0"/>
          </a:p>
        </p:txBody>
      </p:sp>
      <p:sp>
        <p:nvSpPr>
          <p:cNvPr id="13" name="Connector line-1792369764320-854982974"/>
          <p:cNvSpPr/>
          <p:nvPr/>
        </p:nvSpPr>
        <p:spPr>
          <a:xfrm>
            <a:off x="11506200" y="4476750"/>
            <a:ext cx="0" cy="19050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029700" y="4667250"/>
            <a:ext cx="495300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giải</a:t>
            </a:r>
            <a:r>
              <a:rPr lang="en-US" sz="21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192250" y="46672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1950" dirty="0"/>
          </a:p>
        </p:txBody>
      </p:sp>
      <p:sp>
        <p:nvSpPr>
          <p:cNvPr id="16" name="Connector line-1792369764325-570790498"/>
          <p:cNvSpPr/>
          <p:nvPr/>
        </p:nvSpPr>
        <p:spPr>
          <a:xfrm>
            <a:off x="11506200" y="5429250"/>
            <a:ext cx="0" cy="19050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029700" y="5619750"/>
            <a:ext cx="495300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4192250" y="56197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1950" dirty="0"/>
          </a:p>
        </p:txBody>
      </p:sp>
      <p:sp>
        <p:nvSpPr>
          <p:cNvPr id="19" name="Connector line-1792369764330-863502767"/>
          <p:cNvSpPr/>
          <p:nvPr/>
        </p:nvSpPr>
        <p:spPr>
          <a:xfrm>
            <a:off x="11506200" y="6381750"/>
            <a:ext cx="0" cy="19050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9029700" y="6572250"/>
            <a:ext cx="495300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4192250" y="65722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1950" dirty="0"/>
          </a:p>
        </p:txBody>
      </p:sp>
      <p:sp>
        <p:nvSpPr>
          <p:cNvPr id="22" name="Connector line-1792369764334-588638962"/>
          <p:cNvSpPr/>
          <p:nvPr/>
        </p:nvSpPr>
        <p:spPr>
          <a:xfrm>
            <a:off x="11506200" y="7334250"/>
            <a:ext cx="0" cy="19050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9029700" y="7524750"/>
            <a:ext cx="4953000" cy="762000"/>
          </a:xfrm>
          <a:prstGeom prst="roundRect">
            <a:avLst>
              <a:gd name="adj" fmla="val 20000"/>
            </a:avLst>
          </a:prstGeom>
          <a:solidFill>
            <a:srgbClr val="3DD6A0"/>
          </a:solidFill>
          <a:ln w="1905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thẩm</a:t>
            </a:r>
            <a:r>
              <a:rPr lang="en-US" sz="21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4192250" y="75247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950" dirty="0" spc="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1950" dirty="0"/>
          </a:p>
        </p:txBody>
      </p:sp>
      <p:sp>
        <p:nvSpPr>
          <p:cNvPr id="25" name="Connector line-1792369764338-94912131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156a7f81-b32c-4e32-b2b2-a8872335f5d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MỞ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 NỐI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Bắt</a:t>
            </a:r>
            <a:r>
              <a:rPr lang="en-US" sz="7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tay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2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bước,</a:t>
            </a:r>
            <a:r>
              <a:rPr lang="en-US" sz="72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TLS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429000" cy="857250"/>
          </a:xfrm>
          <a:prstGeom prst="roundRect">
            <a:avLst>
              <a:gd name="adj" fmla="val 22222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63100" y="2857500"/>
            <a:ext cx="3429000" cy="857250"/>
          </a:xfrm>
          <a:prstGeom prst="roundRect">
            <a:avLst>
              <a:gd name="adj" fmla="val 22222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550" dirty="0"/>
          </a:p>
        </p:txBody>
      </p:sp>
      <p:sp>
        <p:nvSpPr>
          <p:cNvPr id="6" name="Connector line-1792369780693-505270379"/>
          <p:cNvSpPr/>
          <p:nvPr/>
        </p:nvSpPr>
        <p:spPr>
          <a:xfrm>
            <a:off x="2628900" y="3714750"/>
            <a:ext cx="0" cy="4857750"/>
          </a:xfrm>
          <a:prstGeom prst="line">
            <a:avLst/>
          </a:prstGeom>
          <a:noFill/>
          <a:ln w="28575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Connector line-1792369780693-279569684"/>
          <p:cNvSpPr/>
          <p:nvPr/>
        </p:nvSpPr>
        <p:spPr>
          <a:xfrm>
            <a:off x="11277600" y="3714750"/>
            <a:ext cx="0" cy="4857750"/>
          </a:xfrm>
          <a:prstGeom prst="line">
            <a:avLst/>
          </a:prstGeom>
          <a:noFill/>
          <a:ln w="28575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Connector line-1792369780694-480829446"/>
          <p:cNvSpPr/>
          <p:nvPr/>
        </p:nvSpPr>
        <p:spPr>
          <a:xfrm>
            <a:off x="2628900" y="4381500"/>
            <a:ext cx="85153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524500" y="4000500"/>
            <a:ext cx="2857500" cy="5334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</a:t>
            </a:r>
            <a:endParaRPr lang="en-US" sz="2250" dirty="0"/>
          </a:p>
        </p:txBody>
      </p:sp>
      <p:sp>
        <p:nvSpPr>
          <p:cNvPr id="10" name="Connector line-1792369780696-185356102"/>
          <p:cNvSpPr/>
          <p:nvPr/>
        </p:nvSpPr>
        <p:spPr>
          <a:xfrm flipH="1">
            <a:off x="2762250" y="5334000"/>
            <a:ext cx="85153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524500" y="4953000"/>
            <a:ext cx="2857500" cy="5334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SYN-ACK</a:t>
            </a:r>
            <a:endParaRPr lang="en-US" sz="2250" dirty="0"/>
          </a:p>
        </p:txBody>
      </p:sp>
      <p:sp>
        <p:nvSpPr>
          <p:cNvPr id="12" name="Connector line-1792369780699-490412787"/>
          <p:cNvSpPr/>
          <p:nvPr/>
        </p:nvSpPr>
        <p:spPr>
          <a:xfrm>
            <a:off x="2628900" y="6286500"/>
            <a:ext cx="85153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524500" y="5905500"/>
            <a:ext cx="2857500" cy="5334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ACK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628900" y="7048500"/>
            <a:ext cx="8648700" cy="11430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HTTPS: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bắt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3716000" y="2857500"/>
            <a:ext cx="3657600" cy="5334000"/>
          </a:xfrm>
          <a:prstGeom prst="roundRect">
            <a:avLst>
              <a:gd name="adj" fmla="val 729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097000" y="3143250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21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950" dirty="0"/>
          </a:p>
        </p:txBody>
      </p:sp>
      <p:sp>
        <p:nvSpPr>
          <p:cNvPr id="17" name="Text richtext-1792369780706-154809477"/>
          <p:cNvSpPr/>
          <p:nvPr/>
        </p:nvSpPr>
        <p:spPr>
          <a:xfrm>
            <a:off x="14097000" y="3714750"/>
            <a:ext cx="2952750" cy="4191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TCP: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2550" dirty="0"/>
          </a:p>
        </p:txBody>
      </p:sp>
      <p:sp>
        <p:nvSpPr>
          <p:cNvPr id="18" name="Connector line-1792369780726-12522838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8d54e1d0-70b0-46d1-84ab-54c5d556ce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 5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800" b="1" spc="28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trang,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72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3619500" cy="1333500"/>
          </a:xfrm>
          <a:prstGeom prst="roundRect">
            <a:avLst>
              <a:gd name="adj" fmla="val 2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30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3000" dirty="0"/>
          </a:p>
        </p:txBody>
      </p:sp>
      <p:sp>
        <p:nvSpPr>
          <p:cNvPr id="5" name="Connector line-1792369798145-980037205"/>
          <p:cNvSpPr/>
          <p:nvPr/>
        </p:nvSpPr>
        <p:spPr>
          <a:xfrm>
            <a:off x="4533900" y="4953000"/>
            <a:ext cx="33718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4533900" y="4381500"/>
            <a:ext cx="3371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4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100" dirty="0"/>
          </a:p>
        </p:txBody>
      </p:sp>
      <p:sp>
        <p:nvSpPr>
          <p:cNvPr id="7" name="Connector line-1792369798148-400336971"/>
          <p:cNvSpPr/>
          <p:nvPr/>
        </p:nvSpPr>
        <p:spPr>
          <a:xfrm flipH="1">
            <a:off x="4629150" y="5619750"/>
            <a:ext cx="33718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524500" y="5334000"/>
            <a:ext cx="1524000" cy="571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HTML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001000" y="4572000"/>
            <a:ext cx="36195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2763500" y="2857500"/>
            <a:ext cx="4610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1950" b="1" spc="21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763500" y="3429000"/>
            <a:ext cx="46101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CSS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763500" y="4714875"/>
            <a:ext cx="46101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2763500" y="6000750"/>
            <a:ext cx="46101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11620500" y="3952875"/>
            <a:ext cx="1143000" cy="1285875"/>
          </a:xfrm>
          <a:custGeom>
            <a:avLst/>
            <a:gdLst/>
            <a:ahLst/>
            <a:cxnLst/>
            <a:rect l="l" t="t" r="r" b="b"/>
            <a:pathLst>
              <a:path w="1143000" h="1285875">
                <a:moveTo>
                  <a:pt x="0" y="1285875"/>
                </a:moveTo>
                <a:cubicBezTo>
                  <a:pt x="571500" y="1285875"/>
                  <a:pt x="571500" y="0"/>
                  <a:pt x="1143000" y="0"/>
                </a:cubicBezTo>
              </a:path>
            </a:pathLst>
          </a:custGeom>
          <a:ln w="28575">
            <a:solidFill>
              <a:srgbClr val="7C93FF"/>
            </a:solidFill>
            <a:prstDash val="solid"/>
          </a:ln>
        </p:spPr>
      </p:sp>
      <p:sp>
        <p:nvSpPr>
          <p:cNvPr id="15" name="Connector line-1792369798170-779948527"/>
          <p:cNvSpPr/>
          <p:nvPr/>
        </p:nvSpPr>
        <p:spPr>
          <a:xfrm>
            <a:off x="11620500" y="5238750"/>
            <a:ext cx="1143000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1620500" y="5238750"/>
            <a:ext cx="1143000" cy="1285875"/>
          </a:xfrm>
          <a:custGeom>
            <a:avLst/>
            <a:gdLst/>
            <a:ahLst/>
            <a:cxnLst/>
            <a:rect l="l" t="t" r="r" b="b"/>
            <a:pathLst>
              <a:path w="1143000" h="1285875">
                <a:moveTo>
                  <a:pt x="0" y="0"/>
                </a:moveTo>
                <a:cubicBezTo>
                  <a:pt x="571500" y="0"/>
                  <a:pt x="571500" y="1285875"/>
                  <a:pt x="1143000" y="1285875"/>
                </a:cubicBezTo>
              </a:path>
            </a:pathLst>
          </a:custGeom>
          <a:ln w="28575">
            <a:solidFill>
              <a:srgbClr val="7C9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7810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70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700" dirty="0"/>
          </a:p>
        </p:txBody>
      </p:sp>
      <p:sp>
        <p:nvSpPr>
          <p:cNvPr id="18" name="Connector line-1792369798174-19982772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17f50562-c28c-466a-bcf3-90813ffb0b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 ·</a:t>
            </a:r>
            <a:r>
              <a:rPr lang="en-US" sz="1800" b="1" spc="32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180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72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7200" dirty="0" spc="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36195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HTML → DOM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4762500"/>
            <a:ext cx="36195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CSS → CSSOM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60960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endParaRPr lang="en-US" sz="2100" dirty="0"/>
          </a:p>
        </p:txBody>
      </p:sp>
      <p:sp>
        <p:nvSpPr>
          <p:cNvPr id="7" name="Connector line-1792369815848-279314346"/>
          <p:cNvSpPr/>
          <p:nvPr/>
        </p:nvSpPr>
        <p:spPr>
          <a:xfrm>
            <a:off x="4667250" y="4572000"/>
            <a:ext cx="142875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286500" y="3619500"/>
            <a:ext cx="4953000" cy="1905000"/>
          </a:xfrm>
          <a:prstGeom prst="roundRect">
            <a:avLst>
              <a:gd name="adj" fmla="val 14000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3300" b="1" dirty="0" spc="-2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layout</a:t>
            </a:r>
            <a:endParaRPr lang="en-US" sz="3300" dirty="0"/>
          </a:p>
        </p:txBody>
      </p:sp>
      <p:sp>
        <p:nvSpPr>
          <p:cNvPr id="9" name="Connector line-1792369815850-509401341"/>
          <p:cNvSpPr/>
          <p:nvPr/>
        </p:nvSpPr>
        <p:spPr>
          <a:xfrm>
            <a:off x="11372850" y="4572000"/>
            <a:ext cx="142875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2992100" y="361950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10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Vẽ</a:t>
            </a:r>
            <a:r>
              <a:rPr lang="en-US" sz="3300" b="1" dirty="0" spc="-26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300" b="1" dirty="0" spc="-5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</a:t>
            </a:r>
            <a:r>
              <a:rPr lang="en-US" sz="3300" b="1" dirty="0" spc="-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14400" y="742950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5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12" name="Connector line-1792369815856-61897462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13f0042-6a2a-4051-90a8-f096ff84ca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chính, không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181600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81375"/>
            <a:ext cx="441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950" b="1" spc="2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000500"/>
            <a:ext cx="4419600" cy="1905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553200" y="3048000"/>
            <a:ext cx="5181600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34200" y="3381375"/>
            <a:ext cx="441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b="1" spc="2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934200" y="4000500"/>
            <a:ext cx="4419600" cy="1905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192000" y="3048000"/>
            <a:ext cx="5181600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0" y="3381375"/>
            <a:ext cx="441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573000" y="4000500"/>
            <a:ext cx="4419600" cy="1905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QUIC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850" dirty="0" spc="-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685800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Phỏng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vấn: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70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700" dirty="0"/>
          </a:p>
        </p:txBody>
      </p:sp>
      <p:sp>
        <p:nvSpPr>
          <p:cNvPr id="14" name="Connector line-1792369830413-22327736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46a380e7-457e-4b02-9a9f-be4d1c6129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cache: bỏ qua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16459200" cy="2857500"/>
          </a:xfrm>
          <a:prstGeom prst="roundRect">
            <a:avLst>
              <a:gd name="adj" fmla="val 10667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28750" y="3524250"/>
            <a:ext cx="15430500" cy="22860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3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Bước</a:t>
            </a:r>
            <a:r>
              <a:rPr lang="en-US" sz="78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3,</a:t>
            </a:r>
            <a:r>
              <a:rPr lang="en-US" sz="7800" dirty="0" spc="-3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78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DNS:</a:t>
            </a:r>
            <a:r>
              <a:rPr lang="en-US" sz="78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IP</a:t>
            </a:r>
            <a:r>
              <a:rPr lang="en-US" sz="7800" dirty="0" spc="1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78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-2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8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cache.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914400" y="6572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b="1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850" b="1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cần, trừ khi: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14400" y="7334250"/>
            <a:ext cx="80010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phản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372600" y="7334250"/>
            <a:ext cx="80010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mở</a:t>
            </a:r>
            <a:endParaRPr lang="en-US" sz="2550" dirty="0"/>
          </a:p>
        </p:txBody>
      </p:sp>
      <p:sp>
        <p:nvSpPr>
          <p:cNvPr id="9" name="Connector line-1792369848701-26392846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8e4aceb-dc76-4a64-b71c-671028cd23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72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7200" dirty="0" spc="-9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7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7810500" cy="4381500"/>
          </a:xfrm>
          <a:prstGeom prst="roundRect">
            <a:avLst>
              <a:gd name="adj" fmla="val 6087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704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4200" dirty="0" spc="0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4200" dirty="0"/>
          </a:p>
        </p:txBody>
      </p:sp>
      <p:sp>
        <p:nvSpPr>
          <p:cNvPr id="6" name="Text richtext-1792369862494-798515362"/>
          <p:cNvSpPr/>
          <p:nvPr/>
        </p:nvSpPr>
        <p:spPr>
          <a:xfrm>
            <a:off x="1333500" y="4286250"/>
            <a:ext cx="7048500" cy="2857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70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HTTP/1.1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63100" y="2952750"/>
            <a:ext cx="7810500" cy="4381500"/>
          </a:xfrm>
          <a:prstGeom prst="roundRect">
            <a:avLst>
              <a:gd name="adj" fmla="val 6087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82200" y="3286125"/>
            <a:ext cx="704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Hình</a:t>
            </a:r>
            <a:r>
              <a:rPr lang="en-US" sz="42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4200" dirty="0"/>
          </a:p>
        </p:txBody>
      </p:sp>
      <p:sp>
        <p:nvSpPr>
          <p:cNvPr id="9" name="Text richtext-1792369862512-380172569"/>
          <p:cNvSpPr/>
          <p:nvPr/>
        </p:nvSpPr>
        <p:spPr>
          <a:xfrm>
            <a:off x="9982200" y="4286250"/>
            <a:ext cx="7048500" cy="2857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HSTS: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 lần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7715250"/>
            <a:ext cx="16459200" cy="857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6)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riêng</a:t>
            </a:r>
            <a:endParaRPr lang="en-US" sz="2400" dirty="0"/>
          </a:p>
        </p:txBody>
      </p:sp>
      <p:sp>
        <p:nvSpPr>
          <p:cNvPr id="11" name="Connector line-1792369862522-11115052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8a1066b-579e-4f0e-915c-033538795b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57" dirty="0" spc="-9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685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lăm</a:t>
            </a:r>
            <a:r>
              <a:rPr lang="en-US" sz="6857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857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857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857" dirty="0" spc="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endParaRPr lang="en-US" sz="6857" dirty="0"/>
          </a:p>
        </p:txBody>
      </p:sp>
      <p:sp>
        <p:nvSpPr>
          <p:cNvPr id="4" name="Text 2"/>
          <p:cNvSpPr/>
          <p:nvPr/>
        </p:nvSpPr>
        <p:spPr>
          <a:xfrm>
            <a:off x="914400" y="2619375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438400" y="2619375"/>
            <a:ext cx="390525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8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533775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438400" y="3533775"/>
            <a:ext cx="390525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8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8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448175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438400" y="4448175"/>
            <a:ext cx="390525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8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8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18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362575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SYN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438400" y="5362575"/>
            <a:ext cx="390525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"đồng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bộ":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6276975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ACK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438400" y="6276975"/>
            <a:ext cx="390525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"xác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nhận":</a:t>
            </a:r>
            <a:r>
              <a:rPr lang="en-US" sz="18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53200" y="2619375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077200" y="2619375"/>
            <a:ext cx="390525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18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8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8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53200" y="3533775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077200" y="3533775"/>
            <a:ext cx="390525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8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8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18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8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53200" y="4448175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8077200" y="4448175"/>
            <a:ext cx="390525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18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53200" y="5362575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HSTS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8077200" y="5362575"/>
            <a:ext cx="390525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dặn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8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53200" y="6276975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HTML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8077200" y="6276975"/>
            <a:ext cx="390525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 siêu</a:t>
            </a:r>
            <a:r>
              <a:rPr lang="en-US" sz="18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192000" y="2619375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DOM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3716000" y="2619375"/>
            <a:ext cx="390525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18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192000" y="3533775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CSS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3716000" y="3533775"/>
            <a:ext cx="390525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8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8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192000" y="4448175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CSSOM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13716000" y="4448175"/>
            <a:ext cx="390525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 CSS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192000" y="5362575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13716000" y="5362575"/>
            <a:ext cx="390525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8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8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8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192000" y="6276975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5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QUIC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13716000" y="6276975"/>
            <a:ext cx="390525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8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8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8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18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HTTP/3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14400" y="7334250"/>
            <a:ext cx="16459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35" name="Text 33"/>
          <p:cNvSpPr/>
          <p:nvPr/>
        </p:nvSpPr>
        <p:spPr>
          <a:xfrm>
            <a:off x="1295400" y="752475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95400" y="7924800"/>
            <a:ext cx="15716250" cy="1047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8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MDN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BIND</a:t>
            </a:r>
            <a:r>
              <a:rPr lang="en-US" sz="18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9.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endParaRPr lang="en-US" sz="1800" dirty="0"/>
          </a:p>
        </p:txBody>
      </p:sp>
      <p:sp>
        <p:nvSpPr>
          <p:cNvPr id="37" name="Connector line-1792369885076-22198889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10181f09-7e8d-43e3-ab1b-7d18b975a0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2026-10-19T04:25:42Z</dcterms:created>
  <dcterms:modified xsi:type="dcterms:W3CDTF">2026-10-19T04:25:42Z</dcterms:modified>
</cp:coreProperties>
</file>