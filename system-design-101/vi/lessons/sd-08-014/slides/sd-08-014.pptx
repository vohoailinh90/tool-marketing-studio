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Extra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9525000" cy="22860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t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Thiết</a:t>
            </a:r>
            <a:r>
              <a:rPr lang="en-US" sz="6900" dirty="0" spc="-5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lỗi,</a:t>
            </a:r>
            <a:endParaRPr lang="en-US" sz="6900" dirty="0"/>
          </a:p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4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bảo</a:t>
            </a:r>
            <a:r>
              <a:rPr lang="en-US" sz="6900" dirty="0" spc="-6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vệ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8572500" cy="104775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chờ,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lại,</a:t>
            </a:r>
            <a:r>
              <a:rPr lang="en-US" sz="3000" dirty="0" spc="-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ngắt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mạch:</a:t>
            </a:r>
            <a:r>
              <a:rPr lang="en-US" sz="3000" dirty="0" spc="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gì,</a:t>
            </a:r>
            <a:r>
              <a:rPr lang="en-US" sz="3000" dirty="0" spc="-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gây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3000" dirty="0"/>
          </a:p>
        </p:txBody>
      </p:sp>
      <p:sp>
        <p:nvSpPr>
          <p:cNvPr id="5" name="Connector line-1792388068471-751637056"/>
          <p:cNvSpPr/>
          <p:nvPr/>
        </p:nvSpPr>
        <p:spPr>
          <a:xfrm>
            <a:off x="914400" y="6667500"/>
            <a:ext cx="86106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6905625"/>
            <a:ext cx="85725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1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1239500" y="3143250"/>
            <a:ext cx="28575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</a:t>
            </a:r>
            <a:r>
              <a:rPr lang="en-US" sz="24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1239500" y="5334000"/>
            <a:ext cx="28575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40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1239500" y="7524750"/>
            <a:ext cx="28575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Ngắt</a:t>
            </a:r>
            <a:r>
              <a:rPr lang="en-US" sz="24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mạch</a:t>
            </a:r>
            <a:endParaRPr lang="en-US" sz="2400" dirty="0"/>
          </a:p>
        </p:txBody>
      </p:sp>
      <p:sp>
        <p:nvSpPr>
          <p:cNvPr id="10" name="Connector line-1792388068490-644543253"/>
          <p:cNvSpPr/>
          <p:nvPr/>
        </p:nvSpPr>
        <p:spPr>
          <a:xfrm>
            <a:off x="12668250" y="4095750"/>
            <a:ext cx="0" cy="123825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1" name="Connector line-1792388068490-329755129"/>
          <p:cNvSpPr/>
          <p:nvPr/>
        </p:nvSpPr>
        <p:spPr>
          <a:xfrm>
            <a:off x="12668250" y="6286500"/>
            <a:ext cx="0" cy="123825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14478000" y="561975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chồng lên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 trúc phần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5" name="Moda image moda-export-watermark-1027075e-403b-441f-a204-f2d269c8d23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Chín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5029200" cy="1809750"/>
          </a:xfrm>
          <a:prstGeom prst="roundRect">
            <a:avLst>
              <a:gd name="adj" fmla="val 12632"/>
            </a:avLst>
          </a:prstGeom>
          <a:solidFill>
            <a:srgbClr val="FBF8F1"/>
          </a:solidFill>
          <a:ln w="38100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2762250"/>
            <a:ext cx="4381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Thiết</a:t>
            </a:r>
            <a:r>
              <a:rPr lang="en-US" sz="2550" dirty="0" spc="-3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kế</a:t>
            </a:r>
            <a:r>
              <a:rPr lang="en-US" sz="255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cho</a:t>
            </a:r>
            <a:r>
              <a:rPr lang="en-US" sz="255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lỗi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6629400" y="2762250"/>
            <a:ext cx="5029200" cy="1809750"/>
          </a:xfrm>
          <a:prstGeom prst="roundRect">
            <a:avLst>
              <a:gd name="adj" fmla="val 1263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53250" y="2762250"/>
            <a:ext cx="4381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Dịch</a:t>
            </a:r>
            <a:r>
              <a:rPr lang="en-US" sz="255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vụ</a:t>
            </a:r>
            <a:r>
              <a:rPr lang="en-US" sz="255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nhỏ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12344400" y="2762250"/>
            <a:ext cx="5029200" cy="1809750"/>
          </a:xfrm>
          <a:prstGeom prst="roundRect">
            <a:avLst>
              <a:gd name="adj" fmla="val 1263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668250" y="2762250"/>
            <a:ext cx="4381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Giao</a:t>
            </a:r>
            <a:r>
              <a:rPr lang="en-US" sz="2550" dirty="0" spc="1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thức</a:t>
            </a:r>
            <a:r>
              <a:rPr lang="en-US" sz="255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nhẹ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4857750"/>
            <a:ext cx="5029200" cy="1809750"/>
          </a:xfrm>
          <a:prstGeom prst="roundRect">
            <a:avLst>
              <a:gd name="adj" fmla="val 1263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38250" y="4857750"/>
            <a:ext cx="4381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Khám</a:t>
            </a:r>
            <a:r>
              <a:rPr lang="en-US" sz="2550" dirty="0" spc="-1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phá</a:t>
            </a:r>
            <a:r>
              <a:rPr lang="en-US" sz="25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dịch</a:t>
            </a:r>
            <a:r>
              <a:rPr lang="en-US" sz="255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vụ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6629400" y="4857750"/>
            <a:ext cx="5029200" cy="1809750"/>
          </a:xfrm>
          <a:prstGeom prst="roundRect">
            <a:avLst>
              <a:gd name="adj" fmla="val 1263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53250" y="4857750"/>
            <a:ext cx="4381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Dữ</a:t>
            </a:r>
            <a:r>
              <a:rPr lang="en-US" sz="25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liệu</a:t>
            </a:r>
            <a:r>
              <a:rPr lang="en-US" sz="255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riêng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12344400" y="4857750"/>
            <a:ext cx="5029200" cy="1809750"/>
          </a:xfrm>
          <a:prstGeom prst="roundRect">
            <a:avLst>
              <a:gd name="adj" fmla="val 12632"/>
            </a:avLst>
          </a:prstGeom>
          <a:solidFill>
            <a:srgbClr val="FBF8F1"/>
          </a:solidFill>
          <a:ln w="38100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668250" y="4857750"/>
            <a:ext cx="4381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Mẫu</a:t>
            </a:r>
            <a:r>
              <a:rPr lang="en-US" sz="255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chịu</a:t>
            </a:r>
            <a:r>
              <a:rPr lang="en-US" sz="255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lỗi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6953250"/>
            <a:ext cx="5029200" cy="1809750"/>
          </a:xfrm>
          <a:prstGeom prst="roundRect">
            <a:avLst>
              <a:gd name="adj" fmla="val 1263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38250" y="6953250"/>
            <a:ext cx="4381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Bảo</a:t>
            </a:r>
            <a:r>
              <a:rPr lang="en-US" sz="255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mật</a:t>
            </a:r>
            <a:r>
              <a:rPr lang="en-US" sz="255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mọi</a:t>
            </a:r>
            <a:r>
              <a:rPr lang="en-US" sz="255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tầng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6629400" y="6953250"/>
            <a:ext cx="5029200" cy="1809750"/>
          </a:xfrm>
          <a:prstGeom prst="roundRect">
            <a:avLst>
              <a:gd name="adj" fmla="val 1263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53250" y="6953250"/>
            <a:ext cx="4381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Nhật</a:t>
            </a:r>
            <a:r>
              <a:rPr lang="en-US" sz="25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ký</a:t>
            </a:r>
            <a:r>
              <a:rPr lang="en-US" sz="255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tập</a:t>
            </a:r>
            <a:r>
              <a:rPr lang="en-US" sz="255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trung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12344400" y="6953250"/>
            <a:ext cx="5029200" cy="1809750"/>
          </a:xfrm>
          <a:prstGeom prst="roundRect">
            <a:avLst>
              <a:gd name="adj" fmla="val 1263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668250" y="6953250"/>
            <a:ext cx="4381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1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Đóng</a:t>
            </a:r>
            <a:r>
              <a:rPr lang="en-US" sz="255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gói</a:t>
            </a:r>
            <a:r>
              <a:rPr lang="en-US" sz="255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container</a:t>
            </a:r>
            <a:endParaRPr lang="en-US" sz="2550" dirty="0"/>
          </a:p>
        </p:txBody>
      </p:sp>
      <p:sp>
        <p:nvSpPr>
          <p:cNvPr id="22" name="Connector line-1792388069472-423170292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5" name="Shape 2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</a:t>
            </a:r>
            <a:r>
              <a:rPr lang="en-US" sz="1650" dirty="0" spc="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a13ef136-de4b-40dc-b3eb-7ce595c1f02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</a:t>
            </a:r>
            <a:r>
              <a:rPr lang="en-US" sz="180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VIỆC,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80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Đo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bỏ</a:t>
            </a: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bảy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7810500" cy="6096000"/>
          </a:xfrm>
          <a:prstGeom prst="roundRect">
            <a:avLst>
              <a:gd name="adj" fmla="val 4375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10515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D9F3E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ĐO</a:t>
            </a:r>
            <a:r>
              <a:rPr lang="en-US" sz="1950" b="1" spc="215" kern="0" dirty="0">
                <a:solidFill>
                  <a:srgbClr val="D9F3E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b="1" spc="220" kern="0" dirty="0">
                <a:solidFill>
                  <a:srgbClr val="D9F3E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33500" y="40005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6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Thiết</a:t>
            </a:r>
            <a:r>
              <a:rPr lang="en-US" sz="3300" dirty="0" spc="-42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kế</a:t>
            </a:r>
            <a:r>
              <a:rPr lang="en-US" sz="3300" dirty="0" spc="-9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cho</a:t>
            </a:r>
            <a:r>
              <a:rPr lang="en-US" sz="3300" dirty="0" spc="-8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lỗi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1333500" y="51435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0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Mẫu</a:t>
            </a:r>
            <a:r>
              <a:rPr lang="en-US" sz="3300" dirty="0" spc="-1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chịu</a:t>
            </a:r>
            <a:r>
              <a:rPr lang="en-US" sz="3300" dirty="0" spc="-7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lỗi</a:t>
            </a:r>
            <a:endParaRPr lang="en-US" sz="3300" dirty="0"/>
          </a:p>
        </p:txBody>
      </p:sp>
      <p:sp>
        <p:nvSpPr>
          <p:cNvPr id="8" name="Shape 6"/>
          <p:cNvSpPr/>
          <p:nvPr/>
        </p:nvSpPr>
        <p:spPr>
          <a:xfrm>
            <a:off x="9563100" y="2762250"/>
            <a:ext cx="7810500" cy="6096000"/>
          </a:xfrm>
          <a:prstGeom prst="roundRect">
            <a:avLst>
              <a:gd name="adj" fmla="val 4375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982200" y="310515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spc="227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982200" y="3771900"/>
            <a:ext cx="7048500" cy="4762500"/>
          </a:xfrm>
          <a:prstGeom prst="rect">
            <a:avLst/>
          </a:prstGeom>
          <a:noFill/>
          <a:ln/>
        </p:spPr>
        <p:txBody>
          <a:bodyPr wrap="square" lIns="0" tIns="-17526" rIns="0" bIns="17526" rtlCol="0" anchor="t"/>
          <a:lstStyle/>
          <a:p>
            <a:pPr algn="l" indent="0" marL="0">
              <a:lnSpc>
                <a:spcPts val="4080"/>
              </a:lnSpc>
              <a:buNone/>
            </a:pP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nhỏ</a:t>
            </a:r>
            <a:endParaRPr lang="en-US" sz="2400" dirty="0"/>
          </a:p>
          <a:p>
            <a:pPr algn="l" indent="0" marL="0">
              <a:lnSpc>
                <a:spcPts val="4080"/>
              </a:lnSpc>
              <a:buNone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4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nhẹ</a:t>
            </a:r>
            <a:endParaRPr lang="en-US" sz="2400" dirty="0"/>
          </a:p>
          <a:p>
            <a:pPr algn="l" indent="0" marL="0">
              <a:lnSpc>
                <a:spcPts val="4080"/>
              </a:lnSpc>
              <a:buNone/>
            </a:pP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Khám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</a:t>
            </a:r>
            <a:endParaRPr lang="en-US" sz="2400" dirty="0"/>
          </a:p>
          <a:p>
            <a:pPr algn="l" indent="0" marL="0">
              <a:lnSpc>
                <a:spcPts val="4080"/>
              </a:lnSpc>
              <a:buNone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400" dirty="0"/>
          </a:p>
          <a:p>
            <a:pPr algn="l" indent="0" marL="0">
              <a:lnSpc>
                <a:spcPts val="4080"/>
              </a:lnSpc>
              <a:buNone/>
            </a:pP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Bảo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endParaRPr lang="en-US" sz="2400" dirty="0"/>
          </a:p>
          <a:p>
            <a:pPr algn="l" indent="0" marL="0">
              <a:lnSpc>
                <a:spcPts val="4080"/>
              </a:lnSpc>
              <a:buNone/>
            </a:pP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tập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endParaRPr lang="en-US" sz="2400" dirty="0"/>
          </a:p>
          <a:p>
            <a:pPr algn="l" indent="0" marL="0">
              <a:lnSpc>
                <a:spcPts val="4080"/>
              </a:lnSpc>
              <a:buNone/>
            </a:pP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Đóng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endParaRPr lang="en-US" sz="2400" dirty="0"/>
          </a:p>
        </p:txBody>
      </p:sp>
      <p:sp>
        <p:nvSpPr>
          <p:cNvPr id="11" name="Connector line-1792388070330-328416193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</a:t>
            </a:r>
            <a:r>
              <a:rPr lang="en-US" sz="1650" dirty="0" spc="-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558013f0-ee56-4c5e-bd50-494ee4eb230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800" b="1" spc="3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MS,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 LẦN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lớp,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6900" dirty="0" spc="-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857500"/>
            <a:ext cx="6096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4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Không</a:t>
            </a:r>
            <a:r>
              <a:rPr lang="en-US" sz="2400" dirty="0" spc="0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đặt</a:t>
            </a:r>
            <a:r>
              <a:rPr lang="en-US" sz="2400" dirty="0" spc="-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hạn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620000" y="2857500"/>
            <a:ext cx="4953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4,04</a:t>
            </a:r>
            <a:r>
              <a:rPr lang="en-US" sz="3000" dirty="0" spc="-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giây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2763500" y="2857500"/>
            <a:ext cx="4381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thành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4572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4572000"/>
            <a:ext cx="6096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Đặt</a:t>
            </a:r>
            <a:r>
              <a:rPr lang="en-US" sz="2400" dirty="0" spc="-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hạn</a:t>
            </a:r>
            <a:r>
              <a:rPr lang="en-US" sz="2400" dirty="0" spc="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50</a:t>
            </a:r>
            <a:r>
              <a:rPr lang="en-US" sz="2400" dirty="0" spc="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7620000" y="4572000"/>
            <a:ext cx="4953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1,01</a:t>
            </a:r>
            <a:r>
              <a:rPr lang="en-US" sz="3000" dirty="0" spc="-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giây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2763500" y="4572000"/>
            <a:ext cx="4381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thất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bại</a:t>
            </a:r>
            <a:r>
              <a:rPr lang="en-US" sz="22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14400" y="6286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6286500"/>
            <a:ext cx="6096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7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Thêm</a:t>
            </a:r>
            <a:r>
              <a:rPr lang="en-US" sz="2400" dirty="0" spc="-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bộ</a:t>
            </a:r>
            <a:r>
              <a:rPr lang="en-US" sz="2400" dirty="0" spc="-10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ngắt</a:t>
            </a:r>
            <a:r>
              <a:rPr lang="en-US" sz="2400" dirty="0" spc="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mạch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620000" y="6286500"/>
            <a:ext cx="4953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0,25</a:t>
            </a:r>
            <a:r>
              <a:rPr lang="en-US" sz="3000" dirty="0" spc="-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đến</a:t>
            </a:r>
            <a:r>
              <a:rPr lang="en-US" sz="3000" dirty="0" spc="-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0,33</a:t>
            </a:r>
            <a:r>
              <a:rPr lang="en-US" sz="3000" dirty="0" spc="-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giây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2763500" y="6286500"/>
            <a:ext cx="4381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endParaRPr lang="en-US" sz="2250" dirty="0"/>
          </a:p>
        </p:txBody>
      </p:sp>
      <p:sp>
        <p:nvSpPr>
          <p:cNvPr id="16" name="Connector line-1792388113263-651998527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b086ad4a-4a6f-4ba2-b297-1aba858e3b8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7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1800" b="1" spc="2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80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TRĂM</a:t>
            </a:r>
            <a:r>
              <a:rPr lang="en-US" sz="1800" b="1" spc="25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800" b="1" spc="30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80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Thử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cứu</a:t>
            </a:r>
            <a:r>
              <a:rPr lang="en-US" sz="69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gây</a:t>
            </a: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7620000" cy="3429000"/>
          </a:xfrm>
          <a:prstGeom prst="rect">
            <a:avLst/>
          </a:prstGeom>
          <a:noFill/>
          <a:ln/>
        </p:spPr>
        <p:txBody>
          <a:bodyPr wrap="square" lIns="0" tIns="182880" rIns="0" bIns="-182880" rtlCol="0" anchor="ctr"/>
          <a:lstStyle/>
          <a:p>
            <a:pPr algn="l" indent="0" marL="0">
              <a:lnSpc>
                <a:spcPts val="18000"/>
              </a:lnSpc>
              <a:buNone/>
            </a:pPr>
            <a:r>
              <a:rPr lang="en-US" sz="18000" dirty="0" spc="-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1.500</a:t>
            </a:r>
            <a:endParaRPr lang="en-US" sz="18000" dirty="0"/>
          </a:p>
        </p:txBody>
      </p:sp>
      <p:sp>
        <p:nvSpPr>
          <p:cNvPr id="5" name="Text 3"/>
          <p:cNvSpPr/>
          <p:nvPr/>
        </p:nvSpPr>
        <p:spPr>
          <a:xfrm>
            <a:off x="914400" y="647700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chết,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914400" y="771525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ngắt</a:t>
            </a:r>
            <a:r>
              <a:rPr lang="en-US" sz="25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mạch:</a:t>
            </a:r>
            <a:r>
              <a:rPr lang="en-US" sz="25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0" y="2857500"/>
            <a:ext cx="8229600" cy="1619250"/>
          </a:xfrm>
          <a:prstGeom prst="roundRect">
            <a:avLst>
              <a:gd name="adj" fmla="val 14118"/>
            </a:avLst>
          </a:prstGeom>
          <a:solidFill>
            <a:srgbClr val="FBF8F1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525000" y="2857500"/>
            <a:ext cx="7524750" cy="1619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2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lần: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từ 1.416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1.936</a:t>
            </a:r>
            <a:r>
              <a:rPr lang="en-US" sz="22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2.000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0" y="4762500"/>
            <a:ext cx="8229600" cy="1619250"/>
          </a:xfrm>
          <a:prstGeom prst="roundRect">
            <a:avLst>
              <a:gd name="adj" fmla="val 14118"/>
            </a:avLst>
          </a:prstGeom>
          <a:solidFill>
            <a:srgbClr val="FBF8F1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25000" y="4762500"/>
            <a:ext cx="7524750" cy="1619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giá: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2.000 lên</a:t>
            </a:r>
            <a:r>
              <a:rPr lang="en-US" sz="22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2.792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endParaRPr lang="en-US" sz="2250" dirty="0"/>
          </a:p>
        </p:txBody>
      </p:sp>
      <p:sp>
        <p:nvSpPr>
          <p:cNvPr id="11" name="Connector line-1792388114091-68615014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</a:t>
            </a:r>
            <a:r>
              <a:rPr lang="en-US" sz="1650" dirty="0" spc="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1e57a66d-4b99-4c39-8dda-7e75583cb6d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857500"/>
            <a:ext cx="1571625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2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2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máy: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2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914400" y="42862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262A36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4286250"/>
            <a:ext cx="1571625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2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ngắt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mạch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viết: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2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nửa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57150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2E3342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5715000"/>
            <a:ext cx="1571625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 kiểu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lỗi: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chậm,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</a:t>
            </a:r>
            <a:r>
              <a:rPr lang="en-US" sz="22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30%,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hẳn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71437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363B4D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7143750"/>
            <a:ext cx="1571625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giãn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2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dần:</a:t>
            </a:r>
            <a:r>
              <a:rPr lang="en-US" sz="22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cận</a:t>
            </a:r>
            <a:r>
              <a:rPr lang="en-US" sz="22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endParaRPr lang="en-US" sz="2250" dirty="0"/>
          </a:p>
        </p:txBody>
      </p:sp>
      <p:sp>
        <p:nvSpPr>
          <p:cNvPr id="12" name="Connector line-1792388114970-721570599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340f4c7f-bb50-4b47-a4bd-4a48e6b421c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7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302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800" b="1" spc="300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800" b="1" spc="297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An</a:t>
            </a: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toàn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tải?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7810500" cy="6096000"/>
          </a:xfrm>
          <a:prstGeom prst="roundRect">
            <a:avLst>
              <a:gd name="adj" fmla="val 4375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10515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8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227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33500" y="3714750"/>
            <a:ext cx="7048500" cy="4762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thanh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đôi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70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giây.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Đội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ms</a:t>
            </a:r>
            <a:r>
              <a:rPr lang="en-US" sz="270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 lại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"an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toàn".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b="1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xảy</a:t>
            </a:r>
            <a:r>
              <a:rPr lang="en-US" sz="27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ra?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563100" y="2762250"/>
            <a:ext cx="7810500" cy="6096000"/>
          </a:xfrm>
          <a:prstGeom prst="roundRect">
            <a:avLst>
              <a:gd name="adj" fmla="val 4375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9982200" y="310515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1950" b="1" spc="20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982200" y="371475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12533" rIns="0" bIns="-12533" rtlCol="0" anchor="t"/>
          <a:lstStyle/>
          <a:p>
            <a:pPr algn="l" indent="0" marL="0">
              <a:lnSpc>
                <a:spcPts val="3023"/>
              </a:lnSpc>
              <a:buNone/>
            </a:pPr>
            <a:r>
              <a:rPr lang="en-US" sz="2325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</a:t>
            </a:r>
            <a:r>
              <a:rPr lang="en-US" sz="2325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3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325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325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3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325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coi</a:t>
            </a:r>
            <a:r>
              <a:rPr lang="en-US" sz="23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325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lỗi,</a:t>
            </a:r>
            <a:r>
              <a:rPr lang="en-US" sz="2325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3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3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325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lại:</a:t>
            </a:r>
            <a:r>
              <a:rPr lang="en-US" sz="2325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325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gấp</a:t>
            </a:r>
            <a:r>
              <a:rPr lang="en-US" sz="23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ba.</a:t>
            </a:r>
            <a:endParaRPr lang="en-US" sz="2325" dirty="0"/>
          </a:p>
        </p:txBody>
      </p:sp>
      <p:sp>
        <p:nvSpPr>
          <p:cNvPr id="10" name="Text 8"/>
          <p:cNvSpPr/>
          <p:nvPr/>
        </p:nvSpPr>
        <p:spPr>
          <a:xfrm>
            <a:off x="9982200" y="5238750"/>
            <a:ext cx="7048500" cy="1524000"/>
          </a:xfrm>
          <a:prstGeom prst="rect">
            <a:avLst/>
          </a:prstGeom>
          <a:noFill/>
          <a:ln/>
        </p:spPr>
        <p:txBody>
          <a:bodyPr wrap="square" lIns="0" tIns="12533" rIns="0" bIns="-12533" rtlCol="0" anchor="t"/>
          <a:lstStyle/>
          <a:p>
            <a:pPr algn="l" indent="0" marL="0">
              <a:lnSpc>
                <a:spcPts val="3023"/>
              </a:lnSpc>
              <a:buNone/>
            </a:pPr>
            <a:r>
              <a:rPr lang="en-US" sz="2325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Nên:</a:t>
            </a:r>
            <a:r>
              <a:rPr lang="en-US" sz="2325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 đủ</a:t>
            </a:r>
            <a:r>
              <a:rPr lang="en-US" sz="23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dài,</a:t>
            </a:r>
            <a:r>
              <a:rPr lang="en-US" sz="2325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3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3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giãn</a:t>
            </a:r>
            <a:r>
              <a:rPr lang="en-US" sz="2325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dần,</a:t>
            </a:r>
            <a:r>
              <a:rPr lang="en-US" sz="23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325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3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325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</a:t>
            </a:r>
            <a:r>
              <a:rPr lang="en-US" sz="2325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3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325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lặp.</a:t>
            </a:r>
            <a:endParaRPr lang="en-US" sz="2325" dirty="0"/>
          </a:p>
        </p:txBody>
      </p:sp>
      <p:sp>
        <p:nvSpPr>
          <p:cNvPr id="11" name="Text 9"/>
          <p:cNvSpPr/>
          <p:nvPr/>
        </p:nvSpPr>
        <p:spPr>
          <a:xfrm>
            <a:off x="9982200" y="714375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12533" rIns="0" bIns="-12533" rtlCol="0" anchor="t"/>
          <a:lstStyle/>
          <a:p>
            <a:pPr algn="l" indent="0" marL="0">
              <a:lnSpc>
                <a:spcPts val="3023"/>
              </a:lnSpc>
              <a:buNone/>
            </a:pPr>
            <a:r>
              <a:rPr lang="en-US" sz="2325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 ngắt</a:t>
            </a:r>
            <a:r>
              <a:rPr lang="en-US" sz="2325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mạch</a:t>
            </a:r>
            <a:r>
              <a:rPr lang="en-US" sz="2325" b="1" dirty="0" spc="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325" b="1" dirty="0" spc="1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ngừng</a:t>
            </a:r>
            <a:r>
              <a:rPr lang="en-US" sz="2325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325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325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325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325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325" b="1" dirty="0" spc="-1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yếu.</a:t>
            </a:r>
            <a:endParaRPr lang="en-US" sz="2325" dirty="0"/>
          </a:p>
        </p:txBody>
      </p:sp>
      <p:sp>
        <p:nvSpPr>
          <p:cNvPr id="12" name="Connector line-1792388115751-17647479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</a:t>
            </a:r>
            <a:r>
              <a:rPr lang="en-US" sz="1650" dirty="0" spc="-1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1ae3e8af-40af-45a2-bdcb-ffad2554932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3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800" b="1" spc="300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b="1" spc="254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5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56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Thêm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cột</a:t>
            </a:r>
            <a:r>
              <a:rPr lang="en-US" sz="6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chiếu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762250"/>
            <a:ext cx="95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76500" y="2762250"/>
            <a:ext cx="1447800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sơ</a:t>
            </a:r>
            <a:r>
              <a:rPr lang="en-US" sz="22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đồ,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41910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191000"/>
            <a:ext cx="95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76500" y="4191000"/>
            <a:ext cx="1447800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việc,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22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56197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5619750"/>
            <a:ext cx="95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76500" y="5619750"/>
            <a:ext cx="1447800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Đo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việc: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2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lỗi, mẫu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chịu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14400" y="7048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95400" y="7048500"/>
            <a:ext cx="95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5A5F7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2476500" y="7048500"/>
            <a:ext cx="1447800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Nói</a:t>
            </a:r>
            <a:r>
              <a:rPr lang="en-US" sz="22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2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2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2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2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2250" dirty="0"/>
          </a:p>
        </p:txBody>
      </p:sp>
      <p:sp>
        <p:nvSpPr>
          <p:cNvPr id="16" name="Connector line-1792388116572-714893038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d34608f3-a60a-4bdc-9a97-0eb11ae7ecb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143000"/>
          </a:xfrm>
          <a:prstGeom prst="roundRect">
            <a:avLst>
              <a:gd name="adj" fmla="val 23333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3048000"/>
            <a:ext cx="2381250" cy="5715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REST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3905250" y="2838450"/>
            <a:ext cx="13144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REpresentational</a:t>
            </a:r>
            <a:r>
              <a:rPr lang="en-US" sz="16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State</a:t>
            </a:r>
            <a:r>
              <a:rPr lang="en-US" sz="165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3905250" y="3143250"/>
            <a:ext cx="13144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2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đại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4095750"/>
            <a:ext cx="16459200" cy="1143000"/>
          </a:xfrm>
          <a:prstGeom prst="roundRect">
            <a:avLst>
              <a:gd name="adj" fmla="val 23333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00150" y="4381500"/>
            <a:ext cx="2381250" cy="5715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gRPC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3905250" y="4171950"/>
            <a:ext cx="13144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gRPC</a:t>
            </a:r>
            <a:r>
              <a:rPr lang="en-US" sz="165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Remote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Procedure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Calls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3905250" y="4476750"/>
            <a:ext cx="13144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xa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gRPC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14400" y="5429250"/>
            <a:ext cx="16459200" cy="1143000"/>
          </a:xfrm>
          <a:prstGeom prst="roundRect">
            <a:avLst>
              <a:gd name="adj" fmla="val 23333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00150" y="5715000"/>
            <a:ext cx="2381250" cy="5715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HTTP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3905250" y="5505450"/>
            <a:ext cx="13144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65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3905250" y="5810250"/>
            <a:ext cx="13144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2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siêu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914400" y="723900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14400" y="771525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(bản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định)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Microsoft:</a:t>
            </a:r>
            <a:r>
              <a:rPr lang="en-US" sz="22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Circuit</a:t>
            </a:r>
            <a:r>
              <a:rPr lang="en-US" sz="225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Breaker</a:t>
            </a:r>
            <a:r>
              <a:rPr lang="en-US" sz="22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pattern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Microsoft:</a:t>
            </a:r>
            <a:r>
              <a:rPr lang="en-US" sz="22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Retry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pattern</a:t>
            </a:r>
            <a:endParaRPr lang="en-US" sz="2250" dirty="0"/>
          </a:p>
        </p:txBody>
      </p:sp>
      <p:sp>
        <p:nvSpPr>
          <p:cNvPr id="18" name="Connector line-1792388117449-760758748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ab8e463a-adf8-4cc6-a0ca-83a775bd198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2026-10-19T05:35:41Z</dcterms:created>
  <dcterms:modified xsi:type="dcterms:W3CDTF">2026-10-19T05:35:41Z</dcterms:modified>
</cp:coreProperties>
</file>