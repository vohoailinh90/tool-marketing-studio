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810500" cy="44767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Elasticsearch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96500" y="1809750"/>
            <a:ext cx="685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096500" y="3238500"/>
            <a:ext cx="685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r>
              <a:rPr lang="en-US" sz="22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096500" y="4667250"/>
            <a:ext cx="685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Segment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096500" y="6096000"/>
            <a:ext cx="685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25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96500" y="7524750"/>
            <a:ext cx="685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250" dirty="0"/>
          </a:p>
        </p:txBody>
      </p:sp>
      <p:sp>
        <p:nvSpPr>
          <p:cNvPr id="11" name="Connector line-1792442466878-589385450"/>
          <p:cNvSpPr/>
          <p:nvPr/>
        </p:nvSpPr>
        <p:spPr>
          <a:xfrm>
            <a:off x="13525500" y="2667000"/>
            <a:ext cx="0" cy="523875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442466879-471996293"/>
          <p:cNvSpPr/>
          <p:nvPr/>
        </p:nvSpPr>
        <p:spPr>
          <a:xfrm>
            <a:off x="13525500" y="4095750"/>
            <a:ext cx="0" cy="523875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42466879-536495733"/>
          <p:cNvSpPr/>
          <p:nvPr/>
        </p:nvSpPr>
        <p:spPr>
          <a:xfrm>
            <a:off x="13525500" y="5524500"/>
            <a:ext cx="0" cy="523875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42466879-935437932"/>
          <p:cNvSpPr/>
          <p:nvPr/>
        </p:nvSpPr>
        <p:spPr>
          <a:xfrm>
            <a:off x="13525500" y="6953250"/>
            <a:ext cx="0" cy="523875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6b7bd37-d62c-4cd3-86a1-738ec88488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chồng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190750"/>
          </a:xfrm>
          <a:prstGeom prst="roundRect">
            <a:avLst>
              <a:gd name="adj" fmla="val 11304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600450"/>
            <a:ext cx="1571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Lớp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Elasticsearch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334000"/>
            <a:ext cx="16459200" cy="2190750"/>
          </a:xfrm>
          <a:prstGeom prst="roundRect">
            <a:avLst>
              <a:gd name="adj" fmla="val 11304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61975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DƯỚI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95400" y="6076950"/>
            <a:ext cx="1571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Lucene: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4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95400" y="69532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segment;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7905750"/>
            <a:ext cx="95250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nghiệm: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Elasticsearch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9.5.5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(Lucene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10.5.1)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bb59995-f98d-4f25-a0af-e128f17be5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r>
              <a:rPr lang="en-US" sz="195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từ,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4953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6096000" y="3143250"/>
            <a:ext cx="11277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096000" y="3810000"/>
            <a:ext cx="11277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“Bộ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dùng”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6000" y="4667250"/>
            <a:ext cx="2190750" cy="857250"/>
          </a:xfrm>
          <a:prstGeom prst="roundRect">
            <a:avLst>
              <a:gd name="adj" fmla="val 2222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477250" y="4667250"/>
            <a:ext cx="2190750" cy="857250"/>
          </a:xfrm>
          <a:prstGeom prst="roundRect">
            <a:avLst>
              <a:gd name="adj" fmla="val 2222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858500" y="4667250"/>
            <a:ext cx="2190750" cy="857250"/>
          </a:xfrm>
          <a:prstGeom prst="roundRect">
            <a:avLst>
              <a:gd name="adj" fmla="val 2222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</a:t>
            </a: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239750" y="4667250"/>
            <a:ext cx="2190750" cy="857250"/>
          </a:xfrm>
          <a:prstGeom prst="roundRect">
            <a:avLst>
              <a:gd name="adj" fmla="val 2222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…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096000" y="5810250"/>
            <a:ext cx="11277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69532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TÍCH:</a:t>
            </a: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NỐI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742950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2750" y="742950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611100" y="742950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2400" dirty="0"/>
          </a:p>
        </p:txBody>
      </p:sp>
      <p:sp>
        <p:nvSpPr>
          <p:cNvPr id="16" name="Connector line-1792442468919-528299095"/>
          <p:cNvSpPr/>
          <p:nvPr/>
        </p:nvSpPr>
        <p:spPr>
          <a:xfrm>
            <a:off x="5753100" y="7858125"/>
            <a:ext cx="914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442468920-255132110"/>
          <p:cNvSpPr/>
          <p:nvPr/>
        </p:nvSpPr>
        <p:spPr>
          <a:xfrm>
            <a:off x="11601450" y="7858125"/>
            <a:ext cx="914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f9d25ae0-011f-4251-bc9d-bd2457491b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SEGMENT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Segment: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2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mới,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7200" dirty="0"/>
          </a:p>
        </p:txBody>
      </p:sp>
      <p:sp>
        <p:nvSpPr>
          <p:cNvPr id="4" name="Connector line-1792442502462-868488471"/>
          <p:cNvSpPr/>
          <p:nvPr/>
        </p:nvSpPr>
        <p:spPr>
          <a:xfrm>
            <a:off x="914400" y="4476750"/>
            <a:ext cx="16459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695450" y="426720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5886450" y="426720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10077450" y="426720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4268450" y="426720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2762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33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47750" y="3381375"/>
            <a:ext cx="3810000" cy="904875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segment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238750" y="2762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238750" y="3381375"/>
            <a:ext cx="3810000" cy="904875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29750" y="2762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3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429750" y="3381375"/>
            <a:ext cx="3810000" cy="904875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segment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620750" y="2762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Gộp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dần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3620750" y="3381375"/>
            <a:ext cx="3810000" cy="904875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Segment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segment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8001000" cy="1905000"/>
          </a:xfrm>
          <a:prstGeom prst="roundRect">
            <a:avLst>
              <a:gd name="adj" fmla="val 13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000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5400" y="65151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372600" y="5715000"/>
            <a:ext cx="8001000" cy="1905000"/>
          </a:xfrm>
          <a:prstGeom prst="roundRect">
            <a:avLst>
              <a:gd name="adj" fmla="val 13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753600" y="6000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53600" y="65151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dấu.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5008bcc-2414-4639-af0d-f1bc934c9e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spc="27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Shard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75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2476500" cy="1047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mục</a:t>
            </a:r>
            <a:endParaRPr lang="en-US" sz="2550" dirty="0"/>
          </a:p>
        </p:txBody>
      </p:sp>
      <p:sp>
        <p:nvSpPr>
          <p:cNvPr id="5" name="Connector line-1792442503478-224744919"/>
          <p:cNvSpPr/>
          <p:nvPr/>
        </p:nvSpPr>
        <p:spPr>
          <a:xfrm>
            <a:off x="3429000" y="4714875"/>
            <a:ext cx="762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86250" y="3048000"/>
            <a:ext cx="5334000" cy="3333750"/>
          </a:xfrm>
          <a:prstGeom prst="roundRect">
            <a:avLst>
              <a:gd name="adj" fmla="val 8571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3286125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 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667250" y="4000500"/>
            <a:ext cx="4572000" cy="1809750"/>
          </a:xfrm>
          <a:prstGeom prst="roundRect">
            <a:avLst>
              <a:gd name="adj" fmla="val 12632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0" y="428625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Shard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53000" y="4953000"/>
            <a:ext cx="4000500" cy="666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Lucene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01500" y="3048000"/>
            <a:ext cx="5372100" cy="3333750"/>
          </a:xfrm>
          <a:prstGeom prst="roundRect">
            <a:avLst>
              <a:gd name="adj" fmla="val 8571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87250" y="3286125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382500" y="4000500"/>
            <a:ext cx="4610100" cy="1809750"/>
          </a:xfrm>
          <a:prstGeom prst="roundRect">
            <a:avLst>
              <a:gd name="adj" fmla="val 1263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68250" y="428625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36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668250" y="4953000"/>
            <a:ext cx="4000500" cy="666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 của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16" name="Connector line-1792442503490-436951172"/>
          <p:cNvSpPr/>
          <p:nvPr/>
        </p:nvSpPr>
        <p:spPr>
          <a:xfrm>
            <a:off x="9677400" y="4905375"/>
            <a:ext cx="222885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77400" y="41910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chép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7048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bao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 bản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nút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shard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7715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48b9bf0-6579-4d64-ad94-2425d93bf2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500" dirty="0" spc="-9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5334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384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0" y="28384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13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09950"/>
            <a:ext cx="16459200" cy="990600"/>
          </a:xfrm>
          <a:prstGeom prst="roundRect">
            <a:avLst>
              <a:gd name="adj" fmla="val 1346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533900"/>
            <a:ext cx="16459200" cy="990600"/>
          </a:xfrm>
          <a:prstGeom prst="roundRect">
            <a:avLst>
              <a:gd name="adj" fmla="val 13462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657850"/>
            <a:ext cx="16459200" cy="990600"/>
          </a:xfrm>
          <a:prstGeom prst="roundRect">
            <a:avLst>
              <a:gd name="adj" fmla="val 13462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781800"/>
            <a:ext cx="16459200" cy="990600"/>
          </a:xfrm>
          <a:prstGeom prst="roundRect">
            <a:avLst>
              <a:gd name="adj" fmla="val 13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71475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20000" y="3581400"/>
            <a:ext cx="942975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segment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_0, _1,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_2,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8250" y="48387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0" y="4705350"/>
            <a:ext cx="942975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_0</a:t>
            </a: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xóa;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38250" y="596265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Gộp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 segment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20000" y="5829300"/>
            <a:ext cx="942975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_4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 tệp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.tim, .tip,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.doc,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.pos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38250" y="70866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nút,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620000" y="6953250"/>
            <a:ext cx="942975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yellow: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b="1" dirty="0" spc="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.tim: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.tip: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điển.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.pos: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58eba4b-0977-48b7-bbeb-34f9011516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8671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9720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0769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1818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8250" y="29908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8250" y="40957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52006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8250" y="63055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" y="74104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3009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573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57300" y="5219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57300" y="632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57300" y="7429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190750" y="30099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Gộp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segment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85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190750" y="41148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2190750" y="52197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Soft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deletes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8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sao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2190750" y="63246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Ngay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 khi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2190750" y="74295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Giống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LSM ở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điển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4ca4a5d3-0ccd-47e7-bca3-d073c363eb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55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55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r>
              <a:rPr lang="en-US" sz="55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5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đổi,</a:t>
            </a:r>
            <a:r>
              <a:rPr lang="en-US" sz="55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555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55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tăng:</a:t>
            </a:r>
            <a:r>
              <a:rPr lang="en-US" sz="555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555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857500"/>
          </a:xfrm>
          <a:prstGeom prst="roundRect">
            <a:avLst>
              <a:gd name="adj" fmla="val 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500" y="2857500"/>
            <a:ext cx="4953000" cy="2857500"/>
          </a:xfrm>
          <a:prstGeom prst="roundRect">
            <a:avLst>
              <a:gd name="adj" fmla="val 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20600" y="2857500"/>
            <a:ext cx="4953000" cy="2857500"/>
          </a:xfrm>
          <a:prstGeom prst="roundRect">
            <a:avLst>
              <a:gd name="adj" fmla="val 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143250"/>
            <a:ext cx="428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8250" y="3714750"/>
            <a:ext cx="4286250" cy="1809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91350" y="3143250"/>
            <a:ext cx="428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GHI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1350" y="3714750"/>
            <a:ext cx="428625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25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cũ,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segment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744450" y="3143250"/>
            <a:ext cx="428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KẾT</a:t>
            </a:r>
            <a:r>
              <a:rPr lang="en-US" sz="180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44450" y="3714750"/>
            <a:ext cx="4286250" cy="1809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chiếm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endParaRPr lang="en-US" sz="2700" dirty="0"/>
          </a:p>
        </p:txBody>
      </p:sp>
      <p:sp>
        <p:nvSpPr>
          <p:cNvPr id="13" name="Connector line-1792442554240-661673766"/>
          <p:cNvSpPr/>
          <p:nvPr/>
        </p:nvSpPr>
        <p:spPr>
          <a:xfrm>
            <a:off x="5962650" y="4286250"/>
            <a:ext cx="7429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42554240-821966162"/>
          <p:cNvSpPr/>
          <p:nvPr/>
        </p:nvSpPr>
        <p:spPr>
          <a:xfrm>
            <a:off x="11715750" y="4286250"/>
            <a:ext cx="7429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6191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b="1" spc="1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6667500"/>
            <a:ext cx="8001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69151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Gom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 lần</a:t>
            </a:r>
            <a:r>
              <a:rPr lang="en-US" sz="24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72600" y="6667500"/>
            <a:ext cx="8001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9696450" y="69151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r>
              <a:rPr lang="en-US" sz="24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9c24712-1618-4d9b-8317-3af1477c46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8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5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533400"/>
          </a:xfrm>
          <a:prstGeom prst="roundRect">
            <a:avLst>
              <a:gd name="adj" fmla="val 25000"/>
            </a:avLst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384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19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096000" y="28384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409950"/>
            <a:ext cx="16459200" cy="838200"/>
          </a:xfrm>
          <a:prstGeom prst="roundRect">
            <a:avLst>
              <a:gd name="adj" fmla="val 15909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362450"/>
            <a:ext cx="16459200" cy="838200"/>
          </a:xfrm>
          <a:prstGeom prst="roundRect">
            <a:avLst>
              <a:gd name="adj" fmla="val 15909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314950"/>
            <a:ext cx="16459200" cy="838200"/>
          </a:xfrm>
          <a:prstGeom prst="roundRect">
            <a:avLst>
              <a:gd name="adj" fmla="val 15909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267450"/>
            <a:ext cx="16459200" cy="838200"/>
          </a:xfrm>
          <a:prstGeom prst="roundRect">
            <a:avLst>
              <a:gd name="adj" fmla="val 15909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219950"/>
            <a:ext cx="16459200" cy="838200"/>
          </a:xfrm>
          <a:prstGeom prst="roundRect">
            <a:avLst>
              <a:gd name="adj" fmla="val 15909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409950"/>
            <a:ext cx="13335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362450"/>
            <a:ext cx="13335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314950"/>
            <a:ext cx="13335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6267450"/>
            <a:ext cx="13335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7219950"/>
            <a:ext cx="13335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3619500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Ánh</a:t>
            </a: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38250" y="4572000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5524500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38250" y="6477000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38250" y="7429500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096000" y="3619500"/>
            <a:ext cx="1104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text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tìm;</a:t>
            </a:r>
            <a:r>
              <a:rPr lang="en-US" sz="2250" dirty="0" spc="-4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keyword</a:t>
            </a:r>
            <a:r>
              <a:rPr lang="en-US" sz="22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lọc,</a:t>
            </a:r>
            <a:r>
              <a:rPr lang="en-US" sz="22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096000" y="4572000"/>
            <a:ext cx="1104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match</a:t>
            </a:r>
            <a:r>
              <a:rPr lang="en-US" sz="2250" dirty="0" spc="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bộ phân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tích,</a:t>
            </a:r>
            <a:r>
              <a:rPr lang="en-US" sz="22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6096000" y="5524500"/>
            <a:ext cx="1104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2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mới;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2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096000" y="6477000"/>
            <a:ext cx="1104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096000" y="7429500"/>
            <a:ext cx="1104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2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2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424f3d1a-d5f7-4bf9-936a-d937cb872e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3333750" y="30099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02895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LSM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1791950" y="30099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 mới không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286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05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6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87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5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96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487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5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334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Anatomy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 an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analyzer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Near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real-time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716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Clusters,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nodes,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43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yellow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health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334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analysis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525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History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retention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16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3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codecs/lucene104/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package-info.java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34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Lucene104Postings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Format.java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d0421c45-5697-4638-9dc2-6ca10895e5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2026-10-19T20:51:27Z</dcterms:created>
  <dcterms:modified xsi:type="dcterms:W3CDTF">2026-10-19T20:51:27Z</dcterms:modified>
</cp:coreProperties>
</file>