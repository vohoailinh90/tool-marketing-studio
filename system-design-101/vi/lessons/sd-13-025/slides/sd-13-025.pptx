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476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5" name="Connector line-1792373813173-461104474"/>
          <p:cNvSpPr/>
          <p:nvPr/>
        </p:nvSpPr>
        <p:spPr>
          <a:xfrm>
            <a:off x="1333500" y="6096000"/>
            <a:ext cx="15621000" cy="0"/>
          </a:xfrm>
          <a:prstGeom prst="line">
            <a:avLst/>
          </a:prstGeom>
          <a:noFill/>
          <a:ln w="47625">
            <a:solidFill>
              <a:srgbClr val="3A3F4D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667000" y="57150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1430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762750" y="5715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0" name="Text 8"/>
          <p:cNvSpPr/>
          <p:nvPr/>
        </p:nvSpPr>
        <p:spPr>
          <a:xfrm>
            <a:off x="52387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ContainerCreating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2387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858500" y="57150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93345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3345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4954250" y="57150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6" name="Text 14"/>
          <p:cNvSpPr/>
          <p:nvPr/>
        </p:nvSpPr>
        <p:spPr>
          <a:xfrm>
            <a:off x="134302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4302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3e3e11d-0c6f-4eab-9e15-8b4659f2af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chặng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4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8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4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khi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0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30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e52d8e87-f23f-4b94-8f23-760e286a9b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PENDING: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Scheduler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chọn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000500" cy="1619250"/>
          </a:xfrm>
          <a:prstGeom prst="roundRect">
            <a:avLst>
              <a:gd name="adj" fmla="val 16471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Connector line-1792373837631-186850424"/>
          <p:cNvSpPr/>
          <p:nvPr/>
        </p:nvSpPr>
        <p:spPr>
          <a:xfrm>
            <a:off x="501015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048000"/>
            <a:ext cx="5334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5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taint,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nodeSelector</a:t>
            </a:r>
            <a:endParaRPr lang="en-US" sz="2550" dirty="0"/>
          </a:p>
        </p:txBody>
      </p:sp>
      <p:sp>
        <p:nvSpPr>
          <p:cNvPr id="7" name="Connector line-1792373837635-230310169"/>
          <p:cNvSpPr/>
          <p:nvPr/>
        </p:nvSpPr>
        <p:spPr>
          <a:xfrm>
            <a:off x="1162050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048000"/>
            <a:ext cx="4572000" cy="1619250"/>
          </a:xfrm>
          <a:prstGeom prst="roundRect">
            <a:avLst>
              <a:gd name="adj" fmla="val 164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r>
              <a:rPr lang="en-US" sz="2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2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hợp:</a:t>
            </a: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Pending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238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810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477000" y="5810250"/>
            <a:ext cx="2286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Taint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8991600" y="5810250"/>
            <a:ext cx="304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nodeSelector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268200" y="5810250"/>
            <a:ext cx="3238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PVC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7477125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80010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FailedScheduling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49153f3-abb4-44e7-bc4c-0941088f57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CONTAINERCREATING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Node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100" b="1" spc="1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ErrImagePull → ImagePullBackOff</a:t>
            </a:r>
            <a:endParaRPr lang="en-US" sz="2550" dirty="0"/>
          </a:p>
        </p:txBody>
      </p:sp>
      <p:sp>
        <p:nvSpPr>
          <p:cNvPr id="7" name="Text richtext-1792373850347-229414668"/>
          <p:cNvSpPr/>
          <p:nvPr/>
        </p:nvSpPr>
        <p:spPr>
          <a:xfrm>
            <a:off x="1390650" y="51435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imagePullSecrets.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Registry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100" b="1" spc="14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ContainerCreating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48850" y="6096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bị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ae58a0-eea0-4068-92ed-10f977be90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chết: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4000500" cy="1905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endParaRPr lang="en-US" sz="3000" dirty="0"/>
          </a:p>
        </p:txBody>
      </p:sp>
      <p:sp>
        <p:nvSpPr>
          <p:cNvPr id="5" name="Connector line-1792373867996-215858387"/>
          <p:cNvSpPr/>
          <p:nvPr/>
        </p:nvSpPr>
        <p:spPr>
          <a:xfrm flipV="1">
            <a:off x="5010150" y="3714750"/>
            <a:ext cx="1657350" cy="952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867996-265715171"/>
          <p:cNvSpPr/>
          <p:nvPr/>
        </p:nvSpPr>
        <p:spPr>
          <a:xfrm>
            <a:off x="5010150" y="5429250"/>
            <a:ext cx="16573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62750" y="2762250"/>
            <a:ext cx="106108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3000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CrashLoopBackOff</a:t>
            </a:r>
            <a:endParaRPr lang="en-US" sz="3000" dirty="0"/>
          </a:p>
        </p:txBody>
      </p:sp>
      <p:sp>
        <p:nvSpPr>
          <p:cNvPr id="9" name="Text richtext-1792373868000-19356967"/>
          <p:cNvSpPr/>
          <p:nvPr/>
        </p:nvSpPr>
        <p:spPr>
          <a:xfrm>
            <a:off x="7143750" y="3667125"/>
            <a:ext cx="9906000" cy="1457325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thời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dần.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--previous.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762750" y="5429250"/>
            <a:ext cx="1061085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5667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OOMKilled</a:t>
            </a:r>
            <a:endParaRPr lang="en-US" sz="3000" dirty="0"/>
          </a:p>
        </p:txBody>
      </p:sp>
      <p:sp>
        <p:nvSpPr>
          <p:cNvPr id="12" name="Text richtext-1792373868011-694287110"/>
          <p:cNvSpPr/>
          <p:nvPr/>
        </p:nvSpPr>
        <p:spPr>
          <a:xfrm>
            <a:off x="7143750" y="6334125"/>
            <a:ext cx="9906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của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nó.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c1c8d32-df49-44b3-b3d6-d96d4c5b5e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67050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257300" y="4286250"/>
            <a:ext cx="97917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8300" y="4495800"/>
            <a:ext cx="9029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600200" y="5715000"/>
            <a:ext cx="91059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81200" y="5924550"/>
            <a:ext cx="8343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981200" y="6419850"/>
            <a:ext cx="8343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943100" y="7143750"/>
            <a:ext cx="84201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4100" y="7353300"/>
            <a:ext cx="7658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cấu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324100" y="7848600"/>
            <a:ext cx="7658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230100" y="38100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describe</a:t>
            </a:r>
            <a:r>
              <a:rPr lang="en-US" sz="25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230100" y="49530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230100" y="6477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30100" y="70485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publishNotReadyAddresses: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24ceed-49a1-42b0-8cce-38c49defd0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kiện,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39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437e1e1-3293-47b1-8122-499e77d087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Pending;</a:t>
            </a:r>
            <a:r>
              <a:rPr lang="en-US" sz="25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describe</a:t>
            </a:r>
            <a:r>
              <a:rPr lang="en-US" sz="25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báo: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2095500"/>
            <a:ext cx="8191500" cy="314325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nodes</a:t>
            </a:r>
            <a:r>
              <a:rPr lang="en-US" sz="2550" b="1" dirty="0" spc="-1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</a:t>
            </a:r>
            <a:r>
              <a:rPr lang="en-US" sz="25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available:</a:t>
            </a: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Insufficient</a:t>
            </a: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819150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9" name="Text richtext-1792373913710-354308295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nguyên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 đủ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requests: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admission: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 thành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-o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yaml.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3ce0ffc-be70-4566-bb72-bdb2d17cf1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describe</a:t>
            </a: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ten-pod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0" y="29718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chặng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logs ten-pod</a:t>
            </a:r>
            <a:r>
              <a:rPr lang="en-US" sz="2550" dirty="0" spc="-1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--previous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0" y="42291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314950"/>
            <a:ext cx="762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get</a:t>
            </a:r>
            <a:r>
              <a:rPr lang="en-US" sz="255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events</a:t>
            </a:r>
            <a:endParaRPr lang="en-US" sz="2550" dirty="0"/>
          </a:p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--sort-by=.metadata.creationTimestamp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9144000" y="5486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describe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node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0" y="67437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nghi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kubectl</a:t>
            </a:r>
            <a:r>
              <a:rPr lang="en-US" sz="255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get</a:t>
            </a:r>
            <a:r>
              <a:rPr lang="en-US" sz="25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25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-o</a:t>
            </a:r>
            <a:r>
              <a:rPr lang="en-US" sz="2550" dirty="0" spc="-1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yaml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0" y="8001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requests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e959fda6-014b-4a20-88c1-6ccd22bcda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PVC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PersistentVolumeClaim: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ổ</a:t>
                      </a:r>
                      <a:r>
                        <a:rPr lang="en-US" sz="2100" dirty="0" spc="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trữ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bền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vững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OOM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Out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Of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Memory: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952830-299919608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 container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kube-scheduler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91c6d7f-1e23-4077-9301-38180b230b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2026-10-19T04:15:35Z</dcterms:created>
  <dcterms:modified xsi:type="dcterms:W3CDTF">2026-10-19T04:15:35Z</dcterms:modified>
</cp:coreProperties>
</file>