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vào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850" dirty="0" spc="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bài,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28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850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r>
              <a:rPr lang="en-US" sz="28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8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850" dirty="0" spc="2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hữu</a:t>
            </a: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</a:t>
            </a:r>
            <a:r>
              <a:rPr lang="en-US" sz="2850" dirty="0" spc="-1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GraphQL.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800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 vào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BFF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 riêng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34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 chung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Liên</a:t>
            </a:r>
            <a:r>
              <a:rPr lang="en-US" sz="345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 một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6c02179-9fb2-4982-882d-7b27839e9d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cách,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có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 chọn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vài câu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liệu,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ngưỡng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 chọn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17" rIns="0" bIns="-14517" rtlCol="0" anchor="ctr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2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2692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nhau:</a:t>
            </a:r>
            <a:r>
              <a:rPr lang="en-US" sz="2692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r>
              <a:rPr lang="en-US" sz="2692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692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692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692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đâu,</a:t>
            </a:r>
            <a:r>
              <a:rPr lang="en-US" sz="2692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692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 hữu</a:t>
            </a:r>
            <a:endParaRPr lang="en-US" sz="2692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dirty="0" spc="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195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r>
              <a:rPr lang="en-US" sz="195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4286250" cy="133350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428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25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25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706350" y="3810000"/>
            <a:ext cx="4286250" cy="1333500"/>
          </a:xfrm>
          <a:prstGeom prst="roundRect">
            <a:avLst>
              <a:gd name="adj" fmla="val 11429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06350" y="3810000"/>
            <a:ext cx="428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25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25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BFF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8001000" y="5429250"/>
            <a:ext cx="4286250" cy="1333500"/>
          </a:xfrm>
          <a:prstGeom prst="roundRect">
            <a:avLst>
              <a:gd name="adj" fmla="val 11429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5429250"/>
            <a:ext cx="428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25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 khối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2706350" y="5429250"/>
            <a:ext cx="4286250" cy="1333500"/>
          </a:xfrm>
          <a:prstGeom prst="roundRect">
            <a:avLst>
              <a:gd name="adj" fmla="val 11429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06350" y="5429250"/>
            <a:ext cx="428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25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2550" dirty="0" spc="-1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8001000" y="7143750"/>
            <a:ext cx="8991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0" y="71437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62950" y="7143750"/>
            <a:ext cx="8477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Điểm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 nguồn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f1dd89c-01bc-40e2-ac25-d893481e8b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2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1950" spc="181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1950" spc="188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7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70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rất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 giản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3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 GraphQL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Bốn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7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rộng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 đây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1950" dirty="0" spc="-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1950" dirty="0" spc="-1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19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1950" dirty="0" spc="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191000"/>
            <a:ext cx="1809750" cy="1905000"/>
          </a:xfrm>
          <a:prstGeom prst="roundRect">
            <a:avLst>
              <a:gd name="adj" fmla="val 8421"/>
            </a:avLst>
          </a:prstGeom>
          <a:solidFill>
            <a:srgbClr val="2A2F42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191000"/>
            <a:ext cx="1809750" cy="1905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client</a:t>
            </a:r>
            <a:endParaRPr lang="en-US" sz="2250" dirty="0"/>
          </a:p>
        </p:txBody>
      </p:sp>
      <p:sp>
        <p:nvSpPr>
          <p:cNvPr id="17" name="Connector line-1792332044508-247031924"/>
          <p:cNvSpPr/>
          <p:nvPr/>
        </p:nvSpPr>
        <p:spPr>
          <a:xfrm>
            <a:off x="9925050" y="5143500"/>
            <a:ext cx="5524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91800" y="419100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2A2F42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91800" y="419100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8064" rIns="0" bIns="-8064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25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25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2550" dirty="0"/>
          </a:p>
        </p:txBody>
      </p:sp>
      <p:sp>
        <p:nvSpPr>
          <p:cNvPr id="20" name="Connector line-1792332044512-760761345"/>
          <p:cNvSpPr/>
          <p:nvPr/>
        </p:nvSpPr>
        <p:spPr>
          <a:xfrm flipV="1">
            <a:off x="13182600" y="4000500"/>
            <a:ext cx="1562100" cy="1143000"/>
          </a:xfrm>
          <a:prstGeom prst="line">
            <a:avLst/>
          </a:prstGeom>
          <a:noFill/>
          <a:ln w="28575">
            <a:solidFill>
              <a:srgbClr val="C9C6BC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332044512-742669646"/>
          <p:cNvSpPr/>
          <p:nvPr/>
        </p:nvSpPr>
        <p:spPr>
          <a:xfrm flipV="1">
            <a:off x="13182600" y="4762500"/>
            <a:ext cx="1562100" cy="381000"/>
          </a:xfrm>
          <a:prstGeom prst="line">
            <a:avLst/>
          </a:prstGeom>
          <a:noFill/>
          <a:ln w="28575">
            <a:solidFill>
              <a:srgbClr val="C9C6BC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332044512-743855209"/>
          <p:cNvSpPr/>
          <p:nvPr/>
        </p:nvSpPr>
        <p:spPr>
          <a:xfrm>
            <a:off x="13182600" y="5143500"/>
            <a:ext cx="1562100" cy="381000"/>
          </a:xfrm>
          <a:prstGeom prst="line">
            <a:avLst/>
          </a:prstGeom>
          <a:noFill/>
          <a:ln w="28575">
            <a:solidFill>
              <a:srgbClr val="C9C6BC"/>
            </a:solidFill>
            <a:prstDash val="solid"/>
            <a:headEnd type="none"/>
            <a:tailEnd type="triangle" w="lg" len="lg"/>
          </a:ln>
        </p:spPr>
      </p:sp>
      <p:sp>
        <p:nvSpPr>
          <p:cNvPr id="23" name="Connector line-1792332044512-743589370"/>
          <p:cNvSpPr/>
          <p:nvPr/>
        </p:nvSpPr>
        <p:spPr>
          <a:xfrm>
            <a:off x="13182600" y="5143500"/>
            <a:ext cx="1562100" cy="1143000"/>
          </a:xfrm>
          <a:prstGeom prst="line">
            <a:avLst/>
          </a:prstGeom>
          <a:noFill/>
          <a:ln w="28575">
            <a:solidFill>
              <a:srgbClr val="C9C6BC"/>
            </a:solidFill>
            <a:prstDash val="solid"/>
            <a:headEnd type="none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>
            <a:off x="14859000" y="3695700"/>
            <a:ext cx="2133600" cy="609600"/>
          </a:xfrm>
          <a:prstGeom prst="roundRect">
            <a:avLst>
              <a:gd name="adj" fmla="val 21875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59000" y="3695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859000" y="4457700"/>
            <a:ext cx="2133600" cy="609600"/>
          </a:xfrm>
          <a:prstGeom prst="roundRect">
            <a:avLst>
              <a:gd name="adj" fmla="val 21875"/>
            </a:avLst>
          </a:prstGeom>
          <a:solidFill>
            <a:srgbClr val="FF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14859000" y="4457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BFF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859000" y="5219700"/>
            <a:ext cx="21336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0" y="5219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4859000" y="5981700"/>
            <a:ext cx="2133600" cy="609600"/>
          </a:xfrm>
          <a:prstGeom prst="roundRect">
            <a:avLst>
              <a:gd name="adj" fmla="val 21875"/>
            </a:avLst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14859000" y="5981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001000" y="733425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2A2F42"/>
          </a:solidFill>
          <a:ln/>
        </p:spPr>
      </p:sp>
      <p:sp>
        <p:nvSpPr>
          <p:cNvPr id="33" name="Shape 31"/>
          <p:cNvSpPr/>
          <p:nvPr/>
        </p:nvSpPr>
        <p:spPr>
          <a:xfrm>
            <a:off x="8001000" y="73342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Text 42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62950" y="733425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4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bốn hướng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dc3647ca-3c4f-4cc5-8b0f-af07d651ff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 PHÍA CLIENT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bọc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Client bọc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 hiện có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GraphQL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 nhất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Dễ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hơn,</a:t>
            </a:r>
            <a:r>
              <a:rPr lang="en-US" sz="270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gánh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 gom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GraphQL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 client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4000500" cy="2857500"/>
          </a:xfrm>
          <a:prstGeom prst="roundRect">
            <a:avLst>
              <a:gd name="adj" fmla="val 5333"/>
            </a:avLst>
          </a:prstGeom>
          <a:solidFill>
            <a:srgbClr val="E8E0CF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943350"/>
            <a:ext cx="400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8229600" y="4572000"/>
            <a:ext cx="3543300" cy="819150"/>
          </a:xfrm>
          <a:prstGeom prst="roundRect">
            <a:avLst>
              <a:gd name="adj" fmla="val 13953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572000"/>
            <a:ext cx="35433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229600" y="5581650"/>
            <a:ext cx="3543300" cy="819150"/>
          </a:xfrm>
          <a:prstGeom prst="roundRect">
            <a:avLst>
              <a:gd name="adj" fmla="val 13953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5581650"/>
            <a:ext cx="35433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gom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21" name="Connector line-1792332141901-772605543"/>
          <p:cNvSpPr/>
          <p:nvPr/>
        </p:nvSpPr>
        <p:spPr>
          <a:xfrm flipV="1">
            <a:off x="12115800" y="4191000"/>
            <a:ext cx="1276350" cy="10477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2141902-455384770"/>
          <p:cNvSpPr/>
          <p:nvPr/>
        </p:nvSpPr>
        <p:spPr>
          <a:xfrm>
            <a:off x="12115800" y="5238750"/>
            <a:ext cx="127635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32141902-392531613"/>
          <p:cNvSpPr/>
          <p:nvPr/>
        </p:nvSpPr>
        <p:spPr>
          <a:xfrm>
            <a:off x="12115800" y="5238750"/>
            <a:ext cx="1276350" cy="10477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525500" y="3810000"/>
            <a:ext cx="346710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25500" y="381000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1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25500" y="4857750"/>
            <a:ext cx="346710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25500" y="48577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525500" y="5905500"/>
            <a:ext cx="346710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25500" y="590550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8001000" y="723900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01000" y="72390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32" name="Text 30"/>
          <p:cNvSpPr/>
          <p:nvPr/>
        </p:nvSpPr>
        <p:spPr>
          <a:xfrm>
            <a:off x="8362950" y="723900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 hiệu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 client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Text 41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5a99a40b-5932-4024-875b-19203c6ce7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BFF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BFF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BFF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 mới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BFF riêng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Tốt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 cho client,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-3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xây</a:t>
            </a:r>
            <a:r>
              <a:rPr lang="en-US" sz="27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 BFF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client</a:t>
            </a:r>
            <a:r>
              <a:rPr lang="en-US" sz="19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BFF</a:t>
            </a: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905250"/>
            <a:ext cx="1905000" cy="1047750"/>
          </a:xfrm>
          <a:prstGeom prst="roundRect">
            <a:avLst>
              <a:gd name="adj" fmla="val 14545"/>
            </a:avLst>
          </a:prstGeom>
          <a:solidFill>
            <a:srgbClr val="2A2F42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9052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21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2100" dirty="0"/>
          </a:p>
        </p:txBody>
      </p:sp>
      <p:sp>
        <p:nvSpPr>
          <p:cNvPr id="17" name="Connector line-1792332142772-905880058"/>
          <p:cNvSpPr/>
          <p:nvPr/>
        </p:nvSpPr>
        <p:spPr>
          <a:xfrm>
            <a:off x="10020300" y="4429125"/>
            <a:ext cx="5524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87050" y="3905250"/>
            <a:ext cx="2381250" cy="1047750"/>
          </a:xfrm>
          <a:prstGeom prst="roundRect">
            <a:avLst>
              <a:gd name="adj" fmla="val 14545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0687050" y="3905250"/>
            <a:ext cx="2381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r>
              <a:rPr lang="en-US" sz="28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2850" dirty="0"/>
          </a:p>
        </p:txBody>
      </p:sp>
      <p:sp>
        <p:nvSpPr>
          <p:cNvPr id="20" name="Connector line-1792332142774-712631990"/>
          <p:cNvSpPr/>
          <p:nvPr/>
        </p:nvSpPr>
        <p:spPr>
          <a:xfrm>
            <a:off x="13182600" y="4429125"/>
            <a:ext cx="685800" cy="523875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5334000"/>
            <a:ext cx="1905000" cy="1047750"/>
          </a:xfrm>
          <a:prstGeom prst="roundRect">
            <a:avLst>
              <a:gd name="adj" fmla="val 14545"/>
            </a:avLst>
          </a:prstGeom>
          <a:solidFill>
            <a:srgbClr val="2A2F42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2" name="Connector line-1792332142776-481667814"/>
          <p:cNvSpPr/>
          <p:nvPr/>
        </p:nvSpPr>
        <p:spPr>
          <a:xfrm>
            <a:off x="10020300" y="5857875"/>
            <a:ext cx="5524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687050" y="5334000"/>
            <a:ext cx="2381250" cy="1047750"/>
          </a:xfrm>
          <a:prstGeom prst="roundRect">
            <a:avLst>
              <a:gd name="adj" fmla="val 14545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0687050" y="5334000"/>
            <a:ext cx="2381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r>
              <a:rPr lang="en-US" sz="2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</a:t>
            </a:r>
            <a:r>
              <a:rPr lang="en-US" sz="2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2850" dirty="0"/>
          </a:p>
        </p:txBody>
      </p:sp>
      <p:sp>
        <p:nvSpPr>
          <p:cNvPr id="25" name="Connector line-1792332142778-272169974"/>
          <p:cNvSpPr/>
          <p:nvPr/>
        </p:nvSpPr>
        <p:spPr>
          <a:xfrm flipV="1">
            <a:off x="13182600" y="5334000"/>
            <a:ext cx="685800" cy="523875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001750" y="3905250"/>
            <a:ext cx="2990850" cy="2476500"/>
          </a:xfrm>
          <a:prstGeom prst="roundRect">
            <a:avLst>
              <a:gd name="adj" fmla="val 6154"/>
            </a:avLst>
          </a:prstGeom>
          <a:solidFill>
            <a:srgbClr val="2A2F42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01750" y="3905250"/>
            <a:ext cx="29908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001000" y="7048500"/>
            <a:ext cx="8991600" cy="1238250"/>
          </a:xfrm>
          <a:prstGeom prst="roundRect">
            <a:avLst>
              <a:gd name="adj" fmla="val 15385"/>
            </a:avLst>
          </a:prstGeom>
          <a:solidFill>
            <a:srgbClr val="2A2F42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70485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0" name="Text 28"/>
          <p:cNvSpPr/>
          <p:nvPr/>
        </p:nvSpPr>
        <p:spPr>
          <a:xfrm>
            <a:off x="8362950" y="7048500"/>
            <a:ext cx="8477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GraphQL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40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40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 trung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 client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Text 39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01000" y="5334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19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 động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88c14551-e22a-4a61-8ee3-26d0d5cbbb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r>
              <a:rPr lang="en-US" sz="1950" spc="23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cho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GraphQL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phục vụ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 client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 nguồn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Hoặc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70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hữu,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 dùng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195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180975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001000" y="4762500"/>
            <a:ext cx="180975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7625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001000" y="5715000"/>
            <a:ext cx="1809750" cy="762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57150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</a:t>
            </a:r>
            <a:endParaRPr lang="en-US" sz="2100" dirty="0"/>
          </a:p>
        </p:txBody>
      </p:sp>
      <p:sp>
        <p:nvSpPr>
          <p:cNvPr id="21" name="Connector line-1792332170435-264452508"/>
          <p:cNvSpPr/>
          <p:nvPr/>
        </p:nvSpPr>
        <p:spPr>
          <a:xfrm>
            <a:off x="9925050" y="4191000"/>
            <a:ext cx="800100" cy="7620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2170435-551840419"/>
          <p:cNvSpPr/>
          <p:nvPr/>
        </p:nvSpPr>
        <p:spPr>
          <a:xfrm>
            <a:off x="9925050" y="5143500"/>
            <a:ext cx="8001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32170435-175876842"/>
          <p:cNvSpPr/>
          <p:nvPr/>
        </p:nvSpPr>
        <p:spPr>
          <a:xfrm flipV="1">
            <a:off x="9925050" y="5334000"/>
            <a:ext cx="800100" cy="7620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858500" y="3810000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58500" y="42862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9017" rIns="0" bIns="-9017" rtlCol="0" anchor="t"/>
          <a:lstStyle/>
          <a:p>
            <a:pPr algn="ctr" indent="0" marL="0">
              <a:lnSpc>
                <a:spcPts val="3278"/>
              </a:lnSpc>
              <a:buNone/>
            </a:pPr>
            <a:r>
              <a:rPr lang="en-US" sz="28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2850" dirty="0"/>
          </a:p>
          <a:p>
            <a:pPr algn="ctr" indent="0" marL="0">
              <a:lnSpc>
                <a:spcPts val="3278"/>
              </a:lnSpc>
              <a:buNone/>
            </a:pPr>
            <a:r>
              <a:rPr lang="en-US" sz="285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0858500" y="552450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19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19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19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endParaRPr lang="en-US" sz="1950" dirty="0"/>
          </a:p>
        </p:txBody>
      </p:sp>
      <p:sp>
        <p:nvSpPr>
          <p:cNvPr id="27" name="Connector line-1792332170439-713540712"/>
          <p:cNvSpPr/>
          <p:nvPr/>
        </p:nvSpPr>
        <p:spPr>
          <a:xfrm>
            <a:off x="14116050" y="5143500"/>
            <a:ext cx="7048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935200" y="3810000"/>
            <a:ext cx="2057400" cy="2667000"/>
          </a:xfrm>
          <a:prstGeom prst="roundRect">
            <a:avLst>
              <a:gd name="adj" fmla="val 7407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35200" y="3810000"/>
            <a:ext cx="2057400" cy="2667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8001000" y="723900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01000" y="72390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62950" y="723900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GraphQL,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 nguồn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Text 41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2a9a5cde-11d3-4213-b64f-ea4fa5ea2b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GRAPHQL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8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8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thị,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siêu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gộp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siêu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 thị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Cổng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70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 con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 lĩnh</a:t>
            </a:r>
            <a:r>
              <a:rPr lang="en-US" sz="27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vực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 nó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siêu</a:t>
            </a:r>
            <a:r>
              <a:rPr lang="en-US" sz="195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thị,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191000"/>
            <a:ext cx="1714500" cy="190500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191000"/>
            <a:ext cx="1714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17" name="Connector line-1792332171431-81493427"/>
          <p:cNvSpPr/>
          <p:nvPr/>
        </p:nvSpPr>
        <p:spPr>
          <a:xfrm>
            <a:off x="9829800" y="5143500"/>
            <a:ext cx="609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72750" y="3810000"/>
            <a:ext cx="2762250" cy="2667000"/>
          </a:xfrm>
          <a:prstGeom prst="roundRect">
            <a:avLst>
              <a:gd name="adj" fmla="val 571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2750" y="447675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9017" rIns="0" bIns="-9017" rtlCol="0" anchor="t"/>
          <a:lstStyle/>
          <a:p>
            <a:pPr algn="ctr" indent="0" marL="0">
              <a:lnSpc>
                <a:spcPts val="3278"/>
              </a:lnSpc>
              <a:buNone/>
            </a:pPr>
            <a:r>
              <a:rPr lang="en-US" sz="28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endParaRPr lang="en-US" sz="2850" dirty="0"/>
          </a:p>
          <a:p>
            <a:pPr algn="ctr" indent="0" marL="0">
              <a:lnSpc>
                <a:spcPts val="3278"/>
              </a:lnSpc>
              <a:buNone/>
            </a:pPr>
            <a:r>
              <a:rPr lang="en-US" sz="285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liên</a:t>
            </a:r>
            <a:r>
              <a:rPr lang="en-US" sz="2850" dirty="0" spc="-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2850" dirty="0"/>
          </a:p>
        </p:txBody>
      </p:sp>
      <p:sp>
        <p:nvSpPr>
          <p:cNvPr id="20" name="Connector line-1792332171433-563809281"/>
          <p:cNvSpPr/>
          <p:nvPr/>
        </p:nvSpPr>
        <p:spPr>
          <a:xfrm flipV="1">
            <a:off x="13449300" y="4286250"/>
            <a:ext cx="704850" cy="8572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32171433-129800273"/>
          <p:cNvSpPr/>
          <p:nvPr/>
        </p:nvSpPr>
        <p:spPr>
          <a:xfrm>
            <a:off x="13449300" y="5143500"/>
            <a:ext cx="7048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2171433-987909829"/>
          <p:cNvSpPr/>
          <p:nvPr/>
        </p:nvSpPr>
        <p:spPr>
          <a:xfrm>
            <a:off x="13449300" y="5143500"/>
            <a:ext cx="704850" cy="8572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287500" y="3810000"/>
            <a:ext cx="2705100" cy="838200"/>
          </a:xfrm>
          <a:prstGeom prst="roundRect">
            <a:avLst>
              <a:gd name="adj" fmla="val 15909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287500" y="3810000"/>
            <a:ext cx="2705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4287500" y="4724400"/>
            <a:ext cx="2705100" cy="838200"/>
          </a:xfrm>
          <a:prstGeom prst="roundRect">
            <a:avLst>
              <a:gd name="adj" fmla="val 15909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87500" y="4724400"/>
            <a:ext cx="2705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287500" y="5638800"/>
            <a:ext cx="2705100" cy="838200"/>
          </a:xfrm>
          <a:prstGeom prst="roundRect">
            <a:avLst>
              <a:gd name="adj" fmla="val 15909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87500" y="5638800"/>
            <a:ext cx="2705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001000" y="7239000"/>
            <a:ext cx="89916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0" y="72390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8362950" y="7239000"/>
            <a:ext cx="847725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Công</a:t>
            </a:r>
            <a:r>
              <a:rPr lang="en-US" sz="24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sức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 làm lặp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036a53b2-c854-4fca-8c1b-01dbaa730b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528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28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905250" y="36576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Đơn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hàng,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thanh</a:t>
            </a:r>
            <a:r>
              <a:rPr lang="en-US" sz="22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toán,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kho,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 nhóm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 riêng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95400" y="480060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0060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05250" y="470535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màn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2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 từ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 ba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" y="6096000"/>
            <a:ext cx="7524750" cy="2381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Bạn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cân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nhắc cách nào,</a:t>
            </a:r>
            <a:r>
              <a:rPr lang="en-US" sz="27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 cách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 gì?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15500" y="3486150"/>
            <a:ext cx="742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715500" y="4324350"/>
            <a:ext cx="2095500" cy="762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32435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20550" y="42291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 cần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mới,</a:t>
            </a:r>
            <a:r>
              <a:rPr lang="en-US" sz="21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1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 API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715500" y="5200650"/>
            <a:ext cx="2095500" cy="762000"/>
          </a:xfrm>
          <a:prstGeom prst="roundRect">
            <a:avLst>
              <a:gd name="adj" fmla="val 175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520065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BFF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20550" y="51054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1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gọi,</a:t>
            </a:r>
            <a:r>
              <a:rPr lang="en-US" sz="21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1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 hành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715500" y="6076950"/>
            <a:ext cx="2095500" cy="762000"/>
          </a:xfrm>
          <a:prstGeom prst="roundRect">
            <a:avLst>
              <a:gd name="adj" fmla="val 17500"/>
            </a:avLst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607695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20550" y="59817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1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lược</a:t>
            </a:r>
            <a:r>
              <a:rPr lang="en-US" sz="21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đồ,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1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cổng</a:t>
            </a:r>
            <a:r>
              <a:rPr lang="en-US" sz="21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thỏa thuận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715500" y="6953250"/>
            <a:ext cx="2095500" cy="762000"/>
          </a:xfrm>
          <a:prstGeom prst="roundRect">
            <a:avLst>
              <a:gd name="adj" fmla="val 17500"/>
            </a:avLst>
          </a:prstGeom>
          <a:solidFill>
            <a:srgbClr val="3D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695325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020550" y="68580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1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 chung,</a:t>
            </a:r>
            <a:r>
              <a:rPr lang="en-US" sz="21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phối hợp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15500" y="79057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suy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 không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của nguồn.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d03e01f-e193-4b99-b39c-2203d578b3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57150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6705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-1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BFF:</a:t>
            </a:r>
            <a:r>
              <a:rPr lang="en-US" sz="285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Backends</a:t>
            </a:r>
            <a:r>
              <a:rPr lang="en-US" sz="28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</a:t>
            </a:r>
            <a:r>
              <a:rPr lang="en-US" sz="285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Frontends</a:t>
            </a:r>
            <a:endParaRPr lang="en-US" sz="2850" dirty="0"/>
          </a:p>
        </p:txBody>
      </p:sp>
      <p:sp>
        <p:nvSpPr>
          <p:cNvPr id="7" name="Text richtext-1792369348484-212678448"/>
          <p:cNvSpPr/>
          <p:nvPr/>
        </p:nvSpPr>
        <p:spPr>
          <a:xfrm>
            <a:off x="1295400" y="4476750"/>
            <a:ext cx="4762500" cy="3905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BFF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BFF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77000" y="2857500"/>
            <a:ext cx="5334000" cy="57150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0" y="2857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6705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Siêu</a:t>
            </a:r>
            <a:r>
              <a:rPr lang="en-US" sz="2850" dirty="0" spc="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2850" dirty="0" spc="-3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28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endParaRPr lang="en-US" sz="2850" dirty="0"/>
          </a:p>
        </p:txBody>
      </p:sp>
      <p:sp>
        <p:nvSpPr>
          <p:cNvPr id="11" name="Text richtext-1792369348506-26708085"/>
          <p:cNvSpPr/>
          <p:nvPr/>
        </p:nvSpPr>
        <p:spPr>
          <a:xfrm>
            <a:off x="6858000" y="4476750"/>
            <a:ext cx="4762500" cy="3905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thành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nó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39600" y="2857500"/>
            <a:ext cx="5334000" cy="57150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39600" y="2857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306705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420600" y="40386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suy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 của bài</a:t>
            </a:r>
            <a:endParaRPr lang="en-US" sz="1800" dirty="0"/>
          </a:p>
        </p:txBody>
      </p:sp>
      <p:sp>
        <p:nvSpPr>
          <p:cNvPr id="16" name="Text richtext-1792369348517-540511433"/>
          <p:cNvSpPr/>
          <p:nvPr/>
        </p:nvSpPr>
        <p:spPr>
          <a:xfrm>
            <a:off x="12420600" y="4476750"/>
            <a:ext cx="4762500" cy="3905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nhau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98b3e6f-fcf0-4127-9ab8-3b79d38d43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763250" cy="6000750"/>
          </a:xfrm>
          <a:prstGeom prst="roundRect">
            <a:avLst>
              <a:gd name="adj" fmla="val 317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295400" y="42100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10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1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5048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295400" y="56388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2100" dirty="0" spc="-3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2100" dirty="0" spc="-1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6477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295400" y="70675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2100" dirty="0" spc="-2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2100" dirty="0" spc="-3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72250" y="3619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572250" y="42100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210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72250" y="5048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6572250" y="56388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2100" dirty="0" spc="-1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3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Frontend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906250" y="2762250"/>
            <a:ext cx="5467350" cy="6000750"/>
          </a:xfrm>
          <a:prstGeom prst="roundRect">
            <a:avLst>
              <a:gd name="adj" fmla="val 3484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287250" y="3009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9" name="Text richtext-1792369351054-5171638"/>
          <p:cNvSpPr/>
          <p:nvPr/>
        </p:nvSpPr>
        <p:spPr>
          <a:xfrm>
            <a:off x="12287250" y="3524250"/>
            <a:ext cx="4857750" cy="3143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(snapshot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định):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Newman: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Backends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Frontends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Apollo: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Federation</a:t>
            </a:r>
            <a:endParaRPr lang="en-US" sz="2100" dirty="0"/>
          </a:p>
        </p:txBody>
      </p:sp>
      <p:sp>
        <p:nvSpPr>
          <p:cNvPr id="20" name="Connector line-1792369351064-920460305"/>
          <p:cNvSpPr/>
          <p:nvPr/>
        </p:nvSpPr>
        <p:spPr>
          <a:xfrm>
            <a:off x="12287250" y="6819900"/>
            <a:ext cx="4705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2287250" y="6972300"/>
            <a:ext cx="4857750" cy="16192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1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2026-10-15.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dirty="0" spc="-1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1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r>
              <a:rPr lang="en-US" sz="1800" dirty="0" spc="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 học.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0169f2d-469b-4b18-953c-ea155542ac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2026-10-19T00:32:41Z</dcterms:created>
  <dcterms:modified xsi:type="dcterms:W3CDTF">2026-10-19T00:32:41Z</dcterms:modified>
</cp:coreProperties>
</file>