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8288000" cy="10287000"/>
  <p:notesSz cx="10287000" cy="18288000"/>
  <p:embeddedFontLst>
    <p:embeddedFont>
      <p:font typeface="Be Vietnam Pro"/>
      <p:regular r:id="rId18"/>
      <p:bold r:id="rId16"/>
    </p:embeddedFont>
    <p:embeddedFont>
      <p:font typeface="Bricolage Grotesque ExtraBold"/>
      <p:regular r:id="rId17"/>
    </p:embeddedFont>
    <p:embeddedFont>
      <p:font typeface="Be Vietnam Pro Extra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09700"/>
            <a:ext cx="9810750" cy="3810000"/>
          </a:xfrm>
          <a:prstGeom prst="rect">
            <a:avLst/>
          </a:prstGeom>
          <a:noFill/>
          <a:ln/>
        </p:spPr>
        <p:txBody>
          <a:bodyPr wrap="square" lIns="0" tIns="51435" rIns="0" bIns="-51435" rtlCol="0" anchor="t"/>
          <a:lstStyle/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Lịch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ngắn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của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</a:t>
            </a:r>
            <a:r>
              <a:rPr lang="en-US" sz="81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ngôn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ngữ</a:t>
            </a:r>
            <a:endParaRPr lang="en-US" sz="8100" dirty="0"/>
          </a:p>
          <a:p>
            <a:pPr algn="l" indent="0" marL="0">
              <a:lnSpc>
                <a:spcPts val="8910"/>
              </a:lnSpc>
              <a:buNone/>
            </a:pP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lập</a:t>
            </a:r>
            <a:r>
              <a:rPr lang="en-US" sz="81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trình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953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Bảy</a:t>
            </a:r>
            <a:r>
              <a:rPr lang="en-US" sz="300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mươi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qua,</a:t>
            </a:r>
            <a:r>
              <a:rPr lang="en-US" sz="300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30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300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000" dirty="0" spc="2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30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30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30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4500" dirty="0"/>
          </a:p>
        </p:txBody>
      </p:sp>
      <p:sp>
        <p:nvSpPr>
          <p:cNvPr id="7" name="Text 5"/>
          <p:cNvSpPr/>
          <p:nvPr/>
        </p:nvSpPr>
        <p:spPr>
          <a:xfrm>
            <a:off x="91440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thứ ba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15277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315277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27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315277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391150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5391150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4500" dirty="0"/>
          </a:p>
        </p:txBody>
      </p:sp>
      <p:sp>
        <p:nvSpPr>
          <p:cNvPr id="13" name="Text 11"/>
          <p:cNvSpPr/>
          <p:nvPr/>
        </p:nvSpPr>
        <p:spPr>
          <a:xfrm>
            <a:off x="5391150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629525" y="7353300"/>
            <a:ext cx="2047875" cy="5715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15" name="Text 13"/>
          <p:cNvSpPr/>
          <p:nvPr/>
        </p:nvSpPr>
        <p:spPr>
          <a:xfrm>
            <a:off x="7629525" y="7581900"/>
            <a:ext cx="2047875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500" dirty="0"/>
          </a:p>
        </p:txBody>
      </p:sp>
      <p:sp>
        <p:nvSpPr>
          <p:cNvPr id="16" name="Text 14"/>
          <p:cNvSpPr/>
          <p:nvPr/>
        </p:nvSpPr>
        <p:spPr>
          <a:xfrm>
            <a:off x="7629525" y="8382000"/>
            <a:ext cx="204787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10953750" y="9144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20450" y="12192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9" name="Text 17"/>
          <p:cNvSpPr/>
          <p:nvPr/>
        </p:nvSpPr>
        <p:spPr>
          <a:xfrm>
            <a:off x="11563350" y="12192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1563350" y="16383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1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3150" dirty="0"/>
          </a:p>
        </p:txBody>
      </p:sp>
      <p:sp>
        <p:nvSpPr>
          <p:cNvPr id="21" name="Text 19"/>
          <p:cNvSpPr/>
          <p:nvPr/>
        </p:nvSpPr>
        <p:spPr>
          <a:xfrm>
            <a:off x="11563350" y="23431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lỗ,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250" dirty="0" spc="-2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10953750" y="36576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20450" y="39624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24" name="Text 22"/>
          <p:cNvSpPr/>
          <p:nvPr/>
        </p:nvSpPr>
        <p:spPr>
          <a:xfrm>
            <a:off x="11563350" y="39624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1563350" y="43815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31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31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31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31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3150" dirty="0"/>
          </a:p>
        </p:txBody>
      </p:sp>
      <p:sp>
        <p:nvSpPr>
          <p:cNvPr id="26" name="Text 24"/>
          <p:cNvSpPr/>
          <p:nvPr/>
        </p:nvSpPr>
        <p:spPr>
          <a:xfrm>
            <a:off x="11563350" y="50863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Smalltalk,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C,</a:t>
            </a:r>
            <a:r>
              <a:rPr lang="en-US" sz="22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tượng,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10953750" y="6400800"/>
            <a:ext cx="6419850" cy="2514600"/>
          </a:xfrm>
          <a:prstGeom prst="roundRect">
            <a:avLst>
              <a:gd name="adj" fmla="val 10606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220450" y="6705600"/>
            <a:ext cx="76200" cy="19050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</p:sp>
      <p:sp>
        <p:nvSpPr>
          <p:cNvPr id="29" name="Text 27"/>
          <p:cNvSpPr/>
          <p:nvPr/>
        </p:nvSpPr>
        <p:spPr>
          <a:xfrm>
            <a:off x="11563350" y="67056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GIAI</a:t>
            </a:r>
            <a:r>
              <a:rPr lang="en-US" sz="1800" b="1" spc="21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1563350" y="7124700"/>
            <a:ext cx="542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0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1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1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3150" dirty="0"/>
          </a:p>
        </p:txBody>
      </p:sp>
      <p:sp>
        <p:nvSpPr>
          <p:cNvPr id="31" name="Text 29"/>
          <p:cNvSpPr/>
          <p:nvPr/>
        </p:nvSpPr>
        <p:spPr>
          <a:xfrm>
            <a:off x="11563350" y="7829550"/>
            <a:ext cx="5429250" cy="800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r>
              <a:rPr lang="en-US" sz="2250" dirty="0" spc="-2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của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250" dirty="0"/>
          </a:p>
        </p:txBody>
      </p:sp>
      <p:sp>
        <p:nvSpPr>
          <p:cNvPr id="32" name="Text 30"/>
          <p:cNvSpPr/>
          <p:nvPr/>
        </p:nvSpPr>
        <p:spPr>
          <a:xfrm>
            <a:off x="914400" y="95250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10996061-6f4b-4718-a0ab-7f2bfb2fe20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71475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700" dirty="0" spc="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thẻ đục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 bậc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cao.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giai</a:t>
            </a:r>
            <a:r>
              <a:rPr lang="en-US" sz="270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đoạn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thói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nay.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57300" y="61912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8185433-734152165"/>
          <p:cNvSpPr/>
          <p:nvPr/>
        </p:nvSpPr>
        <p:spPr>
          <a:xfrm>
            <a:off x="1257300" y="6667500"/>
            <a:ext cx="7048500" cy="1809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Nắm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Connector line-1792338185458-844399242"/>
          <p:cNvSpPr/>
          <p:nvPr/>
        </p:nvSpPr>
        <p:spPr>
          <a:xfrm>
            <a:off x="9906000" y="1619250"/>
            <a:ext cx="0" cy="6286500"/>
          </a:xfrm>
          <a:prstGeom prst="line">
            <a:avLst/>
          </a:prstGeom>
          <a:noFill/>
          <a:ln w="3810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753600" y="1466850"/>
            <a:ext cx="304800" cy="3048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10363200" y="1238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1957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10363200" y="1714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ba,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753600" y="25146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3" name="Text 11"/>
          <p:cNvSpPr/>
          <p:nvPr/>
        </p:nvSpPr>
        <p:spPr>
          <a:xfrm>
            <a:off x="10363200" y="2286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9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0363200" y="2762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753600" y="35623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10363200" y="3333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363200" y="3810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753600" y="461010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9" name="Text 17"/>
          <p:cNvSpPr/>
          <p:nvPr/>
        </p:nvSpPr>
        <p:spPr>
          <a:xfrm>
            <a:off x="10363200" y="43815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0363200" y="48577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2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753600" y="5657850"/>
            <a:ext cx="304800" cy="3048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0363200" y="54292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5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1995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10363200" y="59055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Java,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2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3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753600" y="670560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10363200" y="647700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0363200" y="695325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</a:t>
            </a:r>
            <a:r>
              <a:rPr lang="en-US" sz="225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 C#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753600" y="7753350"/>
            <a:ext cx="304800" cy="30480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28" name="Text 26"/>
          <p:cNvSpPr/>
          <p:nvPr/>
        </p:nvSpPr>
        <p:spPr>
          <a:xfrm>
            <a:off x="10363200" y="7524750"/>
            <a:ext cx="6477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30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3000" dirty="0" spc="-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2010</a:t>
            </a:r>
            <a:endParaRPr lang="en-US" sz="3000" dirty="0"/>
          </a:p>
        </p:txBody>
      </p:sp>
      <p:sp>
        <p:nvSpPr>
          <p:cNvPr id="29" name="Text 27"/>
          <p:cNvSpPr/>
          <p:nvPr/>
        </p:nvSpPr>
        <p:spPr>
          <a:xfrm>
            <a:off x="10363200" y="8001000"/>
            <a:ext cx="6477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mới,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2250" dirty="0"/>
          </a:p>
        </p:txBody>
      </p:sp>
      <p:sp>
        <p:nvSpPr>
          <p:cNvPr id="30" name="Shape 28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02/09</a:t>
            </a:r>
            <a:endParaRPr lang="en-US" sz="1650" dirty="0"/>
          </a:p>
        </p:txBody>
      </p:sp>
      <p:sp>
        <p:nvSpPr>
          <p:cNvPr id="40" name="Text 38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Bảy</a:t>
            </a:r>
            <a:r>
              <a:rPr lang="en-US" sz="7200" dirty="0" spc="-8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mươi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năm,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giai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đoạn</a:t>
            </a:r>
            <a:endParaRPr lang="en-US" sz="720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9adc53cc-9b5f-4333-bdb4-2334c5c0b9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195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95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950" b="1" spc="20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75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1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33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33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33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33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bậc</a:t>
            </a:r>
            <a:r>
              <a:rPr lang="en-US" sz="33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1957,</a:t>
            </a:r>
            <a:r>
              <a:rPr lang="en-US" sz="28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8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người,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850" dirty="0" spc="-3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3340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33400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LISP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819650" y="533400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1957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14400" y="6572250"/>
            <a:ext cx="7620000" cy="2190750"/>
          </a:xfrm>
          <a:prstGeom prst="roundRect">
            <a:avLst>
              <a:gd name="adj" fmla="val 12174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1257300" y="68580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57300" y="7315200"/>
            <a:ext cx="695325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 nói</a:t>
            </a:r>
            <a:r>
              <a:rPr lang="en-US" sz="27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năng</a:t>
            </a:r>
            <a:r>
              <a:rPr lang="en-US" sz="27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sớm;</a:t>
            </a:r>
            <a:r>
              <a:rPr lang="en-US" sz="270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70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219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DÒNG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</a:t>
            </a:r>
            <a:endParaRPr lang="en-US" sz="1800" dirty="0"/>
          </a:p>
        </p:txBody>
      </p:sp>
      <p:sp>
        <p:nvSpPr>
          <p:cNvPr id="14" name="Connector line-1792338249784-798110827"/>
          <p:cNvSpPr/>
          <p:nvPr/>
        </p:nvSpPr>
        <p:spPr>
          <a:xfrm>
            <a:off x="110871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5" name="Connector line-1792338249784-22052408"/>
          <p:cNvSpPr/>
          <p:nvPr/>
        </p:nvSpPr>
        <p:spPr>
          <a:xfrm>
            <a:off x="13677900" y="2381250"/>
            <a:ext cx="17526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103441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129349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5525750" y="2057400"/>
            <a:ext cx="647700" cy="6477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9" name="Shape 17"/>
          <p:cNvSpPr/>
          <p:nvPr/>
        </p:nvSpPr>
        <p:spPr>
          <a:xfrm>
            <a:off x="95250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155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1</a:t>
            </a:r>
            <a:endParaRPr lang="en-US" sz="1650" dirty="0"/>
          </a:p>
        </p:txBody>
      </p:sp>
      <p:sp>
        <p:nvSpPr>
          <p:cNvPr id="21" name="Text 19"/>
          <p:cNvSpPr/>
          <p:nvPr/>
        </p:nvSpPr>
        <p:spPr>
          <a:xfrm>
            <a:off x="97155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Thẻ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đục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97155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perforated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cards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121158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23063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23063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Hợp ngữ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23063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assembly,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4706600" y="3048000"/>
            <a:ext cx="2286000" cy="2571750"/>
          </a:xfrm>
          <a:prstGeom prst="roundRect">
            <a:avLst>
              <a:gd name="adj" fmla="val 10000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897100" y="32766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THẾ</a:t>
            </a:r>
            <a:r>
              <a:rPr lang="en-US" sz="1650" b="1" spc="15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b="1" spc="15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4897100" y="3714750"/>
            <a:ext cx="1905000" cy="952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4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4897100" y="4762500"/>
            <a:ext cx="19050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 năm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1957</a:t>
            </a:r>
            <a:endParaRPr lang="en-US" sz="1800" dirty="0"/>
          </a:p>
        </p:txBody>
      </p:sp>
      <p:sp>
        <p:nvSpPr>
          <p:cNvPr id="31" name="Connector line-1792338249808-412930608"/>
          <p:cNvSpPr/>
          <p:nvPr/>
        </p:nvSpPr>
        <p:spPr>
          <a:xfrm>
            <a:off x="9525000" y="605790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32" name="Text 30"/>
          <p:cNvSpPr/>
          <p:nvPr/>
        </p:nvSpPr>
        <p:spPr>
          <a:xfrm>
            <a:off x="9525000" y="63627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TƯỞNG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22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SỚM,</a:t>
            </a:r>
            <a:r>
              <a:rPr lang="en-US" sz="1800" b="1" spc="22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9525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Dọn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rác</a:t>
            </a:r>
            <a:r>
              <a:rPr lang="en-US" sz="21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12287250" y="6858000"/>
            <a:ext cx="15811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Đệ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endParaRPr lang="en-US" sz="2100" dirty="0"/>
          </a:p>
        </p:txBody>
      </p:sp>
      <p:sp>
        <p:nvSpPr>
          <p:cNvPr id="35" name="Text 33"/>
          <p:cNvSpPr/>
          <p:nvPr/>
        </p:nvSpPr>
        <p:spPr>
          <a:xfrm>
            <a:off x="14097000" y="6858000"/>
            <a:ext cx="253365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 lệ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9525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garbage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collection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2287250" y="7715250"/>
            <a:ext cx="1809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recursion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4097000" y="7715250"/>
            <a:ext cx="25336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exceptions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03/09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caa77562-d98d-469e-93e3-667dd902abb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1972</a:t>
            </a:r>
            <a:r>
              <a:rPr lang="en-US" sz="1950" b="1" spc="17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9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Hướng</a:t>
            </a:r>
            <a:r>
              <a:rPr lang="en-US" sz="7500" dirty="0" spc="1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500" dirty="0" spc="-7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tượng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300" b="1" dirty="0" spc="-9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mốc: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3300" b="1" dirty="0" spc="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3300" b="1" dirty="0" spc="-3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330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00050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1972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hưởng.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1980,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8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85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trở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phổ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905500"/>
            <a:ext cx="2000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3105150" y="5905500"/>
            <a:ext cx="9525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248150" y="590550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724650" y="590550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858000"/>
            <a:ext cx="76200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124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57300" y="756285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phổ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nhờ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 diện có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 bấm.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954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1972</a:t>
            </a:r>
            <a:endParaRPr lang="en-US" sz="4200" dirty="0"/>
          </a:p>
        </p:txBody>
      </p:sp>
      <p:sp>
        <p:nvSpPr>
          <p:cNvPr id="15" name="Shape 13"/>
          <p:cNvSpPr/>
          <p:nvPr/>
        </p:nvSpPr>
        <p:spPr>
          <a:xfrm>
            <a:off x="95250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917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Smalltalk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3373100" y="2057400"/>
            <a:ext cx="3619500" cy="2286000"/>
          </a:xfrm>
          <a:prstGeom prst="roundRect">
            <a:avLst>
              <a:gd name="adj" fmla="val 10000"/>
            </a:avLst>
          </a:prstGeom>
          <a:solidFill>
            <a:srgbClr val="F3DFB8"/>
          </a:solidFill>
          <a:ln/>
        </p:spPr>
      </p:sp>
      <p:sp>
        <p:nvSpPr>
          <p:cNvPr id="18" name="Text 16"/>
          <p:cNvSpPr/>
          <p:nvPr/>
        </p:nvSpPr>
        <p:spPr>
          <a:xfrm>
            <a:off x="13639800" y="23241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</a:t>
            </a:r>
            <a:endParaRPr lang="en-US" sz="3150" dirty="0"/>
          </a:p>
        </p:txBody>
      </p:sp>
      <p:sp>
        <p:nvSpPr>
          <p:cNvPr id="19" name="Text 17"/>
          <p:cNvSpPr/>
          <p:nvPr/>
        </p:nvSpPr>
        <p:spPr>
          <a:xfrm>
            <a:off x="13639800" y="2971800"/>
            <a:ext cx="30861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20" name="Connector line-1792338376292-363344353"/>
          <p:cNvSpPr/>
          <p:nvPr/>
        </p:nvSpPr>
        <p:spPr>
          <a:xfrm>
            <a:off x="13258800" y="4572000"/>
            <a:ext cx="0" cy="76200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9525000" y="556260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1980</a:t>
            </a:r>
            <a:endParaRPr lang="en-US" sz="4200" dirty="0"/>
          </a:p>
        </p:txBody>
      </p:sp>
      <p:sp>
        <p:nvSpPr>
          <p:cNvPr id="22" name="Shape 20"/>
          <p:cNvSpPr/>
          <p:nvPr/>
        </p:nvSpPr>
        <p:spPr>
          <a:xfrm>
            <a:off x="95250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3" name="Text 21"/>
          <p:cNvSpPr/>
          <p:nvPr/>
        </p:nvSpPr>
        <p:spPr>
          <a:xfrm>
            <a:off x="97917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3150" dirty="0"/>
          </a:p>
        </p:txBody>
      </p:sp>
      <p:sp>
        <p:nvSpPr>
          <p:cNvPr id="24" name="Text 22"/>
          <p:cNvSpPr/>
          <p:nvPr/>
        </p:nvSpPr>
        <p:spPr>
          <a:xfrm>
            <a:off x="97917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5" name="Shape 23"/>
          <p:cNvSpPr/>
          <p:nvPr/>
        </p:nvSpPr>
        <p:spPr>
          <a:xfrm>
            <a:off x="13373100" y="63246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639800" y="6667500"/>
            <a:ext cx="308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1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C++</a:t>
            </a:r>
            <a:endParaRPr lang="en-US" sz="3150" dirty="0"/>
          </a:p>
        </p:txBody>
      </p:sp>
      <p:sp>
        <p:nvSpPr>
          <p:cNvPr id="27" name="Text 25"/>
          <p:cNvSpPr/>
          <p:nvPr/>
        </p:nvSpPr>
        <p:spPr>
          <a:xfrm>
            <a:off x="13639800" y="7353300"/>
            <a:ext cx="3086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hướng</a:t>
            </a:r>
            <a:r>
              <a:rPr lang="en-US" sz="21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tượng</a:t>
            </a:r>
            <a:endParaRPr lang="en-US" sz="2100" dirty="0"/>
          </a:p>
        </p:txBody>
      </p:sp>
      <p:sp>
        <p:nvSpPr>
          <p:cNvPr id="28" name="Shape 26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04/09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9753600" y="2914650"/>
            <a:ext cx="3276600" cy="1333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21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 1972,</a:t>
            </a:r>
            <a:r>
              <a:rPr lang="en-US" sz="21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484f6644-d095-40a1-aa73-d738597569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r>
              <a:rPr lang="en-US" sz="1950" b="1" spc="17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75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33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330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18097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2914650" y="5810250"/>
            <a:ext cx="161925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4724400" y="5810250"/>
            <a:ext cx="24765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57300" y="74676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ngữ: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Ruby.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25000" y="118110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Thập</a:t>
            </a:r>
            <a:r>
              <a:rPr lang="en-US" sz="42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niên</a:t>
            </a:r>
            <a:r>
              <a:rPr lang="en-US" sz="42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1990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95250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917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9791700" y="257175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JavaScript,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9/1995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13373100" y="1962150"/>
            <a:ext cx="36195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639800" y="215265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9525000" y="3771900"/>
            <a:ext cx="7467600" cy="1428750"/>
          </a:xfrm>
          <a:prstGeom prst="roundRect">
            <a:avLst>
              <a:gd name="adj" fmla="val 16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3962400"/>
            <a:ext cx="68961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endParaRPr lang="en-US" sz="3300" dirty="0"/>
          </a:p>
        </p:txBody>
      </p:sp>
      <p:sp>
        <p:nvSpPr>
          <p:cNvPr id="20" name="Text 18"/>
          <p:cNvSpPr/>
          <p:nvPr/>
        </p:nvSpPr>
        <p:spPr>
          <a:xfrm>
            <a:off x="9791700" y="4572000"/>
            <a:ext cx="6896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1990,</a:t>
            </a:r>
            <a:r>
              <a:rPr lang="en-US" sz="2250" dirty="0" spc="-3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1" name="Connector line-1792338540731-150385984"/>
          <p:cNvSpPr/>
          <p:nvPr/>
        </p:nvSpPr>
        <p:spPr>
          <a:xfrm>
            <a:off x="9525000" y="5467350"/>
            <a:ext cx="7467600" cy="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22" name="Text 20"/>
          <p:cNvSpPr/>
          <p:nvPr/>
        </p:nvSpPr>
        <p:spPr>
          <a:xfrm>
            <a:off x="9525000" y="5619750"/>
            <a:ext cx="5715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Năm</a:t>
            </a:r>
            <a:r>
              <a:rPr lang="en-US" sz="420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1995</a:t>
            </a:r>
            <a:endParaRPr lang="en-US" sz="4200" dirty="0"/>
          </a:p>
        </p:txBody>
      </p:sp>
      <p:sp>
        <p:nvSpPr>
          <p:cNvPr id="23" name="Text 21"/>
          <p:cNvSpPr/>
          <p:nvPr/>
        </p:nvSpPr>
        <p:spPr>
          <a:xfrm>
            <a:off x="95250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13373100" y="64389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95250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PHP</a:t>
            </a:r>
            <a:endParaRPr lang="en-US" sz="3000" dirty="0"/>
          </a:p>
        </p:txBody>
      </p:sp>
      <p:sp>
        <p:nvSpPr>
          <p:cNvPr id="26" name="Text 24"/>
          <p:cNvSpPr/>
          <p:nvPr/>
        </p:nvSpPr>
        <p:spPr>
          <a:xfrm>
            <a:off x="13373100" y="7543800"/>
            <a:ext cx="3619500" cy="952500"/>
          </a:xfrm>
          <a:prstGeom prst="roundRect">
            <a:avLst>
              <a:gd name="adj" fmla="val 24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Ruby</a:t>
            </a:r>
            <a:endParaRPr lang="en-US" sz="30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05/09</a:t>
            </a:r>
            <a:endParaRPr lang="en-US" sz="1650" dirty="0"/>
          </a:p>
        </p:txBody>
      </p:sp>
      <p:sp>
        <p:nvSpPr>
          <p:cNvPr id="37" name="Text 35"/>
          <p:cNvSpPr/>
          <p:nvPr/>
        </p:nvSpPr>
        <p:spPr>
          <a:xfrm>
            <a:off x="13639800" y="2571750"/>
            <a:ext cx="30861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endParaRPr lang="en-US" sz="2850" dirty="0"/>
          </a:p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endParaRPr lang="en-US" sz="2850" dirty="0"/>
          </a:p>
        </p:txBody>
      </p:sp>
      <p:sp>
        <p:nvSpPr>
          <p:cNvPr id="38" name="Text 36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850" dirty="0" spc="-3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 đầu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1990;</a:t>
            </a:r>
            <a:r>
              <a:rPr lang="en-US" sz="28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 Netscape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tháng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1995.</a:t>
            </a:r>
            <a:endParaRPr lang="en-US" sz="28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5cad94dc-7ffa-4087-876a-1a1d7f31ef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1950" b="1" spc="17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năm</a:t>
            </a:r>
            <a:r>
              <a:rPr lang="en-US" sz="75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2000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7810500" cy="104775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3300" b="1" dirty="0" spc="-1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3300" b="1" dirty="0" spc="-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3300" b="1" dirty="0" spc="-1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3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33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39052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C#.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2010;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8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(2009,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8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tra)</a:t>
            </a:r>
            <a:r>
              <a:rPr lang="en-US" sz="28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(2022)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mốc.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914400" y="5810250"/>
            <a:ext cx="123825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2343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4057650" y="5810250"/>
            <a:ext cx="2286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6534150" y="5810250"/>
            <a:ext cx="1524000" cy="6858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250" dirty="0"/>
          </a:p>
        </p:txBody>
      </p:sp>
      <p:sp>
        <p:nvSpPr>
          <p:cNvPr id="10" name="Shape 8"/>
          <p:cNvSpPr/>
          <p:nvPr/>
        </p:nvSpPr>
        <p:spPr>
          <a:xfrm>
            <a:off x="914400" y="6762750"/>
            <a:ext cx="7620000" cy="2000250"/>
          </a:xfrm>
          <a:prstGeom prst="roundRect">
            <a:avLst>
              <a:gd name="adj" fmla="val 13333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57300" y="702945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25000" y="1143000"/>
            <a:ext cx="3810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9525000" y="1905000"/>
            <a:ext cx="7467600" cy="1238250"/>
          </a:xfrm>
          <a:prstGeom prst="roundRect">
            <a:avLst>
              <a:gd name="adj" fmla="val 18462"/>
            </a:avLst>
          </a:prstGeom>
          <a:solidFill>
            <a:srgbClr val="CFE8E2"/>
          </a:solidFill>
          <a:ln/>
        </p:spPr>
      </p:sp>
      <p:sp>
        <p:nvSpPr>
          <p:cNvPr id="15" name="Text 13"/>
          <p:cNvSpPr/>
          <p:nvPr/>
        </p:nvSpPr>
        <p:spPr>
          <a:xfrm>
            <a:off x="9791700" y="2209800"/>
            <a:ext cx="133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C#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11144250" y="2095500"/>
            <a:ext cx="5619750" cy="9144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ctr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nguồn;</a:t>
            </a: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1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1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Roslyn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9525000" y="3333750"/>
            <a:ext cx="4762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9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2010,</a:t>
            </a:r>
            <a:r>
              <a:rPr lang="en-US" sz="42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42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4200" dirty="0"/>
          </a:p>
        </p:txBody>
      </p:sp>
      <p:sp>
        <p:nvSpPr>
          <p:cNvPr id="18" name="Shape 16"/>
          <p:cNvSpPr/>
          <p:nvPr/>
        </p:nvSpPr>
        <p:spPr>
          <a:xfrm>
            <a:off x="95250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19" name="Text 17"/>
          <p:cNvSpPr/>
          <p:nvPr/>
        </p:nvSpPr>
        <p:spPr>
          <a:xfrm>
            <a:off x="97917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1650" b="1" spc="15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 MỤC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3373100" y="4133850"/>
            <a:ext cx="36195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1" name="Text 19"/>
          <p:cNvSpPr/>
          <p:nvPr/>
        </p:nvSpPr>
        <p:spPr>
          <a:xfrm>
            <a:off x="13639800" y="4305300"/>
            <a:ext cx="30861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4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1650" b="1" spc="15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1650" b="1" spc="15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9525000" y="61722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DỰA</a:t>
            </a:r>
            <a:r>
              <a:rPr lang="en-US" sz="1800" b="1" spc="22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 NGỮ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5250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155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Dart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7155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20777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27" name="Text 25"/>
          <p:cNvSpPr/>
          <p:nvPr/>
        </p:nvSpPr>
        <p:spPr>
          <a:xfrm>
            <a:off x="122682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endParaRPr lang="en-US" sz="2550" dirty="0"/>
          </a:p>
        </p:txBody>
      </p:sp>
      <p:sp>
        <p:nvSpPr>
          <p:cNvPr id="28" name="Text 26"/>
          <p:cNvSpPr/>
          <p:nvPr/>
        </p:nvSpPr>
        <p:spPr>
          <a:xfrm>
            <a:off x="122682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tùy chọn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14630400" y="6591300"/>
            <a:ext cx="2362200" cy="1809750"/>
          </a:xfrm>
          <a:prstGeom prst="roundRect">
            <a:avLst>
              <a:gd name="adj" fmla="val 12632"/>
            </a:avLst>
          </a:prstGeom>
          <a:solidFill>
            <a:srgbClr val="CFE8E2"/>
          </a:solidFill>
          <a:ln/>
        </p:spPr>
      </p:sp>
      <p:sp>
        <p:nvSpPr>
          <p:cNvPr id="30" name="Text 28"/>
          <p:cNvSpPr/>
          <p:nvPr/>
        </p:nvSpPr>
        <p:spPr>
          <a:xfrm>
            <a:off x="14820900" y="6762750"/>
            <a:ext cx="2000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Swift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14820900" y="7296150"/>
            <a:ext cx="2000250" cy="952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an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nhớ, dùng</a:t>
            </a:r>
            <a:r>
              <a:rPr lang="en-US" sz="18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06/09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97917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Rust,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Go,</a:t>
            </a:r>
            <a:endParaRPr lang="en-US" sz="2550" dirty="0"/>
          </a:p>
          <a:p>
            <a:pPr algn="l" indent="0" marL="0">
              <a:buNone/>
            </a:pP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Kotlin</a:t>
            </a:r>
            <a:endParaRPr lang="en-US" sz="2550" dirty="0"/>
          </a:p>
        </p:txBody>
      </p:sp>
      <p:sp>
        <p:nvSpPr>
          <p:cNvPr id="43" name="Text 41"/>
          <p:cNvSpPr/>
          <p:nvPr/>
        </p:nvSpPr>
        <p:spPr>
          <a:xfrm>
            <a:off x="97917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cậy,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 quả,</a:t>
            </a:r>
            <a:r>
              <a:rPr lang="en-US" sz="18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3639800" y="4648200"/>
            <a:ext cx="30861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13639800" y="5581650"/>
            <a:ext cx="30861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1257300" y="7467600"/>
            <a:ext cx="6953250" cy="1047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TypeScript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 kiểu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JavaScript.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cảm</a:t>
            </a:r>
            <a:r>
              <a:rPr lang="en-US" sz="25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Objective-C.</a:t>
            </a:r>
            <a:endParaRPr lang="en-US" sz="25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8200901c-776b-4de3-9686-896a42d8d70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mốc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đã</a:t>
            </a:r>
            <a:r>
              <a:rPr lang="en-US" sz="72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đối</a:t>
            </a:r>
            <a:r>
              <a:rPr lang="en-US" sz="7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chiếu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714750"/>
            <a:ext cx="7810500" cy="5715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33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JavaScript,</a:t>
            </a:r>
            <a:r>
              <a:rPr lang="en-US" sz="33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Carbon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914400" y="4476750"/>
            <a:ext cx="7810500" cy="16192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28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850" dirty="0" spc="-4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850" dirty="0" spc="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8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28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850" dirty="0" spc="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8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 ngôn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ngữ,</a:t>
            </a:r>
            <a:r>
              <a:rPr lang="en-US" sz="28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8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Microsoft.</a:t>
            </a:r>
            <a:endParaRPr lang="en-US" sz="2850" dirty="0"/>
          </a:p>
        </p:txBody>
      </p:sp>
      <p:sp>
        <p:nvSpPr>
          <p:cNvPr id="6" name="Shape 4"/>
          <p:cNvSpPr/>
          <p:nvPr/>
        </p:nvSpPr>
        <p:spPr>
          <a:xfrm>
            <a:off x="914400" y="6477000"/>
            <a:ext cx="7620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1257300" y="6743700"/>
            <a:ext cx="476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57300" y="7181850"/>
            <a:ext cx="69532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Mốc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lời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550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tra;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Go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2009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chưa.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</a:t>
            </a:r>
            <a:r>
              <a:rPr lang="en-US" sz="25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trừ</a:t>
            </a:r>
            <a:r>
              <a:rPr lang="en-US" sz="25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Fortran,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LISP,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Zig.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525000" y="1638300"/>
            <a:ext cx="7467600" cy="2247900"/>
          </a:xfrm>
          <a:prstGeom prst="roundRect">
            <a:avLst>
              <a:gd name="adj" fmla="val 10169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7917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5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97917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725400" y="2152650"/>
            <a:ext cx="1104900" cy="5715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4058900" y="1866900"/>
            <a:ext cx="2762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b="1" spc="15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b="1" spc="15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</a:t>
            </a:r>
            <a:endParaRPr lang="en-US" sz="1650" dirty="0"/>
          </a:p>
        </p:txBody>
      </p:sp>
      <p:sp>
        <p:nvSpPr>
          <p:cNvPr id="16" name="Text 14"/>
          <p:cNvSpPr/>
          <p:nvPr/>
        </p:nvSpPr>
        <p:spPr>
          <a:xfrm>
            <a:off x="14058900" y="2266950"/>
            <a:ext cx="27622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 1990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791700" y="3219450"/>
            <a:ext cx="6896100" cy="5715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180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180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nghiên</a:t>
            </a:r>
            <a:r>
              <a:rPr lang="en-US" sz="180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cứu</a:t>
            </a:r>
            <a:r>
              <a:rPr lang="en-US" sz="18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</a:t>
            </a:r>
            <a:r>
              <a:rPr lang="en-US" sz="18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525000" y="41719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THẬN</a:t>
            </a:r>
            <a:r>
              <a:rPr lang="en-US" sz="1800" b="1" spc="21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9525000" y="46291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753600" y="48863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515600" y="47625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Fortran</a:t>
            </a:r>
            <a:r>
              <a:rPr lang="en-US" sz="2550" b="1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LISP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10515600" y="5200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9525000" y="586740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753600" y="61245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25" name="Text 23"/>
          <p:cNvSpPr/>
          <p:nvPr/>
        </p:nvSpPr>
        <p:spPr>
          <a:xfrm>
            <a:off x="10515600" y="600075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Objective-C</a:t>
            </a:r>
            <a:endParaRPr lang="en-US" sz="2550" dirty="0"/>
          </a:p>
        </p:txBody>
      </p:sp>
      <p:sp>
        <p:nvSpPr>
          <p:cNvPr id="26" name="Text 24"/>
          <p:cNvSpPr/>
          <p:nvPr/>
        </p:nvSpPr>
        <p:spPr>
          <a:xfrm>
            <a:off x="10515600" y="6438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9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“Object-C”,</a:t>
            </a: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Objective-C</a:t>
            </a:r>
            <a:endParaRPr lang="en-US" sz="1950" dirty="0"/>
          </a:p>
        </p:txBody>
      </p:sp>
      <p:sp>
        <p:nvSpPr>
          <p:cNvPr id="27" name="Shape 25"/>
          <p:cNvSpPr/>
          <p:nvPr/>
        </p:nvSpPr>
        <p:spPr>
          <a:xfrm>
            <a:off x="9525000" y="7105650"/>
            <a:ext cx="74676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19050">
            <a:solidFill>
              <a:srgbClr val="2C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753600" y="736282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29" name="Text 27"/>
          <p:cNvSpPr/>
          <p:nvPr/>
        </p:nvSpPr>
        <p:spPr>
          <a:xfrm>
            <a:off x="10515600" y="7239000"/>
            <a:ext cx="6286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r>
              <a:rPr lang="en-US" sz="255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2550" dirty="0"/>
          </a:p>
        </p:txBody>
      </p:sp>
      <p:sp>
        <p:nvSpPr>
          <p:cNvPr id="30" name="Text 28"/>
          <p:cNvSpPr/>
          <p:nvPr/>
        </p:nvSpPr>
        <p:spPr>
          <a:xfrm>
            <a:off x="10515600" y="76771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9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9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9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07/09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e956b96b-7f9c-4f3c-bfbb-1d0da08a04a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45720" rIns="0" bIns="-45720" rtlCol="0" anchor="t"/>
          <a:lstStyle/>
          <a:p>
            <a:pPr algn="l" indent="0" marL="0">
              <a:lnSpc>
                <a:spcPts val="7920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câu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200" dirty="0"/>
          </a:p>
          <a:p>
            <a:pPr algn="l" indent="0" marL="0">
              <a:lnSpc>
                <a:spcPts val="7920"/>
              </a:lnSpc>
              <a:buNone/>
            </a:pP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nhanh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71475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181100" y="421005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250" dirty="0"/>
          </a:p>
        </p:txBody>
      </p:sp>
      <p:sp>
        <p:nvSpPr>
          <p:cNvPr id="6" name="Text 4"/>
          <p:cNvSpPr/>
          <p:nvPr/>
        </p:nvSpPr>
        <p:spPr>
          <a:xfrm>
            <a:off x="1943100" y="382905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JavaScript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nào?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5476875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8" name="Text 6"/>
          <p:cNvSpPr/>
          <p:nvPr/>
        </p:nvSpPr>
        <p:spPr>
          <a:xfrm>
            <a:off x="1181100" y="5972175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5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250" dirty="0"/>
          </a:p>
        </p:txBody>
      </p:sp>
      <p:sp>
        <p:nvSpPr>
          <p:cNvPr id="9" name="Text 7"/>
          <p:cNvSpPr/>
          <p:nvPr/>
        </p:nvSpPr>
        <p:spPr>
          <a:xfrm>
            <a:off x="1943100" y="5591175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</a:t>
            </a:r>
            <a:r>
              <a:rPr lang="en-US" sz="2550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nào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3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gì,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Python?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7239000"/>
            <a:ext cx="7620000" cy="1524000"/>
          </a:xfrm>
          <a:prstGeom prst="roundRect">
            <a:avLst>
              <a:gd name="adj" fmla="val 17500"/>
            </a:avLst>
          </a:prstGeom>
          <a:solidFill>
            <a:srgbClr val="E8E0CF"/>
          </a:solidFill>
          <a:ln/>
        </p:spPr>
      </p:sp>
      <p:sp>
        <p:nvSpPr>
          <p:cNvPr id="11" name="Text 9"/>
          <p:cNvSpPr/>
          <p:nvPr/>
        </p:nvSpPr>
        <p:spPr>
          <a:xfrm>
            <a:off x="1181100" y="7734300"/>
            <a:ext cx="533400" cy="533400"/>
          </a:xfrm>
          <a:prstGeom prst="roundRect">
            <a:avLst>
              <a:gd name="adj" fmla="val 50000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943100" y="7353300"/>
            <a:ext cx="6381750" cy="1295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ctr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Carbon tự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 mình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C++?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25000" y="120015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525000" y="16764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16" name="Text 14"/>
          <p:cNvSpPr/>
          <p:nvPr/>
        </p:nvSpPr>
        <p:spPr>
          <a:xfrm>
            <a:off x="9753600" y="19431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591800" y="19050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Netscape</a:t>
            </a:r>
            <a:r>
              <a:rPr lang="en-US" sz="27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Navigator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endParaRPr lang="en-US" sz="2700" dirty="0"/>
          </a:p>
        </p:txBody>
      </p:sp>
      <p:sp>
        <p:nvSpPr>
          <p:cNvPr id="18" name="Text 16"/>
          <p:cNvSpPr/>
          <p:nvPr/>
        </p:nvSpPr>
        <p:spPr>
          <a:xfrm>
            <a:off x="10591800" y="25527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Tháng</a:t>
            </a:r>
            <a:r>
              <a:rPr lang="en-US" sz="22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1995,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endParaRPr lang="en-US" sz="2250" dirty="0"/>
          </a:p>
        </p:txBody>
      </p:sp>
      <p:sp>
        <p:nvSpPr>
          <p:cNvPr id="19" name="Shape 17"/>
          <p:cNvSpPr/>
          <p:nvPr/>
        </p:nvSpPr>
        <p:spPr>
          <a:xfrm>
            <a:off x="9525000" y="398145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F3DFB8"/>
          </a:solidFill>
          <a:ln/>
        </p:spPr>
      </p:sp>
      <p:sp>
        <p:nvSpPr>
          <p:cNvPr id="20" name="Text 18"/>
          <p:cNvSpPr/>
          <p:nvPr/>
        </p:nvSpPr>
        <p:spPr>
          <a:xfrm>
            <a:off x="9753600" y="424815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591800" y="421005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Đầu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 niên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1990</a:t>
            </a:r>
            <a:endParaRPr lang="en-US" sz="2700" dirty="0"/>
          </a:p>
        </p:txBody>
      </p:sp>
      <p:sp>
        <p:nvSpPr>
          <p:cNvPr id="22" name="Text 20"/>
          <p:cNvSpPr/>
          <p:nvPr/>
        </p:nvSpPr>
        <p:spPr>
          <a:xfrm>
            <a:off x="10591800" y="4857750"/>
            <a:ext cx="619125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Guido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van</a:t>
            </a:r>
            <a:r>
              <a:rPr lang="en-US" sz="22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Rossum</a:t>
            </a:r>
            <a:r>
              <a:rPr lang="en-US" sz="22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tạo</a:t>
            </a:r>
            <a:r>
              <a:rPr lang="en-US" sz="22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250" dirty="0"/>
          </a:p>
        </p:txBody>
      </p:sp>
      <p:sp>
        <p:nvSpPr>
          <p:cNvPr id="23" name="Shape 21"/>
          <p:cNvSpPr/>
          <p:nvPr/>
        </p:nvSpPr>
        <p:spPr>
          <a:xfrm>
            <a:off x="9525000" y="6286500"/>
            <a:ext cx="7467600" cy="2095500"/>
          </a:xfrm>
          <a:prstGeom prst="roundRect">
            <a:avLst>
              <a:gd name="adj" fmla="val 10909"/>
            </a:avLst>
          </a:prstGeom>
          <a:solidFill>
            <a:srgbClr val="CFE8E2"/>
          </a:solidFill>
          <a:ln/>
        </p:spPr>
      </p:sp>
      <p:sp>
        <p:nvSpPr>
          <p:cNvPr id="24" name="Text 22"/>
          <p:cNvSpPr/>
          <p:nvPr/>
        </p:nvSpPr>
        <p:spPr>
          <a:xfrm>
            <a:off x="9753600" y="65532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0591800" y="6515100"/>
            <a:ext cx="61912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C++</a:t>
            </a:r>
            <a:endParaRPr lang="en-US" sz="2700" dirty="0"/>
          </a:p>
        </p:txBody>
      </p:sp>
      <p:sp>
        <p:nvSpPr>
          <p:cNvPr id="26" name="Text 24"/>
          <p:cNvSpPr/>
          <p:nvPr/>
        </p:nvSpPr>
        <p:spPr>
          <a:xfrm>
            <a:off x="10591800" y="7162800"/>
            <a:ext cx="6191250" cy="9525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25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nhiệm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2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25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08/09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438f3063-a275-438b-94dc-efbdc6a942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0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2382500" cy="1238250"/>
          </a:xfrm>
          <a:prstGeom prst="rect">
            <a:avLst/>
          </a:prstGeom>
          <a:noFill/>
          <a:ln/>
        </p:spPr>
        <p:txBody>
          <a:bodyPr wrap="square" lIns="0" tIns="47625" rIns="0" bIns="-47625" rtlCol="0" anchor="ctr"/>
          <a:lstStyle/>
          <a:p>
            <a:pPr algn="l" indent="0" marL="0">
              <a:lnSpc>
                <a:spcPts val="8250"/>
              </a:lnSpc>
              <a:buNone/>
            </a:pPr>
            <a:r>
              <a:rPr lang="en-US" sz="75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75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LISP</a:t>
            </a:r>
            <a:endParaRPr lang="en-US" sz="6600" dirty="0"/>
          </a:p>
        </p:txBody>
      </p:sp>
      <p:sp>
        <p:nvSpPr>
          <p:cNvPr id="6" name="Text 4"/>
          <p:cNvSpPr/>
          <p:nvPr/>
        </p:nvSpPr>
        <p:spPr>
          <a:xfrm>
            <a:off x="121920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LISt</a:t>
            </a: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Processing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121920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sách,</a:t>
            </a:r>
            <a:r>
              <a:rPr lang="en-US" sz="255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550" dirty="0" spc="-3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05575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6810375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GUI</a:t>
            </a:r>
            <a:endParaRPr lang="en-US" sz="6600" dirty="0"/>
          </a:p>
        </p:txBody>
      </p:sp>
      <p:sp>
        <p:nvSpPr>
          <p:cNvPr id="10" name="Text 8"/>
          <p:cNvSpPr/>
          <p:nvPr/>
        </p:nvSpPr>
        <p:spPr>
          <a:xfrm>
            <a:off x="6810375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Graphical</a:t>
            </a:r>
            <a:r>
              <a:rPr lang="en-US" sz="19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</a:t>
            </a:r>
            <a:r>
              <a:rPr lang="en-US" sz="19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6810375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 diện</a:t>
            </a:r>
            <a:r>
              <a:rPr lang="en-US" sz="2550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550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họa:</a:t>
            </a:r>
            <a:r>
              <a:rPr lang="en-US" sz="2550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cửa</a:t>
            </a:r>
            <a:r>
              <a:rPr lang="en-US" sz="25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sổ,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bấm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096750" y="2762250"/>
            <a:ext cx="5276850" cy="3143250"/>
          </a:xfrm>
          <a:prstGeom prst="roundRect">
            <a:avLst>
              <a:gd name="adj" fmla="val 8485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401550" y="2971800"/>
            <a:ext cx="466725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PHP</a:t>
            </a:r>
            <a:endParaRPr lang="en-US" sz="6600" dirty="0"/>
          </a:p>
        </p:txBody>
      </p:sp>
      <p:sp>
        <p:nvSpPr>
          <p:cNvPr id="14" name="Text 12"/>
          <p:cNvSpPr/>
          <p:nvPr/>
        </p:nvSpPr>
        <p:spPr>
          <a:xfrm>
            <a:off x="12401550" y="4076700"/>
            <a:ext cx="46672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Personal</a:t>
            </a:r>
            <a:r>
              <a:rPr lang="en-US" sz="19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Home</a:t>
            </a:r>
            <a:r>
              <a:rPr lang="en-US" sz="195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Page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401550" y="4572000"/>
            <a:ext cx="466725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đầu;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PHP: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Hypertext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Preprocessor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6191250"/>
            <a:ext cx="164592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17" name="Text 15"/>
          <p:cNvSpPr/>
          <p:nvPr/>
        </p:nvSpPr>
        <p:spPr>
          <a:xfrm>
            <a:off x="1257300" y="6438900"/>
            <a:ext cx="5715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8" name="Connector line-1792339308462-672422968"/>
          <p:cNvSpPr/>
          <p:nvPr/>
        </p:nvSpPr>
        <p:spPr>
          <a:xfrm>
            <a:off x="9029700" y="6934200"/>
            <a:ext cx="0" cy="1295400"/>
          </a:xfrm>
          <a:prstGeom prst="line">
            <a:avLst/>
          </a:prstGeom>
          <a:noFill/>
          <a:ln w="19050">
            <a:solidFill>
              <a:srgbClr val="3A3F52"/>
            </a:solidFill>
            <a:prstDash val="lgDash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257300" y="6877050"/>
            <a:ext cx="7429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550" dirty="0"/>
          </a:p>
        </p:txBody>
      </p:sp>
      <p:sp>
        <p:nvSpPr>
          <p:cNvPr id="20" name="Text 18"/>
          <p:cNvSpPr/>
          <p:nvPr/>
        </p:nvSpPr>
        <p:spPr>
          <a:xfrm>
            <a:off x="1257300" y="7372350"/>
            <a:ext cx="74295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10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 đục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thập</a:t>
            </a:r>
            <a:r>
              <a:rPr lang="en-US" sz="210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niên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2010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9372600" y="6877050"/>
            <a:ext cx="7620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Python,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endParaRPr lang="en-US" sz="2550" dirty="0"/>
          </a:p>
        </p:txBody>
      </p:sp>
      <p:sp>
        <p:nvSpPr>
          <p:cNvPr id="22" name="Text 20"/>
          <p:cNvSpPr/>
          <p:nvPr/>
        </p:nvSpPr>
        <p:spPr>
          <a:xfrm>
            <a:off x="9372600" y="73723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giấy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100" dirty="0" spc="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Python,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README</a:t>
            </a:r>
            <a:r>
              <a:rPr lang="en-US" sz="210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ngôn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914400" y="84391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 Hình minh</a:t>
            </a:r>
            <a:r>
              <a:rPr lang="en-US" sz="210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100" dirty="0" spc="-3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100" dirty="0"/>
          </a:p>
          <a:p>
            <a:pPr algn="l" indent="0" marL="0">
              <a:buNone/>
            </a:pP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PC: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Personal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Computer,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nhân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MDN: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10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210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Network,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17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09/09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5e91f03f-4db8-429e-a6a6-52c7be054c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2026-10-19T16:12:02Z</dcterms:created>
  <dcterms:modified xsi:type="dcterms:W3CDTF">2026-10-19T16:12:02Z</dcterms:modified>
</cp:coreProperties>
</file>