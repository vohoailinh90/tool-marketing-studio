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webhook: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 thông</a:t>
            </a:r>
            <a:r>
              <a:rPr lang="en-US" sz="69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30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“đã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giao”: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420600" y="3429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Polling: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20600" y="56197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Webhook:</a:t>
            </a:r>
            <a:r>
              <a:rPr lang="en-US" sz="19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 ký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53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25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hỏi?</a:t>
            </a:r>
            <a:endParaRPr lang="en-US" sz="2550" dirty="0"/>
          </a:p>
        </p:txBody>
      </p:sp>
      <p:sp>
        <p:nvSpPr>
          <p:cNvPr id="10" name="Connector line-1792371500743-6790289"/>
          <p:cNvSpPr/>
          <p:nvPr/>
        </p:nvSpPr>
        <p:spPr>
          <a:xfrm flipV="1">
            <a:off x="11753850" y="3790950"/>
            <a:ext cx="666750" cy="1095375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1" name="Connector line-1792371500745-61689590"/>
          <p:cNvSpPr/>
          <p:nvPr/>
        </p:nvSpPr>
        <p:spPr>
          <a:xfrm>
            <a:off x="11753850" y="4886325"/>
            <a:ext cx="666750" cy="1095375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74f4b5dc-1589-4f30-b64f-0850beb9ff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33350" cy="38100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621000" cy="4000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8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78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78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8001000" cy="20002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695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Polling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33500" y="752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6667500"/>
            <a:ext cx="8001000" cy="200025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695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Webhook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91700" y="752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eb69e99-fcfe-42f7-8866-fa93172507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7650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810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Hỏi</a:t>
            </a:r>
            <a:r>
              <a:rPr lang="en-US" sz="3000" dirty="0" spc="-1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dày</a:t>
            </a:r>
            <a:r>
              <a:rPr lang="en-US" sz="300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33500" y="466725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810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Hỏi</a:t>
            </a:r>
            <a:r>
              <a:rPr lang="en-US" sz="3000" dirty="0" spc="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thưa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791700" y="466725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CFE8E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9057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“chưa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đổi”.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bf01b15-1936-4c72-b5db-3539abd873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04875"/>
            <a:ext cx="1666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3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Webhook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2286000" y="2476500"/>
            <a:ext cx="49530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049000" y="2476500"/>
            <a:ext cx="4953000" cy="857250"/>
          </a:xfrm>
          <a:prstGeom prst="roundRect">
            <a:avLst>
              <a:gd name="adj" fmla="val 26667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Đối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endParaRPr lang="en-US" sz="2550" dirty="0"/>
          </a:p>
        </p:txBody>
      </p:sp>
      <p:sp>
        <p:nvSpPr>
          <p:cNvPr id="6" name="Connector line-1792371523309-618662948"/>
          <p:cNvSpPr/>
          <p:nvPr/>
        </p:nvSpPr>
        <p:spPr>
          <a:xfrm>
            <a:off x="4762500" y="3333750"/>
            <a:ext cx="0" cy="4286250"/>
          </a:xfrm>
          <a:prstGeom prst="line">
            <a:avLst/>
          </a:prstGeom>
          <a:noFill/>
          <a:ln w="28575">
            <a:solidFill>
              <a:srgbClr val="3A3E4D"/>
            </a:solidFill>
            <a:prstDash val="lgDash"/>
            <a:headEnd type="none"/>
            <a:tailEnd type="none"/>
          </a:ln>
        </p:spPr>
      </p:sp>
      <p:sp>
        <p:nvSpPr>
          <p:cNvPr id="7" name="Connector line-1792371523309-740619355"/>
          <p:cNvSpPr/>
          <p:nvPr/>
        </p:nvSpPr>
        <p:spPr>
          <a:xfrm>
            <a:off x="13525500" y="3333750"/>
            <a:ext cx="0" cy="4286250"/>
          </a:xfrm>
          <a:prstGeom prst="line">
            <a:avLst/>
          </a:prstGeom>
          <a:noFill/>
          <a:ln w="28575">
            <a:solidFill>
              <a:srgbClr val="3A3E4D"/>
            </a:solidFill>
            <a:prstDash val="lgDash"/>
            <a:headEnd type="none"/>
            <a:tailEnd type="none"/>
          </a:ln>
        </p:spPr>
      </p:sp>
      <p:sp>
        <p:nvSpPr>
          <p:cNvPr id="8" name="Connector line-1792371523309-332558448"/>
          <p:cNvSpPr/>
          <p:nvPr/>
        </p:nvSpPr>
        <p:spPr>
          <a:xfrm>
            <a:off x="4762500" y="4476750"/>
            <a:ext cx="87630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334000" y="390525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2400" dirty="0"/>
          </a:p>
        </p:txBody>
      </p:sp>
      <p:sp>
        <p:nvSpPr>
          <p:cNvPr id="10" name="Connector line-1792371523313-307030353"/>
          <p:cNvSpPr/>
          <p:nvPr/>
        </p:nvSpPr>
        <p:spPr>
          <a:xfrm flipH="1">
            <a:off x="4762500" y="6191250"/>
            <a:ext cx="87630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334000" y="561975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kiện:</a:t>
            </a:r>
            <a:r>
              <a:rPr lang="en-US" sz="2400" dirty="0" spc="4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8096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8096250"/>
            <a:ext cx="152400" cy="1047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8382000"/>
            <a:ext cx="1543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 tục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4abf02d-d6c3-4e75-aef9-45591aae1e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800" b="1" spc="27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 nào chọn</a:t>
            </a:r>
            <a:r>
              <a:rPr lang="en-US" sz="7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1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334000" y="2762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480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905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Polling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34000" y="3762375"/>
            <a:ext cx="1171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0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hỗ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55054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Webhook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34000" y="5362575"/>
            <a:ext cx="1171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 sự kiện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nhận.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6484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71056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34000" y="6962775"/>
            <a:ext cx="1171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Đều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429625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“Được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1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ra”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f2584ec-9ee4-4730-b08d-47dd8d9ce2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33350" cy="3143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906750" cy="342900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6555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 báo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“đã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giao”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 thư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dừng.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webhook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 chắn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1645920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8293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Text richtext-1792393806475-481676838"/>
          <p:cNvSpPr/>
          <p:nvPr/>
        </p:nvSpPr>
        <p:spPr>
          <a:xfrm>
            <a:off x="1333500" y="6334125"/>
            <a:ext cx="1562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Chưa.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thử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871c497-f330-4d1d-9beb-56cc45afed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5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876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0" y="2971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Webhook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400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381250" y="4495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diện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5924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381250" y="6019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hiện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" y="7448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381250" y="7543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Phối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hợp: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14400" y="8715375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6673c4a-761e-409d-a84b-d6c6dcaa39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333500"/>
            <a:ext cx="164592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16668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33500" y="2619375"/>
            <a:ext cx="152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76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richtext-1792393812193-40246697"/>
          <p:cNvSpPr/>
          <p:nvPr/>
        </p:nvSpPr>
        <p:spPr>
          <a:xfrm>
            <a:off x="914400" y="52387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GitHub: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polling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Stripe: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13f8e2b-28d2-4b2d-9ff9-953791ef97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2026-10-19T07:10:34Z</dcterms:created>
  <dcterms:modified xsi:type="dcterms:W3CDTF">2026-10-19T07:10:34Z</dcterms:modified>
</cp:coreProperties>
</file>