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144000" cy="3810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Hàng</a:t>
            </a:r>
            <a:r>
              <a:rPr lang="en-US" sz="81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8748"/>
              </a:lnSpc>
              <a:buNone/>
            </a:pPr>
            <a:r>
              <a:rPr lang="en-US" sz="810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chặn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81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81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61975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r>
              <a:rPr lang="en-US" sz="285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xin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cập: B phải</a:t>
            </a:r>
            <a:r>
              <a:rPr lang="en-US" sz="285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8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r>
              <a:rPr lang="en-US" sz="28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ngay?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7048500"/>
            <a:ext cx="2038350" cy="1619250"/>
          </a:xfrm>
          <a:prstGeom prst="roundRect">
            <a:avLst>
              <a:gd name="adj" fmla="val 11765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104900" y="8172450"/>
            <a:ext cx="1809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8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105150" y="7048500"/>
            <a:ext cx="2038350" cy="1619250"/>
          </a:xfrm>
          <a:prstGeom prst="roundRect">
            <a:avLst>
              <a:gd name="adj" fmla="val 11765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295650" y="8172450"/>
            <a:ext cx="1809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18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295900" y="7048500"/>
            <a:ext cx="2038350" cy="1619250"/>
          </a:xfrm>
          <a:prstGeom prst="roundRect">
            <a:avLst>
              <a:gd name="adj" fmla="val 11765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0" y="8172450"/>
            <a:ext cx="1809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kỹ</a:t>
            </a:r>
            <a:r>
              <a:rPr lang="en-US" sz="18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-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486650" y="7048500"/>
            <a:ext cx="2038350" cy="1619250"/>
          </a:xfrm>
          <a:prstGeom prst="roundRect">
            <a:avLst>
              <a:gd name="adj" fmla="val 11765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7677150" y="8172450"/>
            <a:ext cx="1809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lợi</a:t>
            </a:r>
            <a:r>
              <a:rPr lang="en-US" sz="18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9696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0477500" y="914400"/>
            <a:ext cx="68961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0820400" y="1200150"/>
            <a:ext cx="142875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820400" y="1790700"/>
            <a:ext cx="62103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Dùng</a:t>
            </a:r>
            <a:r>
              <a:rPr lang="en-US" sz="4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10820400" y="2514600"/>
            <a:ext cx="6210300" cy="8763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5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nhả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0477500" y="3771900"/>
            <a:ext cx="68961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9" name="Text 17"/>
          <p:cNvSpPr/>
          <p:nvPr/>
        </p:nvSpPr>
        <p:spPr>
          <a:xfrm>
            <a:off x="10820400" y="4057650"/>
            <a:ext cx="228600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CHẶN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820400" y="4648200"/>
            <a:ext cx="62103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chối</a:t>
            </a:r>
            <a:r>
              <a:rPr lang="en-US" sz="4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endParaRPr lang="en-US" sz="4200" dirty="0"/>
          </a:p>
        </p:txBody>
      </p:sp>
      <p:sp>
        <p:nvSpPr>
          <p:cNvPr id="21" name="Shape 19"/>
          <p:cNvSpPr/>
          <p:nvPr/>
        </p:nvSpPr>
        <p:spPr>
          <a:xfrm>
            <a:off x="10477500" y="6629400"/>
            <a:ext cx="68961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22" name="Text 20"/>
          <p:cNvSpPr/>
          <p:nvPr/>
        </p:nvSpPr>
        <p:spPr>
          <a:xfrm>
            <a:off x="10820400" y="6915150"/>
            <a:ext cx="285750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 TÍNH</a:t>
            </a:r>
            <a:r>
              <a:rPr lang="en-US" sz="1800" b="1" spc="18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820400" y="7505700"/>
            <a:ext cx="62103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Bỏ</a:t>
            </a:r>
            <a:r>
              <a:rPr lang="en-US" sz="42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đói</a:t>
            </a:r>
            <a:r>
              <a:rPr lang="en-US" sz="42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2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wait-free</a:t>
            </a:r>
            <a:endParaRPr lang="en-US" sz="4200" dirty="0"/>
          </a:p>
        </p:txBody>
      </p:sp>
      <p:sp>
        <p:nvSpPr>
          <p:cNvPr id="24" name="Text 22"/>
          <p:cNvSpPr/>
          <p:nvPr/>
        </p:nvSpPr>
        <p:spPr>
          <a:xfrm>
            <a:off x="10820400" y="8229600"/>
            <a:ext cx="6210300" cy="8763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Cài đặt không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3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1104900" y="7124700"/>
            <a:ext cx="17145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300" dirty="0"/>
          </a:p>
        </p:txBody>
      </p:sp>
      <p:sp>
        <p:nvSpPr>
          <p:cNvPr id="26" name="Text 24"/>
          <p:cNvSpPr/>
          <p:nvPr/>
        </p:nvSpPr>
        <p:spPr>
          <a:xfrm>
            <a:off x="3295650" y="7124700"/>
            <a:ext cx="17145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300" dirty="0"/>
          </a:p>
        </p:txBody>
      </p:sp>
      <p:sp>
        <p:nvSpPr>
          <p:cNvPr id="27" name="Text 25"/>
          <p:cNvSpPr/>
          <p:nvPr/>
        </p:nvSpPr>
        <p:spPr>
          <a:xfrm>
            <a:off x="5486400" y="7124700"/>
            <a:ext cx="17145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300" dirty="0"/>
          </a:p>
        </p:txBody>
      </p:sp>
      <p:sp>
        <p:nvSpPr>
          <p:cNvPr id="28" name="Text 26"/>
          <p:cNvSpPr/>
          <p:nvPr/>
        </p:nvSpPr>
        <p:spPr>
          <a:xfrm>
            <a:off x="7677150" y="7124700"/>
            <a:ext cx="17145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300" dirty="0"/>
          </a:p>
        </p:txBody>
      </p:sp>
      <p:sp>
        <p:nvSpPr>
          <p:cNvPr id="29" name="Text 27"/>
          <p:cNvSpPr/>
          <p:nvPr/>
        </p:nvSpPr>
        <p:spPr>
          <a:xfrm>
            <a:off x="10820400" y="5372100"/>
            <a:ext cx="6210300" cy="8763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25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ngay,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5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 tiếp</a:t>
            </a:r>
            <a:endParaRPr lang="en-US" sz="25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046a2afd-5ef1-4f14-bf4d-aaa9bfabb63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3810000"/>
            <a:ext cx="7620000" cy="1809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chính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vựng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r>
              <a:rPr lang="en-US" sz="2850" dirty="0" spc="-8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8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chặn.</a:t>
            </a:r>
            <a:endParaRPr lang="en-US" sz="2850" dirty="0"/>
          </a:p>
        </p:txBody>
      </p:sp>
      <p:sp>
        <p:nvSpPr>
          <p:cNvPr id="4" name="Shape 2"/>
          <p:cNvSpPr/>
          <p:nvPr/>
        </p:nvSpPr>
        <p:spPr>
          <a:xfrm>
            <a:off x="914400" y="5905500"/>
            <a:ext cx="7620000" cy="2762250"/>
          </a:xfrm>
          <a:prstGeom prst="roundRect">
            <a:avLst>
              <a:gd name="adj" fmla="val 9655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62103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6" name="Text richtext-1792339204546-287941272"/>
          <p:cNvSpPr/>
          <p:nvPr/>
        </p:nvSpPr>
        <p:spPr>
          <a:xfrm>
            <a:off x="1295400" y="6705600"/>
            <a:ext cx="6858000" cy="1809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Hiểu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đói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wait-free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lợi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0" y="13335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spc="18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1800" b="1" spc="18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GÂY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NHẦM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0" y="2000250"/>
            <a:ext cx="3543300" cy="1619250"/>
          </a:xfrm>
          <a:prstGeom prst="roundRect">
            <a:avLst>
              <a:gd name="adj" fmla="val 14118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3373100" y="2000250"/>
            <a:ext cx="3543300" cy="1619250"/>
          </a:xfrm>
          <a:prstGeom prst="roundRect">
            <a:avLst>
              <a:gd name="adj" fmla="val 14118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6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9601200" y="3905250"/>
            <a:ext cx="3543300" cy="1619250"/>
          </a:xfrm>
          <a:prstGeom prst="roundRect">
            <a:avLst>
              <a:gd name="adj" fmla="val 14118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36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36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đói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3373100" y="3905250"/>
            <a:ext cx="3543300" cy="1619250"/>
          </a:xfrm>
          <a:prstGeom prst="roundRect">
            <a:avLst>
              <a:gd name="adj" fmla="val 14118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6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36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đói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9601200" y="5810250"/>
            <a:ext cx="7315200" cy="161925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6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9601200" y="7848600"/>
            <a:ext cx="7315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một,</a:t>
            </a:r>
            <a:r>
              <a:rPr lang="en-US" sz="22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đặt.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2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vựng</a:t>
            </a:r>
            <a:endParaRPr lang="en-US" sz="7200" dirty="0"/>
          </a:p>
          <a:p>
            <a:pPr algn="l" indent="0" marL="0">
              <a:lnSpc>
                <a:spcPts val="7560"/>
              </a:lnSpc>
              <a:buNone/>
            </a:pP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hay</a:t>
            </a:r>
            <a:r>
              <a:rPr lang="en-US" sz="72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gây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nhầm</a:t>
            </a:r>
            <a:endParaRPr lang="en-US" sz="72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23e5d821-426d-414e-aa58-b3a738f8213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Khóa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69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giữ,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81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300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30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30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0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248150"/>
            <a:ext cx="76200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r>
              <a:rPr lang="en-US" sz="25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r>
              <a:rPr lang="en-US" sz="25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550" dirty="0" spc="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 giữ</a:t>
            </a:r>
            <a:r>
              <a:rPr lang="en-US" sz="25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5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550" dirty="0" spc="-3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5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lâu.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5505450"/>
            <a:ext cx="238125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1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486150" y="5505450"/>
            <a:ext cx="352425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đói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438900"/>
            <a:ext cx="7620000" cy="2228850"/>
          </a:xfrm>
          <a:prstGeom prst="roundRect">
            <a:avLst>
              <a:gd name="adj" fmla="val 11966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7437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21995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khóa,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nhả.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0" y="13335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1800" b="1" spc="18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0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 ĐỢI</a:t>
            </a:r>
            <a:endParaRPr lang="en-US" sz="1800" dirty="0"/>
          </a:p>
        </p:txBody>
      </p:sp>
      <p:sp>
        <p:nvSpPr>
          <p:cNvPr id="13" name="Connector line-1792362711662-21997165"/>
          <p:cNvSpPr/>
          <p:nvPr/>
        </p:nvSpPr>
        <p:spPr>
          <a:xfrm>
            <a:off x="10477500" y="2705100"/>
            <a:ext cx="0" cy="1200150"/>
          </a:xfrm>
          <a:prstGeom prst="line">
            <a:avLst/>
          </a:prstGeom>
          <a:noFill/>
          <a:ln w="19050">
            <a:solidFill>
              <a:srgbClr val="9AA0B5">
                <a:alpha val="60000"/>
              </a:srgbClr>
            </a:solidFill>
            <a:prstDash val="lgDash"/>
            <a:headEnd type="none"/>
            <a:tailEnd type="none"/>
          </a:ln>
        </p:spPr>
      </p:sp>
      <p:sp>
        <p:nvSpPr>
          <p:cNvPr id="14" name="Connector line-1792362711663-255152144"/>
          <p:cNvSpPr/>
          <p:nvPr/>
        </p:nvSpPr>
        <p:spPr>
          <a:xfrm>
            <a:off x="13258800" y="2705100"/>
            <a:ext cx="0" cy="4914900"/>
          </a:xfrm>
          <a:prstGeom prst="line">
            <a:avLst/>
          </a:prstGeom>
          <a:noFill/>
          <a:ln w="19050">
            <a:solidFill>
              <a:srgbClr val="9AA0B5">
                <a:alpha val="60000"/>
              </a:srgbClr>
            </a:solidFill>
            <a:prstDash val="lgDash"/>
            <a:headEnd type="none"/>
            <a:tailEnd type="none"/>
          </a:ln>
        </p:spPr>
      </p:sp>
      <p:sp>
        <p:nvSpPr>
          <p:cNvPr id="15" name="Connector line-1792362711663-910674176"/>
          <p:cNvSpPr/>
          <p:nvPr/>
        </p:nvSpPr>
        <p:spPr>
          <a:xfrm>
            <a:off x="16040100" y="2705100"/>
            <a:ext cx="0" cy="2667000"/>
          </a:xfrm>
          <a:prstGeom prst="line">
            <a:avLst/>
          </a:prstGeom>
          <a:noFill/>
          <a:ln w="19050">
            <a:solidFill>
              <a:srgbClr val="9AA0B5">
                <a:alpha val="60000"/>
              </a:srgbClr>
            </a:solidFill>
            <a:prstDash val="lgDash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10382250" y="3905250"/>
            <a:ext cx="190500" cy="3714750"/>
          </a:xfrm>
          <a:prstGeom prst="roundRect">
            <a:avLst>
              <a:gd name="adj" fmla="val 30000"/>
            </a:avLst>
          </a:prstGeom>
          <a:solidFill>
            <a:srgbClr val="FFB454"/>
          </a:solidFill>
          <a:ln/>
        </p:spPr>
      </p:sp>
      <p:sp>
        <p:nvSpPr>
          <p:cNvPr id="17" name="Shape 15"/>
          <p:cNvSpPr/>
          <p:nvPr/>
        </p:nvSpPr>
        <p:spPr>
          <a:xfrm>
            <a:off x="15944850" y="5372100"/>
            <a:ext cx="190500" cy="2247900"/>
          </a:xfrm>
          <a:prstGeom prst="roundRect">
            <a:avLst>
              <a:gd name="adj" fmla="val 30000"/>
            </a:avLst>
          </a:prstGeom>
          <a:solidFill>
            <a:srgbClr val="9AA0B5"/>
          </a:solidFill>
          <a:ln/>
        </p:spPr>
      </p:sp>
      <p:sp>
        <p:nvSpPr>
          <p:cNvPr id="18" name="Text 16"/>
          <p:cNvSpPr/>
          <p:nvPr/>
        </p:nvSpPr>
        <p:spPr>
          <a:xfrm>
            <a:off x="9429750" y="1866900"/>
            <a:ext cx="2095500" cy="838200"/>
          </a:xfrm>
          <a:prstGeom prst="roundRect">
            <a:avLst>
              <a:gd name="adj" fmla="val 2272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2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2211050" y="1866900"/>
            <a:ext cx="2095500" cy="838200"/>
          </a:xfrm>
          <a:prstGeom prst="roundRect">
            <a:avLst>
              <a:gd name="adj" fmla="val 2272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2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4992350" y="1866900"/>
            <a:ext cx="2095500" cy="838200"/>
          </a:xfrm>
          <a:prstGeom prst="roundRect">
            <a:avLst>
              <a:gd name="adj" fmla="val 2272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0668000" y="3143250"/>
            <a:ext cx="24955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95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endParaRPr lang="en-US" sz="1950" dirty="0"/>
          </a:p>
        </p:txBody>
      </p:sp>
      <p:sp>
        <p:nvSpPr>
          <p:cNvPr id="22" name="Connector line-1792362711671-196212295"/>
          <p:cNvSpPr/>
          <p:nvPr/>
        </p:nvSpPr>
        <p:spPr>
          <a:xfrm>
            <a:off x="10572750" y="3905250"/>
            <a:ext cx="26860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13354050" y="4610100"/>
            <a:ext cx="24955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9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Xin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endParaRPr lang="en-US" sz="1950" dirty="0"/>
          </a:p>
        </p:txBody>
      </p:sp>
      <p:sp>
        <p:nvSpPr>
          <p:cNvPr id="24" name="Connector line-1792362711674-558131163"/>
          <p:cNvSpPr/>
          <p:nvPr/>
        </p:nvSpPr>
        <p:spPr>
          <a:xfrm flipH="1">
            <a:off x="13258800" y="5372100"/>
            <a:ext cx="268605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13354050" y="6038850"/>
            <a:ext cx="24955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950" b="1" dirty="0" spc="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Đợi</a:t>
            </a:r>
            <a:r>
              <a:rPr lang="en-US" sz="19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 khi</a:t>
            </a:r>
            <a:r>
              <a:rPr lang="en-US" sz="195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dirty="0" spc="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nhả</a:t>
            </a:r>
            <a:endParaRPr lang="en-US" sz="1950" dirty="0"/>
          </a:p>
        </p:txBody>
      </p:sp>
      <p:sp>
        <p:nvSpPr>
          <p:cNvPr id="26" name="Connector line-1792362711677-18195127"/>
          <p:cNvSpPr/>
          <p:nvPr/>
        </p:nvSpPr>
        <p:spPr>
          <a:xfrm>
            <a:off x="13258800" y="6838950"/>
            <a:ext cx="26860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lgDash"/>
            <a:headEnd type="none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9429750" y="7734300"/>
            <a:ext cx="209550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14992350" y="7734300"/>
            <a:ext cx="2095500" cy="609600"/>
          </a:xfrm>
          <a:prstGeom prst="roundRect">
            <a:avLst>
              <a:gd name="adj" fmla="val 50000"/>
            </a:avLst>
          </a:prstGeom>
          <a:solidFill>
            <a:srgbClr val="9AA0B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đang</a:t>
            </a:r>
            <a:r>
              <a:rPr lang="en-US" sz="21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736b616c-ba13-4372-9b2b-96c9e3ed12d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</a:t>
            </a:r>
            <a:r>
              <a:rPr lang="en-US" sz="69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chối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81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300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3000" b="1" dirty="0" spc="-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248150"/>
            <a:ext cx="7620000" cy="9906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 truy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cập,</a:t>
            </a:r>
            <a:r>
              <a:rPr lang="en-US" sz="27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7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05450"/>
            <a:ext cx="238125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r>
              <a:rPr lang="en-US" sz="21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486150" y="5505450"/>
            <a:ext cx="41910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đói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438900"/>
            <a:ext cx="7620000" cy="2228850"/>
          </a:xfrm>
          <a:prstGeom prst="roundRect">
            <a:avLst>
              <a:gd name="adj" fmla="val 11966"/>
            </a:avLst>
          </a:prstGeom>
          <a:solidFill>
            <a:srgbClr val="CFE8E2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7437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21995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phản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ngay,</a:t>
            </a: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gì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0" y="13335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1800" b="1" spc="18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0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 ĐỢI</a:t>
            </a:r>
            <a:endParaRPr lang="en-US" sz="1800" dirty="0"/>
          </a:p>
        </p:txBody>
      </p:sp>
      <p:sp>
        <p:nvSpPr>
          <p:cNvPr id="13" name="Connector line-1792362746588-269968748"/>
          <p:cNvSpPr/>
          <p:nvPr/>
        </p:nvSpPr>
        <p:spPr>
          <a:xfrm>
            <a:off x="10477500" y="2705100"/>
            <a:ext cx="0" cy="4914900"/>
          </a:xfrm>
          <a:prstGeom prst="line">
            <a:avLst/>
          </a:prstGeom>
          <a:noFill/>
          <a:ln w="28575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4" name="Connector line-1792362746588-327332899"/>
          <p:cNvSpPr/>
          <p:nvPr/>
        </p:nvSpPr>
        <p:spPr>
          <a:xfrm>
            <a:off x="13258800" y="2705100"/>
            <a:ext cx="0" cy="4914900"/>
          </a:xfrm>
          <a:prstGeom prst="line">
            <a:avLst/>
          </a:prstGeom>
          <a:noFill/>
          <a:ln w="28575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5" name="Connector line-1792362746588-238963505"/>
          <p:cNvSpPr/>
          <p:nvPr/>
        </p:nvSpPr>
        <p:spPr>
          <a:xfrm>
            <a:off x="16040100" y="2705100"/>
            <a:ext cx="0" cy="4914900"/>
          </a:xfrm>
          <a:prstGeom prst="line">
            <a:avLst/>
          </a:prstGeom>
          <a:noFill/>
          <a:ln w="28575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10382250" y="6572250"/>
            <a:ext cx="190500" cy="571500"/>
          </a:xfrm>
          <a:prstGeom prst="roundRect">
            <a:avLst>
              <a:gd name="adj" fmla="val 30000"/>
            </a:avLst>
          </a:prstGeom>
          <a:solidFill>
            <a:srgbClr val="0F766E"/>
          </a:solidFill>
          <a:ln/>
        </p:spPr>
      </p:sp>
      <p:sp>
        <p:nvSpPr>
          <p:cNvPr id="17" name="Text 15"/>
          <p:cNvSpPr/>
          <p:nvPr/>
        </p:nvSpPr>
        <p:spPr>
          <a:xfrm>
            <a:off x="9429750" y="1866900"/>
            <a:ext cx="2095500" cy="838200"/>
          </a:xfrm>
          <a:prstGeom prst="roundRect">
            <a:avLst>
              <a:gd name="adj" fmla="val 22727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2211050" y="1866900"/>
            <a:ext cx="2095500" cy="838200"/>
          </a:xfrm>
          <a:prstGeom prst="roundRect">
            <a:avLst>
              <a:gd name="adj" fmla="val 22727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2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4992350" y="1866900"/>
            <a:ext cx="2095500" cy="838200"/>
          </a:xfrm>
          <a:prstGeom prst="roundRect">
            <a:avLst>
              <a:gd name="adj" fmla="val 22727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3354050" y="2857500"/>
            <a:ext cx="24955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9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Xin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endParaRPr lang="en-US" sz="1950" dirty="0"/>
          </a:p>
        </p:txBody>
      </p:sp>
      <p:sp>
        <p:nvSpPr>
          <p:cNvPr id="21" name="Connector line-1792362746609-793103627"/>
          <p:cNvSpPr/>
          <p:nvPr/>
        </p:nvSpPr>
        <p:spPr>
          <a:xfrm flipH="1">
            <a:off x="13258800" y="3600450"/>
            <a:ext cx="27813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13354050" y="4286250"/>
            <a:ext cx="24955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950" b="1" dirty="0" spc="-7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r>
              <a:rPr lang="en-US" sz="1950" b="1" dirty="0" spc="-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endParaRPr lang="en-US" sz="1950" dirty="0"/>
          </a:p>
        </p:txBody>
      </p:sp>
      <p:sp>
        <p:nvSpPr>
          <p:cNvPr id="23" name="Connector line-1792362746616-600210904"/>
          <p:cNvSpPr/>
          <p:nvPr/>
        </p:nvSpPr>
        <p:spPr>
          <a:xfrm>
            <a:off x="13258800" y="5029200"/>
            <a:ext cx="27813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lgDash"/>
            <a:headEnd type="none"/>
            <a:tailEnd type="triangle"/>
          </a:ln>
        </p:spPr>
      </p:sp>
      <p:sp>
        <p:nvSpPr>
          <p:cNvPr id="24" name="Connector line-1792362746624-159809696"/>
          <p:cNvSpPr/>
          <p:nvPr/>
        </p:nvSpPr>
        <p:spPr>
          <a:xfrm>
            <a:off x="10572750" y="6858000"/>
            <a:ext cx="26860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9429750" y="7734300"/>
            <a:ext cx="20955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1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4992350" y="7734300"/>
            <a:ext cx="2095500" cy="6096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1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0572750" y="5619750"/>
            <a:ext cx="2590800" cy="11049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9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cập, làm</a:t>
            </a:r>
            <a:r>
              <a:rPr lang="en-US" sz="19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19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nhất</a:t>
            </a:r>
            <a:r>
              <a:rPr lang="en-US" sz="19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9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7f775aaf-371c-4508-a1e8-676529b8ff3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hay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81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248150"/>
            <a:ext cx="7620000" cy="9906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nhả.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5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25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chối.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5505450"/>
            <a:ext cx="209550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 B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200400" y="5505450"/>
            <a:ext cx="2286000" cy="6096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438900"/>
            <a:ext cx="7620000" cy="2228850"/>
          </a:xfrm>
          <a:prstGeom prst="roundRect">
            <a:avLst>
              <a:gd name="adj" fmla="val 11966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7437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21995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 chỉ</a:t>
            </a:r>
            <a:r>
              <a:rPr lang="en-US" sz="25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chối.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0" y="13335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1800" b="1" spc="21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 B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01200" y="1866900"/>
            <a:ext cx="354330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3373100" y="1866900"/>
            <a:ext cx="354330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601200" y="28194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XIN</a:t>
            </a: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1800" b="1" spc="20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601200" y="3219450"/>
            <a:ext cx="3543300" cy="1143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3373100" y="3219450"/>
            <a:ext cx="3543300" cy="1143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 bị từ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r>
              <a:rPr lang="en-US" sz="24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601200" y="470535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PHẢN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01200" y="5105400"/>
            <a:ext cx="3543300" cy="1143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nhả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3373100" y="5105400"/>
            <a:ext cx="3543300" cy="1143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24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601200" y="65913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 BỊ</a:t>
            </a:r>
            <a:r>
              <a:rPr lang="en-US" sz="1800" b="1" spc="21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ĐÓI?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601200" y="6991350"/>
            <a:ext cx="3543300" cy="1143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4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đói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3373100" y="6991350"/>
            <a:ext cx="3543300" cy="1143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4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đói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a37d7214-93ef-4489-a34b-1747e356be4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950" b="1" spc="18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Bỏ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đói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6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wait-free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81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30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3000" b="1" dirty="0" spc="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đói</a:t>
            </a:r>
            <a:r>
              <a:rPr lang="en-US" sz="3000" b="1" dirty="0" spc="-1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(starvation)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248150"/>
            <a:ext cx="7620000" cy="9906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giành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cập,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tiến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05450"/>
            <a:ext cx="238125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starvation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486150" y="5505450"/>
            <a:ext cx="314325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starvation-free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438900"/>
            <a:ext cx="7620000" cy="2228850"/>
          </a:xfrm>
          <a:prstGeom prst="roundRect">
            <a:avLst>
              <a:gd name="adj" fmla="val 11966"/>
            </a:avLst>
          </a:prstGeom>
          <a:solidFill>
            <a:srgbClr val="DDE3FA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7437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21995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Wait-free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chặn cộng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đói.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0" y="13335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WAIT-FREE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PHẦN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01200" y="1866900"/>
            <a:ext cx="7315200" cy="1181100"/>
          </a:xfrm>
          <a:prstGeom prst="roundRect">
            <a:avLst>
              <a:gd name="adj" fmla="val 19355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9601200" y="310515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94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+</a:t>
            </a:r>
            <a:endParaRPr lang="en-US" sz="4494" dirty="0"/>
          </a:p>
        </p:txBody>
      </p:sp>
      <p:sp>
        <p:nvSpPr>
          <p:cNvPr id="15" name="Text 13"/>
          <p:cNvSpPr/>
          <p:nvPr/>
        </p:nvSpPr>
        <p:spPr>
          <a:xfrm>
            <a:off x="9601200" y="3848100"/>
            <a:ext cx="7315200" cy="1181100"/>
          </a:xfrm>
          <a:prstGeom prst="roundRect">
            <a:avLst>
              <a:gd name="adj" fmla="val 19355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33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đói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9601200" y="508635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94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=</a:t>
            </a:r>
            <a:endParaRPr lang="en-US" sz="4494" dirty="0"/>
          </a:p>
        </p:txBody>
      </p:sp>
      <p:sp>
        <p:nvSpPr>
          <p:cNvPr id="17" name="Text 15"/>
          <p:cNvSpPr/>
          <p:nvPr/>
        </p:nvSpPr>
        <p:spPr>
          <a:xfrm>
            <a:off x="9601200" y="5829300"/>
            <a:ext cx="7315200" cy="1333500"/>
          </a:xfrm>
          <a:prstGeom prst="roundRect">
            <a:avLst>
              <a:gd name="adj" fmla="val 17143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-4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Wait-free</a:t>
            </a:r>
            <a:endParaRPr lang="en-US" sz="4500" dirty="0"/>
          </a:p>
        </p:txBody>
      </p:sp>
      <p:sp>
        <p:nvSpPr>
          <p:cNvPr id="18" name="Text 16"/>
          <p:cNvSpPr/>
          <p:nvPr/>
        </p:nvSpPr>
        <p:spPr>
          <a:xfrm>
            <a:off x="9601200" y="7353300"/>
            <a:ext cx="73152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ctr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25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hữu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9c5ca40b-5981-4481-9e6a-b054cef3858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CÀI</a:t>
            </a:r>
            <a:r>
              <a:rPr lang="en-US" sz="1950" b="1" spc="15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950" b="1" spc="17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b="1" spc="20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Dựng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6900" dirty="0" spc="-6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CAS,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81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6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CAS</a:t>
            </a:r>
            <a:r>
              <a:rPr lang="en-US" sz="3000" b="1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(Compare</a:t>
            </a:r>
            <a:r>
              <a:rPr lang="en-US" sz="30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</a:t>
            </a:r>
            <a:r>
              <a:rPr lang="en-US" sz="3000" b="1" dirty="0" spc="-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Swap)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248150"/>
            <a:ext cx="7620000" cy="9906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giá</a:t>
            </a:r>
            <a:r>
              <a:rPr lang="en-US" sz="255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 giá</a:t>
            </a:r>
            <a:r>
              <a:rPr lang="en-US" sz="255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5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đúng.</a:t>
            </a:r>
            <a:r>
              <a:rPr lang="en-US" sz="25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không,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5505450"/>
            <a:ext cx="276225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r>
              <a:rPr lang="en-US" sz="21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867150" y="5505450"/>
            <a:ext cx="2762250" cy="6096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438900"/>
            <a:ext cx="7620000" cy="2228850"/>
          </a:xfrm>
          <a:prstGeom prst="roundRect">
            <a:avLst>
              <a:gd name="adj" fmla="val 11966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7437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21995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ai chờ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 không</a:t>
            </a:r>
            <a:r>
              <a:rPr lang="en-US" sz="25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treo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chết.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0" y="13335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800" b="1" spc="21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19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01200" y="2133600"/>
            <a:ext cx="20955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2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2211050" y="2133600"/>
            <a:ext cx="20955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 đúng?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4820900" y="2133600"/>
            <a:ext cx="20955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2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2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250" dirty="0"/>
          </a:p>
        </p:txBody>
      </p:sp>
      <p:sp>
        <p:nvSpPr>
          <p:cNvPr id="16" name="Connector line-1792362949174-106345684"/>
          <p:cNvSpPr/>
          <p:nvPr/>
        </p:nvSpPr>
        <p:spPr>
          <a:xfrm>
            <a:off x="11715750" y="2657475"/>
            <a:ext cx="47625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62949174-521898701"/>
          <p:cNvSpPr/>
          <p:nvPr/>
        </p:nvSpPr>
        <p:spPr>
          <a:xfrm>
            <a:off x="14325600" y="2657475"/>
            <a:ext cx="47625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4230350" y="2209800"/>
            <a:ext cx="666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endParaRPr lang="en-US" sz="1800" dirty="0"/>
          </a:p>
        </p:txBody>
      </p:sp>
      <p:sp>
        <p:nvSpPr>
          <p:cNvPr id="19" name="Connector line-1792362949176-700409803"/>
          <p:cNvSpPr/>
          <p:nvPr/>
        </p:nvSpPr>
        <p:spPr>
          <a:xfrm>
            <a:off x="13258800" y="3200400"/>
            <a:ext cx="0" cy="57150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3411200" y="3295650"/>
            <a:ext cx="1143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211050" y="3790950"/>
            <a:ext cx="2095500" cy="85725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9601200" y="50292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800" b="1" spc="2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601200" y="5448300"/>
            <a:ext cx="3543300" cy="3009900"/>
          </a:xfrm>
          <a:prstGeom prst="roundRect">
            <a:avLst>
              <a:gd name="adj" fmla="val 7595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67900" y="5715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9867900" y="6515100"/>
            <a:ext cx="304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treo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9867900" y="7029450"/>
            <a:ext cx="3048000" cy="1238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ngay,</a:t>
            </a:r>
            <a:r>
              <a:rPr lang="en-US" sz="210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100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nhiều.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13373100" y="5448300"/>
            <a:ext cx="3543300" cy="3009900"/>
          </a:xfrm>
          <a:prstGeom prst="roundRect">
            <a:avLst>
              <a:gd name="adj" fmla="val 7595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39800" y="5715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29" name="Text 27"/>
          <p:cNvSpPr/>
          <p:nvPr/>
        </p:nvSpPr>
        <p:spPr>
          <a:xfrm>
            <a:off x="13639800" y="6515100"/>
            <a:ext cx="304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3639800" y="7029450"/>
            <a:ext cx="3048000" cy="1238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 không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kẹt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lẫn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100" dirty="0"/>
          </a:p>
        </p:txBody>
      </p:sp>
      <p:sp>
        <p:nvSpPr>
          <p:cNvPr id="31" name="Shape 2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6407909a-95de-4284-a410-69b0e68e55c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GẶP LẠI</a:t>
            </a:r>
            <a:r>
              <a:rPr lang="en-US" sz="1950" b="1" spc="21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1950" b="1" spc="15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Thấy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thư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viện</a:t>
            </a:r>
            <a:r>
              <a:rPr lang="en-US" sz="6900" dirty="0" spc="-9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81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 chiếu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JDK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505450"/>
            <a:ext cx="238125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3486150" y="5505450"/>
            <a:ext cx="38100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compareAndSet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14400" y="6438900"/>
            <a:ext cx="7620000" cy="2228850"/>
          </a:xfrm>
          <a:prstGeom prst="roundRect">
            <a:avLst>
              <a:gd name="adj" fmla="val 11966"/>
            </a:avLst>
          </a:prstGeom>
          <a:solidFill>
            <a:srgbClr val="F8D9D0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67437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0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richtext-1792363540411-819274671"/>
          <p:cNvSpPr/>
          <p:nvPr/>
        </p:nvSpPr>
        <p:spPr>
          <a:xfrm>
            <a:off x="1295400" y="723900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luồng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công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4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đói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0" y="1619250"/>
            <a:ext cx="7315200" cy="3143250"/>
          </a:xfrm>
          <a:prstGeom prst="roundRect">
            <a:avLst>
              <a:gd name="adj" fmla="val 7273"/>
            </a:avLst>
          </a:prstGeom>
          <a:solidFill>
            <a:srgbClr val="F3DFB8"/>
          </a:solidFill>
          <a:ln/>
        </p:spPr>
      </p:sp>
      <p:sp>
        <p:nvSpPr>
          <p:cNvPr id="12" name="Text 10"/>
          <p:cNvSpPr/>
          <p:nvPr/>
        </p:nvSpPr>
        <p:spPr>
          <a:xfrm>
            <a:off x="9867900" y="184785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180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867900" y="2324100"/>
            <a:ext cx="3333750" cy="914400"/>
          </a:xfrm>
          <a:prstGeom prst="roundRect">
            <a:avLst>
              <a:gd name="adj" fmla="val 20833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BlockingQueue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3392150" y="2324100"/>
            <a:ext cx="3295650" cy="9144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Chờ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lấy,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chỗ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867900" y="3543300"/>
            <a:ext cx="3333750" cy="914400"/>
          </a:xfrm>
          <a:prstGeom prst="roundRect">
            <a:avLst>
              <a:gd name="adj" fmla="val 20833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LinkedBlockingQueue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3392150" y="3543300"/>
            <a:ext cx="3295650" cy="9144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19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ReentrantLock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601200" y="4991100"/>
            <a:ext cx="7315200" cy="1905000"/>
          </a:xfrm>
          <a:prstGeom prst="roundRect">
            <a:avLst>
              <a:gd name="adj" fmla="val 12000"/>
            </a:avLst>
          </a:prstGeom>
          <a:solidFill>
            <a:srgbClr val="CFE8E2"/>
          </a:solidFill>
          <a:ln/>
        </p:spPr>
      </p:sp>
      <p:sp>
        <p:nvSpPr>
          <p:cNvPr id="18" name="Text 16"/>
          <p:cNvSpPr/>
          <p:nvPr/>
        </p:nvSpPr>
        <p:spPr>
          <a:xfrm>
            <a:off x="9867900" y="52197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CHẶN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867900" y="5695950"/>
            <a:ext cx="3333750" cy="914400"/>
          </a:xfrm>
          <a:prstGeom prst="roundRect">
            <a:avLst>
              <a:gd name="adj" fmla="val 20833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ConcurrentLinkedQueue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3392150" y="5695950"/>
            <a:ext cx="3295650" cy="9144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Cập</a:t>
            </a:r>
            <a:r>
              <a:rPr lang="en-US" sz="19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19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9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compareAndSet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9601200" y="7239000"/>
            <a:ext cx="7315200" cy="10477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6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914400" y="4248150"/>
            <a:ext cx="7620000" cy="9906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Java.</a:t>
            </a:r>
            <a:endParaRPr lang="en-US" sz="2700" dirty="0"/>
          </a:p>
        </p:txBody>
      </p:sp>
      <p:sp>
        <p:nvSpPr>
          <p:cNvPr id="34" name="Text 32"/>
          <p:cNvSpPr/>
          <p:nvPr/>
        </p:nvSpPr>
        <p:spPr>
          <a:xfrm>
            <a:off x="9601200" y="11430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800" b="1" spc="21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JDK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f65306d3-1b93-460a-9f2b-9d342902cb7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6900" dirty="0" spc="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dừng,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69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619500"/>
            <a:ext cx="7620000" cy="5048250"/>
          </a:xfrm>
          <a:prstGeom prst="roundRect">
            <a:avLst>
              <a:gd name="adj" fmla="val 5283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9243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419600"/>
            <a:ext cx="6858000" cy="2190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5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dừng.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5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xin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 cập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55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ra?</a:t>
            </a:r>
            <a:endParaRPr lang="en-US" sz="2550" dirty="0"/>
          </a:p>
        </p:txBody>
      </p:sp>
      <p:sp>
        <p:nvSpPr>
          <p:cNvPr id="7" name="Connector line-1792367696196-396049160"/>
          <p:cNvSpPr/>
          <p:nvPr/>
        </p:nvSpPr>
        <p:spPr>
          <a:xfrm>
            <a:off x="1295400" y="6705600"/>
            <a:ext cx="6858000" cy="0"/>
          </a:xfrm>
          <a:prstGeom prst="line">
            <a:avLst/>
          </a:prstGeom>
          <a:noFill/>
          <a:ln w="19050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6991350"/>
            <a:ext cx="6858000" cy="1428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b="1" dirty="0" spc="-4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27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b="1" dirty="0" spc="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7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 thì</a:t>
            </a:r>
            <a:r>
              <a:rPr lang="en-US" sz="270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7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70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0" y="13335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601200" y="1866900"/>
            <a:ext cx="7315200" cy="2057400"/>
          </a:xfrm>
          <a:prstGeom prst="roundRect">
            <a:avLst>
              <a:gd name="adj" fmla="val 11111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906000" y="21717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0858500" y="2247900"/>
            <a:ext cx="5810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180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858500" y="2743200"/>
            <a:ext cx="581025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nhả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601200" y="4152900"/>
            <a:ext cx="7315200" cy="2057400"/>
          </a:xfrm>
          <a:prstGeom prst="roundRect">
            <a:avLst>
              <a:gd name="adj" fmla="val 11111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06000" y="44577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0858500" y="4533900"/>
            <a:ext cx="5810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180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800" b="1" spc="21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800" b="1" spc="24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858500" y="5029200"/>
            <a:ext cx="581025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55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đói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601200" y="6438900"/>
            <a:ext cx="7315200" cy="2057400"/>
          </a:xfrm>
          <a:prstGeom prst="roundRect">
            <a:avLst>
              <a:gd name="adj" fmla="val 11111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906000" y="67437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0858500" y="6819900"/>
            <a:ext cx="5810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CHẶN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858500" y="7315200"/>
            <a:ext cx="581025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treo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383f9aba-3239-4b2e-b278-532e902b152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61950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810000"/>
            <a:ext cx="3810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9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CAS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295400" y="4724400"/>
            <a:ext cx="6858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Compare</a:t>
            </a:r>
            <a:r>
              <a:rPr lang="en-US" sz="2100" b="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</a:t>
            </a:r>
            <a:r>
              <a:rPr lang="en-US" sz="2100" b="1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Swap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295400" y="5143500"/>
            <a:ext cx="685800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r>
              <a:rPr lang="en-US" sz="22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đổi: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19125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381750"/>
            <a:ext cx="3810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JDK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1295400" y="7296150"/>
            <a:ext cx="6858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r>
              <a:rPr lang="en-US" sz="2100" b="1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Development</a:t>
            </a:r>
            <a:r>
              <a:rPr lang="en-US" sz="2100" b="1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Kit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0" y="13335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601200" y="1866900"/>
            <a:ext cx="7315200" cy="2209800"/>
          </a:xfrm>
          <a:prstGeom prst="roundRect">
            <a:avLst>
              <a:gd name="adj" fmla="val 10345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9906000" y="21145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906000" y="2533650"/>
            <a:ext cx="6667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601200" y="4305300"/>
            <a:ext cx="7315200" cy="2209800"/>
          </a:xfrm>
          <a:prstGeom prst="roundRect">
            <a:avLst>
              <a:gd name="adj" fmla="val 10345"/>
            </a:avLst>
          </a:prstGeom>
          <a:solidFill>
            <a:srgbClr val="14161C"/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0" y="45529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JDK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906000" y="4972050"/>
            <a:ext cx="6667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OpenJDK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906000" y="5505450"/>
            <a:ext cx="6667500" cy="857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BlockingQueue,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LinkedBlockingQueue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ConcurrentLinkedQueue,</a:t>
            </a:r>
            <a:r>
              <a:rPr lang="en-US" sz="21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kho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601200" y="6896100"/>
            <a:ext cx="76200" cy="1181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21" name="Text 19"/>
          <p:cNvSpPr/>
          <p:nvPr/>
        </p:nvSpPr>
        <p:spPr>
          <a:xfrm>
            <a:off x="9906000" y="6896100"/>
            <a:ext cx="7010400" cy="1181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ctr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2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minh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2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1295400" y="7715250"/>
            <a:ext cx="6858000" cy="476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Java.</a:t>
            </a:r>
            <a:endParaRPr lang="en-US" sz="2250" dirty="0"/>
          </a:p>
        </p:txBody>
      </p:sp>
      <p:sp>
        <p:nvSpPr>
          <p:cNvPr id="34" name="Text 32"/>
          <p:cNvSpPr/>
          <p:nvPr/>
        </p:nvSpPr>
        <p:spPr>
          <a:xfrm>
            <a:off x="9906000" y="3067050"/>
            <a:ext cx="6667500" cy="857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</a:t>
            </a:r>
            <a:r>
              <a:rPr lang="en-US" sz="21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chặn,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1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đói,</a:t>
            </a:r>
            <a:r>
              <a:rPr lang="en-US" sz="21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wait-free,</a:t>
            </a:r>
            <a:endParaRPr lang="en-US" sz="2100" dirty="0"/>
          </a:p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3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CAS,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ích.</a:t>
            </a:r>
            <a:endParaRPr lang="en-US" sz="21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04cb1b2c-0ca3-46d5-819a-8f829877ae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2026-10-19T00:22:46Z</dcterms:created>
  <dcterms:modified xsi:type="dcterms:W3CDTF">2026-10-19T00:22:46Z</dcterms:modified>
</cp:coreProperties>
</file>