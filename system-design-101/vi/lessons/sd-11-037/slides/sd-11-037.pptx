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b="1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Hóa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ngắn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 học</a:t>
            </a:r>
            <a:endParaRPr lang="en-US" sz="2250" dirty="0"/>
          </a:p>
        </p:txBody>
      </p:sp>
      <p:sp>
        <p:nvSpPr>
          <p:cNvPr id="14" name="Connector line-1792421070210-271505268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1070210-996398519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6" name="Connector line-1792421070211-190378253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421070211-631246379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8" name="Connector line-1792421070211-812026664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1583177-9a6f-4a9f-8efa-e167fecbf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197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63246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056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lâu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029950" y="3143250"/>
            <a:ext cx="5715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×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11734800" y="314325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15800" y="314325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2865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4185d60-f26e-4953-97ef-f8fd14182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đòn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bẩy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ÍT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Giảm,</a:t>
            </a:r>
            <a:r>
              <a:rPr lang="en-US" sz="34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4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4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34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rỗi,</a:t>
            </a:r>
            <a:r>
              <a:rPr lang="en-US" sz="34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4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34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134600" y="3238500"/>
            <a:ext cx="7239000" cy="342900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10850" y="3619500"/>
            <a:ext cx="628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 HƠN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610850" y="4191000"/>
            <a:ext cx="6286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1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4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4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4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4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điểm.</a:t>
            </a:r>
            <a:endParaRPr lang="en-US" sz="3450" dirty="0"/>
          </a:p>
        </p:txBody>
      </p:sp>
      <p:sp>
        <p:nvSpPr>
          <p:cNvPr id="10" name="Connector line-1792421073975-94495084"/>
          <p:cNvSpPr/>
          <p:nvPr/>
        </p:nvSpPr>
        <p:spPr>
          <a:xfrm>
            <a:off x="8153400" y="4953000"/>
            <a:ext cx="19812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7429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bb055c9-e407-4874-978a-b81f92d7f3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 RẺ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477500" cy="2857500"/>
          </a:xfrm>
          <a:prstGeom prst="rect">
            <a:avLst/>
          </a:prstGeom>
          <a:noFill/>
          <a:ln/>
        </p:spPr>
        <p:txBody>
          <a:bodyPr wrap="square" lIns="0" tIns="175260" rIns="0" bIns="-175260" rtlCol="0" anchor="t"/>
          <a:lstStyle/>
          <a:p>
            <a:pPr algn="l" indent="0" marL="0">
              <a:lnSpc>
                <a:spcPts val="17250"/>
              </a:lnSpc>
              <a:buNone/>
            </a:pPr>
            <a:r>
              <a:rPr lang="en-US" sz="1725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172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172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1725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047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 đặn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906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563100" y="6096000"/>
            <a:ext cx="7810500" cy="2476500"/>
          </a:xfrm>
          <a:prstGeom prst="roundRect">
            <a:avLst>
              <a:gd name="adj" fmla="val 1230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9350" y="64389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0039350" y="695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thu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31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1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đảm.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ef058dd-4e5a-4f49-8627-5e70319873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Để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6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9525000" y="2857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9525000" y="3333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14400" y="5143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1435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9525000" y="5143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95325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9525000" y="69532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0b1b1a3-f862-409c-83db-00a4cefd0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3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650" b="1" spc="21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165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1680</a:t>
            </a:r>
            <a:endParaRPr lang="en-US" sz="12750" dirty="0"/>
          </a:p>
        </p:txBody>
      </p:sp>
      <p:sp>
        <p:nvSpPr>
          <p:cNvPr id="7" name="Text 5"/>
          <p:cNvSpPr/>
          <p:nvPr/>
        </p:nvSpPr>
        <p:spPr>
          <a:xfrm>
            <a:off x="13906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giờ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2956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848850" y="3810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29540" rIns="0" bIns="-129540" rtlCol="0" anchor="t"/>
          <a:lstStyle/>
          <a:p>
            <a:pPr algn="l" indent="0" marL="0">
              <a:lnSpc>
                <a:spcPts val="12750"/>
              </a:lnSpc>
              <a:buNone/>
            </a:pPr>
            <a:r>
              <a:rPr lang="en-US" sz="1275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12750" dirty="0"/>
          </a:p>
        </p:txBody>
      </p:sp>
      <p:sp>
        <p:nvSpPr>
          <p:cNvPr id="11" name="Text 9"/>
          <p:cNvSpPr/>
          <p:nvPr/>
        </p:nvSpPr>
        <p:spPr>
          <a:xfrm>
            <a:off x="9848850" y="590550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30%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42950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giảm: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80ac2b7-45bd-496a-8935-bb990fd5b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31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 của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1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kết,</a:t>
            </a: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6f1a540-0df8-4539-a146-50c1e80cba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Sắp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cam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kết,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tuần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 tắt</a:t>
            </a:r>
            <a:r>
              <a:rPr lang="en-US" sz="63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3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giờ: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3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300" dirty="0"/>
          </a:p>
        </p:txBody>
      </p:sp>
      <p:sp>
        <p:nvSpPr>
          <p:cNvPr id="4" name="Connector line-1792421131667-407325552"/>
          <p:cNvSpPr/>
          <p:nvPr/>
        </p:nvSpPr>
        <p:spPr>
          <a:xfrm>
            <a:off x="1428750" y="4953000"/>
            <a:ext cx="15430500" cy="0"/>
          </a:xfrm>
          <a:prstGeom prst="line">
            <a:avLst/>
          </a:prstGeom>
          <a:noFill/>
          <a:ln w="762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Shape 4"/>
          <p:cNvSpPr/>
          <p:nvPr/>
        </p:nvSpPr>
        <p:spPr>
          <a:xfrm>
            <a:off x="5276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Shape 5"/>
          <p:cNvSpPr/>
          <p:nvPr/>
        </p:nvSpPr>
        <p:spPr>
          <a:xfrm>
            <a:off x="85153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11753850" y="470535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14992350" y="4705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857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95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4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34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5727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ổn</a:t>
            </a:r>
            <a:r>
              <a:rPr lang="en-US" sz="24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811250" y="542925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Cam</a:t>
            </a:r>
            <a:r>
              <a:rPr lang="en-US" sz="24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f7d4c213-5b02-4ab6-b1c1-c52a213b5a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sáu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bẩy.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627952-53e2-4643-b319-97ecdb7ec4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CDN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nội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9" name="Text richtext-1792421143833-865817063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Spot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76af158f-e20d-4ccf-b014-367c8690d6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2026-10-19T16:16:27Z</dcterms:created>
  <dcterms:modified xsi:type="dcterms:W3CDTF">2026-10-19T16:16:27Z</dcterms:modified>
</cp:coreProperties>
</file>