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715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81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81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Bloom: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tránh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cào</a:t>
            </a:r>
            <a:r>
              <a:rPr lang="en-US" sz="81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048250"/>
            <a:ext cx="9715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không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danh</a:t>
            </a:r>
            <a:r>
              <a:rPr lang="en-US" sz="30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22479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3352800" y="6667500"/>
            <a:ext cx="22479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5791200" y="6667500"/>
            <a:ext cx="22479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6667500"/>
            <a:ext cx="22479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1239500" y="914400"/>
            <a:ext cx="6134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620500" y="127635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0" y="1524000"/>
            <a:ext cx="5372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0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800" b="1" spc="21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20500" y="1962150"/>
            <a:ext cx="53721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Chắc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1239500" y="3505200"/>
            <a:ext cx="6134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20500" y="386715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1620500" y="4114800"/>
            <a:ext cx="5372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80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620500" y="4552950"/>
            <a:ext cx="53721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11239500" y="6096000"/>
            <a:ext cx="61341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20500" y="645795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0500" y="6705600"/>
            <a:ext cx="5372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2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620500" y="7143750"/>
            <a:ext cx="53721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14400" y="94297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6743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700" dirty="0"/>
          </a:p>
        </p:txBody>
      </p:sp>
      <p:sp>
        <p:nvSpPr>
          <p:cNvPr id="23" name="Text 21"/>
          <p:cNvSpPr/>
          <p:nvPr/>
        </p:nvSpPr>
        <p:spPr>
          <a:xfrm>
            <a:off x="990600" y="76962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</a:t>
            </a:r>
            <a:r>
              <a:rPr lang="en-US" sz="180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52800" y="6743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700" dirty="0"/>
          </a:p>
        </p:txBody>
      </p:sp>
      <p:sp>
        <p:nvSpPr>
          <p:cNvPr id="25" name="Text 23"/>
          <p:cNvSpPr/>
          <p:nvPr/>
        </p:nvSpPr>
        <p:spPr>
          <a:xfrm>
            <a:off x="3429000" y="76962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8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A,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B,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91200" y="6743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6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1970</a:t>
            </a:r>
            <a:endParaRPr lang="en-US" sz="5700" dirty="0"/>
          </a:p>
        </p:txBody>
      </p:sp>
      <p:sp>
        <p:nvSpPr>
          <p:cNvPr id="27" name="Text 25"/>
          <p:cNvSpPr/>
          <p:nvPr/>
        </p:nvSpPr>
        <p:spPr>
          <a:xfrm>
            <a:off x="5867400" y="76962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18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</a:t>
            </a:r>
            <a:r>
              <a:rPr lang="en-US" sz="18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0" y="6743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5700" dirty="0"/>
          </a:p>
        </p:txBody>
      </p:sp>
      <p:sp>
        <p:nvSpPr>
          <p:cNvPr id="29" name="Text 27"/>
          <p:cNvSpPr/>
          <p:nvPr/>
        </p:nvSpPr>
        <p:spPr>
          <a:xfrm>
            <a:off x="8305800" y="76962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âm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bb257e8-7b8c-4e90-8fa8-2859196455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8575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Cào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4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6286500"/>
            <a:ext cx="7810500" cy="2476500"/>
          </a:xfrm>
          <a:prstGeom prst="roundRect">
            <a:avLst>
              <a:gd name="adj" fmla="val 10769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653415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6" name="Text richtext-1792338371181-522836501"/>
          <p:cNvSpPr/>
          <p:nvPr/>
        </p:nvSpPr>
        <p:spPr>
          <a:xfrm>
            <a:off x="1295400" y="6991350"/>
            <a:ext cx="70866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kiểm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371600"/>
            <a:ext cx="7315200" cy="990600"/>
          </a:xfrm>
          <a:prstGeom prst="roundRect">
            <a:avLst>
              <a:gd name="adj" fmla="val 2307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(URL)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850" dirty="0"/>
          </a:p>
        </p:txBody>
      </p:sp>
      <p:sp>
        <p:nvSpPr>
          <p:cNvPr id="9" name="Connector line-1792338371207-935334214"/>
          <p:cNvSpPr/>
          <p:nvPr/>
        </p:nvSpPr>
        <p:spPr>
          <a:xfrm>
            <a:off x="13258800" y="2400300"/>
            <a:ext cx="0" cy="6667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601200" y="3143250"/>
            <a:ext cx="7315200" cy="1143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Bloom:</a:t>
            </a:r>
            <a:r>
              <a:rPr lang="en-US" sz="30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r>
              <a:rPr lang="en-US" sz="30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3000" dirty="0"/>
          </a:p>
        </p:txBody>
      </p:sp>
      <p:sp>
        <p:nvSpPr>
          <p:cNvPr id="11" name="Connector line-1792338371210-304727434"/>
          <p:cNvSpPr/>
          <p:nvPr/>
        </p:nvSpPr>
        <p:spPr>
          <a:xfrm flipH="1">
            <a:off x="11430000" y="4324350"/>
            <a:ext cx="476250" cy="8191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38371210-774672966"/>
          <p:cNvSpPr/>
          <p:nvPr/>
        </p:nvSpPr>
        <p:spPr>
          <a:xfrm>
            <a:off x="14611350" y="4324350"/>
            <a:ext cx="476250" cy="8191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0" y="5219700"/>
            <a:ext cx="3505200" cy="2552700"/>
          </a:xfrm>
          <a:prstGeom prst="roundRect">
            <a:avLst>
              <a:gd name="adj" fmla="val 895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10800" y="6819900"/>
            <a:ext cx="2286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Cào</a:t>
            </a: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3411200" y="5219700"/>
            <a:ext cx="3505200" cy="2552700"/>
          </a:xfrm>
          <a:prstGeom prst="roundRect">
            <a:avLst>
              <a:gd name="adj" fmla="val 8955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14020800" y="6819900"/>
            <a:ext cx="2286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01200" y="805815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danh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14400" y="443865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(URL)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chưa.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9829800" y="5562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Chắc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endParaRPr lang="en-US" sz="2700" dirty="0"/>
          </a:p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3639800" y="5562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700" dirty="0"/>
          </a:p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7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c02fdeb6-751b-4518-89e4-375e22ead8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1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1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75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30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3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33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3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810500" cy="1571625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850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00750"/>
            <a:ext cx="53340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b="1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tiên: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9532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2199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6581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suất,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12573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1981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C4C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972800" y="160020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0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(Set)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0972800" y="2247900"/>
            <a:ext cx="561975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Nhanh,</a:t>
            </a:r>
            <a:r>
              <a:rPr lang="en-US" sz="240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tiết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 bộ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601200" y="37338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06000" y="44577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C4C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972800" y="407670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0972800" y="4724400"/>
            <a:ext cx="561975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40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3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601200" y="62103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6934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972800" y="655320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 Bloom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0972800" y="7200900"/>
            <a:ext cx="561975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tiên: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8f6d54f-517d-4473-8b7a-fc17a1d4d4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spc="2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950" b="1" spc="2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Bloom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33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3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3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3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810500" cy="1571625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Burton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Howard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1970,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tử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5790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Dương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giả: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914900" y="605790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Âm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giả: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953250"/>
            <a:ext cx="78105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21995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6581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371600"/>
            <a:ext cx="7315200" cy="1028700"/>
          </a:xfrm>
          <a:prstGeom prst="roundRect">
            <a:avLst>
              <a:gd name="adj" fmla="val 2222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4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34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3450" dirty="0"/>
          </a:p>
        </p:txBody>
      </p:sp>
      <p:sp>
        <p:nvSpPr>
          <p:cNvPr id="13" name="Connector line-1792338606667-297842672"/>
          <p:cNvSpPr/>
          <p:nvPr/>
        </p:nvSpPr>
        <p:spPr>
          <a:xfrm flipH="1">
            <a:off x="11430000" y="2438400"/>
            <a:ext cx="476250" cy="1028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38606668-690622372"/>
          <p:cNvSpPr/>
          <p:nvPr/>
        </p:nvSpPr>
        <p:spPr>
          <a:xfrm>
            <a:off x="14611350" y="2438400"/>
            <a:ext cx="476250" cy="1028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0" y="3543300"/>
            <a:ext cx="3505200" cy="4191000"/>
          </a:xfrm>
          <a:prstGeom prst="roundRect">
            <a:avLst>
              <a:gd name="adj" fmla="val 6522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3848100"/>
            <a:ext cx="3505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false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9791700" y="5086350"/>
            <a:ext cx="3124200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Chắc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endParaRPr lang="en-US" sz="2700" dirty="0"/>
          </a:p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700" dirty="0"/>
          </a:p>
        </p:txBody>
      </p:sp>
      <p:sp>
        <p:nvSpPr>
          <p:cNvPr id="18" name="Connector line-1792338606672-946302455"/>
          <p:cNvSpPr/>
          <p:nvPr/>
        </p:nvSpPr>
        <p:spPr>
          <a:xfrm>
            <a:off x="9982200" y="6324600"/>
            <a:ext cx="2743200" cy="0"/>
          </a:xfrm>
          <a:prstGeom prst="line">
            <a:avLst/>
          </a:prstGeom>
          <a:noFill/>
          <a:ln w="19050">
            <a:solidFill>
              <a:srgbClr val="B8AE96"/>
            </a:solidFill>
            <a:prstDash val="lgDash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791700" y="6572250"/>
            <a:ext cx="3124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Âm tính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giả:</a:t>
            </a:r>
            <a:endParaRPr lang="en-US" sz="2250" dirty="0"/>
          </a:p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3411200" y="3543300"/>
            <a:ext cx="3505200" cy="4191000"/>
          </a:xfrm>
          <a:prstGeom prst="roundRect">
            <a:avLst>
              <a:gd name="adj" fmla="val 6522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13411200" y="3848100"/>
            <a:ext cx="3505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true</a:t>
            </a:r>
            <a:endParaRPr lang="en-US" sz="6300" dirty="0"/>
          </a:p>
        </p:txBody>
      </p:sp>
      <p:sp>
        <p:nvSpPr>
          <p:cNvPr id="22" name="Text 20"/>
          <p:cNvSpPr/>
          <p:nvPr/>
        </p:nvSpPr>
        <p:spPr>
          <a:xfrm>
            <a:off x="13601700" y="5086350"/>
            <a:ext cx="3124200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700" dirty="0"/>
          </a:p>
          <a:p>
            <a:pPr algn="ctr" indent="0" marL="0">
              <a:lnSpc>
                <a:spcPts val="3375"/>
              </a:lnSpc>
              <a:buNone/>
            </a:pPr>
            <a:r>
              <a:rPr lang="en-US" sz="2700" b="1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7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700" dirty="0"/>
          </a:p>
        </p:txBody>
      </p:sp>
      <p:sp>
        <p:nvSpPr>
          <p:cNvPr id="23" name="Connector line-1792338606679-888207953"/>
          <p:cNvSpPr/>
          <p:nvPr/>
        </p:nvSpPr>
        <p:spPr>
          <a:xfrm>
            <a:off x="13792200" y="6324600"/>
            <a:ext cx="2743200" cy="0"/>
          </a:xfrm>
          <a:prstGeom prst="line">
            <a:avLst/>
          </a:prstGeom>
          <a:noFill/>
          <a:ln w="19050">
            <a:solidFill>
              <a:srgbClr val="9FAEE8"/>
            </a:solidFill>
            <a:prstDash val="lgDash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3601700" y="6572250"/>
            <a:ext cx="3124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Dương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giả:</a:t>
            </a:r>
            <a:endParaRPr lang="en-US" sz="2250" dirty="0"/>
          </a:p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xảy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601200" y="80391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false và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true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câu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4ad28c2f-1225-496f-9c65-6b8d5f4117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950" b="1" spc="2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75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33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300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33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810500" cy="1571625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850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qua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B, C,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57900"/>
            <a:ext cx="53340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9532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2199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6581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khác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 có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giả.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1295400"/>
            <a:ext cx="2857500" cy="800100"/>
          </a:xfrm>
          <a:prstGeom prst="roundRect">
            <a:avLst>
              <a:gd name="adj" fmla="val 2381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773150" y="1295400"/>
            <a:ext cx="2857500" cy="800100"/>
          </a:xfrm>
          <a:prstGeom prst="roundRect">
            <a:avLst>
              <a:gd name="adj" fmla="val 2381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3" name="Connector line-1792338668422-582159251"/>
          <p:cNvSpPr/>
          <p:nvPr/>
        </p:nvSpPr>
        <p:spPr>
          <a:xfrm flipH="1">
            <a:off x="10515600" y="2133600"/>
            <a:ext cx="819150" cy="2609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338668422-376510762"/>
          <p:cNvSpPr/>
          <p:nvPr/>
        </p:nvSpPr>
        <p:spPr>
          <a:xfrm>
            <a:off x="11334750" y="2133600"/>
            <a:ext cx="400050" cy="2609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338668422-593742297"/>
          <p:cNvSpPr/>
          <p:nvPr/>
        </p:nvSpPr>
        <p:spPr>
          <a:xfrm>
            <a:off x="11334750" y="2133600"/>
            <a:ext cx="1619250" cy="2609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338668422-2167816"/>
          <p:cNvSpPr/>
          <p:nvPr/>
        </p:nvSpPr>
        <p:spPr>
          <a:xfrm flipH="1">
            <a:off x="12954000" y="2133600"/>
            <a:ext cx="2247900" cy="2609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338668423-139136398"/>
          <p:cNvSpPr/>
          <p:nvPr/>
        </p:nvSpPr>
        <p:spPr>
          <a:xfrm flipH="1">
            <a:off x="14782800" y="2133600"/>
            <a:ext cx="419100" cy="2609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338668423-996078356"/>
          <p:cNvSpPr/>
          <p:nvPr/>
        </p:nvSpPr>
        <p:spPr>
          <a:xfrm>
            <a:off x="15201900" y="2133600"/>
            <a:ext cx="800100" cy="2609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10534650" y="3819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10950" y="3819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87250" y="3819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373100" y="3819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87550" y="3819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63850" y="3819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202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02298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8394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14490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20586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26682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 w="571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32778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38874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44970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151066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157162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6325850" y="4857750"/>
            <a:ext cx="571500" cy="7239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96202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2298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8394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4490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0586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26682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32778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38874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44970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51066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57162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6325850" y="56769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049000" y="61531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Bit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10096500" y="65722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9601200" y="72390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Dãy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(bit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vector)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601200" y="7772400"/>
            <a:ext cx="7315200" cy="723900"/>
          </a:xfrm>
          <a:prstGeom prst="roundRect">
            <a:avLst>
              <a:gd name="adj" fmla="val 26316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A,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B,</a:t>
            </a:r>
            <a:r>
              <a:rPr lang="en-US" sz="22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 băm khác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</p:txBody>
      </p:sp>
      <p:sp>
        <p:nvSpPr>
          <p:cNvPr id="53" name="Shape 5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17b801af-6265-4135-ab9c-20757192e3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Áp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5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33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3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3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810500" cy="1571625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5790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914900" y="605790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953250"/>
            <a:ext cx="781050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21995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6581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có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3335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18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100" b="1" spc="21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LÀ</a:t>
            </a:r>
            <a:r>
              <a:rPr lang="en-US" sz="21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01200" y="2381250"/>
            <a:ext cx="180975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endParaRPr lang="en-US" sz="2400" dirty="0"/>
          </a:p>
        </p:txBody>
      </p:sp>
      <p:sp>
        <p:nvSpPr>
          <p:cNvPr id="14" name="Connector line-1792338715953-539623635"/>
          <p:cNvSpPr/>
          <p:nvPr/>
        </p:nvSpPr>
        <p:spPr>
          <a:xfrm>
            <a:off x="11449050" y="2781300"/>
            <a:ext cx="381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906250" y="19621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820650" y="19621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35050" y="19621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906250" y="23241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2820650" y="23241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3735050" y="23241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21" name="Connector line-1792338715964-464859072"/>
          <p:cNvSpPr/>
          <p:nvPr/>
        </p:nvSpPr>
        <p:spPr>
          <a:xfrm>
            <a:off x="14611350" y="2781300"/>
            <a:ext cx="4000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087600" y="2066925"/>
            <a:ext cx="1828800" cy="142875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/>
        </p:spPr>
      </p:sp>
      <p:sp>
        <p:nvSpPr>
          <p:cNvPr id="23" name="Text 21"/>
          <p:cNvSpPr/>
          <p:nvPr/>
        </p:nvSpPr>
        <p:spPr>
          <a:xfrm>
            <a:off x="15163800" y="2362200"/>
            <a:ext cx="1676400" cy="857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250" dirty="0"/>
          </a:p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24" name="Connector line-1792338715966-928694895"/>
          <p:cNvSpPr/>
          <p:nvPr/>
        </p:nvSpPr>
        <p:spPr>
          <a:xfrm>
            <a:off x="9601200" y="4381500"/>
            <a:ext cx="7315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01200" y="51435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spc="2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1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01200" y="6191250"/>
            <a:ext cx="180975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endParaRPr lang="en-US" sz="2400" dirty="0"/>
          </a:p>
        </p:txBody>
      </p:sp>
      <p:sp>
        <p:nvSpPr>
          <p:cNvPr id="27" name="Connector line-1792338715970-95199147"/>
          <p:cNvSpPr/>
          <p:nvPr/>
        </p:nvSpPr>
        <p:spPr>
          <a:xfrm>
            <a:off x="11449050" y="6591300"/>
            <a:ext cx="381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1906250" y="57721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820650" y="57721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3735050" y="57721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906250" y="61341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12820650" y="61341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571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13735050" y="61341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34" name="Connector line-1792338715978-498624409"/>
          <p:cNvSpPr/>
          <p:nvPr/>
        </p:nvSpPr>
        <p:spPr>
          <a:xfrm>
            <a:off x="14611350" y="6591300"/>
            <a:ext cx="4000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5087600" y="5876925"/>
            <a:ext cx="18288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36" name="Text 34"/>
          <p:cNvSpPr/>
          <p:nvPr/>
        </p:nvSpPr>
        <p:spPr>
          <a:xfrm>
            <a:off x="15163800" y="6172200"/>
            <a:ext cx="1676400" cy="857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Chắc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endParaRPr lang="en-US" sz="2250" dirty="0"/>
          </a:p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9601200" y="79629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phải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lời: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29b96ecb-23ed-4884-bc62-f56d8f01db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1950" b="1" spc="21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b="1" spc="1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Hàm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5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3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33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300" b="1" dirty="0" spc="-3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810500" cy="1571625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nêu: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RedisBloom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Spark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murmur,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InfluxDB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xxhash.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057900"/>
            <a:ext cx="49530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Spark: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h1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 h2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95325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2199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6581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là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1257300"/>
            <a:ext cx="7315200" cy="3219450"/>
          </a:xfrm>
          <a:prstGeom prst="roundRect">
            <a:avLst>
              <a:gd name="adj" fmla="val 7101"/>
            </a:avLst>
          </a:prstGeom>
          <a:solidFill>
            <a:srgbClr val="14161C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44100" y="15240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r>
              <a:rPr lang="en-US" sz="1800" b="1" spc="2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44100" y="19812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vị</a:t>
            </a:r>
            <a:r>
              <a:rPr lang="en-US" sz="46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46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</a:t>
            </a:r>
            <a:r>
              <a:rPr lang="en-US" sz="46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4650" dirty="0" spc="-3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h1</a:t>
            </a:r>
            <a:r>
              <a:rPr lang="en-US" sz="46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46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</a:t>
            </a:r>
            <a:r>
              <a:rPr lang="en-US" sz="46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×</a:t>
            </a:r>
            <a:r>
              <a:rPr lang="en-US" sz="46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h2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9944100" y="2933700"/>
            <a:ext cx="66675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h1,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h2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44100" y="38481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mightContain: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601200" y="4724400"/>
            <a:ext cx="7315200" cy="3695700"/>
          </a:xfrm>
          <a:prstGeom prst="roundRect">
            <a:avLst>
              <a:gd name="adj" fmla="val 6186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4100" y="49911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44100" y="541020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9944100" y="59626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bit,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2100" dirty="0"/>
          </a:p>
        </p:txBody>
      </p:sp>
      <p:sp>
        <p:nvSpPr>
          <p:cNvPr id="20" name="Text richtext-1792338828637-635876377"/>
          <p:cNvSpPr/>
          <p:nvPr/>
        </p:nvSpPr>
        <p:spPr>
          <a:xfrm>
            <a:off x="9944100" y="6610350"/>
            <a:ext cx="66675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đầy: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vọt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40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5109fbe-356c-4364-80b1-638619de6a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4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-3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1571625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mới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bit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1,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39115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524500"/>
            <a:ext cx="80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247900" y="5524500"/>
            <a:ext cx="80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162300" y="5524500"/>
            <a:ext cx="80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59055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247900" y="59055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162300" y="5905500"/>
            <a:ext cx="800100" cy="9144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571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3300" dirty="0"/>
          </a:p>
        </p:txBody>
      </p:sp>
      <p:sp>
        <p:nvSpPr>
          <p:cNvPr id="12" name="Connector line-1792339140552-907178387"/>
          <p:cNvSpPr/>
          <p:nvPr/>
        </p:nvSpPr>
        <p:spPr>
          <a:xfrm>
            <a:off x="4152900" y="6362700"/>
            <a:ext cx="685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953000" y="5905500"/>
            <a:ext cx="3429000" cy="914400"/>
          </a:xfrm>
          <a:prstGeom prst="roundRect">
            <a:avLst>
              <a:gd name="adj" fmla="val 20833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lời?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14400" y="758190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12573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0" y="1447800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858500" y="14478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858500" y="20955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Chắc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lọc.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 có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cào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01200" y="36957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3886200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858500" y="38862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0858500" y="45339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chắc chắn.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601200" y="61341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CFE8E2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0" y="6324600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858500" y="63246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chắc?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0858500" y="69723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khác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đặt: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dĩ,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bằng</a:t>
            </a:r>
            <a:r>
              <a:rPr lang="en-US" sz="24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05d1b92-11dc-4336-95d6-7ee24c49c8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73533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35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Uniform</a:t>
            </a:r>
            <a:r>
              <a:rPr lang="en-US" sz="210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</a:t>
            </a:r>
            <a:r>
              <a:rPr lang="en-US" sz="2100" dirty="0" spc="-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4686300"/>
            <a:ext cx="73533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258300" y="28194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639300" y="3048000"/>
            <a:ext cx="73533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C4C8D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639300" y="4191000"/>
            <a:ext cx="735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39300" y="4686300"/>
            <a:ext cx="73533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InfluxDB.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153150"/>
            <a:ext cx="15697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richtext-1792339172275-303778855"/>
          <p:cNvSpPr/>
          <p:nvPr/>
        </p:nvSpPr>
        <p:spPr>
          <a:xfrm>
            <a:off x="1295400" y="66294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Spark: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BloomFilter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BloomFilterImpl,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82677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1dd38f4b-7db5-4b68-96c8-ee850d28f4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2026-10-18T22:45:43Z</dcterms:created>
  <dcterms:modified xsi:type="dcterms:W3CDTF">2026-10-18T22:45:43Z</dcterms:modified>
</cp:coreProperties>
</file>