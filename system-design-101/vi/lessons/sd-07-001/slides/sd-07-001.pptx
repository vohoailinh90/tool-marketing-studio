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Mua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81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trực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tuyến: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mảng việc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nhỏ: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"tách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đơn"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000" dirty="0"/>
          </a:p>
        </p:txBody>
      </p:sp>
      <p:sp>
        <p:nvSpPr>
          <p:cNvPr id="5" name="Connector line-1792378606303-202314378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0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1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2192000" y="314325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2000250"/>
                </a:moveTo>
                <a:cubicBezTo>
                  <a:pt x="590550" y="2000250"/>
                  <a:pt x="590550" y="0"/>
                  <a:pt x="1181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92000" y="4476750"/>
            <a:ext cx="1181100" cy="666750"/>
          </a:xfrm>
          <a:custGeom>
            <a:avLst/>
            <a:gdLst/>
            <a:ahLst/>
            <a:cxnLst/>
            <a:rect l="l" t="t" r="r" b="b"/>
            <a:pathLst>
              <a:path w="1181100" h="666750">
                <a:moveTo>
                  <a:pt x="0" y="666750"/>
                </a:moveTo>
                <a:cubicBezTo>
                  <a:pt x="590550" y="666750"/>
                  <a:pt x="590550" y="0"/>
                  <a:pt x="118110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192000" y="5143500"/>
            <a:ext cx="1181100" cy="666750"/>
          </a:xfrm>
          <a:custGeom>
            <a:avLst/>
            <a:gdLst/>
            <a:ahLst/>
            <a:cxnLst/>
            <a:rect l="l" t="t" r="r" b="b"/>
            <a:pathLst>
              <a:path w="1181100" h="666750">
                <a:moveTo>
                  <a:pt x="0" y="0"/>
                </a:moveTo>
                <a:cubicBezTo>
                  <a:pt x="590550" y="0"/>
                  <a:pt x="590550" y="666750"/>
                  <a:pt x="1181100" y="66675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92000" y="514350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0"/>
                </a:moveTo>
                <a:cubicBezTo>
                  <a:pt x="590550" y="0"/>
                  <a:pt x="590550" y="2000250"/>
                  <a:pt x="1181100" y="2000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68000" y="4381500"/>
            <a:ext cx="1524000" cy="1524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10668000" y="4953000"/>
            <a:ext cx="152400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Đơn</a:t>
            </a:r>
            <a:r>
              <a:rPr lang="en-US" sz="25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3373100" y="27813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Mua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373100" y="41148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373100" y="54483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3373100" y="67818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210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64cadc69-5d7f-44e3-ba59-2d7a13fcc7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16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mảng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5334000" cy="3619500"/>
          </a:xfrm>
          <a:prstGeom prst="rect">
            <a:avLst/>
          </a:prstGeom>
          <a:noFill/>
          <a:ln/>
        </p:spPr>
        <p:txBody>
          <a:bodyPr wrap="square" lIns="0" tIns="259080" rIns="0" bIns="-259080" rtlCol="0" anchor="ctr"/>
          <a:lstStyle/>
          <a:p>
            <a:pPr algn="l" indent="0" marL="0">
              <a:lnSpc>
                <a:spcPts val="25500"/>
              </a:lnSpc>
              <a:buNone/>
            </a:pPr>
            <a:r>
              <a:rPr lang="en-US" sz="255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</a:t>
            </a:r>
            <a:endParaRPr lang="en-US" sz="255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571500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6" name="Connector line-1792378633727-897459680"/>
          <p:cNvSpPr/>
          <p:nvPr/>
        </p:nvSpPr>
        <p:spPr>
          <a:xfrm>
            <a:off x="6858000" y="4381500"/>
            <a:ext cx="2857500" cy="0"/>
          </a:xfrm>
          <a:prstGeom prst="line">
            <a:avLst/>
          </a:prstGeom>
          <a:noFill/>
          <a:ln w="7620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10572750" y="2571750"/>
            <a:ext cx="3048000" cy="3619500"/>
          </a:xfrm>
          <a:prstGeom prst="rect">
            <a:avLst/>
          </a:prstGeom>
          <a:noFill/>
          <a:ln/>
        </p:spPr>
        <p:txBody>
          <a:bodyPr wrap="square" lIns="0" tIns="259080" rIns="0" bIns="-259080" rtlCol="0" anchor="ctr"/>
          <a:lstStyle/>
          <a:p>
            <a:pPr algn="l" indent="0" marL="0">
              <a:lnSpc>
                <a:spcPts val="25500"/>
              </a:lnSpc>
              <a:buNone/>
            </a:pPr>
            <a:r>
              <a:rPr lang="en-US" sz="255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500" dirty="0"/>
          </a:p>
        </p:txBody>
      </p:sp>
      <p:sp>
        <p:nvSpPr>
          <p:cNvPr id="8" name="Text 6"/>
          <p:cNvSpPr/>
          <p:nvPr/>
        </p:nvSpPr>
        <p:spPr>
          <a:xfrm>
            <a:off x="10572750" y="6286500"/>
            <a:ext cx="685800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mảng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tảng,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7524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52475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3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33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3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(bước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r>
              <a:rPr lang="en-US" sz="33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13).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382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aabc7f0-952b-4c5b-b88a-50cd7c67c2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(BƯỚC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nhà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3543300" cy="2571750"/>
          </a:xfrm>
          <a:prstGeom prst="roundRect">
            <a:avLst>
              <a:gd name="adj" fmla="val 1185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200400"/>
            <a:ext cx="289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38250" y="3657600"/>
            <a:ext cx="29337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 cung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cấp,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219700" y="2952750"/>
            <a:ext cx="35433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43550" y="3200400"/>
            <a:ext cx="289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543550" y="3657600"/>
            <a:ext cx="29337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 cung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525000" y="2952750"/>
            <a:ext cx="35433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48850" y="3200400"/>
            <a:ext cx="289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848850" y="3657600"/>
            <a:ext cx="29337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3830300" y="2952750"/>
            <a:ext cx="35433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54150" y="3200400"/>
            <a:ext cx="289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4154150" y="3657600"/>
            <a:ext cx="29337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 hóa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2700" dirty="0"/>
          </a:p>
        </p:txBody>
      </p:sp>
      <p:sp>
        <p:nvSpPr>
          <p:cNvPr id="16" name="Connector line-1792378651493-569986584"/>
          <p:cNvSpPr/>
          <p:nvPr/>
        </p:nvSpPr>
        <p:spPr>
          <a:xfrm>
            <a:off x="4533900" y="4238625"/>
            <a:ext cx="6096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78651494-614670755"/>
          <p:cNvSpPr/>
          <p:nvPr/>
        </p:nvSpPr>
        <p:spPr>
          <a:xfrm>
            <a:off x="8839200" y="4238625"/>
            <a:ext cx="6096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8651494-640218697"/>
          <p:cNvSpPr/>
          <p:nvPr/>
        </p:nvSpPr>
        <p:spPr>
          <a:xfrm>
            <a:off x="13144500" y="4238625"/>
            <a:ext cx="6096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4400" y="609600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6096000"/>
            <a:ext cx="156972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phận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14400" y="76200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1295400" y="7620000"/>
            <a:ext cx="15697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330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3300" dirty="0"/>
          </a:p>
        </p:txBody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4cd5967a-015d-4723-b83b-0bfef370fb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(BƯỚC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69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kho,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dõi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57200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3238500"/>
            <a:ext cx="4572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858000" y="3238500"/>
            <a:ext cx="457200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0" y="3238500"/>
            <a:ext cx="4572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12801600" y="3238500"/>
            <a:ext cx="457200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92100" y="3238500"/>
            <a:ext cx="4191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2700" dirty="0"/>
          </a:p>
        </p:txBody>
      </p:sp>
      <p:sp>
        <p:nvSpPr>
          <p:cNvPr id="10" name="Connector line-1792378664330-333166235"/>
          <p:cNvSpPr/>
          <p:nvPr/>
        </p:nvSpPr>
        <p:spPr>
          <a:xfrm>
            <a:off x="5562600" y="4286250"/>
            <a:ext cx="121920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334000" y="3714750"/>
            <a:ext cx="171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950" dirty="0"/>
          </a:p>
        </p:txBody>
      </p:sp>
      <p:sp>
        <p:nvSpPr>
          <p:cNvPr id="12" name="Connector line-1792378664332-489705298"/>
          <p:cNvSpPr/>
          <p:nvPr/>
        </p:nvSpPr>
        <p:spPr>
          <a:xfrm flipH="1">
            <a:off x="11506200" y="4286250"/>
            <a:ext cx="121920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1239500" y="3714750"/>
            <a:ext cx="171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9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400" y="6286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6286500"/>
            <a:ext cx="15697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do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theo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76340d7-6de8-4ae2-a168-bbc2b5678ca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NỀN</a:t>
            </a:r>
            <a:r>
              <a:rPr lang="en-US" sz="1800" b="1" spc="26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b="1" spc="29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(BƯỚC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Bán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hàng: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nửa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990600"/>
          </a:xfrm>
          <a:prstGeom prst="roundRect">
            <a:avLst>
              <a:gd name="adj" fmla="val 23077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29527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095500" y="2762250"/>
            <a:ext cx="952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8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giá,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mãi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3335000" y="2762250"/>
            <a:ext cx="3810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14400" y="3905250"/>
            <a:ext cx="16459200" cy="990600"/>
          </a:xfrm>
          <a:prstGeom prst="roundRect">
            <a:avLst>
              <a:gd name="adj" fmla="val 2307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40957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2095500" y="3905250"/>
            <a:ext cx="952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 ký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3335000" y="3905250"/>
            <a:ext cx="3810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914400" y="5048250"/>
            <a:ext cx="16459200" cy="990600"/>
          </a:xfrm>
          <a:prstGeom prst="roundRect">
            <a:avLst>
              <a:gd name="adj" fmla="val 2307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1100" y="52387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2095500" y="5048250"/>
            <a:ext cx="952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giỏ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335000" y="5048250"/>
            <a:ext cx="3810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990600"/>
          </a:xfrm>
          <a:prstGeom prst="roundRect">
            <a:avLst>
              <a:gd name="adj" fmla="val 2307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1100" y="63817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2095500" y="6191250"/>
            <a:ext cx="952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335000" y="6191250"/>
            <a:ext cx="3810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914400" y="7334250"/>
            <a:ext cx="16459200" cy="990600"/>
          </a:xfrm>
          <a:prstGeom prst="roundRect">
            <a:avLst>
              <a:gd name="adj" fmla="val 23077"/>
            </a:avLst>
          </a:prstGeom>
          <a:solidFill>
            <a:srgbClr val="14161C"/>
          </a:solidFill>
          <a:ln/>
        </p:spPr>
      </p:sp>
      <p:sp>
        <p:nvSpPr>
          <p:cNvPr id="21" name="Text 19"/>
          <p:cNvSpPr/>
          <p:nvPr/>
        </p:nvSpPr>
        <p:spPr>
          <a:xfrm>
            <a:off x="1181100" y="75247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2095500" y="733425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kho,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3335000" y="7334250"/>
            <a:ext cx="3810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r>
              <a:rPr lang="en-US" sz="1650" b="1" spc="1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bbf6046d-dc52-4ade-904d-68045dc9c9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6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b="1" spc="30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(BƯỚC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ĐẾN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714500" y="276225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2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22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7048500" y="276225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2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2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382500" y="276225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endParaRPr lang="en-US" sz="2250" dirty="0"/>
          </a:p>
        </p:txBody>
      </p:sp>
      <p:sp>
        <p:nvSpPr>
          <p:cNvPr id="7" name="Connector line-1792378700314-967797481"/>
          <p:cNvSpPr/>
          <p:nvPr/>
        </p:nvSpPr>
        <p:spPr>
          <a:xfrm>
            <a:off x="3810000" y="3714750"/>
            <a:ext cx="0" cy="4857750"/>
          </a:xfrm>
          <a:prstGeom prst="line">
            <a:avLst/>
          </a:prstGeom>
          <a:noFill/>
          <a:ln w="28575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8" name="Connector line-1792378700315-607633534"/>
          <p:cNvSpPr/>
          <p:nvPr/>
        </p:nvSpPr>
        <p:spPr>
          <a:xfrm>
            <a:off x="9144000" y="3714750"/>
            <a:ext cx="0" cy="4857750"/>
          </a:xfrm>
          <a:prstGeom prst="line">
            <a:avLst/>
          </a:prstGeom>
          <a:noFill/>
          <a:ln w="28575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9" name="Connector line-1792378700315-997781345"/>
          <p:cNvSpPr/>
          <p:nvPr/>
        </p:nvSpPr>
        <p:spPr>
          <a:xfrm>
            <a:off x="14478000" y="3714750"/>
            <a:ext cx="0" cy="4857750"/>
          </a:xfrm>
          <a:prstGeom prst="line">
            <a:avLst/>
          </a:prstGeom>
          <a:noFill/>
          <a:ln w="28575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905250" y="4476750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2250" dirty="0"/>
          </a:p>
        </p:txBody>
      </p:sp>
      <p:sp>
        <p:nvSpPr>
          <p:cNvPr id="11" name="Connector line-1792378700317-855896375"/>
          <p:cNvSpPr/>
          <p:nvPr/>
        </p:nvSpPr>
        <p:spPr>
          <a:xfrm>
            <a:off x="3810000" y="5048250"/>
            <a:ext cx="523875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239250" y="5810250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250" dirty="0"/>
          </a:p>
        </p:txBody>
      </p:sp>
      <p:sp>
        <p:nvSpPr>
          <p:cNvPr id="13" name="Connector line-1792378700319-722981641"/>
          <p:cNvSpPr/>
          <p:nvPr/>
        </p:nvSpPr>
        <p:spPr>
          <a:xfrm>
            <a:off x="9144000" y="6381750"/>
            <a:ext cx="523875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239250" y="7143750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7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(tùy</a:t>
            </a: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chọn)</a:t>
            </a:r>
            <a:endParaRPr lang="en-US" sz="2250" dirty="0"/>
          </a:p>
        </p:txBody>
      </p:sp>
      <p:sp>
        <p:nvSpPr>
          <p:cNvPr id="15" name="Connector line-1792378700321-408457543"/>
          <p:cNvSpPr/>
          <p:nvPr/>
        </p:nvSpPr>
        <p:spPr>
          <a:xfrm flipH="1">
            <a:off x="9239250" y="7715250"/>
            <a:ext cx="523875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lgDash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8deb782-12d2-4791-b309-5c169c0b2d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Đây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381250"/>
          </a:xfrm>
          <a:prstGeom prst="roundRect">
            <a:avLst>
              <a:gd name="adj" fmla="val 128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6576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Sơ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7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700" b="1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381250"/>
          </a:xfrm>
          <a:prstGeom prst="roundRect">
            <a:avLst>
              <a:gd name="adj" fmla="val 128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143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b="1" spc="1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53600" y="36576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mô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8001000" cy="2381250"/>
          </a:xfrm>
          <a:prstGeom prst="roundRect">
            <a:avLst>
              <a:gd name="adj" fmla="val 128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905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10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2100" b="1" spc="10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95400" y="64198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thêm,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72600" y="5619750"/>
            <a:ext cx="8001000" cy="2381250"/>
          </a:xfrm>
          <a:prstGeom prst="roundRect">
            <a:avLst>
              <a:gd name="adj" fmla="val 12800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5905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SUY</a:t>
            </a:r>
            <a:r>
              <a:rPr lang="en-US" sz="2100" b="1" spc="13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100" b="1" spc="13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spc="14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b="1" spc="1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753600" y="64198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 để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bbd73ea-f923-4661-860c-fe9f9abcca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Tách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4295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6" name="Text richtext-1792378724628-407913896"/>
          <p:cNvSpPr/>
          <p:nvPr/>
        </p:nvSpPr>
        <p:spPr>
          <a:xfrm>
            <a:off x="1295400" y="3810000"/>
            <a:ext cx="6667500" cy="3619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 lớn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8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944100" y="2857500"/>
            <a:ext cx="74295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25100" y="32004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Text richtext-1792378724648-817837150"/>
          <p:cNvSpPr/>
          <p:nvPr/>
        </p:nvSpPr>
        <p:spPr>
          <a:xfrm>
            <a:off x="10325100" y="3810000"/>
            <a:ext cx="6667500" cy="3619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đặt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đơn,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giữ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ở kho nào.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 thành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914400" y="8191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 của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9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8d9a6bfc-35ba-4005-891b-bfdb6b550b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mảng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3810000" y="27622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MẢNG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0" y="2762250"/>
            <a:ext cx="8191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7" name="Connector line-1792378738616-713799985"/>
          <p:cNvSpPr/>
          <p:nvPr/>
        </p:nvSpPr>
        <p:spPr>
          <a:xfrm>
            <a:off x="914400" y="3181350"/>
            <a:ext cx="16459200" cy="0"/>
          </a:xfrm>
          <a:prstGeom prst="line">
            <a:avLst/>
          </a:prstGeom>
          <a:noFill/>
          <a:ln w="2857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14400" y="33337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3571875"/>
            <a:ext cx="1524000" cy="571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–</a:t>
            </a:r>
            <a:r>
              <a:rPr lang="en-US" sz="22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3810000" y="3333750"/>
            <a:ext cx="514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144000" y="3333750"/>
            <a:ext cx="8001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cấp, đặt hàng,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45339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4772025"/>
            <a:ext cx="152400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3810000" y="4533900"/>
            <a:ext cx="514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0" y="4533900"/>
            <a:ext cx="8001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7340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5972175"/>
            <a:ext cx="1524000" cy="571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2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– 13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3810000" y="5734050"/>
            <a:ext cx="514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0" y="5734050"/>
            <a:ext cx="8001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giá,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đơn,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69342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21" name="Text 19"/>
          <p:cNvSpPr/>
          <p:nvPr/>
        </p:nvSpPr>
        <p:spPr>
          <a:xfrm>
            <a:off x="1143000" y="7172325"/>
            <a:ext cx="1524000" cy="571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14</a:t>
            </a:r>
            <a:r>
              <a:rPr lang="en-US" sz="22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–</a:t>
            </a:r>
            <a:r>
              <a:rPr lang="en-US" sz="22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3810000" y="6934200"/>
            <a:ext cx="514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9144000" y="6934200"/>
            <a:ext cx="8001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kho,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hàng,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14400" y="8382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thể.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9824a49a-fe9a-48cc-9717-87449d5e4d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143250"/>
            <a:ext cx="285750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286250" y="2762250"/>
            <a:ext cx="6477000" cy="1238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0096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572000"/>
            <a:ext cx="285750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 kho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286250" y="4191000"/>
            <a:ext cx="6477000" cy="1238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10096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6000750"/>
            <a:ext cx="285750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Tồn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286250" y="5619750"/>
            <a:ext cx="6477000" cy="1238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kho,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dõi.</a:t>
            </a:r>
            <a:endParaRPr lang="en-US" sz="2250" dirty="0"/>
          </a:p>
        </p:txBody>
      </p:sp>
      <p:sp>
        <p:nvSpPr>
          <p:cNvPr id="13" name="Connector line-1792378750726-483313340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5" name="Text richtext-1792378750728-17959363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8492073-6ac3-41ad-9d93-012e80fa1e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2026-10-19T02:59:38Z</dcterms:created>
  <dcterms:modified xsi:type="dcterms:W3CDTF">2026-10-19T02:59:38Z</dcterms:modified>
</cp:coreProperties>
</file>