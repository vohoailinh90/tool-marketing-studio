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952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25717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 việc</a:t>
            </a:r>
            <a:r>
              <a:rPr lang="en-US" sz="8100" dirty="0" spc="-10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Git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sửa,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mục.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59055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10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295900" y="59055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1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6858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295900" y="6858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3049250" y="1809750"/>
            <a:ext cx="2095500" cy="20955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049250" y="2619375"/>
            <a:ext cx="209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remote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953750" y="5905500"/>
            <a:ext cx="26670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53750" y="6286500"/>
            <a:ext cx="266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0953750" y="676275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573250" y="5905500"/>
            <a:ext cx="26670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573250" y="6286500"/>
            <a:ext cx="266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4573250" y="676275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800" dirty="0"/>
          </a:p>
        </p:txBody>
      </p:sp>
      <p:sp>
        <p:nvSpPr>
          <p:cNvPr id="17" name="Connector line-1792369695491-109954296"/>
          <p:cNvSpPr/>
          <p:nvPr/>
        </p:nvSpPr>
        <p:spPr>
          <a:xfrm flipV="1">
            <a:off x="12287250" y="3810000"/>
            <a:ext cx="1238250" cy="2047875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18" name="Connector line-1792369695492-798133842"/>
          <p:cNvSpPr/>
          <p:nvPr/>
        </p:nvSpPr>
        <p:spPr>
          <a:xfrm flipH="1" flipV="1">
            <a:off x="14668500" y="3810000"/>
            <a:ext cx="1238250" cy="2047875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19" name="Text 17"/>
          <p:cNvSpPr/>
          <p:nvPr/>
        </p:nvSpPr>
        <p:spPr>
          <a:xfrm>
            <a:off x="914400" y="9334500"/>
            <a:ext cx="952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Trao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 sử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420b0478-efbe-4ce8-ba13-c7eaa2f1f8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381250"/>
            <a:ext cx="152400" cy="238125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286000"/>
            <a:ext cx="15240000" cy="2667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dùng</a:t>
            </a:r>
            <a:r>
              <a:rPr lang="en-US" sz="8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84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524000" y="53340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bộ,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524000" y="60007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 sử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remote.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524000" y="7048500"/>
            <a:ext cx="11430000" cy="952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2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250" dirty="0"/>
          </a:p>
        </p:txBody>
      </p:sp>
      <p:sp>
        <p:nvSpPr>
          <p:cNvPr id="8" name="Connector line-1792369706733-17211519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932c0b45-b599-4d59-bf97-b3cffffec9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800" b="1" spc="28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ĐẦU:</a:t>
            </a:r>
            <a:r>
              <a:rPr lang="en-US" sz="1800" b="1" spc="28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CLONE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4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2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kho,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762500"/>
          </a:xfrm>
          <a:prstGeom prst="roundRect">
            <a:avLst>
              <a:gd name="adj" fmla="val 56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34290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9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213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5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90650" y="39052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Lan</a:t>
            </a:r>
            <a:endParaRPr lang="en-US" sz="4800" dirty="0"/>
          </a:p>
        </p:txBody>
      </p:sp>
      <p:sp>
        <p:nvSpPr>
          <p:cNvPr id="7" name="Text richtext-1792369725230-696713900"/>
          <p:cNvSpPr/>
          <p:nvPr/>
        </p:nvSpPr>
        <p:spPr>
          <a:xfrm>
            <a:off x="1390650" y="504825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</a:t>
            </a:r>
            <a:r>
              <a:rPr lang="en-US" sz="27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7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7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700" dirty="0" spc="-2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70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3048000"/>
            <a:ext cx="80010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48850" y="34290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21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848850" y="39052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Minh</a:t>
            </a:r>
            <a:endParaRPr lang="en-US" sz="4800" dirty="0"/>
          </a:p>
        </p:txBody>
      </p:sp>
      <p:sp>
        <p:nvSpPr>
          <p:cNvPr id="11" name="Text richtext-1792369725256-521939611"/>
          <p:cNvSpPr/>
          <p:nvPr/>
        </p:nvSpPr>
        <p:spPr>
          <a:xfrm>
            <a:off x="9848850" y="5048250"/>
            <a:ext cx="7048500" cy="2476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Cũng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endParaRPr lang="en-US" sz="2700" dirty="0"/>
          </a:p>
        </p:txBody>
      </p:sp>
      <p:sp>
        <p:nvSpPr>
          <p:cNvPr id="12" name="Connector line-1792369725263-2808049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e88a966-a1ca-49df-83e8-3ba2fe323b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VIỆC: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Lan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0750" y="3190875"/>
            <a:ext cx="14287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30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3815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90750" y="4524375"/>
            <a:ext cx="14287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30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3000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5715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0750" y="5857875"/>
            <a:ext cx="14287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30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0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70485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90750" y="7191375"/>
            <a:ext cx="14287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r>
              <a:rPr lang="en-US" sz="300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giải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3000" dirty="0"/>
          </a:p>
        </p:txBody>
      </p:sp>
      <p:sp>
        <p:nvSpPr>
          <p:cNvPr id="12" name="Connector line-1792369726286-98872544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0871a55-7cde-44c3-8d6f-32fd06a53e2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ĐỒNG</a:t>
            </a: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BỘ:</a:t>
            </a:r>
            <a:r>
              <a:rPr lang="en-US" sz="1800" b="1" spc="28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FETCH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1800" b="1" spc="28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Nhánh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72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commit</a:t>
            </a:r>
            <a:r>
              <a:rPr lang="en-US" sz="72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90525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git</a:t>
            </a:r>
            <a:r>
              <a:rPr lang="en-US" sz="3000" dirty="0" spc="-1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fetch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00150" y="47625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</a:t>
            </a:r>
            <a:r>
              <a:rPr lang="en-US" sz="2400" dirty="0" spc="-7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 mới</a:t>
            </a:r>
            <a:r>
              <a:rPr lang="en-US" sz="2400" dirty="0" spc="-17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91125" y="361950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76875" y="390525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4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Xem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76875" y="47625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467850" y="361950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0" y="390525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Tích</a:t>
            </a:r>
            <a:r>
              <a:rPr lang="en-US" sz="300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hợp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753600" y="47625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Merge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rebase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3744575" y="3619500"/>
            <a:ext cx="3619500" cy="2857500"/>
          </a:xfrm>
          <a:prstGeom prst="roundRect">
            <a:avLst>
              <a:gd name="adj" fmla="val 93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030325" y="3905250"/>
            <a:ext cx="304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Kiểm</a:t>
            </a:r>
            <a:r>
              <a:rPr lang="en-US" sz="3000" dirty="0" spc="-1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4030325" y="47625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xung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 có,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16" name="Connector line-1792369749146-114508767"/>
          <p:cNvSpPr/>
          <p:nvPr/>
        </p:nvSpPr>
        <p:spPr>
          <a:xfrm>
            <a:off x="4572000" y="5048250"/>
            <a:ext cx="5715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69749146-970607195"/>
          <p:cNvSpPr/>
          <p:nvPr/>
        </p:nvSpPr>
        <p:spPr>
          <a:xfrm>
            <a:off x="8848725" y="5048250"/>
            <a:ext cx="5715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369749146-131556960"/>
          <p:cNvSpPr/>
          <p:nvPr/>
        </p:nvSpPr>
        <p:spPr>
          <a:xfrm>
            <a:off x="13125450" y="5048250"/>
            <a:ext cx="5715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369749147-59265021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86b1c082-2b4f-4800-aaa9-abd9a9122e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800" b="1" spc="25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TÁC: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PUSH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PULL</a:t>
            </a:r>
            <a:r>
              <a:rPr lang="en-US" sz="1800" b="1" spc="29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8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7200" dirty="0" spc="-8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xem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diff</a:t>
            </a:r>
            <a:r>
              <a:rPr lang="en-US" sz="72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905000" y="3048000"/>
            <a:ext cx="2857500" cy="7620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715250" y="3048000"/>
            <a:ext cx="2857500" cy="762000"/>
          </a:xfrm>
          <a:prstGeom prst="roundRect">
            <a:avLst>
              <a:gd name="adj" fmla="val 25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Remote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525500" y="3048000"/>
            <a:ext cx="2857500" cy="7620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-2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endParaRPr lang="en-US" sz="2550" dirty="0"/>
          </a:p>
        </p:txBody>
      </p:sp>
      <p:sp>
        <p:nvSpPr>
          <p:cNvPr id="7" name="Connector line-1792369750091-353673154"/>
          <p:cNvSpPr/>
          <p:nvPr/>
        </p:nvSpPr>
        <p:spPr>
          <a:xfrm>
            <a:off x="3333750" y="3810000"/>
            <a:ext cx="0" cy="457200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8" name="Connector line-1792369750091-930790269"/>
          <p:cNvSpPr/>
          <p:nvPr/>
        </p:nvSpPr>
        <p:spPr>
          <a:xfrm>
            <a:off x="9144000" y="3810000"/>
            <a:ext cx="0" cy="457200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9" name="Connector line-1792369750091-716869474"/>
          <p:cNvSpPr/>
          <p:nvPr/>
        </p:nvSpPr>
        <p:spPr>
          <a:xfrm>
            <a:off x="14954250" y="3810000"/>
            <a:ext cx="0" cy="457200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10" name="Connector line-1792369750092-238508390"/>
          <p:cNvSpPr/>
          <p:nvPr/>
        </p:nvSpPr>
        <p:spPr>
          <a:xfrm>
            <a:off x="3333750" y="4762500"/>
            <a:ext cx="5715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619500" y="4191000"/>
            <a:ext cx="514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push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2250" dirty="0"/>
          </a:p>
        </p:txBody>
      </p:sp>
      <p:sp>
        <p:nvSpPr>
          <p:cNvPr id="12" name="Connector line-1792369750094-445679767"/>
          <p:cNvSpPr/>
          <p:nvPr/>
        </p:nvSpPr>
        <p:spPr>
          <a:xfrm>
            <a:off x="3333750" y="6096000"/>
            <a:ext cx="5715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619500" y="5524500"/>
            <a:ext cx="514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pull</a:t>
            </a:r>
            <a:r>
              <a:rPr lang="en-US" sz="22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endParaRPr lang="en-US" sz="2250" dirty="0"/>
          </a:p>
        </p:txBody>
      </p:sp>
      <p:sp>
        <p:nvSpPr>
          <p:cNvPr id="14" name="Connector line-1792369750096-403548043"/>
          <p:cNvSpPr/>
          <p:nvPr/>
        </p:nvSpPr>
        <p:spPr>
          <a:xfrm>
            <a:off x="9144000" y="7429500"/>
            <a:ext cx="57150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429750" y="6858000"/>
            <a:ext cx="514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8572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Pull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năng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tác,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Git.</a:t>
            </a:r>
            <a:endParaRPr lang="en-US" sz="2100" dirty="0"/>
          </a:p>
        </p:txBody>
      </p:sp>
      <p:sp>
        <p:nvSpPr>
          <p:cNvPr id="17" name="Connector line-1792369750101-1946731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8906c1ba-0fd1-415c-b579-2bbd87b4fe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Fetch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2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pull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7048500"/>
            <a:ext cx="1047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nên</a:t>
            </a: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pull</a:t>
            </a: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 là</a:t>
            </a:r>
            <a:r>
              <a:rPr lang="en-US" sz="240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merge</a:t>
            </a:r>
            <a:endParaRPr lang="en-US" sz="2400" dirty="0"/>
          </a:p>
        </p:txBody>
      </p:sp>
      <p:sp>
        <p:nvSpPr>
          <p:cNvPr id="5" name="Connector line-1792369792308-23580819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04800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1521440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Lệnh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b="1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Làm</a:t>
                      </a:r>
                      <a:r>
                        <a:rPr lang="en-US" sz="25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gì</a:t>
                      </a:r>
                      <a:endParaRPr lang="en-US" sz="1200" dirty="0"/>
                    </a:p>
                  </a:txBody>
                  <a:tcPr marL="304800" marR="304800" marT="281940" marB="2819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git</a:t>
                      </a:r>
                      <a:r>
                        <a:rPr lang="en-US" sz="2550" dirty="0" spc="-2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fetch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4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Lấy</a:t>
                      </a:r>
                      <a:r>
                        <a:rPr lang="en-US" sz="25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về,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ghép</a:t>
                      </a:r>
                      <a:r>
                        <a:rPr lang="en-US" sz="25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vào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nhánh</a:t>
                      </a:r>
                      <a:r>
                        <a:rPr lang="en-US" sz="2550" dirty="0" spc="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đang</a:t>
                      </a: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git pull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3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Fetch</a:t>
                      </a:r>
                      <a:r>
                        <a:rPr lang="en-US" sz="2550" dirty="0" spc="-2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25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tích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25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tùy</a:t>
                      </a:r>
                      <a:r>
                        <a:rPr lang="en-US" sz="25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chọn</a:t>
                      </a:r>
                      <a:r>
                        <a:rPr lang="en-US" sz="2550" dirty="0" spc="-1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5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cấu</a:t>
                      </a:r>
                      <a:r>
                        <a:rPr lang="en-US" sz="25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614fff5c-5c84-4ad6-ac93-c74badd56e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Mất mạng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6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ngăn</a:t>
            </a:r>
            <a:r>
              <a:rPr lang="en-US" sz="6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commit?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5334000" y="285750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1430000" y="285750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15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1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905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59055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Trao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5334000" y="3429000"/>
            <a:ext cx="57150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1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Được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430000" y="3429000"/>
            <a:ext cx="57150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6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Vẫn</a:t>
            </a:r>
            <a:r>
              <a:rPr lang="en-US" sz="3000" dirty="0" spc="1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được:</a:t>
            </a:r>
            <a:r>
              <a:rPr lang="en-US" sz="30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thao</a:t>
            </a:r>
            <a:r>
              <a:rPr lang="en-US" sz="3000" dirty="0" spc="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tác</a:t>
            </a:r>
            <a:r>
              <a:rPr lang="en-US" sz="300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cục</a:t>
            </a:r>
            <a:r>
              <a:rPr lang="en-US" sz="300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34000" y="5524500"/>
            <a:ext cx="57150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1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Được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1430000" y="5524500"/>
            <a:ext cx="5715000" cy="1809750"/>
          </a:xfrm>
          <a:prstGeom prst="roundRect">
            <a:avLst>
              <a:gd name="adj" fmla="val 12632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Cần</a:t>
            </a:r>
            <a:r>
              <a:rPr lang="en-US" sz="3000" dirty="0" spc="-3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kết</a:t>
            </a:r>
            <a:r>
              <a:rPr lang="en-US" sz="300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nối</a:t>
            </a:r>
            <a:r>
              <a:rPr lang="en-US" sz="3000" dirty="0" spc="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tới</a:t>
            </a:r>
            <a:r>
              <a:rPr lang="en-US" sz="3000" dirty="0" spc="-2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remote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905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Không.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là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bộ.</a:t>
            </a:r>
            <a:endParaRPr lang="en-US" sz="2700" dirty="0"/>
          </a:p>
        </p:txBody>
      </p:sp>
      <p:sp>
        <p:nvSpPr>
          <p:cNvPr id="13" name="Connector line-1792369793221-40439570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d90dd29a-0409-4562-a9a8-d1c51e4f18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Xung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đột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1816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429000"/>
            <a:ext cx="441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Quyết</a:t>
            </a:r>
            <a:r>
              <a:rPr lang="en-US" sz="3900" dirty="0" spc="1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295400" y="4381500"/>
            <a:ext cx="44196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553200" y="3048000"/>
            <a:ext cx="51816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4200" y="3429000"/>
            <a:ext cx="441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3900" dirty="0" spc="-1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6934200" y="4381500"/>
            <a:ext cx="44196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nghĩa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192000" y="3048000"/>
            <a:ext cx="5181600" cy="4572000"/>
          </a:xfrm>
          <a:prstGeom prst="roundRect">
            <a:avLst>
              <a:gd name="adj" fmla="val 583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0" y="3429000"/>
            <a:ext cx="441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4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39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573000" y="4381500"/>
            <a:ext cx="4419600" cy="2857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gộp.</a:t>
            </a:r>
            <a:endParaRPr lang="en-US" sz="2700" dirty="0"/>
          </a:p>
        </p:txBody>
      </p:sp>
      <p:sp>
        <p:nvSpPr>
          <p:cNvPr id="13" name="Connector line-1792369794124-21787797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54efe450-498f-464f-9502-336b947d41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95250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8763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2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remote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 các kho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4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4524375"/>
            <a:ext cx="8763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commit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 bộ, không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33500" y="5762625"/>
            <a:ext cx="8763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2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fetch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về,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33500" y="7000875"/>
            <a:ext cx="8763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pull</a:t>
            </a:r>
            <a:r>
              <a:rPr lang="en-US" sz="2400" b="1" dirty="0" spc="-1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 của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201400" y="3048000"/>
            <a:ext cx="617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0" name="Text richtext-1792369794959-830258092"/>
          <p:cNvSpPr/>
          <p:nvPr/>
        </p:nvSpPr>
        <p:spPr>
          <a:xfrm>
            <a:off x="11201400" y="3619500"/>
            <a:ext cx="6172200" cy="4572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pull</a:t>
            </a:r>
            <a:endParaRPr lang="en-US" sz="2250" dirty="0"/>
          </a:p>
        </p:txBody>
      </p:sp>
      <p:sp>
        <p:nvSpPr>
          <p:cNvPr id="11" name="Connector line-1792369794966-3358075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938a56f-2385-4c9c-8a46-d344e5ad54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2026-10-19T00:31:57Z</dcterms:created>
  <dcterms:modified xsi:type="dcterms:W3CDTF">2026-10-19T00:31:57Z</dcterms:modified>
</cp:coreProperties>
</file>