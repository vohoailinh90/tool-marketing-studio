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953500" cy="4000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Dòng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"For</a:t>
            </a:r>
            <a:r>
              <a:rPr lang="en-US" sz="8100" dirty="0" spc="-1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You":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500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xuống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 chặng,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1,5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3000" dirty="0"/>
          </a:p>
        </p:txBody>
      </p:sp>
      <p:sp>
        <p:nvSpPr>
          <p:cNvPr id="5" name="Connector line-1792376538832-665300834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Twitter</a:t>
            </a:r>
            <a:r>
              <a:rPr lang="en-US" sz="21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238250"/>
            <a:ext cx="6705600" cy="1143000"/>
          </a:xfrm>
          <a:prstGeom prst="roundRect">
            <a:avLst>
              <a:gd name="adj" fmla="val 18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10900" y="1543050"/>
            <a:ext cx="609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31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15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Gom</a:t>
            </a:r>
            <a:r>
              <a:rPr lang="en-US" sz="315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31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viên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11049000" y="2762250"/>
            <a:ext cx="5943600" cy="1143000"/>
          </a:xfrm>
          <a:prstGeom prst="roundRect">
            <a:avLst>
              <a:gd name="adj" fmla="val 18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91900" y="3067050"/>
            <a:ext cx="533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31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150" dirty="0" spc="-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Lọc</a:t>
            </a:r>
            <a:r>
              <a:rPr lang="en-US" sz="315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11430000" y="4286250"/>
            <a:ext cx="5181600" cy="1143000"/>
          </a:xfrm>
          <a:prstGeom prst="roundRect">
            <a:avLst>
              <a:gd name="adj" fmla="val 18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72900" y="459105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315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1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Chấm</a:t>
            </a:r>
            <a:r>
              <a:rPr lang="en-US" sz="3150" dirty="0" spc="1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11811000" y="5810250"/>
            <a:ext cx="4419600" cy="1143000"/>
          </a:xfrm>
          <a:prstGeom prst="roundRect">
            <a:avLst>
              <a:gd name="adj" fmla="val 18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53900" y="6115050"/>
            <a:ext cx="381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31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15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Lọc</a:t>
            </a:r>
            <a:r>
              <a:rPr lang="en-US" sz="3150" dirty="0" spc="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</a:t>
            </a:r>
            <a:r>
              <a:rPr lang="en-US" sz="31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dạng</a:t>
            </a:r>
            <a:endParaRPr lang="en-US" sz="3150" dirty="0"/>
          </a:p>
        </p:txBody>
      </p:sp>
      <p:sp>
        <p:nvSpPr>
          <p:cNvPr id="16" name="Shape 14"/>
          <p:cNvSpPr/>
          <p:nvPr/>
        </p:nvSpPr>
        <p:spPr>
          <a:xfrm>
            <a:off x="12192000" y="7334250"/>
            <a:ext cx="3657600" cy="1143000"/>
          </a:xfrm>
          <a:prstGeom prst="roundRect">
            <a:avLst>
              <a:gd name="adj" fmla="val 18333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2534900" y="763905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r>
              <a:rPr lang="en-US" sz="3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15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Trộn</a:t>
            </a:r>
            <a:endParaRPr lang="en-US" sz="3150" dirty="0"/>
          </a:p>
        </p:txBody>
      </p:sp>
      <p:sp>
        <p:nvSpPr>
          <p:cNvPr id="18" name="Connector line-1792376538856-613299341"/>
          <p:cNvSpPr/>
          <p:nvPr/>
        </p:nvSpPr>
        <p:spPr>
          <a:xfrm>
            <a:off x="14020800" y="2381250"/>
            <a:ext cx="0" cy="32385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19" name="Connector line-1792376538856-88310295"/>
          <p:cNvSpPr/>
          <p:nvPr/>
        </p:nvSpPr>
        <p:spPr>
          <a:xfrm>
            <a:off x="14020800" y="3905250"/>
            <a:ext cx="0" cy="32385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20" name="Connector line-1792376538857-224486434"/>
          <p:cNvSpPr/>
          <p:nvPr/>
        </p:nvSpPr>
        <p:spPr>
          <a:xfrm>
            <a:off x="14020800" y="5429250"/>
            <a:ext cx="0" cy="32385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21" name="Connector line-1792376538857-675052346"/>
          <p:cNvSpPr/>
          <p:nvPr/>
        </p:nvSpPr>
        <p:spPr>
          <a:xfrm>
            <a:off x="14020800" y="6953250"/>
            <a:ext cx="0" cy="32385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49849ea-5a46-4ce1-bfa9-828616d78f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572500" cy="4000500"/>
          </a:xfrm>
          <a:prstGeom prst="rect">
            <a:avLst/>
          </a:prstGeom>
          <a:noFill/>
          <a:ln/>
        </p:spPr>
        <p:txBody>
          <a:bodyPr wrap="square" lIns="0" tIns="259080" rIns="0" bIns="-259080" rtlCol="0" anchor="t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 spc="-1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1,5</a:t>
            </a:r>
            <a:endParaRPr lang="en-US" sz="25500" dirty="0"/>
          </a:p>
        </p:txBody>
      </p:sp>
      <p:sp>
        <p:nvSpPr>
          <p:cNvPr id="4" name="Text 2"/>
          <p:cNvSpPr/>
          <p:nvPr/>
        </p:nvSpPr>
        <p:spPr>
          <a:xfrm>
            <a:off x="914400" y="5048250"/>
            <a:ext cx="857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giây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cả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096500" y="1905000"/>
            <a:ext cx="7277100" cy="4953000"/>
          </a:xfrm>
          <a:prstGeom prst="roundRect">
            <a:avLst>
              <a:gd name="adj" fmla="val 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0" y="2247900"/>
            <a:ext cx="647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1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b="1" spc="2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endParaRPr lang="en-US" sz="1800" dirty="0"/>
          </a:p>
        </p:txBody>
      </p:sp>
      <p:sp>
        <p:nvSpPr>
          <p:cNvPr id="7" name="Text richtext-1792376539995-281740751"/>
          <p:cNvSpPr/>
          <p:nvPr/>
        </p:nvSpPr>
        <p:spPr>
          <a:xfrm>
            <a:off x="10477500" y="2762250"/>
            <a:ext cx="6477000" cy="3810000"/>
          </a:xfrm>
          <a:prstGeom prst="rect">
            <a:avLst/>
          </a:prstGeom>
          <a:noFill/>
          <a:ln/>
        </p:spPr>
        <p:txBody>
          <a:bodyPr wrap="square" lIns="0" tIns="-2572" rIns="0" bIns="2572" rtlCol="0" anchor="t"/>
          <a:lstStyle/>
          <a:p>
            <a:pPr algn="l" marL="342900" indent="-244981">
              <a:lnSpc>
                <a:spcPts val="405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 chặng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phễu.</a:t>
            </a:r>
            <a:endParaRPr lang="en-US" sz="2700" dirty="0"/>
          </a:p>
          <a:p>
            <a:pPr algn="l" marL="342900" indent="-244981">
              <a:lnSpc>
                <a:spcPts val="405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chặng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700" dirty="0"/>
          </a:p>
          <a:p>
            <a:pPr algn="l" marL="342900" indent="-244981">
              <a:lnSpc>
                <a:spcPts val="4050"/>
              </a:lnSpc>
              <a:buSzPct val="100000"/>
              <a:buFont typeface="Arial"/>
              <a:buChar char="•"/>
            </a:pPr>
            <a:r>
              <a:rPr lang="en-US" sz="2700" dirty="0" spc="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 đắt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1,5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1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08429ead-3b10-411f-aef0-85282ce0a9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1–2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1950" b="1" spc="3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VIÊN,</a:t>
            </a:r>
            <a:r>
              <a:rPr lang="en-US" sz="195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33350" cy="3619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762250"/>
            <a:ext cx="15240000" cy="4000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5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khoảng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500</a:t>
            </a: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75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tweet,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lọc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1.500</a:t>
            </a:r>
            <a:r>
              <a:rPr lang="en-US" sz="75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viên.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5240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Candidate sourcing,</a:t>
            </a:r>
            <a:r>
              <a:rPr lang="en-US" sz="2850" dirty="0" spc="-2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global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filtering.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 03/10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da355c7-6c96-4014-85af-7f4b84bdd3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950" b="1" spc="2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chấm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4191000" cy="2095500"/>
          </a:xfrm>
          <a:prstGeom prst="roundRect">
            <a:avLst>
              <a:gd name="adj" fmla="val 109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886200"/>
            <a:ext cx="342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1800" b="1" spc="17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3434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1.500</a:t>
            </a:r>
            <a:r>
              <a:rPr lang="en-US" sz="36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viên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762750" y="3333750"/>
            <a:ext cx="4762500" cy="2667000"/>
          </a:xfrm>
          <a:prstGeom prst="roundRect">
            <a:avLst>
              <a:gd name="adj" fmla="val 11429"/>
            </a:avLst>
          </a:prstGeom>
          <a:solidFill>
            <a:srgbClr val="1F3FD1"/>
          </a:solidFill>
          <a:ln/>
        </p:spPr>
      </p:sp>
      <p:sp>
        <p:nvSpPr>
          <p:cNvPr id="8" name="Text 6"/>
          <p:cNvSpPr/>
          <p:nvPr/>
        </p:nvSpPr>
        <p:spPr>
          <a:xfrm>
            <a:off x="7143750" y="3619500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b="1" spc="21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NƠ-RON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143750" y="4095750"/>
            <a:ext cx="4000500" cy="17145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ctr" indent="0" marL="0">
              <a:lnSpc>
                <a:spcPts val="4290"/>
              </a:lnSpc>
              <a:buNone/>
            </a:pPr>
            <a:r>
              <a:rPr lang="en-US" sz="3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48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 số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13182600" y="3619500"/>
            <a:ext cx="4191000" cy="2095500"/>
          </a:xfrm>
          <a:prstGeom prst="roundRect">
            <a:avLst>
              <a:gd name="adj" fmla="val 109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63600" y="3886200"/>
            <a:ext cx="342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180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63600" y="43434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viên</a:t>
            </a:r>
            <a:r>
              <a:rPr lang="en-US" sz="36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6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hạng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762750" y="6858000"/>
            <a:ext cx="4762500" cy="1238250"/>
          </a:xfrm>
          <a:prstGeom prst="roundRect">
            <a:avLst>
              <a:gd name="adj" fmla="val 18462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7143750" y="7086600"/>
            <a:ext cx="400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43750" y="7467600"/>
            <a:ext cx="4000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Twitter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Blue</a:t>
            </a:r>
            <a:endParaRPr lang="en-US" sz="2700" dirty="0"/>
          </a:p>
        </p:txBody>
      </p:sp>
      <p:sp>
        <p:nvSpPr>
          <p:cNvPr id="16" name="Connector line-1792376541827-133061441"/>
          <p:cNvSpPr/>
          <p:nvPr/>
        </p:nvSpPr>
        <p:spPr>
          <a:xfrm>
            <a:off x="5105400" y="4667250"/>
            <a:ext cx="16002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76541828-93846269"/>
          <p:cNvSpPr/>
          <p:nvPr/>
        </p:nvSpPr>
        <p:spPr>
          <a:xfrm>
            <a:off x="11525250" y="4667250"/>
            <a:ext cx="16002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76541828-416368998"/>
          <p:cNvSpPr/>
          <p:nvPr/>
        </p:nvSpPr>
        <p:spPr>
          <a:xfrm flipV="1">
            <a:off x="9144000" y="6057900"/>
            <a:ext cx="0" cy="80010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19" name="Shape 17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6dd1d2b-4a8d-43b0-aca9-5783c3a14d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7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1950" b="1" spc="28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 trang, không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tweet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381500"/>
          </a:xfrm>
          <a:prstGeom prst="roundRect">
            <a:avLst>
              <a:gd name="adj" fmla="val 69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1950" dirty="0"/>
          </a:p>
        </p:txBody>
      </p:sp>
      <p:sp>
        <p:nvSpPr>
          <p:cNvPr id="6" name="Text richtext-1792376542744-597808869"/>
          <p:cNvSpPr/>
          <p:nvPr/>
        </p:nvSpPr>
        <p:spPr>
          <a:xfrm>
            <a:off x="1371600" y="4000500"/>
            <a:ext cx="7086600" cy="30480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Chấm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tweet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nhiều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tweet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tweet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4381500"/>
          </a:xfrm>
          <a:prstGeom prst="roundRect">
            <a:avLst>
              <a:gd name="adj" fmla="val 6957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98298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8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950" b="1" spc="225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b="1" spc="203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endParaRPr lang="en-US" sz="1950" dirty="0"/>
          </a:p>
        </p:txBody>
      </p:sp>
      <p:sp>
        <p:nvSpPr>
          <p:cNvPr id="9" name="Text richtext-1792376542753-152330612"/>
          <p:cNvSpPr/>
          <p:nvPr/>
        </p:nvSpPr>
        <p:spPr>
          <a:xfrm>
            <a:off x="9829800" y="4000500"/>
            <a:ext cx="7086600" cy="30480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dung.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8001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10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1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"đa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dạng"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nguồn;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d9c60b6-d6cc-4cea-87ea-da5ad69860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TRỘN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6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ghép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623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543300"/>
            <a:ext cx="15621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Tweet</a:t>
            </a:r>
            <a:r>
              <a:rPr lang="en-US" sz="3600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600" dirty="0" spc="-3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36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hạng</a:t>
            </a:r>
            <a:r>
              <a:rPr lang="en-US" sz="3600" dirty="0" spc="-3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6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lọc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6863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5067300"/>
            <a:ext cx="15621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4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Quảng</a:t>
            </a:r>
            <a:r>
              <a:rPr lang="en-US" sz="3600" dirty="0" spc="6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cáo</a:t>
            </a:r>
            <a:r>
              <a:rPr lang="en-US" sz="3600" dirty="0" spc="-46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600" dirty="0" spc="-36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gợi</a:t>
            </a:r>
            <a:r>
              <a:rPr lang="en-US" sz="3600" dirty="0" spc="4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14400" y="6000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2103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5400" y="6591300"/>
            <a:ext cx="15621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Nên</a:t>
            </a:r>
            <a:r>
              <a:rPr lang="en-US" sz="3600" dirty="0" spc="1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600" dirty="0" spc="3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dõi</a:t>
            </a:r>
            <a:r>
              <a:rPr lang="en-US" sz="3600" dirty="0" spc="5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3600" dirty="0" spc="-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(Who</a:t>
            </a:r>
            <a:r>
              <a:rPr lang="en-US" sz="3600" dirty="0" spc="-19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</a:t>
            </a:r>
            <a:r>
              <a:rPr lang="en-US" sz="3600" dirty="0" spc="-3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Follow)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791450"/>
            <a:ext cx="1562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=</a:t>
            </a:r>
            <a:r>
              <a:rPr lang="en-US" sz="33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33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For</a:t>
            </a:r>
            <a:r>
              <a:rPr lang="en-US" sz="33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You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31f9521f-b2d6-422d-a4f3-3db939ede8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 hết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051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337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chặng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244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5300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3436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722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lọc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001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điểm;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5140dd26-9ef0-474b-b451-858f50e2bc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45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45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chấm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thẳng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500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4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tweet</a:t>
            </a:r>
            <a:r>
              <a:rPr lang="en-US" sz="45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45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733800"/>
            <a:ext cx="400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8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1800" b="1" spc="21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22910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Gom</a:t>
            </a:r>
            <a:r>
              <a:rPr lang="en-US" sz="36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lọc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762750" y="34290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143750" y="3733800"/>
            <a:ext cx="400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43750" y="422910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1.500</a:t>
            </a:r>
            <a:r>
              <a:rPr lang="en-US" sz="36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viên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2611100" y="34290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992100" y="3733800"/>
            <a:ext cx="400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800" b="1" spc="160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</a:t>
            </a:r>
            <a:r>
              <a:rPr lang="en-US" sz="1800" b="1" spc="213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92100" y="422910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36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36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chấm</a:t>
            </a:r>
            <a:r>
              <a:rPr lang="en-US" sz="36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endParaRPr lang="en-US" sz="3600" dirty="0"/>
          </a:p>
        </p:txBody>
      </p:sp>
      <p:sp>
        <p:nvSpPr>
          <p:cNvPr id="13" name="Connector line-1792376592105-948544468"/>
          <p:cNvSpPr/>
          <p:nvPr/>
        </p:nvSpPr>
        <p:spPr>
          <a:xfrm>
            <a:off x="5734050" y="4857750"/>
            <a:ext cx="9715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76592105-468438840"/>
          <p:cNvSpPr/>
          <p:nvPr/>
        </p:nvSpPr>
        <p:spPr>
          <a:xfrm>
            <a:off x="11582400" y="4857750"/>
            <a:ext cx="9715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7048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Chấm thẳng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triệu: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chậm,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kịp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1,5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8fbbf8a6-6344-43a8-83f4-8263a6adc4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lọc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66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hạng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 chấm</a:t>
            </a:r>
            <a:r>
              <a:rPr lang="en-US" sz="28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tweet</a:t>
            </a:r>
            <a:r>
              <a:rPr lang="en-US" sz="28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53415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515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915150" y="44767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</a:t>
            </a:r>
            <a:r>
              <a:rPr lang="en-US" sz="28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trang,</a:t>
            </a:r>
            <a:r>
              <a:rPr lang="en-US" sz="28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1539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3490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534900" y="44767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7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Trộn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 quảng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cáo,</a:t>
            </a:r>
            <a:r>
              <a:rPr lang="en-US" sz="28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8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soạn;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10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1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122008f-fb35-4c6e-8942-5dafdc213e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3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chặng,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tiếng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9875520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38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Trong</a:t>
                      </a:r>
                      <a:r>
                        <a:rPr lang="en-US" sz="2250" b="1" dirty="0" spc="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r>
                        <a:rPr lang="en-US" sz="2250" b="1" dirty="0" spc="-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nguồn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38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Trong</a:t>
                      </a:r>
                      <a:r>
                        <a:rPr lang="en-US" sz="2250" b="1" dirty="0" spc="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r>
                        <a:rPr lang="en-US" sz="2250" b="1" dirty="0" spc="-7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2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Candidate</a:t>
                      </a:r>
                      <a:r>
                        <a:rPr lang="en-US" sz="2250" dirty="0" spc="-10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Sourcing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Gom</a:t>
                      </a:r>
                      <a:r>
                        <a:rPr lang="en-US" sz="2250" dirty="0" spc="2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ứng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viên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Global</a:t>
                      </a:r>
                      <a:r>
                        <a:rPr lang="en-US" sz="2250" dirty="0" spc="-1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Filtering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Lọc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5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Scoring</a:t>
                      </a:r>
                      <a:r>
                        <a:rPr lang="en-US" sz="2250" dirty="0" spc="3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&amp;</a:t>
                      </a:r>
                      <a:r>
                        <a:rPr lang="en-US" sz="2250" dirty="0" spc="-15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Ranking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Chấm</a:t>
                      </a:r>
                      <a:r>
                        <a:rPr lang="en-US" sz="2250" dirty="0" spc="1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điểm</a:t>
                      </a:r>
                      <a:r>
                        <a:rPr lang="en-US" sz="2250" dirty="0" spc="-1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 xếp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Filtering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Lọc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250" dirty="0" spc="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đa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dạng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Mixing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Trộn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4295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78295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83629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bd0e6549-e13d-426a-98f3-9a81aaa4d2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2026-10-19T02:23:56Z</dcterms:created>
  <dcterms:modified xsi:type="dcterms:W3CDTF">2026-10-19T02:23:56Z</dcterms:modified>
</cp:coreProperties>
</file>