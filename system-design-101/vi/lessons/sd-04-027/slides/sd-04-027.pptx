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64072" rIns="0" bIns="-64072" rtlCol="0" anchor="t"/>
          <a:lstStyle/>
          <a:p>
            <a:pPr algn="l" indent="0" marL="0">
              <a:lnSpc>
                <a:spcPts val="7849"/>
              </a:lnSpc>
              <a:buNone/>
            </a:pPr>
            <a:r>
              <a:rPr lang="en-US" sz="7475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47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475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SQL</a:t>
            </a:r>
            <a:r>
              <a:rPr lang="en-US" sz="7475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475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475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475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7475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475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1428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100" dirty="0"/>
          </a:p>
        </p:txBody>
      </p:sp>
      <p:sp>
        <p:nvSpPr>
          <p:cNvPr id="6" name="Connector line-1792370006739-524992225"/>
          <p:cNvSpPr/>
          <p:nvPr/>
        </p:nvSpPr>
        <p:spPr>
          <a:xfrm>
            <a:off x="1905000" y="6667500"/>
            <a:ext cx="14478000" cy="0"/>
          </a:xfrm>
          <a:prstGeom prst="line">
            <a:avLst/>
          </a:prstGeom>
          <a:noFill/>
          <a:ln w="952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619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148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104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060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016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B4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97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671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cú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3627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539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b="1" dirty="0" spc="-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049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sd-04-027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a6b779-91f6-4bc5-b215-a9808ec76a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Gây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PostgreSQL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95400" y="7620000"/>
            <a:ext cx="44196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532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342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42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200.000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21920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573000" y="68199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9991" rIns="0" bIns="-9991" rtlCol="0" anchor="t"/>
          <a:lstStyle/>
          <a:p>
            <a:pPr algn="l" indent="0" marL="0">
              <a:lnSpc>
                <a:spcPts val="3547"/>
              </a:lnSpc>
              <a:buNone/>
            </a:pPr>
            <a:r>
              <a:rPr lang="en-US" sz="2627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627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627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627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627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27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627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7c237-2c3f-4510-97fa-d4543751c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17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PHÂN TÍCH CÚ PHÁP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776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180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52425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810000"/>
            <a:ext cx="3048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6572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33433" rIns="0" bIns="-33433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cú</a:t>
            </a:r>
            <a:r>
              <a:rPr lang="en-US" sz="39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pháp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47625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richtext-1792370051413-238228708"/>
          <p:cNvSpPr/>
          <p:nvPr/>
        </p:nvSpPr>
        <p:spPr>
          <a:xfrm>
            <a:off x="51435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 psql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2776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richtext-1792370051432-893351082"/>
          <p:cNvSpPr/>
          <p:nvPr/>
        </p:nvSpPr>
        <p:spPr>
          <a:xfrm>
            <a:off x="116586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Socket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inet_server_addr()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7625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richtext-1792370051440-998867814"/>
          <p:cNvSpPr/>
          <p:nvPr/>
        </p:nvSpPr>
        <p:spPr>
          <a:xfrm>
            <a:off x="5143500" y="661035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2776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58600" y="66103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658600" y="7239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syntax</a:t>
            </a:r>
            <a:r>
              <a:rPr lang="en-US" sz="2400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r>
              <a:rPr lang="en-US" sz="2400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</a:t>
            </a:r>
            <a:r>
              <a:rPr lang="en-US" sz="2400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</a:t>
            </a:r>
            <a:r>
              <a:rPr lang="en-US" sz="240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near</a:t>
            </a:r>
            <a:r>
              <a:rPr lang="en-US" sz="2400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"selec"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91ecca-6149-48cd-80c3-2fc0145ab5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NGHĨA, VIẾT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Giờ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mục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1800" dirty="0"/>
          </a:p>
        </p:txBody>
      </p:sp>
      <p:sp>
        <p:nvSpPr>
          <p:cNvPr id="6" name="Text richtext-1792370067952-835437861"/>
          <p:cNvSpPr/>
          <p:nvPr/>
        </p:nvSpPr>
        <p:spPr>
          <a:xfrm>
            <a:off x="12954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Mở,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954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5811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don_hang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5811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relation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"don_hang"</a:t>
            </a:r>
            <a:r>
              <a:rPr lang="en-US" sz="21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does</a:t>
            </a:r>
            <a:r>
              <a:rPr lang="en-US" sz="2100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exist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 vào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bảng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7536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0393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count(*)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big_orders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0393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orders,</a:t>
            </a:r>
            <a:r>
              <a:rPr lang="en-US" sz="2100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100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tách: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BEGIN,</a:t>
            </a:r>
            <a:r>
              <a:rPr lang="en-US" sz="22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ROLLBACK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ngữ pháp.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80f0602-61f9-4c99-8a84-96a73c30cc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Ước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 phí, chọn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amount,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lọc: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954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396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9105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667500" y="46482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2039600" y="442912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40080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&lt;</a:t>
            </a:r>
            <a:r>
              <a:rPr lang="en-US" sz="3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667500" y="62865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185.573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6667500" y="6819900"/>
            <a:ext cx="495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93%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039600" y="623887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 cả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chỉ mục gần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quét.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e9fec0c-6931-46a4-a713-8c249545d1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(ANALYZE,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BUFFERS)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liền:</a:t>
            </a:r>
            <a:endParaRPr lang="en-US" sz="2400" dirty="0"/>
          </a:p>
        </p:txBody>
      </p:sp>
      <p:sp>
        <p:nvSpPr>
          <p:cNvPr id="5" name="Connector line-1792370105583-272360915"/>
          <p:cNvSpPr/>
          <p:nvPr/>
        </p:nvSpPr>
        <p:spPr>
          <a:xfrm>
            <a:off x="3105150" y="4476750"/>
            <a:ext cx="12077700" cy="0"/>
          </a:xfrm>
          <a:prstGeom prst="line">
            <a:avLst/>
          </a:prstGeom>
          <a:noFill/>
          <a:ln w="95250">
            <a:solidFill>
              <a:srgbClr val="CFE8E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2857500" y="4229100"/>
            <a:ext cx="495300" cy="4953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6B6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635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493520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5905500"/>
            <a:ext cx="3619500" cy="590550"/>
          </a:xfrm>
          <a:prstGeom prst="rect">
            <a:avLst/>
          </a:prstGeom>
          <a:noFill/>
          <a:ln/>
        </p:spPr>
        <p:txBody>
          <a:bodyPr wrap="square" lIns="0" tIns="9802" rIns="0" bIns="-9802" rtlCol="0" anchor="t"/>
          <a:lstStyle/>
          <a:p>
            <a:pPr algn="l" indent="0" marL="0">
              <a:lnSpc>
                <a:spcPts val="3478"/>
              </a:lnSpc>
              <a:buNone/>
            </a:pP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576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76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76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76" dirty="0"/>
          </a:p>
        </p:txBody>
      </p:sp>
      <p:sp>
        <p:nvSpPr>
          <p:cNvPr id="12" name="Shape 10"/>
          <p:cNvSpPr/>
          <p:nvPr/>
        </p:nvSpPr>
        <p:spPr>
          <a:xfrm>
            <a:off x="6096000" y="5143500"/>
            <a:ext cx="6096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54483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77000" y="5867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read=1082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77000" y="6858000"/>
            <a:ext cx="5334000" cy="48577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1.082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9921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33731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373100" y="586740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hit=1082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3373100" y="7048500"/>
            <a:ext cx="36195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1.082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dfb34a8-35dc-4330-9c75-31c892312f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 khác.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MVCC.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của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cfb25d4-f018-4d65-95c8-28a87dea9f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lỗi: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550" dirty="0"/>
          </a:p>
        </p:txBody>
      </p:sp>
      <p:sp>
        <p:nvSpPr>
          <p:cNvPr id="5" name="Connector line-1792370146071-286592836"/>
          <p:cNvSpPr/>
          <p:nvPr/>
        </p:nvSpPr>
        <p:spPr>
          <a:xfrm>
            <a:off x="6153150" y="3524250"/>
            <a:ext cx="3619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610350" y="3048000"/>
            <a:ext cx="1076325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51435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0535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5334000"/>
            <a:ext cx="4381500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610350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91350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6991350" y="5334000"/>
            <a:ext cx="4429125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82475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563475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63475" y="5334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AccessShareLock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DROP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867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901c8-3128-4510-9681-fe9293462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PG_LOCKS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6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AccessShareLock</a:t>
            </a:r>
            <a:endParaRPr lang="en-US" sz="4200" dirty="0"/>
          </a:p>
        </p:txBody>
      </p:sp>
      <p:sp>
        <p:nvSpPr>
          <p:cNvPr id="7" name="Text richtext-1792370162412-991794198"/>
          <p:cNvSpPr/>
          <p:nvPr/>
        </p:nvSpPr>
        <p:spPr>
          <a:xfrm>
            <a:off x="12954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 giữ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UPDATE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RowExclusiveLock</a:t>
            </a:r>
            <a:endParaRPr lang="en-US" sz="4200" dirty="0"/>
          </a:p>
        </p:txBody>
      </p:sp>
      <p:sp>
        <p:nvSpPr>
          <p:cNvPr id="11" name="Text richtext-1792370162432-954351555"/>
          <p:cNvSpPr/>
          <p:nvPr/>
        </p:nvSpPr>
        <p:spPr>
          <a:xfrm>
            <a:off x="97536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191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e484839-922a-488a-9a51-80c7df1327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810000" y="3352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10000" y="38481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000625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248275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810000" y="5305425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 Control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810000" y="5800725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250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 đúng thứ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2009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MVCC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810000" y="72580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Multi-Version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810000" y="775335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bản: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468100" y="3048000"/>
            <a:ext cx="5905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849100" y="3390900"/>
            <a:ext cx="5143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179158-725275685"/>
          <p:cNvSpPr/>
          <p:nvPr/>
        </p:nvSpPr>
        <p:spPr>
          <a:xfrm>
            <a:off x="11849100" y="3943350"/>
            <a:ext cx="5143500" cy="4381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Overview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Internals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97ebac6-064c-4b1b-8257-fc0b6fa52e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2026-10-19T01:41:56Z</dcterms:created>
  <dcterms:modified xsi:type="dcterms:W3CDTF">2026-10-19T01:41:56Z</dcterms:modified>
</cp:coreProperties>
</file>