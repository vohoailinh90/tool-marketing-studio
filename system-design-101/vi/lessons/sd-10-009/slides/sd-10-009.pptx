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2001500" cy="4000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8100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sang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391150"/>
            <a:ext cx="9906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dirty="0" spc="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4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nhận?</a:t>
            </a:r>
            <a:endParaRPr lang="en-US" sz="2850" dirty="0"/>
          </a:p>
        </p:txBody>
      </p:sp>
      <p:sp>
        <p:nvSpPr>
          <p:cNvPr id="5" name="Connector line-1792338660827-689517942"/>
          <p:cNvSpPr/>
          <p:nvPr/>
        </p:nvSpPr>
        <p:spPr>
          <a:xfrm>
            <a:off x="914400" y="6819900"/>
            <a:ext cx="100965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914400" y="8096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438525" y="6953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3438525" y="8096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máy:</a:t>
            </a:r>
            <a:r>
              <a:rPr lang="en-US" sz="1800" dirty="0" spc="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62650" y="6953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962650" y="80962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486775" y="6953250"/>
            <a:ext cx="2476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8486775" y="8096250"/>
            <a:ext cx="24765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1800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8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bọc:</a:t>
            </a:r>
            <a:r>
              <a:rPr lang="en-US" sz="1800" dirty="0" spc="-2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TCP,</a:t>
            </a:r>
            <a:r>
              <a:rPr lang="en-US" sz="180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1800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772900" y="914400"/>
            <a:ext cx="5600700" cy="21336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115800" y="1238250"/>
            <a:ext cx="495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115800" y="1695450"/>
            <a:ext cx="5048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b="1" dirty="0" spc="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2115800" y="232410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1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100" dirty="0" spc="-2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</a:t>
            </a:r>
            <a:endParaRPr lang="en-US" sz="2100" dirty="0"/>
          </a:p>
        </p:txBody>
      </p:sp>
      <p:sp>
        <p:nvSpPr>
          <p:cNvPr id="18" name="Connector line-1792338660854-721667742"/>
          <p:cNvSpPr/>
          <p:nvPr/>
        </p:nvSpPr>
        <p:spPr>
          <a:xfrm>
            <a:off x="14573250" y="3086100"/>
            <a:ext cx="0" cy="4572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1772900" y="3581400"/>
            <a:ext cx="5600700" cy="21336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115800" y="3905250"/>
            <a:ext cx="495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115800" y="4362450"/>
            <a:ext cx="5048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2115800" y="499110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router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endParaRPr lang="en-US" sz="2100" dirty="0"/>
          </a:p>
        </p:txBody>
      </p:sp>
      <p:sp>
        <p:nvSpPr>
          <p:cNvPr id="23" name="Connector line-1792338660860-729370451"/>
          <p:cNvSpPr/>
          <p:nvPr/>
        </p:nvSpPr>
        <p:spPr>
          <a:xfrm>
            <a:off x="14573250" y="5753100"/>
            <a:ext cx="0" cy="4572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1772900" y="6248400"/>
            <a:ext cx="5600700" cy="2133600"/>
          </a:xfrm>
          <a:prstGeom prst="roundRect">
            <a:avLst>
              <a:gd name="adj" fmla="val 12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115800" y="6572250"/>
            <a:ext cx="495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15800" y="7029450"/>
            <a:ext cx="5048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2115800" y="7658100"/>
            <a:ext cx="514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65a4dcc1-59bb-424b-9841-fddd04f35b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5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chat,</a:t>
            </a:r>
            <a:endParaRPr lang="en-US" sz="7500" dirty="0"/>
          </a:p>
          <a:p>
            <a:pPr algn="l" indent="0" marL="0">
              <a:lnSpc>
                <a:spcPts val="7875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1905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 này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kia.</a:t>
            </a:r>
            <a:r>
              <a:rPr lang="en-US" sz="2700" dirty="0" spc="-8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619750"/>
            <a:ext cx="7620000" cy="2952750"/>
          </a:xfrm>
          <a:prstGeom prst="roundRect">
            <a:avLst>
              <a:gd name="adj" fmla="val 903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9245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richtext-1792338698888-849192056"/>
          <p:cNvSpPr/>
          <p:nvPr/>
        </p:nvSpPr>
        <p:spPr>
          <a:xfrm>
            <a:off x="1257300" y="6400800"/>
            <a:ext cx="7048500" cy="2095500"/>
          </a:xfrm>
          <a:prstGeom prst="rect">
            <a:avLst/>
          </a:prstGeom>
          <a:noFill/>
          <a:ln/>
        </p:spPr>
        <p:txBody>
          <a:bodyPr wrap="square" lIns="0" tIns="9438" rIns="0" bIns="-9438" rtlCol="0" anchor="t"/>
          <a:lstStyle/>
          <a:p>
            <a:pPr algn="l" marL="314325" indent="-224566">
              <a:lnSpc>
                <a:spcPts val="3341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75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75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75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75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75" dirty="0"/>
          </a:p>
          <a:p>
            <a:pPr algn="l" marL="314325" indent="-224566">
              <a:lnSpc>
                <a:spcPts val="3341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75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75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75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75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75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bóc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nào</a:t>
            </a:r>
            <a:endParaRPr lang="en-US" sz="2475" dirty="0"/>
          </a:p>
          <a:p>
            <a:pPr algn="l" marL="314325" indent="-224566">
              <a:lnSpc>
                <a:spcPts val="3341"/>
              </a:lnSpc>
              <a:buSzPct val="100000"/>
              <a:buFont typeface="Arial"/>
              <a:buChar char="•"/>
            </a:pPr>
            <a:r>
              <a:rPr lang="en-US" sz="2475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475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75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75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đệm,</a:t>
            </a:r>
            <a:r>
              <a:rPr lang="en-US" sz="2475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ngắt,</a:t>
            </a:r>
            <a:r>
              <a:rPr lang="en-US" sz="2475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lớp</a:t>
            </a:r>
            <a:endParaRPr lang="en-US" sz="2475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192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TOÀN</a:t>
            </a:r>
            <a:r>
              <a:rPr lang="en-US" sz="18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0" y="1714500"/>
            <a:ext cx="67056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1714500"/>
            <a:ext cx="67056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950" b="1" spc="15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  <a:p>
            <a:pPr algn="ctr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b="1" dirty="0" spc="5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12" name="Connector line-1792338698920-677024633"/>
          <p:cNvSpPr/>
          <p:nvPr/>
        </p:nvSpPr>
        <p:spPr>
          <a:xfrm>
            <a:off x="13258800" y="3371850"/>
            <a:ext cx="0" cy="6858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906000" y="4095750"/>
            <a:ext cx="6705600" cy="2190750"/>
          </a:xfrm>
          <a:prstGeom prst="roundRect">
            <a:avLst>
              <a:gd name="adj" fmla="val 10435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06000" y="4305300"/>
            <a:ext cx="6705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ĐI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1950" dirty="0"/>
          </a:p>
        </p:txBody>
      </p:sp>
      <p:sp>
        <p:nvSpPr>
          <p:cNvPr id="15" name="Connector line-1792338698924-528579692"/>
          <p:cNvSpPr/>
          <p:nvPr/>
        </p:nvSpPr>
        <p:spPr>
          <a:xfrm>
            <a:off x="11372850" y="5257800"/>
            <a:ext cx="428625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dash"/>
            <a:headEnd type="none"/>
            <a:tailEnd type="none"/>
          </a:ln>
        </p:spPr>
      </p:sp>
      <p:sp>
        <p:nvSpPr>
          <p:cNvPr id="16" name="Connector line-1792338698924-559218788"/>
          <p:cNvSpPr/>
          <p:nvPr/>
        </p:nvSpPr>
        <p:spPr>
          <a:xfrm>
            <a:off x="13039725" y="5257800"/>
            <a:ext cx="428625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dash"/>
            <a:headEnd type="none"/>
            <a:tailEnd type="none"/>
          </a:ln>
        </p:spPr>
      </p:sp>
      <p:sp>
        <p:nvSpPr>
          <p:cNvPr id="17" name="Connector line-1792338698925-684768516"/>
          <p:cNvSpPr/>
          <p:nvPr/>
        </p:nvSpPr>
        <p:spPr>
          <a:xfrm>
            <a:off x="14706600" y="5257800"/>
            <a:ext cx="428625" cy="0"/>
          </a:xfrm>
          <a:prstGeom prst="line">
            <a:avLst/>
          </a:prstGeom>
          <a:noFill/>
          <a:ln w="28575">
            <a:solidFill>
              <a:srgbClr val="B45309"/>
            </a:solidFill>
            <a:prstDash val="dash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0134600" y="4953000"/>
            <a:ext cx="1238250" cy="6096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1801475" y="4953000"/>
            <a:ext cx="1238250" cy="6096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switch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468350" y="4953000"/>
            <a:ext cx="1238250" cy="6096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5135225" y="4953000"/>
            <a:ext cx="1238250" cy="609600"/>
          </a:xfrm>
          <a:prstGeom prst="roundRect">
            <a:avLst>
              <a:gd name="adj" fmla="val 25000"/>
            </a:avLst>
          </a:prstGeom>
          <a:solidFill>
            <a:srgbClr val="FBF8F2"/>
          </a:solidFill>
          <a:ln w="1905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switch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9906000" y="5772150"/>
            <a:ext cx="670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nhiều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router và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endParaRPr lang="en-US" sz="1950" dirty="0"/>
          </a:p>
        </p:txBody>
      </p:sp>
      <p:sp>
        <p:nvSpPr>
          <p:cNvPr id="23" name="Connector line-1792338698936-850422835"/>
          <p:cNvSpPr/>
          <p:nvPr/>
        </p:nvSpPr>
        <p:spPr>
          <a:xfrm>
            <a:off x="13258800" y="6324600"/>
            <a:ext cx="0" cy="5905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906000" y="6953250"/>
            <a:ext cx="67056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06000" y="6953250"/>
            <a:ext cx="67056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  <a:p>
            <a:pPr algn="ctr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ea180037-dd57-4588-aa50-060d7720e7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chat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72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7200" dirty="0" spc="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 đầu</a:t>
            </a:r>
            <a:r>
              <a:rPr lang="en-US" sz="31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5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700" dirty="0" spc="4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3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9115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user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162300" y="539115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send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600700" y="53911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kernel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63246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6294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richtext-1792338732547-633024660"/>
          <p:cNvSpPr/>
          <p:nvPr/>
        </p:nvSpPr>
        <p:spPr>
          <a:xfrm>
            <a:off x="1257300" y="70866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gian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525000" y="1676400"/>
            <a:ext cx="7467600" cy="2762250"/>
          </a:xfrm>
          <a:prstGeom prst="roundRect">
            <a:avLst>
              <a:gd name="adj" fmla="val 8276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10750" y="1885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(user space)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239500" y="2762250"/>
            <a:ext cx="4038600" cy="1238250"/>
          </a:xfrm>
          <a:prstGeom prst="roundRect">
            <a:avLst>
              <a:gd name="adj" fmla="val 1846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0477500" y="3095625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525000" y="4914900"/>
            <a:ext cx="7467600" cy="3371850"/>
          </a:xfrm>
          <a:prstGeom prst="roundRect">
            <a:avLst>
              <a:gd name="adj" fmla="val 678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10750" y="51244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800" b="1" spc="14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(kernel</a:t>
            </a:r>
            <a:r>
              <a:rPr lang="en-US" sz="18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space)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239500" y="5905500"/>
            <a:ext cx="40386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239500" y="6019800"/>
            <a:ext cx="4038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b="1" dirty="0" spc="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850" dirty="0"/>
          </a:p>
        </p:txBody>
      </p:sp>
      <p:sp>
        <p:nvSpPr>
          <p:cNvPr id="22" name="Shape 20"/>
          <p:cNvSpPr/>
          <p:nvPr/>
        </p:nvSpPr>
        <p:spPr>
          <a:xfrm>
            <a:off x="11696700" y="6686550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7C93FF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344400" y="6686550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7C93FF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992100" y="6686550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639800" y="6686550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0" y="6686550"/>
            <a:ext cx="533400" cy="266700"/>
          </a:xfrm>
          <a:prstGeom prst="roundRect">
            <a:avLst>
              <a:gd name="adj" fmla="val 21429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7500" y="6238875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400" dirty="0"/>
          </a:p>
        </p:txBody>
      </p:sp>
      <p:sp>
        <p:nvSpPr>
          <p:cNvPr id="28" name="Connector line-1792338732569-761850774"/>
          <p:cNvSpPr/>
          <p:nvPr/>
        </p:nvSpPr>
        <p:spPr>
          <a:xfrm>
            <a:off x="13258800" y="4038600"/>
            <a:ext cx="0" cy="180975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9" name="Connector line-1792338732569-551649760"/>
          <p:cNvSpPr/>
          <p:nvPr/>
        </p:nvSpPr>
        <p:spPr>
          <a:xfrm>
            <a:off x="13258800" y="7181850"/>
            <a:ext cx="0" cy="7239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3525500" y="7410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9f85323f-037e-4df7-b37c-e6320b78d5a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5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Bọc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tiêu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3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TCP,</a:t>
            </a:r>
            <a:r>
              <a:rPr lang="en-US" sz="31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3150" b="1" dirty="0" spc="-1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b="1" dirty="0" spc="-3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đề.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Qdisc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9115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TCP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305050" y="5391150"/>
            <a:ext cx="9525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3409950" y="5391150"/>
            <a:ext cx="1238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4800600" y="5391150"/>
            <a:ext cx="1524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qdisc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63246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6294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richtext-1792338839321-616517794"/>
          <p:cNvSpPr/>
          <p:nvPr/>
        </p:nvSpPr>
        <p:spPr>
          <a:xfrm>
            <a:off x="1257300" y="70866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Qdisc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nhân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1811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 XẾP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BỌC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19250"/>
            <a:ext cx="7467600" cy="4476750"/>
          </a:xfrm>
          <a:prstGeom prst="roundRect">
            <a:avLst>
              <a:gd name="adj" fmla="val 5957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9829800" y="17716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182600" y="1828800"/>
            <a:ext cx="3524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6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0" y="2247900"/>
            <a:ext cx="6896100" cy="3562350"/>
          </a:xfrm>
          <a:prstGeom prst="roundRect">
            <a:avLst>
              <a:gd name="adj" fmla="val 6417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10115550" y="240030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4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182600" y="2457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</a:t>
            </a:r>
            <a:r>
              <a:rPr lang="en-US" sz="1800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096500" y="2876550"/>
            <a:ext cx="6324600" cy="2647950"/>
          </a:xfrm>
          <a:prstGeom prst="roundRect">
            <a:avLst>
              <a:gd name="adj" fmla="val 7914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01300" y="30289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24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400" b="1" dirty="0" spc="-2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182600" y="3086100"/>
            <a:ext cx="2952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bọc</a:t>
            </a:r>
            <a:r>
              <a:rPr lang="en-US" sz="1800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477500" y="3657600"/>
            <a:ext cx="5562600" cy="1485900"/>
          </a:xfrm>
          <a:prstGeom prst="roundRect">
            <a:avLst>
              <a:gd name="adj" fmla="val 12821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33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3300" dirty="0"/>
          </a:p>
        </p:txBody>
      </p:sp>
      <p:sp>
        <p:nvSpPr>
          <p:cNvPr id="25" name="Connector line-1792338839347-631231257"/>
          <p:cNvSpPr/>
          <p:nvPr/>
        </p:nvSpPr>
        <p:spPr>
          <a:xfrm>
            <a:off x="13258800" y="6134100"/>
            <a:ext cx="0" cy="6477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25000" y="6819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lgDash"/>
          </a:ln>
        </p:spPr>
      </p:sp>
      <p:sp>
        <p:nvSpPr>
          <p:cNvPr id="27" name="Text 25"/>
          <p:cNvSpPr/>
          <p:nvPr/>
        </p:nvSpPr>
        <p:spPr>
          <a:xfrm>
            <a:off x="9525000" y="6819900"/>
            <a:ext cx="74676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50"/>
              </a:spcAft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qdisc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(Queueing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Disciplines)</a:t>
            </a:r>
            <a:endParaRPr lang="en-US" sz="2400" dirty="0"/>
          </a:p>
          <a:p>
            <a:pPr algn="ctr" indent="0" marL="0">
              <a:buNone/>
            </a:pPr>
            <a:r>
              <a:rPr lang="en-US" sz="2100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2100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de1f062-d382-44d8-b6aa-d5583cae1c7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19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9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card</a:t>
            </a:r>
            <a:r>
              <a:rPr lang="en-US" sz="72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mạng,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72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Internet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6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31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150" b="1" dirty="0" spc="2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1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150" b="1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NIC qua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NIC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91150"/>
            <a:ext cx="1047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114550" y="539115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ring</a:t>
            </a:r>
            <a:r>
              <a:rPr lang="en-US" sz="21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buffer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457700" y="539115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6038850" y="539115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switch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63246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6294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richtext-1792339098533-983485362"/>
          <p:cNvSpPr/>
          <p:nvPr/>
        </p:nvSpPr>
        <p:spPr>
          <a:xfrm>
            <a:off x="1257300" y="7086600"/>
            <a:ext cx="70485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router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525000" y="1238250"/>
            <a:ext cx="7467600" cy="1905000"/>
          </a:xfrm>
          <a:prstGeom prst="roundRect">
            <a:avLst>
              <a:gd name="adj" fmla="val 12000"/>
            </a:avLst>
          </a:prstGeom>
          <a:solidFill>
            <a:srgbClr val="14161C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10750" y="1409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9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810750" y="2000250"/>
            <a:ext cx="3143250" cy="914400"/>
          </a:xfrm>
          <a:prstGeom prst="roundRect">
            <a:avLst>
              <a:gd name="adj" fmla="val 208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0" y="2000250"/>
            <a:ext cx="2990850" cy="914400"/>
          </a:xfrm>
          <a:prstGeom prst="roundRect">
            <a:avLst>
              <a:gd name="adj" fmla="val 20833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endParaRPr lang="en-US" sz="3000" dirty="0"/>
          </a:p>
        </p:txBody>
      </p:sp>
      <p:sp>
        <p:nvSpPr>
          <p:cNvPr id="18" name="Connector line-1792339098558-872553107"/>
          <p:cNvSpPr/>
          <p:nvPr/>
        </p:nvSpPr>
        <p:spPr>
          <a:xfrm>
            <a:off x="12992100" y="2457450"/>
            <a:ext cx="6858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Connector line-1792339098558-896489831"/>
          <p:cNvSpPr/>
          <p:nvPr/>
        </p:nvSpPr>
        <p:spPr>
          <a:xfrm>
            <a:off x="15211425" y="2952750"/>
            <a:ext cx="0" cy="81915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525000" y="3810000"/>
            <a:ext cx="7467600" cy="2476500"/>
          </a:xfrm>
          <a:prstGeom prst="roundRect">
            <a:avLst>
              <a:gd name="adj" fmla="val 9231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10750" y="3981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endParaRPr lang="en-US" sz="1800" dirty="0"/>
          </a:p>
        </p:txBody>
      </p:sp>
      <p:sp>
        <p:nvSpPr>
          <p:cNvPr id="22" name="Connector line-1792339098561-124079534"/>
          <p:cNvSpPr/>
          <p:nvPr/>
        </p:nvSpPr>
        <p:spPr>
          <a:xfrm>
            <a:off x="11315700" y="5000625"/>
            <a:ext cx="3429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dash"/>
            <a:headEnd type="none"/>
            <a:tailEnd type="none"/>
          </a:ln>
        </p:spPr>
      </p:sp>
      <p:sp>
        <p:nvSpPr>
          <p:cNvPr id="23" name="Connector line-1792339098561-688687675"/>
          <p:cNvSpPr/>
          <p:nvPr/>
        </p:nvSpPr>
        <p:spPr>
          <a:xfrm>
            <a:off x="13087350" y="5000625"/>
            <a:ext cx="3429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dash"/>
            <a:headEnd type="none"/>
            <a:tailEnd type="none"/>
          </a:ln>
        </p:spPr>
      </p:sp>
      <p:sp>
        <p:nvSpPr>
          <p:cNvPr id="24" name="Connector line-1792339098561-954804344"/>
          <p:cNvSpPr/>
          <p:nvPr/>
        </p:nvSpPr>
        <p:spPr>
          <a:xfrm>
            <a:off x="14859000" y="5000625"/>
            <a:ext cx="342900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dash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9886950" y="4667250"/>
            <a:ext cx="1428750" cy="666750"/>
          </a:xfrm>
          <a:prstGeom prst="roundRect">
            <a:avLst>
              <a:gd name="adj" fmla="val 2285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658600" y="4667250"/>
            <a:ext cx="1428750" cy="666750"/>
          </a:xfrm>
          <a:prstGeom prst="roundRect">
            <a:avLst>
              <a:gd name="adj" fmla="val 2285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switch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13430250" y="4667250"/>
            <a:ext cx="1428750" cy="666750"/>
          </a:xfrm>
          <a:prstGeom prst="roundRect">
            <a:avLst>
              <a:gd name="adj" fmla="val 2285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router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5201900" y="4667250"/>
            <a:ext cx="1428750" cy="666750"/>
          </a:xfrm>
          <a:prstGeom prst="roundRect">
            <a:avLst>
              <a:gd name="adj" fmla="val 22857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switch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9810750" y="56388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nhiều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router và</a:t>
            </a:r>
            <a:r>
              <a:rPr lang="en-US" sz="19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switch</a:t>
            </a:r>
            <a:endParaRPr lang="en-US" sz="1950" dirty="0"/>
          </a:p>
        </p:txBody>
      </p:sp>
      <p:sp>
        <p:nvSpPr>
          <p:cNvPr id="30" name="Connector line-1792339098571-468568876"/>
          <p:cNvSpPr/>
          <p:nvPr/>
        </p:nvSpPr>
        <p:spPr>
          <a:xfrm>
            <a:off x="15211425" y="6324600"/>
            <a:ext cx="0" cy="4953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25000" y="68580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810750" y="70294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810750" y="7448550"/>
            <a:ext cx="6896100" cy="666750"/>
          </a:xfrm>
          <a:prstGeom prst="roundRect">
            <a:avLst>
              <a:gd name="adj" fmla="val 25714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af80102f-4e10-4985-909a-37a11547e5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Ngắt</a:t>
            </a:r>
            <a:r>
              <a:rPr lang="en-US" sz="7200" dirty="0" spc="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cứng,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rồi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ngắt</a:t>
            </a: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 đầu</a:t>
            </a:r>
            <a:r>
              <a:rPr lang="en-US" sz="31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b="1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 đặt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9115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10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2876550" y="5391150"/>
            <a:ext cx="1714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 mềm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4743450" y="5391150"/>
            <a:ext cx="1809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ksoftirqd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63246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553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richtext-1792339134356-101515661"/>
          <p:cNvSpPr/>
          <p:nvPr/>
        </p:nvSpPr>
        <p:spPr>
          <a:xfrm>
            <a:off x="1257300" y="6991350"/>
            <a:ext cx="714375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cứng: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mềm: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ksoftirqd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ksoftirqd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Connector line-1792339134367-660326653"/>
          <p:cNvSpPr/>
          <p:nvPr/>
        </p:nvSpPr>
        <p:spPr>
          <a:xfrm>
            <a:off x="10344150" y="2133600"/>
            <a:ext cx="0" cy="6172200"/>
          </a:xfrm>
          <a:prstGeom prst="line">
            <a:avLst/>
          </a:prstGeom>
          <a:noFill/>
          <a:ln w="28575">
            <a:solidFill>
              <a:srgbClr val="6B6A66">
                <a:alpha val="4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4" name="Connector line-1792339134367-160226614"/>
          <p:cNvSpPr/>
          <p:nvPr/>
        </p:nvSpPr>
        <p:spPr>
          <a:xfrm>
            <a:off x="12287250" y="2133600"/>
            <a:ext cx="0" cy="6172200"/>
          </a:xfrm>
          <a:prstGeom prst="line">
            <a:avLst/>
          </a:prstGeom>
          <a:noFill/>
          <a:ln w="28575">
            <a:solidFill>
              <a:srgbClr val="6B6A66">
                <a:alpha val="4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5" name="Connector line-1792339134367-576695689"/>
          <p:cNvSpPr/>
          <p:nvPr/>
        </p:nvSpPr>
        <p:spPr>
          <a:xfrm>
            <a:off x="14230350" y="2133600"/>
            <a:ext cx="0" cy="6172200"/>
          </a:xfrm>
          <a:prstGeom prst="line">
            <a:avLst/>
          </a:prstGeom>
          <a:noFill/>
          <a:ln w="28575">
            <a:solidFill>
              <a:srgbClr val="6B6A66">
                <a:alpha val="4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6" name="Connector line-1792339134367-747162464"/>
          <p:cNvSpPr/>
          <p:nvPr/>
        </p:nvSpPr>
        <p:spPr>
          <a:xfrm>
            <a:off x="16173450" y="2133600"/>
            <a:ext cx="0" cy="6172200"/>
          </a:xfrm>
          <a:prstGeom prst="line">
            <a:avLst/>
          </a:prstGeom>
          <a:noFill/>
          <a:ln w="28575">
            <a:solidFill>
              <a:srgbClr val="6B6A66">
                <a:alpha val="4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525000" y="1238250"/>
            <a:ext cx="1638300" cy="857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1468100" y="1238250"/>
            <a:ext cx="1638300" cy="857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411200" y="1238250"/>
            <a:ext cx="1638300" cy="857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CPU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354300" y="1238250"/>
            <a:ext cx="1638300" cy="85725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ksoftirqd</a:t>
            </a:r>
            <a:endParaRPr lang="en-US" sz="1950" dirty="0"/>
          </a:p>
        </p:txBody>
      </p:sp>
      <p:sp>
        <p:nvSpPr>
          <p:cNvPr id="21" name="Connector line-1792339134375-760934743"/>
          <p:cNvSpPr/>
          <p:nvPr/>
        </p:nvSpPr>
        <p:spPr>
          <a:xfrm>
            <a:off x="10401300" y="3238500"/>
            <a:ext cx="1828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0410825" y="2705100"/>
            <a:ext cx="1809750" cy="419100"/>
          </a:xfrm>
          <a:prstGeom prst="rect">
            <a:avLst/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23" name="Connector line-1792339134378-582777588"/>
          <p:cNvSpPr/>
          <p:nvPr/>
        </p:nvSpPr>
        <p:spPr>
          <a:xfrm>
            <a:off x="10401300" y="4572000"/>
            <a:ext cx="3771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11144250" y="4038600"/>
            <a:ext cx="2286000" cy="419100"/>
          </a:xfrm>
          <a:prstGeom prst="rect">
            <a:avLst/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8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1998" b="1" dirty="0" spc="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1998" dirty="0"/>
          </a:p>
        </p:txBody>
      </p:sp>
      <p:sp>
        <p:nvSpPr>
          <p:cNvPr id="25" name="Connector line-1792339134384-284663825"/>
          <p:cNvSpPr/>
          <p:nvPr/>
        </p:nvSpPr>
        <p:spPr>
          <a:xfrm>
            <a:off x="14287500" y="5905500"/>
            <a:ext cx="18288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4249400" y="5372100"/>
            <a:ext cx="1905000" cy="419100"/>
          </a:xfrm>
          <a:prstGeom prst="rect">
            <a:avLst/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98" b="1" dirty="0" spc="-1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1998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998" dirty="0"/>
          </a:p>
        </p:txBody>
      </p:sp>
      <p:sp>
        <p:nvSpPr>
          <p:cNvPr id="27" name="Connector line-1792339134388-400687619"/>
          <p:cNvSpPr/>
          <p:nvPr/>
        </p:nvSpPr>
        <p:spPr>
          <a:xfrm flipH="1">
            <a:off x="12344400" y="7239000"/>
            <a:ext cx="37719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3087350" y="6705600"/>
            <a:ext cx="2286000" cy="419100"/>
          </a:xfrm>
          <a:prstGeom prst="rect">
            <a:avLst/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9525000" y="83820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đọc: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ab96ead5-79bf-48f7-8562-ad06b51706e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191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17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Mở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lớp,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72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150" b="1" dirty="0" spc="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15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315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 lần</a:t>
            </a:r>
            <a:r>
              <a:rPr lang="en-US" sz="27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lớp,</a:t>
            </a:r>
            <a:r>
              <a:rPr lang="en-US" sz="270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7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391150"/>
            <a:ext cx="2857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924300" y="5391150"/>
            <a:ext cx="11430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219700" y="5391150"/>
            <a:ext cx="1714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6324600"/>
            <a:ext cx="7620000" cy="2247900"/>
          </a:xfrm>
          <a:prstGeom prst="roundRect">
            <a:avLst>
              <a:gd name="adj" fmla="val 1186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5532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richtext-1792339176239-19455039"/>
          <p:cNvSpPr/>
          <p:nvPr/>
        </p:nvSpPr>
        <p:spPr>
          <a:xfrm>
            <a:off x="1257300" y="6991350"/>
            <a:ext cx="714375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4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  <a:p>
            <a:pPr algn="l" marL="304800" indent="-217761">
              <a:lnSpc>
                <a:spcPts val="324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4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3" name="Shape 11"/>
          <p:cNvSpPr/>
          <p:nvPr/>
        </p:nvSpPr>
        <p:spPr>
          <a:xfrm>
            <a:off x="9525000" y="1428750"/>
            <a:ext cx="7467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15500" y="1571625"/>
            <a:ext cx="1047750" cy="1047750"/>
          </a:xfrm>
          <a:prstGeom prst="roundRect">
            <a:avLst>
              <a:gd name="adj" fmla="val 14545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867900" y="1724025"/>
            <a:ext cx="742950" cy="7429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020300" y="18764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53650" y="200977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</p:sp>
      <p:sp>
        <p:nvSpPr>
          <p:cNvPr id="18" name="Text 16"/>
          <p:cNvSpPr/>
          <p:nvPr/>
        </p:nvSpPr>
        <p:spPr>
          <a:xfrm>
            <a:off x="11049000" y="18478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1734800" y="17145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b="1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20" name="Connector line-1792339176253-50878507"/>
          <p:cNvSpPr/>
          <p:nvPr/>
        </p:nvSpPr>
        <p:spPr>
          <a:xfrm>
            <a:off x="13258800" y="2800350"/>
            <a:ext cx="0" cy="400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525000" y="3238500"/>
            <a:ext cx="7467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67900" y="3533775"/>
            <a:ext cx="742950" cy="742950"/>
          </a:xfrm>
          <a:prstGeom prst="roundRect">
            <a:avLst>
              <a:gd name="adj" fmla="val 15385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20300" y="36861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53650" y="381952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1049000" y="36576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734800" y="352425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700" dirty="0"/>
          </a:p>
        </p:txBody>
      </p:sp>
      <p:sp>
        <p:nvSpPr>
          <p:cNvPr id="27" name="Connector line-1792339176258-372788174"/>
          <p:cNvSpPr/>
          <p:nvPr/>
        </p:nvSpPr>
        <p:spPr>
          <a:xfrm>
            <a:off x="13258800" y="4610100"/>
            <a:ext cx="0" cy="400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525000" y="5048250"/>
            <a:ext cx="74676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20300" y="549592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53650" y="5629275"/>
            <a:ext cx="171450" cy="1714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</p:sp>
      <p:sp>
        <p:nvSpPr>
          <p:cNvPr id="31" name="Text 29"/>
          <p:cNvSpPr/>
          <p:nvPr/>
        </p:nvSpPr>
        <p:spPr>
          <a:xfrm>
            <a:off x="11049000" y="546735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1734800" y="5334000"/>
            <a:ext cx="50482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endParaRPr lang="en-US" sz="2700" dirty="0"/>
          </a:p>
        </p:txBody>
      </p:sp>
      <p:sp>
        <p:nvSpPr>
          <p:cNvPr id="33" name="Connector line-1792339176262-735411721"/>
          <p:cNvSpPr/>
          <p:nvPr/>
        </p:nvSpPr>
        <p:spPr>
          <a:xfrm>
            <a:off x="13258800" y="6419850"/>
            <a:ext cx="0" cy="40005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9525000" y="6858000"/>
            <a:ext cx="7467600" cy="1333500"/>
          </a:xfrm>
          <a:prstGeom prst="roundRect">
            <a:avLst>
              <a:gd name="adj" fmla="val 17143"/>
            </a:avLst>
          </a:prstGeom>
          <a:solidFill>
            <a:srgbClr val="3DD6A0"/>
          </a:solidFill>
          <a:ln/>
        </p:spPr>
      </p:sp>
      <p:sp>
        <p:nvSpPr>
          <p:cNvPr id="35" name="Shape 33"/>
          <p:cNvSpPr/>
          <p:nvPr/>
        </p:nvSpPr>
        <p:spPr>
          <a:xfrm>
            <a:off x="10020300" y="7305675"/>
            <a:ext cx="438150" cy="438150"/>
          </a:xfrm>
          <a:prstGeom prst="roundRect">
            <a:avLst>
              <a:gd name="adj" fmla="val 17391"/>
            </a:avLst>
          </a:prstGeom>
          <a:solidFill>
            <a:srgbClr val="14161C"/>
          </a:solidFill>
          <a:ln/>
        </p:spPr>
      </p:sp>
      <p:sp>
        <p:nvSpPr>
          <p:cNvPr id="36" name="Text 34"/>
          <p:cNvSpPr/>
          <p:nvPr/>
        </p:nvSpPr>
        <p:spPr>
          <a:xfrm>
            <a:off x="11049000" y="7277100"/>
            <a:ext cx="4953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1734800" y="6877050"/>
            <a:ext cx="5191125" cy="1295400"/>
          </a:xfrm>
          <a:prstGeom prst="rect">
            <a:avLst/>
          </a:prstGeom>
          <a:noFill/>
          <a:ln/>
        </p:spPr>
        <p:txBody>
          <a:bodyPr wrap="square" lIns="0" tIns="13376" rIns="0" bIns="-13376" rtlCol="0" anchor="ctr"/>
          <a:lstStyle/>
          <a:p>
            <a:pPr algn="l" indent="0" marL="0">
              <a:lnSpc>
                <a:spcPts val="2760"/>
              </a:lnSpc>
              <a:spcAft>
                <a:spcPts val="450"/>
              </a:spcAft>
              <a:buNone/>
            </a:pP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Chép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  <a:p>
            <a:pPr algn="l" indent="0" marL="0">
              <a:lnSpc>
                <a:spcPts val="2760"/>
              </a:lnSpc>
              <a:spcAft>
                <a:spcPts val="450"/>
              </a:spcAft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400" dirty="0"/>
          </a:p>
          <a:p>
            <a:pPr algn="l" indent="0" marL="0">
              <a:buNone/>
            </a:pPr>
            <a:r>
              <a:rPr lang="en-US" sz="19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tới</a:t>
            </a:r>
            <a:r>
              <a:rPr lang="en-US" sz="19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2262fc1f-dff7-40dc-9bb0-03df049505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200" dirty="0" spc="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điển</a:t>
            </a:r>
            <a:r>
              <a:rPr lang="en-US" sz="72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390900"/>
            <a:ext cx="8191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1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b="1" dirty="0" spc="3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31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1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3150" dirty="0"/>
          </a:p>
        </p:txBody>
      </p:sp>
      <p:sp>
        <p:nvSpPr>
          <p:cNvPr id="5" name="Text 3"/>
          <p:cNvSpPr/>
          <p:nvPr/>
        </p:nvSpPr>
        <p:spPr>
          <a:xfrm>
            <a:off x="914400" y="4095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76200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56388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21920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161925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4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373100" y="161925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525000" y="253365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373100" y="253365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×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4" name="Connector line-1792339358451-272205297"/>
          <p:cNvSpPr/>
          <p:nvPr/>
        </p:nvSpPr>
        <p:spPr>
          <a:xfrm>
            <a:off x="9525000" y="36957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3962400"/>
            <a:ext cx="7467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441960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qdisc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3373100" y="4419600"/>
            <a:ext cx="3619500" cy="800100"/>
          </a:xfrm>
          <a:prstGeom prst="roundRect">
            <a:avLst>
              <a:gd name="adj" fmla="val 2381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ksoftirqd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525000" y="5314950"/>
            <a:ext cx="361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soát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luồng,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73100" y="5314950"/>
            <a:ext cx="3619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0" y="5924550"/>
            <a:ext cx="7467600" cy="952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nhân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qdisc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ksoftirqd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CPU.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7048500"/>
            <a:ext cx="7467600" cy="1333500"/>
          </a:xfrm>
          <a:prstGeom prst="roundRect">
            <a:avLst>
              <a:gd name="adj" fmla="val 17143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Text richtext-1792339417008-209789284"/>
          <p:cNvSpPr/>
          <p:nvPr/>
        </p:nvSpPr>
        <p:spPr>
          <a:xfrm>
            <a:off x="1257300" y="6191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22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22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Qdisc,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ksoftirqd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khác có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9715500" y="7048500"/>
            <a:ext cx="70866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50"/>
              </a:spcAft>
              <a:buNone/>
            </a:pPr>
            <a:r>
              <a:rPr lang="en-US" sz="24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24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endParaRPr lang="en-US" sz="2400" dirty="0"/>
          </a:p>
          <a:p>
            <a:pPr algn="ctr" indent="0" marL="0">
              <a:spcAft>
                <a:spcPts val="450"/>
              </a:spcAft>
              <a:buNone/>
            </a:pPr>
            <a:r>
              <a:rPr lang="en-US" sz="24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  <a:p>
            <a:pPr algn="ctr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9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endParaRPr lang="en-US" sz="24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5595581-3fd0-4348-a8cb-969df4473f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0955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7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card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467100"/>
            <a:ext cx="7810500" cy="1428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r>
              <a:rPr lang="en-US" sz="28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76200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57300" y="563880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19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25000" y="1676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10750" y="2400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706100" y="1676400"/>
            <a:ext cx="609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NIC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0" y="3962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4686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06100" y="3962400"/>
            <a:ext cx="609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CPU</a:t>
            </a:r>
            <a:r>
              <a:rPr lang="en-US" sz="2400" b="1" dirty="0" spc="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ksoftirqd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ksoftirqd</a:t>
            </a:r>
            <a:r>
              <a:rPr lang="en-US" sz="21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0" y="6248400"/>
            <a:ext cx="7467600" cy="2057400"/>
          </a:xfrm>
          <a:prstGeom prst="roundRect">
            <a:avLst>
              <a:gd name="adj" fmla="val 11111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69723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706100" y="6248400"/>
            <a:ext cx="60960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750"/>
              </a:spcAft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 giao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vận,</a:t>
            </a:r>
            <a:r>
              <a:rPr lang="en-US" sz="21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9" name="Text richtext-1792362644631-768055870"/>
          <p:cNvSpPr/>
          <p:nvPr/>
        </p:nvSpPr>
        <p:spPr>
          <a:xfrm>
            <a:off x="1257300" y="6191250"/>
            <a:ext cx="7143750" cy="571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nào?</a:t>
            </a:r>
            <a:endParaRPr lang="en-US" sz="2850" dirty="0"/>
          </a:p>
        </p:txBody>
      </p:sp>
      <p:sp>
        <p:nvSpPr>
          <p:cNvPr id="30" name="Text richtext-1792362644654-912360842"/>
          <p:cNvSpPr/>
          <p:nvPr/>
        </p:nvSpPr>
        <p:spPr>
          <a:xfrm>
            <a:off x="1257300" y="7048500"/>
            <a:ext cx="6286500" cy="1333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marL="361950" indent="-258592">
              <a:lnSpc>
                <a:spcPts val="3848"/>
              </a:lnSpc>
              <a:buSzPct val="100000"/>
              <a:buFont typeface="Arial"/>
              <a:buChar char="•"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dụng?</a:t>
            </a:r>
            <a:endParaRPr lang="en-US" sz="28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49d771e-85cf-4ff5-8724-e161d25890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1430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19200" y="2552700"/>
            <a:ext cx="466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5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219200" y="3543300"/>
            <a:ext cx="4667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05575" y="2381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10375" y="2552700"/>
            <a:ext cx="466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6810375" y="3543300"/>
            <a:ext cx="4667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096750" y="2381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01550" y="2552700"/>
            <a:ext cx="466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7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MAC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2401550" y="3543300"/>
            <a:ext cx="4667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Media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5429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19200" y="5600700"/>
            <a:ext cx="466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NIC</a:t>
            </a:r>
            <a:endParaRPr lang="en-US" sz="6000" dirty="0"/>
          </a:p>
        </p:txBody>
      </p:sp>
      <p:sp>
        <p:nvSpPr>
          <p:cNvPr id="15" name="Text 13"/>
          <p:cNvSpPr/>
          <p:nvPr/>
        </p:nvSpPr>
        <p:spPr>
          <a:xfrm>
            <a:off x="1219200" y="6591300"/>
            <a:ext cx="4667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Network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9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19200" y="6991350"/>
            <a:ext cx="466725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card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 mạng</a:t>
            </a:r>
            <a:endParaRPr lang="en-US" sz="210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505575" y="5429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0375" y="5600700"/>
            <a:ext cx="466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6810375" y="6591300"/>
            <a:ext cx="4667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810375" y="6991350"/>
            <a:ext cx="466725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210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2096750" y="5429250"/>
            <a:ext cx="5276850" cy="2762250"/>
          </a:xfrm>
          <a:prstGeom prst="roundRect">
            <a:avLst>
              <a:gd name="adj" fmla="val 9655"/>
            </a:avLst>
          </a:prstGeom>
          <a:solidFill>
            <a:srgbClr val="14161C"/>
          </a:solidFill>
          <a:ln w="19050">
            <a:solidFill>
              <a:srgbClr val="9AA0B5"/>
            </a:solidFill>
            <a:prstDash val="lgDash"/>
          </a:ln>
        </p:spPr>
      </p:sp>
      <p:sp>
        <p:nvSpPr>
          <p:cNvPr id="22" name="Text 20"/>
          <p:cNvSpPr/>
          <p:nvPr/>
        </p:nvSpPr>
        <p:spPr>
          <a:xfrm>
            <a:off x="12401550" y="5676900"/>
            <a:ext cx="466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richtext-1792362711574-61145140"/>
          <p:cNvSpPr/>
          <p:nvPr/>
        </p:nvSpPr>
        <p:spPr>
          <a:xfrm>
            <a:off x="12401550" y="6210300"/>
            <a:ext cx="4762500" cy="18669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Linux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14400" y="84201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219200" y="394335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100" dirty="0"/>
          </a:p>
          <a:p>
            <a:pPr algn="l" indent="0" marL="0">
              <a:spcAft>
                <a:spcPts val="450"/>
              </a:spcAft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l" indent="0" marL="0">
              <a:buNone/>
            </a:pP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6810375" y="394335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  <a:p>
            <a:pPr algn="l" indent="0" marL="0">
              <a:spcAft>
                <a:spcPts val="450"/>
              </a:spcAft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dán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9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endParaRPr lang="en-US" sz="2100" dirty="0"/>
          </a:p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12401550" y="394335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50"/>
              </a:spcAft>
              <a:buNone/>
            </a:pPr>
            <a:r>
              <a:rPr lang="en-US" sz="21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100" dirty="0"/>
          </a:p>
          <a:p>
            <a:pPr algn="l" indent="0" marL="0">
              <a:spcAft>
                <a:spcPts val="450"/>
              </a:spcAft>
              <a:buNone/>
            </a:pP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endParaRPr lang="en-US" sz="2100" dirty="0"/>
          </a:p>
          <a:p>
            <a:pPr algn="l" indent="0" marL="0">
              <a:buNone/>
            </a:pP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a98e696-7db4-4f2a-8f4a-11012067e1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2026-10-18T22:32:48Z</dcterms:created>
  <dcterms:modified xsi:type="dcterms:W3CDTF">2026-10-18T22:32:48Z</dcterms:modified>
</cp:coreProperties>
</file>