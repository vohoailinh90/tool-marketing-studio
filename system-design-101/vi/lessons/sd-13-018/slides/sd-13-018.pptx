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8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Terraform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plan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nguyên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mà plan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2250" dirty="0" spc="1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sửa</a:t>
            </a:r>
            <a:r>
              <a:rPr lang="en-US" sz="22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r>
              <a:rPr lang="en-US" sz="2250" dirty="0" spc="-3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Terraform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Sai</a:t>
            </a:r>
            <a:r>
              <a:rPr lang="en-US" sz="225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workspace</a:t>
            </a:r>
            <a:r>
              <a:rPr lang="en-US" sz="22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hoặc</a:t>
            </a:r>
            <a:r>
              <a:rPr lang="en-US" sz="2250" dirty="0" spc="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đầu</a:t>
            </a:r>
            <a:r>
              <a:rPr lang="en-US" sz="225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250" dirty="0" spc="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25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điền,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State</a:t>
            </a:r>
            <a:r>
              <a:rPr lang="en-US" sz="225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2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chung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5c5b672-3829-48cb-b59d-f80d5b76c5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Plan so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mã,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68580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State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8016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4500" dirty="0"/>
          </a:p>
        </p:txBody>
      </p:sp>
      <p:sp>
        <p:nvSpPr>
          <p:cNvPr id="7" name="Connector line-1792371220927-621823202"/>
          <p:cNvSpPr/>
          <p:nvPr/>
        </p:nvSpPr>
        <p:spPr>
          <a:xfrm>
            <a:off x="5619750" y="4381500"/>
            <a:ext cx="1104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8" name="Connector line-1792371220928-633121884"/>
          <p:cNvSpPr/>
          <p:nvPr/>
        </p:nvSpPr>
        <p:spPr>
          <a:xfrm>
            <a:off x="11563350" y="4381500"/>
            <a:ext cx="1104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Mỗi</a:t>
            </a:r>
            <a:r>
              <a:rPr lang="en-US" sz="33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33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33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bất</a:t>
            </a:r>
            <a:r>
              <a:rPr lang="en-US" sz="330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ngờ</a:t>
            </a:r>
            <a:r>
              <a:rPr lang="en-US" sz="33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đều</a:t>
            </a:r>
            <a:r>
              <a:rPr lang="en-US" sz="33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r>
              <a:rPr lang="en-US" sz="3300" dirty="0" spc="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300" dirty="0" spc="-3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về</a:t>
            </a:r>
            <a:r>
              <a:rPr lang="en-US" sz="3300" dirty="0" spc="-1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3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</a:t>
            </a:r>
            <a:r>
              <a:rPr lang="en-US" sz="33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lệch.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14400" y="7048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 mỗi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7443bca-e4fe-4425-8bd7-d3b7fe487d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 tầng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838575"/>
            <a:ext cx="800100" cy="8001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476500" y="3333750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</a:t>
            </a:r>
            <a:r>
              <a:rPr lang="en-US" sz="33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r>
              <a:rPr lang="en-US" sz="33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3300" dirty="0" spc="1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sửa</a:t>
            </a:r>
            <a:r>
              <a:rPr lang="en-US" sz="3300" dirty="0" spc="-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r>
              <a:rPr lang="en-US" sz="3300" dirty="0" spc="-4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Terraform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2476500" y="4095750"/>
            <a:ext cx="14478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(drift):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-refresh-only.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10325"/>
            <a:ext cx="800100" cy="8001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5905500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33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3300" dirty="0" spc="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2476500" y="6667500"/>
            <a:ext cx="14478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Provider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.terraform.lock.hcl;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0236ac1-83bb-431f-8431-bba635949b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Sai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workspace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Cùng</a:t>
            </a:r>
            <a:r>
              <a:rPr lang="en-US" sz="3150" dirty="0" spc="-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15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6762750" y="32385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Khác</a:t>
            </a:r>
            <a:r>
              <a:rPr lang="en-US" sz="2550" dirty="0" spc="-1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workspace,</a:t>
            </a:r>
            <a:r>
              <a:rPr lang="en-US" sz="2550" dirty="0" spc="-1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tfvars</a:t>
            </a:r>
            <a:r>
              <a:rPr lang="en-US" sz="255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550" dirty="0" spc="-2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TF_VAR_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611100" y="32385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Plan</a:t>
            </a:r>
            <a:r>
              <a:rPr lang="en-US" sz="31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endParaRPr lang="en-US" sz="3150" dirty="0"/>
          </a:p>
        </p:txBody>
      </p:sp>
      <p:sp>
        <p:nvSpPr>
          <p:cNvPr id="7" name="Connector line-1792371224814-375731751"/>
          <p:cNvSpPr/>
          <p:nvPr/>
        </p:nvSpPr>
        <p:spPr>
          <a:xfrm>
            <a:off x="5772150" y="4381500"/>
            <a:ext cx="895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224815-674173944"/>
          <p:cNvSpPr/>
          <p:nvPr/>
        </p:nvSpPr>
        <p:spPr>
          <a:xfrm>
            <a:off x="11620500" y="4381500"/>
            <a:ext cx="895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Kiểm</a:t>
            </a:r>
            <a:r>
              <a:rPr lang="en-US" sz="330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</a:t>
            </a:r>
            <a:r>
              <a:rPr lang="en-US" sz="3300" dirty="0" spc="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33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33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đọc</a:t>
            </a:r>
            <a:r>
              <a:rPr lang="en-US" sz="330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plan.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298a9af-4bc4-493b-ae9f-608fbd4b79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 tự</a:t>
            </a:r>
            <a:r>
              <a:rPr lang="en-US" sz="69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điền,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Thuộc</a:t>
            </a:r>
            <a:r>
              <a:rPr lang="en-US" sz="28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r>
              <a:rPr lang="en-US" sz="28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do</a:t>
            </a:r>
            <a:r>
              <a:rPr lang="en-US" sz="2850" dirty="0" spc="-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85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thống</a:t>
            </a:r>
            <a:r>
              <a:rPr lang="en-US" sz="28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r>
              <a:rPr lang="en-US" sz="2850" dirty="0" spc="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điền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33500" y="4762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ignore_changes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1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31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vô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Danh</a:t>
            </a:r>
            <a:r>
              <a:rPr lang="en-US" sz="28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8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791700" y="4762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Đưa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tử</a:t>
            </a:r>
            <a:r>
              <a:rPr lang="en-US" sz="31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31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1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9c75eb3-5eb3-4619-99b7-935ec24e18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State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dùng chung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terraform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plan,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Khóa state: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thao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30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ghi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cùng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lúc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xa: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524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7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2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state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700" dirty="0" spc="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người,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apply</a:t>
            </a:r>
            <a:r>
              <a:rPr lang="en-US" sz="27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chồng</a:t>
            </a:r>
            <a:r>
              <a:rPr lang="en-US" sz="27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db539da8-4136-47d0-91c6-c8b70ab02d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Plan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285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những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provider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Plan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review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State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tệp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plan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chứa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nhạy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dạy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module.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1e6ff3d-9d31-4cfa-9f7a-937098aba1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Plan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đòi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ảo.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Apply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Đêm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133350" cy="21907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42900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dirty="0" spc="-9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Chưa.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14400" y="6667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Apply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sẽ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vá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nghiệp.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7429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30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chọn: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apply.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1cbf2e4-c208-4fc6-b32a-8b25ea905a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957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724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753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6781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7810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67000"/>
            <a:ext cx="133350" cy="914400"/>
          </a:xfrm>
          <a:prstGeom prst="rect">
            <a:avLst/>
          </a:prstGeom>
          <a:solidFill>
            <a:srgbClr val="6B6A66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957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7244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7531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7818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810500"/>
            <a:ext cx="133350" cy="9144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26670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Đọc</a:t>
            </a:r>
            <a:r>
              <a:rPr lang="en-US" sz="225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2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096000" y="26670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-/+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3500" y="36957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Drift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096000" y="36957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nhớ; apply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ghi.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3500" y="47244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25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096000" y="47244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init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khóa;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-upgrade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33500" y="57531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Workspace,</a:t>
            </a:r>
            <a:r>
              <a:rPr lang="en-US" sz="2250" dirty="0" spc="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đầu</a:t>
            </a:r>
            <a:r>
              <a:rPr lang="en-US" sz="22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096000" y="57531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workspace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riêng;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333500" y="6781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25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điền,</a:t>
            </a:r>
            <a:r>
              <a:rPr lang="en-US" sz="22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</a:t>
            </a:r>
            <a:r>
              <a:rPr lang="en-US" sz="22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096000" y="67818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ignore_changes: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33500" y="78105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State</a:t>
            </a:r>
            <a:r>
              <a:rPr lang="en-US" sz="22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2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chung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6096000" y="78105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-lock=false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 không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8" name="Text 3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b74d0895-d21d-4838-a57f-a6919c1ac1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Lệnh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plan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Refresh-only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715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Tệp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15100" y="5715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Lifecycle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115800" y="5715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state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14400" y="6953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Import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dca9a0a-8b8d-422f-bdc0-ac727caf54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2026-10-19T14:05:05Z</dcterms:created>
  <dcterms:modified xsi:type="dcterms:W3CDTF">2026-10-19T14:05:05Z</dcterms:modified>
</cp:coreProperties>
</file>