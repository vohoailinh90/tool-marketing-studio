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20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25336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0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OAuth</a:t>
            </a:r>
            <a:r>
              <a:rPr lang="en-US" sz="810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2.0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lời</a:t>
            </a:r>
            <a:r>
              <a:rPr lang="en-US" sz="81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9144000" cy="5334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8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Token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0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0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62500"/>
            <a:ext cx="9525000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550" dirty="0" spc="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5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cần</a:t>
            </a:r>
            <a:r>
              <a:rPr lang="en-US" sz="25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bạn,</a:t>
            </a:r>
            <a:r>
              <a:rPr lang="en-US" sz="255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550" dirty="0" spc="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nhập.</a:t>
            </a:r>
            <a:endParaRPr lang="en-US" sz="2550" dirty="0"/>
          </a:p>
        </p:txBody>
      </p:sp>
      <p:sp>
        <p:nvSpPr>
          <p:cNvPr id="6" name="Connector line-1792339376660-99903128"/>
          <p:cNvSpPr/>
          <p:nvPr/>
        </p:nvSpPr>
        <p:spPr>
          <a:xfrm>
            <a:off x="914400" y="7429500"/>
            <a:ext cx="9144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144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tấm</a:t>
            </a:r>
            <a:r>
              <a:rPr lang="en-US" sz="42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vé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scope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audience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4815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r>
              <a:rPr lang="en-US" sz="4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24815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800" dirty="0" spc="-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19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42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5819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làm</a:t>
            </a:r>
            <a:r>
              <a:rPr lang="en-US" sz="180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763250" y="2495550"/>
            <a:ext cx="304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b="1" spc="23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1650" b="1" spc="23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4573250" y="249555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50" b="1" spc="16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6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1650" dirty="0"/>
          </a:p>
        </p:txBody>
      </p:sp>
      <p:sp>
        <p:nvSpPr>
          <p:cNvPr id="16" name="Connector line-1792339376682-411058186"/>
          <p:cNvSpPr/>
          <p:nvPr/>
        </p:nvSpPr>
        <p:spPr>
          <a:xfrm>
            <a:off x="10953750" y="3429000"/>
            <a:ext cx="6477000" cy="0"/>
          </a:xfrm>
          <a:prstGeom prst="line">
            <a:avLst/>
          </a:prstGeom>
          <a:noFill/>
          <a:ln w="38100">
            <a:solidFill>
              <a:srgbClr val="D8D3C4">
                <a:alpha val="5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0725150" y="3200400"/>
            <a:ext cx="457200" cy="4572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7202150" y="3200400"/>
            <a:ext cx="457200" cy="4572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9" name="Shape 17"/>
          <p:cNvSpPr/>
          <p:nvPr/>
        </p:nvSpPr>
        <p:spPr>
          <a:xfrm>
            <a:off x="12668250" y="2857500"/>
            <a:ext cx="30480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68250" y="3028950"/>
            <a:ext cx="3048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access</a:t>
            </a:r>
            <a:r>
              <a:rPr lang="en-US" sz="2250" b="1" dirty="0" spc="-2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2668250" y="3486150"/>
            <a:ext cx="304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scope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aud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896600" y="5276850"/>
            <a:ext cx="495300" cy="4953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029950" y="5419725"/>
            <a:ext cx="238125" cy="200025"/>
          </a:xfrm>
          <a:custGeom>
            <a:avLst/>
            <a:gdLst/>
            <a:ahLst/>
            <a:cxnLst/>
            <a:rect l="l" t="t" r="r" b="b"/>
            <a:pathLst>
              <a:path w="238125" h="200025">
                <a:moveTo>
                  <a:pt x="0" y="104775"/>
                </a:moveTo>
                <a:lnTo>
                  <a:pt x="85725" y="200025"/>
                </a:lnTo>
                <a:lnTo>
                  <a:pt x="238125" y="0"/>
                </a:lnTo>
              </a:path>
            </a:pathLst>
          </a:custGeom>
          <a:ln w="47625">
            <a:solidFill>
              <a:srgbClr val="1416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639550" y="51435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650" b="1" spc="22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1639550" y="546735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4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4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4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0896600" y="6610350"/>
            <a:ext cx="495300" cy="495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11039475" y="675322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0" y="0"/>
                </a:moveTo>
                <a:lnTo>
                  <a:pt x="209550" y="209550"/>
                </a:lnTo>
                <a:moveTo>
                  <a:pt x="209550" y="0"/>
                </a:moveTo>
                <a:lnTo>
                  <a:pt x="0" y="209550"/>
                </a:lnTo>
              </a:path>
            </a:pathLst>
          </a:custGeom>
          <a:ln w="47625">
            <a:solidFill>
              <a:srgbClr val="1416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639550" y="64770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1639550" y="6800850"/>
            <a:ext cx="571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400" dirty="0" spc="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400" dirty="0" spc="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ea962c2a-95ac-4b65-95b4-418c990c92b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5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</a:t>
            </a:r>
            <a:r>
              <a:rPr lang="en-US" sz="75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75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OAuth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6479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tiêu: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tay,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gì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810000"/>
            <a:ext cx="16459200" cy="5048250"/>
          </a:xfrm>
          <a:prstGeom prst="roundRect">
            <a:avLst>
              <a:gd name="adj" fmla="val 528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4038600"/>
            <a:ext cx="3657600" cy="2571750"/>
          </a:xfrm>
          <a:prstGeom prst="roundRect">
            <a:avLst>
              <a:gd name="adj" fmla="val 8148"/>
            </a:avLst>
          </a:prstGeom>
          <a:solidFill>
            <a:srgbClr val="E8E0CF"/>
          </a:solidFill>
          <a:ln/>
        </p:spPr>
      </p:sp>
      <p:sp>
        <p:nvSpPr>
          <p:cNvPr id="7" name="Shape 5"/>
          <p:cNvSpPr/>
          <p:nvPr/>
        </p:nvSpPr>
        <p:spPr>
          <a:xfrm>
            <a:off x="1352550" y="4305300"/>
            <a:ext cx="457200" cy="4572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1352550" y="4381500"/>
            <a:ext cx="457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71600" y="4953000"/>
            <a:ext cx="3238500" cy="9525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Chủ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371600" y="5810250"/>
            <a:ext cx="3238500" cy="7239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257800" y="4038600"/>
            <a:ext cx="3657600" cy="2571750"/>
          </a:xfrm>
          <a:prstGeom prst="roundRect">
            <a:avLst>
              <a:gd name="adj" fmla="val 8148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67350" y="4305300"/>
            <a:ext cx="457200" cy="4572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5467350" y="4381500"/>
            <a:ext cx="457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86400" y="4953000"/>
            <a:ext cx="3238500" cy="9525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 dụng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486400" y="5810250"/>
            <a:ext cx="3238500" cy="7239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cầm</a:t>
            </a:r>
            <a:r>
              <a:rPr lang="en-US" sz="19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token,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372600" y="4038600"/>
            <a:ext cx="3657600" cy="2571750"/>
          </a:xfrm>
          <a:prstGeom prst="roundRect">
            <a:avLst>
              <a:gd name="adj" fmla="val 8148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82150" y="4305300"/>
            <a:ext cx="457200" cy="4572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8" name="Text 16"/>
          <p:cNvSpPr/>
          <p:nvPr/>
        </p:nvSpPr>
        <p:spPr>
          <a:xfrm>
            <a:off x="9582150" y="4381500"/>
            <a:ext cx="457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601200" y="4953000"/>
            <a:ext cx="3238500" cy="9525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30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 ủy quyền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601200" y="5810250"/>
            <a:ext cx="3238500" cy="7239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19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19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3487400" y="4038600"/>
            <a:ext cx="3657600" cy="2571750"/>
          </a:xfrm>
          <a:prstGeom prst="roundRect">
            <a:avLst>
              <a:gd name="adj" fmla="val 814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696950" y="430530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13696950" y="4381500"/>
            <a:ext cx="457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3716000" y="4953000"/>
            <a:ext cx="3238500" cy="952500"/>
          </a:xfrm>
          <a:prstGeom prst="rect">
            <a:avLst/>
          </a:prstGeom>
          <a:noFill/>
          <a:ln/>
        </p:spPr>
        <p:txBody>
          <a:bodyPr wrap="square" lIns="0" tIns="22860" rIns="0" bIns="-2286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00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30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 API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3716000" y="5810250"/>
            <a:ext cx="3238500" cy="7239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19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khai, kiểm</a:t>
            </a:r>
            <a:r>
              <a:rPr lang="en-US" sz="19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950" dirty="0"/>
          </a:p>
        </p:txBody>
      </p:sp>
      <p:sp>
        <p:nvSpPr>
          <p:cNvPr id="26" name="Connector line-1792363419432-429252887"/>
          <p:cNvSpPr/>
          <p:nvPr/>
        </p:nvSpPr>
        <p:spPr>
          <a:xfrm>
            <a:off x="1143000" y="6877050"/>
            <a:ext cx="160020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1143000" y="71056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650" b="1" spc="23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THỰC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143000" y="7581900"/>
            <a:ext cx="1143000" cy="5524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User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2438400" y="7581900"/>
            <a:ext cx="1428750" cy="5524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Server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4019550" y="7581900"/>
            <a:ext cx="3048000" cy="5524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Identity</a:t>
            </a:r>
            <a:r>
              <a:rPr lang="en-US" sz="21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Provider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905750" y="7239000"/>
            <a:ext cx="923925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“Identity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Provider”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4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OWASP,</a:t>
            </a:r>
            <a:r>
              <a:rPr lang="en-US" sz="24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2.1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authlib.</a:t>
            </a:r>
            <a:endParaRPr lang="en-US" sz="2400" dirty="0"/>
          </a:p>
        </p:txBody>
      </p:sp>
      <p:sp>
        <p:nvSpPr>
          <p:cNvPr id="32" name="Connector line-1792363419445-982410017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2a6204df-6081-4a8a-8473-96bf78daab0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38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382000" cy="24765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Token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giống</a:t>
            </a:r>
            <a:endParaRPr lang="en-US" sz="7500" dirty="0"/>
          </a:p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5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tấm</a:t>
            </a:r>
            <a:r>
              <a:rPr lang="en-US" sz="7500" dirty="0" spc="-7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vé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8191500" cy="1238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6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Vé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sẵn,</a:t>
            </a:r>
            <a:r>
              <a:rPr lang="en-US" sz="270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2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 ở</a:t>
            </a:r>
            <a:r>
              <a:rPr lang="en-US" sz="27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270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5810250"/>
            <a:ext cx="8191500" cy="2571750"/>
          </a:xfrm>
          <a:prstGeom prst="roundRect">
            <a:avLst>
              <a:gd name="adj" fmla="val 9630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1100" y="6134100"/>
            <a:ext cx="457200" cy="4572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7" name="Shape 5"/>
          <p:cNvSpPr/>
          <p:nvPr/>
        </p:nvSpPr>
        <p:spPr>
          <a:xfrm>
            <a:off x="1304925" y="6267450"/>
            <a:ext cx="219075" cy="180975"/>
          </a:xfrm>
          <a:custGeom>
            <a:avLst/>
            <a:gdLst/>
            <a:ahLst/>
            <a:cxnLst/>
            <a:rect l="l" t="t" r="r" b="b"/>
            <a:pathLst>
              <a:path w="219075" h="180975">
                <a:moveTo>
                  <a:pt x="0" y="95250"/>
                </a:moveTo>
                <a:lnTo>
                  <a:pt x="76200" y="180975"/>
                </a:lnTo>
                <a:lnTo>
                  <a:pt x="219075" y="0"/>
                </a:lnTo>
              </a:path>
            </a:pathLst>
          </a:custGeom>
          <a:ln w="47625">
            <a:solidFill>
              <a:srgbClr val="1416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90700" y="62103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VÉ</a:t>
            </a:r>
            <a:r>
              <a:rPr lang="en-US" sz="180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57300" y="6858000"/>
            <a:ext cx="7524750" cy="1333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620250" y="1047750"/>
            <a:ext cx="7753350" cy="7905750"/>
          </a:xfrm>
          <a:prstGeom prst="roundRect">
            <a:avLst>
              <a:gd name="adj" fmla="val 3686"/>
            </a:avLst>
          </a:prstGeom>
          <a:solidFill>
            <a:srgbClr val="1E212B"/>
          </a:solidFill>
          <a:ln w="19050">
            <a:solidFill>
              <a:srgbClr val="2A2D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96500" y="14478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ACCESS</a:t>
            </a:r>
            <a:r>
              <a:rPr lang="en-US" sz="1950" b="1" spc="28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950" dirty="0"/>
          </a:p>
        </p:txBody>
      </p:sp>
      <p:sp>
        <p:nvSpPr>
          <p:cNvPr id="12" name="Connector line-1792363469935-965537476"/>
          <p:cNvSpPr/>
          <p:nvPr/>
        </p:nvSpPr>
        <p:spPr>
          <a:xfrm>
            <a:off x="10096500" y="2143125"/>
            <a:ext cx="6800850" cy="0"/>
          </a:xfrm>
          <a:prstGeom prst="line">
            <a:avLst/>
          </a:prstGeom>
          <a:noFill/>
          <a:ln w="28575">
            <a:solidFill>
              <a:srgbClr val="4A4E5C"/>
            </a:solidFill>
            <a:prstDash val="lgDash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53550" y="1876425"/>
            <a:ext cx="533400" cy="5334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4" name="Shape 12"/>
          <p:cNvSpPr/>
          <p:nvPr/>
        </p:nvSpPr>
        <p:spPr>
          <a:xfrm>
            <a:off x="17106900" y="1876425"/>
            <a:ext cx="533400" cy="5334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0096500" y="2571750"/>
            <a:ext cx="3048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scope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3239750" y="2628900"/>
            <a:ext cx="3810000" cy="1047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250" dirty="0"/>
          </a:p>
        </p:txBody>
      </p:sp>
      <p:sp>
        <p:nvSpPr>
          <p:cNvPr id="17" name="Connector line-1792363469947-184729311"/>
          <p:cNvSpPr/>
          <p:nvPr/>
        </p:nvSpPr>
        <p:spPr>
          <a:xfrm>
            <a:off x="10096500" y="3905250"/>
            <a:ext cx="680085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0096500" y="4191000"/>
            <a:ext cx="3048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audience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3239750" y="4248150"/>
            <a:ext cx="3810000" cy="1047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250" dirty="0"/>
          </a:p>
        </p:txBody>
      </p:sp>
      <p:sp>
        <p:nvSpPr>
          <p:cNvPr id="20" name="Connector line-1792363469959-401741403"/>
          <p:cNvSpPr/>
          <p:nvPr/>
        </p:nvSpPr>
        <p:spPr>
          <a:xfrm>
            <a:off x="10096500" y="5524500"/>
            <a:ext cx="680085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0096500" y="5810250"/>
            <a:ext cx="3048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exp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13239750" y="5867400"/>
            <a:ext cx="3810000" cy="1047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đến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250" dirty="0"/>
          </a:p>
        </p:txBody>
      </p:sp>
      <p:sp>
        <p:nvSpPr>
          <p:cNvPr id="23" name="Connector line-1792363469964-713440883"/>
          <p:cNvSpPr/>
          <p:nvPr/>
        </p:nvSpPr>
        <p:spPr>
          <a:xfrm>
            <a:off x="10096500" y="7143750"/>
            <a:ext cx="680085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0096500" y="7429500"/>
            <a:ext cx="3048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chữ</a:t>
            </a:r>
            <a:r>
              <a:rPr lang="en-US" sz="42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13239750" y="7486650"/>
            <a:ext cx="3810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khóa</a:t>
            </a:r>
            <a:r>
              <a:rPr lang="en-US" sz="225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2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ủy</a:t>
            </a:r>
            <a:r>
              <a:rPr lang="en-US" sz="22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250" dirty="0"/>
          </a:p>
        </p:txBody>
      </p:sp>
      <p:sp>
        <p:nvSpPr>
          <p:cNvPr id="26" name="Connector line-1792363469989-796360311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8" name="Shape 2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9" name="Shape 27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0" name="Shape 2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d7f547e1-bb48-4d62-b8e8-b152816b71c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câu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0480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43150" y="295275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Chữ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343150" y="352425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 kiểm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khóa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287000" y="321945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3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chữ</a:t>
            </a:r>
            <a:r>
              <a:rPr lang="en-US" sz="33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3716000" y="3105150"/>
            <a:ext cx="3238500" cy="6477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sai:</a:t>
            </a:r>
            <a:r>
              <a:rPr lang="en-US" sz="240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41910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" y="447675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2343150" y="43815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Token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343150" y="49530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Quá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1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chối.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287000" y="46482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3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exp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3716000" y="4533900"/>
            <a:ext cx="3238500" cy="6477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sai:</a:t>
            </a:r>
            <a:r>
              <a:rPr lang="en-US" sz="240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401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5619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8250" y="59055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2343150" y="581025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Đúng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audience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2343150" y="638175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thì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287000" y="607695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3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audience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3716000" y="5962650"/>
            <a:ext cx="3238500" cy="6477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sai:</a:t>
            </a:r>
            <a:r>
              <a:rPr lang="en-US" sz="240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401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4400" y="70485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8250" y="733425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2343150" y="72390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Đủ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scope không?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2343150" y="7810500"/>
            <a:ext cx="7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Scope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đặt.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287000" y="75057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3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scope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13716000" y="7391400"/>
            <a:ext cx="3238500" cy="6477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sai: 403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14400" y="8534400"/>
            <a:ext cx="533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</a:t>
            </a:r>
            <a:r>
              <a:rPr lang="en-US" sz="24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4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câu:</a:t>
            </a:r>
            <a:r>
              <a:rPr lang="en-US" sz="2400" b="1" dirty="0" spc="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b="1" dirty="0" spc="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200.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477000" y="85915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tự là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người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soạn.</a:t>
            </a:r>
            <a:endParaRPr lang="en-US" sz="1800" dirty="0"/>
          </a:p>
        </p:txBody>
      </p:sp>
      <p:sp>
        <p:nvSpPr>
          <p:cNvPr id="30" name="Connector line-1792363511421-231418036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111ce717-9810-4173-9f25-ce6017f271a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spc="28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75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58150" cy="1752600"/>
          </a:xfrm>
          <a:prstGeom prst="roundRect">
            <a:avLst>
              <a:gd name="adj" fmla="val 1304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308610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1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401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3295650" y="2933700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650" b="1" spc="1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650" b="1" spc="14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295650" y="3257550"/>
            <a:ext cx="542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scope,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chữ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95650" y="3733800"/>
            <a:ext cx="5429250" cy="6858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 viện</a:t>
            </a:r>
            <a:r>
              <a:rPr lang="en-US" sz="19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 sai.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315450" y="2762250"/>
            <a:ext cx="8058150" cy="1752600"/>
          </a:xfrm>
          <a:prstGeom prst="roundRect">
            <a:avLst>
              <a:gd name="adj" fmla="val 13043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620250" y="308610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1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401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11696700" y="2933700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650" b="1" spc="1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650" b="1" spc="14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696700" y="3257550"/>
            <a:ext cx="542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696700" y="3733800"/>
            <a:ext cx="5429250" cy="6858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9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(none)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400" y="4705350"/>
            <a:ext cx="8058150" cy="1752600"/>
          </a:xfrm>
          <a:prstGeom prst="roundRect">
            <a:avLst>
              <a:gd name="adj" fmla="val 13043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19200" y="502920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1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401</a:t>
            </a:r>
            <a:endParaRPr lang="en-US" sz="6300" dirty="0"/>
          </a:p>
        </p:txBody>
      </p:sp>
      <p:sp>
        <p:nvSpPr>
          <p:cNvPr id="16" name="Text 14"/>
          <p:cNvSpPr/>
          <p:nvPr/>
        </p:nvSpPr>
        <p:spPr>
          <a:xfrm>
            <a:off x="3295650" y="4876800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14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650" b="1" spc="1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14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295650" y="5200650"/>
            <a:ext cx="542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 1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95650" y="5676900"/>
            <a:ext cx="5429250" cy="6858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19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19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200,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2,5</a:t>
            </a:r>
            <a:r>
              <a:rPr lang="en-US" sz="195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401.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315450" y="4705350"/>
            <a:ext cx="8058150" cy="1752600"/>
          </a:xfrm>
          <a:prstGeom prst="roundRect">
            <a:avLst>
              <a:gd name="adj" fmla="val 13043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9620250" y="502920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1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401</a:t>
            </a:r>
            <a:endParaRPr lang="en-US" sz="6300" dirty="0"/>
          </a:p>
        </p:txBody>
      </p:sp>
      <p:sp>
        <p:nvSpPr>
          <p:cNvPr id="21" name="Text 19"/>
          <p:cNvSpPr/>
          <p:nvPr/>
        </p:nvSpPr>
        <p:spPr>
          <a:xfrm>
            <a:off x="11696700" y="4876800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15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650" b="1" spc="1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AUDIENCE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696700" y="5200650"/>
            <a:ext cx="542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photos-api</a:t>
            </a:r>
            <a:r>
              <a:rPr lang="en-US" sz="24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profile-api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1696700" y="5676900"/>
            <a:ext cx="5429250" cy="6858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 viện</a:t>
            </a:r>
            <a:r>
              <a:rPr lang="en-US" sz="19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aud không</a:t>
            </a:r>
            <a:r>
              <a:rPr lang="en-US" sz="19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14400" y="6648450"/>
            <a:ext cx="8058150" cy="1752600"/>
          </a:xfrm>
          <a:prstGeom prst="roundRect">
            <a:avLst>
              <a:gd name="adj" fmla="val 13043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219200" y="697230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1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403</a:t>
            </a:r>
            <a:endParaRPr lang="en-US" sz="6300" dirty="0"/>
          </a:p>
        </p:txBody>
      </p:sp>
      <p:sp>
        <p:nvSpPr>
          <p:cNvPr id="26" name="Text 24"/>
          <p:cNvSpPr/>
          <p:nvPr/>
        </p:nvSpPr>
        <p:spPr>
          <a:xfrm>
            <a:off x="3295650" y="6819900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15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650" b="1" spc="1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15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SCOPE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3295650" y="7143750"/>
            <a:ext cx="542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read_photos,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295650" y="7620000"/>
            <a:ext cx="5429250" cy="6858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195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insufficient_scope.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315450" y="6648450"/>
            <a:ext cx="8058150" cy="1752600"/>
          </a:xfrm>
          <a:prstGeom prst="roundRect">
            <a:avLst>
              <a:gd name="adj" fmla="val 13043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20250" y="697230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200</a:t>
            </a:r>
            <a:endParaRPr lang="en-US" sz="6300" dirty="0"/>
          </a:p>
        </p:txBody>
      </p:sp>
      <p:sp>
        <p:nvSpPr>
          <p:cNvPr id="31" name="Text 29"/>
          <p:cNvSpPr/>
          <p:nvPr/>
        </p:nvSpPr>
        <p:spPr>
          <a:xfrm>
            <a:off x="11696700" y="6819900"/>
            <a:ext cx="542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15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650" b="1" spc="1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15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SCOPE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1696700" y="7143750"/>
            <a:ext cx="542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read_profile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1696700" y="7620000"/>
            <a:ext cx="5429250" cy="6858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tên;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95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read_email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email.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914400" y="8591550"/>
            <a:ext cx="1619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soạn;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80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thái.</a:t>
            </a:r>
            <a:endParaRPr lang="en-US" sz="1800" dirty="0"/>
          </a:p>
        </p:txBody>
      </p:sp>
      <p:sp>
        <p:nvSpPr>
          <p:cNvPr id="35" name="Connector line-1792363556799-89986757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7" name="Shape 3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8" name="Shape 3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9" name="Shape 3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0" name="Shape 38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649070e4-34da-4c26-b9e7-444d544d06d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/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2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9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5527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1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 đăng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nhập,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cầm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810000"/>
            <a:ext cx="5257800" cy="4762500"/>
          </a:xfrm>
          <a:prstGeom prst="roundRect">
            <a:avLst>
              <a:gd name="adj" fmla="val 56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5400" y="4191000"/>
            <a:ext cx="685800" cy="6858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7" name="Shape 5"/>
          <p:cNvSpPr/>
          <p:nvPr/>
        </p:nvSpPr>
        <p:spPr>
          <a:xfrm>
            <a:off x="1514475" y="441007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0" y="0"/>
                </a:moveTo>
                <a:lnTo>
                  <a:pt x="247650" y="247650"/>
                </a:lnTo>
                <a:moveTo>
                  <a:pt x="247650" y="0"/>
                </a:moveTo>
                <a:lnTo>
                  <a:pt x="0" y="247650"/>
                </a:lnTo>
              </a:path>
            </a:pathLst>
          </a:custGeom>
          <a:ln w="57150">
            <a:solidFill>
              <a:srgbClr val="F3EE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514350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Chứng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minh bạn</a:t>
            </a:r>
            <a:r>
              <a:rPr lang="en-US" sz="33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vừa</a:t>
            </a:r>
            <a:r>
              <a:rPr lang="en-US" sz="3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nhập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295400" y="657225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22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OpenID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95400" y="771525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ID</a:t>
            </a:r>
            <a:r>
              <a:rPr lang="en-US" sz="19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token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515100" y="3810000"/>
            <a:ext cx="5257800" cy="4762500"/>
          </a:xfrm>
          <a:prstGeom prst="roundRect">
            <a:avLst>
              <a:gd name="adj" fmla="val 56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96100" y="4191000"/>
            <a:ext cx="685800" cy="6858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7115175" y="441007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0" y="0"/>
                </a:moveTo>
                <a:lnTo>
                  <a:pt x="247650" y="247650"/>
                </a:lnTo>
                <a:moveTo>
                  <a:pt x="247650" y="0"/>
                </a:moveTo>
                <a:lnTo>
                  <a:pt x="0" y="247650"/>
                </a:lnTo>
              </a:path>
            </a:pathLst>
          </a:custGeom>
          <a:ln w="57150">
            <a:solidFill>
              <a:srgbClr val="F3E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96100" y="514350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Cho</a:t>
            </a: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3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đang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cầm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6896100" y="657225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2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được: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200.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896100" y="771525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bearer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2115800" y="3810000"/>
            <a:ext cx="5257800" cy="4762500"/>
          </a:xfrm>
          <a:prstGeom prst="roundRect">
            <a:avLst>
              <a:gd name="adj" fmla="val 56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496800" y="4191000"/>
            <a:ext cx="685800" cy="6858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2715875" y="4410075"/>
            <a:ext cx="247650" cy="247650"/>
          </a:xfrm>
          <a:custGeom>
            <a:avLst/>
            <a:gdLst/>
            <a:ahLst/>
            <a:cxnLst/>
            <a:rect l="l" t="t" r="r" b="b"/>
            <a:pathLst>
              <a:path w="247650" h="247650">
                <a:moveTo>
                  <a:pt x="0" y="0"/>
                </a:moveTo>
                <a:lnTo>
                  <a:pt x="247650" y="247650"/>
                </a:lnTo>
                <a:moveTo>
                  <a:pt x="247650" y="0"/>
                </a:moveTo>
                <a:lnTo>
                  <a:pt x="0" y="247650"/>
                </a:lnTo>
              </a:path>
            </a:pathLst>
          </a:custGeom>
          <a:ln w="57150">
            <a:solidFill>
              <a:srgbClr val="F3EE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496800" y="514350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Tự</a:t>
            </a: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nâng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12496800" y="657225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2496800" y="7715250"/>
            <a:ext cx="1905000" cy="5334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chữ ký</a:t>
            </a:r>
            <a:endParaRPr lang="en-US" sz="1950" dirty="0"/>
          </a:p>
        </p:txBody>
      </p:sp>
      <p:sp>
        <p:nvSpPr>
          <p:cNvPr id="23" name="Connector line-1792363587548-235133393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43edfbae-697b-4112-8f8c-829387c64cc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 /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Mật khẩu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609850"/>
            <a:ext cx="16459200" cy="666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7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7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270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8572500" cy="5295900"/>
          </a:xfrm>
          <a:prstGeom prst="roundRect">
            <a:avLst>
              <a:gd name="adj" fmla="val 5036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886200"/>
            <a:ext cx="781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QUÉT</a:t>
            </a:r>
            <a:r>
              <a:rPr lang="en-US" sz="1650" b="1" spc="228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165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650" b="1" spc="228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1650" b="1" spc="216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24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650" b="1" spc="190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95400" y="4229100"/>
            <a:ext cx="26670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0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9/9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095750" y="4400550"/>
            <a:ext cx="5143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100" dirty="0" spc="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10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1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1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100" dirty="0"/>
          </a:p>
        </p:txBody>
      </p:sp>
      <p:sp>
        <p:nvSpPr>
          <p:cNvPr id="9" name="Connector line-1792365273435-128721322"/>
          <p:cNvSpPr/>
          <p:nvPr/>
        </p:nvSpPr>
        <p:spPr>
          <a:xfrm>
            <a:off x="1295400" y="6057900"/>
            <a:ext cx="78105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295400" y="6229350"/>
            <a:ext cx="26670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7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0/31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4095750" y="6400800"/>
            <a:ext cx="49530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100" dirty="0" spc="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2100" dirty="0" spc="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100" dirty="0" spc="-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token,</a:t>
            </a:r>
            <a:r>
              <a:rPr lang="en-US" sz="21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API,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1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introspection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95400" y="83058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7</a:t>
            </a:r>
            <a:r>
              <a:rPr lang="en-US" sz="180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</a:t>
            </a:r>
            <a:r>
              <a:rPr lang="en-US" sz="1800" dirty="0" spc="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800" dirty="0" spc="-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(kể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 ID</a:t>
            </a:r>
            <a:r>
              <a:rPr lang="en-US" sz="1800" dirty="0" spc="-1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token)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04925" y="5495925"/>
            <a:ext cx="285750" cy="2857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781175" y="5495925"/>
            <a:ext cx="285750" cy="2857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257425" y="5495925"/>
            <a:ext cx="285750" cy="2857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733675" y="5495925"/>
            <a:ext cx="285750" cy="2857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9925" y="5495925"/>
            <a:ext cx="285750" cy="2857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686175" y="5495925"/>
            <a:ext cx="285750" cy="2857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162425" y="5495925"/>
            <a:ext cx="285750" cy="2857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638675" y="5495925"/>
            <a:ext cx="285750" cy="2857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114925" y="5495925"/>
            <a:ext cx="285750" cy="2857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333500" y="746760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09750" y="746760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746760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62250" y="746760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38500" y="746760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14750" y="746760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91000" y="746760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7250" y="746760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43500" y="746760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19750" y="746760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96000" y="746760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72250" y="746760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48500" y="746760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24750" y="746760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01000" y="746760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77250" y="746760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33500" y="790575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09750" y="790575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0" y="790575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62250" y="790575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38500" y="790575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14750" y="790575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91000" y="790575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7250" y="790575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43500" y="790575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19750" y="790575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96000" y="790575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72250" y="790575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048500" y="790575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24750" y="790575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01000" y="7905750"/>
            <a:ext cx="228600" cy="2286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829800" y="3619500"/>
            <a:ext cx="7543800" cy="5295900"/>
          </a:xfrm>
          <a:prstGeom prst="roundRect">
            <a:avLst>
              <a:gd name="adj" fmla="val 5036"/>
            </a:avLst>
          </a:prstGeom>
          <a:solidFill>
            <a:srgbClr val="1E212B"/>
          </a:solidFill>
          <a:ln/>
        </p:spPr>
      </p:sp>
      <p:sp>
        <p:nvSpPr>
          <p:cNvPr id="54" name="Text 52"/>
          <p:cNvSpPr/>
          <p:nvPr/>
        </p:nvSpPr>
        <p:spPr>
          <a:xfrm>
            <a:off x="10210800" y="388620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165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1650" b="1" spc="229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10210800" y="4210050"/>
            <a:ext cx="685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43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nhiên,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100" dirty="0"/>
          </a:p>
        </p:txBody>
      </p:sp>
      <p:sp>
        <p:nvSpPr>
          <p:cNvPr id="56" name="Text 54"/>
          <p:cNvSpPr/>
          <p:nvPr/>
        </p:nvSpPr>
        <p:spPr>
          <a:xfrm>
            <a:off x="10591800" y="4762500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endParaRPr lang="en-US" sz="1950" dirty="0"/>
          </a:p>
        </p:txBody>
      </p:sp>
      <p:sp>
        <p:nvSpPr>
          <p:cNvPr id="57" name="Text 55"/>
          <p:cNvSpPr/>
          <p:nvPr/>
        </p:nvSpPr>
        <p:spPr>
          <a:xfrm>
            <a:off x="14287500" y="4762500"/>
            <a:ext cx="2762250" cy="4953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19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950" dirty="0"/>
          </a:p>
        </p:txBody>
      </p:sp>
      <p:sp>
        <p:nvSpPr>
          <p:cNvPr id="58" name="Connector line-1792365273463-452496329"/>
          <p:cNvSpPr/>
          <p:nvPr/>
        </p:nvSpPr>
        <p:spPr>
          <a:xfrm>
            <a:off x="11544300" y="5257800"/>
            <a:ext cx="0" cy="2171700"/>
          </a:xfrm>
          <a:prstGeom prst="line">
            <a:avLst/>
          </a:prstGeom>
          <a:noFill/>
          <a:ln w="28575">
            <a:solidFill>
              <a:srgbClr val="4A4E5C"/>
            </a:solidFill>
            <a:prstDash val="lgDash"/>
            <a:headEnd type="none"/>
            <a:tailEnd type="none"/>
          </a:ln>
        </p:spPr>
      </p:sp>
      <p:sp>
        <p:nvSpPr>
          <p:cNvPr id="59" name="Connector line-1792365273463-658083240"/>
          <p:cNvSpPr/>
          <p:nvPr/>
        </p:nvSpPr>
        <p:spPr>
          <a:xfrm>
            <a:off x="15668625" y="5257800"/>
            <a:ext cx="0" cy="2171700"/>
          </a:xfrm>
          <a:prstGeom prst="line">
            <a:avLst/>
          </a:prstGeom>
          <a:noFill/>
          <a:ln w="28575">
            <a:solidFill>
              <a:srgbClr val="4A4E5C"/>
            </a:solidFill>
            <a:prstDash val="lgDash"/>
            <a:headEnd type="none"/>
            <a:tailEnd type="none"/>
          </a:ln>
        </p:spPr>
      </p:sp>
      <p:sp>
        <p:nvSpPr>
          <p:cNvPr id="60" name="Text 58"/>
          <p:cNvSpPr/>
          <p:nvPr/>
        </p:nvSpPr>
        <p:spPr>
          <a:xfrm>
            <a:off x="11639550" y="5486400"/>
            <a:ext cx="39338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hỏi</a:t>
            </a:r>
            <a:r>
              <a:rPr lang="en-US" sz="1800" dirty="0" spc="-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introspection</a:t>
            </a:r>
            <a:endParaRPr lang="en-US" sz="1800" dirty="0"/>
          </a:p>
        </p:txBody>
      </p:sp>
      <p:sp>
        <p:nvSpPr>
          <p:cNvPr id="61" name="Connector line-1792365273465-500596347"/>
          <p:cNvSpPr/>
          <p:nvPr/>
        </p:nvSpPr>
        <p:spPr>
          <a:xfrm>
            <a:off x="11639550" y="5943600"/>
            <a:ext cx="3933825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62" name="Connector line-1792365273465-815719961"/>
          <p:cNvSpPr/>
          <p:nvPr/>
        </p:nvSpPr>
        <p:spPr>
          <a:xfrm flipH="1">
            <a:off x="11639550" y="6629400"/>
            <a:ext cx="3933825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63" name="Text 61"/>
          <p:cNvSpPr/>
          <p:nvPr/>
        </p:nvSpPr>
        <p:spPr>
          <a:xfrm>
            <a:off x="11639550" y="6781800"/>
            <a:ext cx="3933825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active,</a:t>
            </a:r>
            <a:r>
              <a:rPr lang="en-US" sz="1800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client_id,</a:t>
            </a:r>
            <a:r>
              <a:rPr lang="en-US" sz="1800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scope,</a:t>
            </a:r>
            <a:endParaRPr lang="en-US" sz="1800" dirty="0"/>
          </a:p>
          <a:p>
            <a:pPr algn="ctr" indent="0" marL="0">
              <a:lnSpc>
                <a:spcPts val="2340"/>
              </a:lnSpc>
              <a:buNone/>
            </a:pPr>
            <a:r>
              <a:rPr lang="en-US" sz="1800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aud,</a:t>
            </a:r>
            <a:r>
              <a:rPr lang="en-US" sz="1800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exp,</a:t>
            </a:r>
            <a:r>
              <a:rPr lang="en-US" sz="1800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iat</a:t>
            </a:r>
            <a:endParaRPr lang="en-US" sz="1800" dirty="0"/>
          </a:p>
        </p:txBody>
      </p:sp>
      <p:sp>
        <p:nvSpPr>
          <p:cNvPr id="64" name="Connector line-1792365273472-55578214"/>
          <p:cNvSpPr/>
          <p:nvPr/>
        </p:nvSpPr>
        <p:spPr>
          <a:xfrm>
            <a:off x="10210800" y="7620000"/>
            <a:ext cx="67818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65" name="Text 63"/>
          <p:cNvSpPr/>
          <p:nvPr/>
        </p:nvSpPr>
        <p:spPr>
          <a:xfrm>
            <a:off x="10210800" y="77343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photos-api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scope</a:t>
            </a:r>
            <a:r>
              <a:rPr lang="en-US" sz="180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read_profile: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10210800" y="80772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active</a:t>
            </a:r>
            <a:r>
              <a:rPr lang="en-US" sz="22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scope: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</a:t>
            </a:r>
            <a:endParaRPr lang="en-US" sz="2250" dirty="0"/>
          </a:p>
        </p:txBody>
      </p:sp>
      <p:sp>
        <p:nvSpPr>
          <p:cNvPr id="67" name="Text 65"/>
          <p:cNvSpPr/>
          <p:nvPr/>
        </p:nvSpPr>
        <p:spPr>
          <a:xfrm>
            <a:off x="10210800" y="84582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aud: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401</a:t>
            </a:r>
            <a:endParaRPr lang="en-US" sz="2250" dirty="0"/>
          </a:p>
        </p:txBody>
      </p:sp>
      <p:sp>
        <p:nvSpPr>
          <p:cNvPr id="68" name="Connector line-1792365273480-50749303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70" name="Shape 68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71" name="Shape 69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72" name="Shape 70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73" name="Shape 71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74" name="Shape 72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75" name="Shape 73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76" name="Shape 74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80" name="Shape 7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81" name="Moda image moda-export-watermark-bd3fb0d3-c4e3-4d24-8a0c-339184595a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chỉnh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r>
              <a:rPr lang="en-US" sz="69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4955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515350" y="249555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165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b="1" spc="22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650" b="1" spc="21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r>
              <a:rPr lang="en-US" sz="165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2.1,</a:t>
            </a:r>
            <a:r>
              <a:rPr lang="en-US" sz="1650" b="1" spc="19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OWASP,</a:t>
            </a:r>
            <a:r>
              <a:rPr lang="en-US" sz="1650" b="1" spc="22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AUTHLIB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2895600"/>
            <a:ext cx="6667500" cy="1181100"/>
          </a:xfrm>
          <a:prstGeom prst="roundRect">
            <a:avLst>
              <a:gd name="adj" fmla="val 17742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310515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thể: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User,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Server,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Identity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Provider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7800975" y="3238500"/>
            <a:ext cx="495300" cy="495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9" name="Shape 7"/>
          <p:cNvSpPr/>
          <p:nvPr/>
        </p:nvSpPr>
        <p:spPr>
          <a:xfrm>
            <a:off x="7943850" y="3409950"/>
            <a:ext cx="209550" cy="152400"/>
          </a:xfrm>
          <a:custGeom>
            <a:avLst/>
            <a:gdLst/>
            <a:ahLst/>
            <a:cxnLst/>
            <a:rect l="l" t="t" r="r" b="b"/>
            <a:pathLst>
              <a:path w="209550" h="152400">
                <a:moveTo>
                  <a:pt x="0" y="76200"/>
                </a:moveTo>
                <a:lnTo>
                  <a:pt x="209550" y="76200"/>
                </a:lnTo>
                <a:moveTo>
                  <a:pt x="133350" y="0"/>
                </a:moveTo>
                <a:lnTo>
                  <a:pt x="209550" y="76200"/>
                </a:lnTo>
                <a:lnTo>
                  <a:pt x="133350" y="152400"/>
                </a:lnTo>
              </a:path>
            </a:pathLst>
          </a:custGeom>
          <a:ln w="3810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15350" y="2895600"/>
            <a:ext cx="8858250" cy="1181100"/>
          </a:xfrm>
          <a:prstGeom prst="roundRect">
            <a:avLst>
              <a:gd name="adj" fmla="val 1774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0" y="3105150"/>
            <a:ext cx="81915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Bốn</a:t>
            </a: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vai.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“Identity</a:t>
            </a:r>
            <a:r>
              <a:rPr lang="en-US" sz="22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Provider”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2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vai</a:t>
            </a:r>
            <a:r>
              <a:rPr lang="en-US" sz="22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OAuth.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4210050"/>
            <a:ext cx="6667500" cy="1181100"/>
          </a:xfrm>
          <a:prstGeom prst="roundRect">
            <a:avLst>
              <a:gd name="adj" fmla="val 17742"/>
            </a:avLst>
          </a:prstGeom>
          <a:solidFill>
            <a:srgbClr val="E8E0CF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44196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6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tính, làm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7800975" y="4552950"/>
            <a:ext cx="495300" cy="495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5" name="Shape 13"/>
          <p:cNvSpPr/>
          <p:nvPr/>
        </p:nvSpPr>
        <p:spPr>
          <a:xfrm>
            <a:off x="7943850" y="4724400"/>
            <a:ext cx="209550" cy="152400"/>
          </a:xfrm>
          <a:custGeom>
            <a:avLst/>
            <a:gdLst/>
            <a:ahLst/>
            <a:cxnLst/>
            <a:rect l="l" t="t" r="r" b="b"/>
            <a:pathLst>
              <a:path w="209550" h="152400">
                <a:moveTo>
                  <a:pt x="0" y="76200"/>
                </a:moveTo>
                <a:lnTo>
                  <a:pt x="209550" y="76200"/>
                </a:lnTo>
                <a:moveTo>
                  <a:pt x="133350" y="0"/>
                </a:moveTo>
                <a:lnTo>
                  <a:pt x="209550" y="76200"/>
                </a:lnTo>
                <a:lnTo>
                  <a:pt x="133350" y="152400"/>
                </a:lnTo>
              </a:path>
            </a:pathLst>
          </a:custGeom>
          <a:ln w="3810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15350" y="4210050"/>
            <a:ext cx="8858250" cy="1181100"/>
          </a:xfrm>
          <a:prstGeom prst="roundRect">
            <a:avLst>
              <a:gd name="adj" fmla="val 1774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58250" y="4400550"/>
            <a:ext cx="819150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6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Token</a:t>
            </a:r>
            <a:r>
              <a:rPr lang="en-US" sz="22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đại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diện</a:t>
            </a:r>
            <a:r>
              <a:rPr lang="en-US" sz="22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22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cấp cho</a:t>
            </a:r>
            <a:r>
              <a:rPr lang="en-US" sz="2250" dirty="0" spc="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dụng.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OAuth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22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22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2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thực.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4400" y="5524500"/>
            <a:ext cx="6667500" cy="1181100"/>
          </a:xfrm>
          <a:prstGeom prst="roundRect">
            <a:avLst>
              <a:gd name="adj" fmla="val 17742"/>
            </a:avLst>
          </a:prstGeom>
          <a:solidFill>
            <a:srgbClr val="E8E0CF"/>
          </a:solidFill>
          <a:ln/>
        </p:spPr>
      </p:sp>
      <p:sp>
        <p:nvSpPr>
          <p:cNvPr id="19" name="Text 17"/>
          <p:cNvSpPr/>
          <p:nvPr/>
        </p:nvSpPr>
        <p:spPr>
          <a:xfrm>
            <a:off x="1238250" y="573405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6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7800975" y="5867400"/>
            <a:ext cx="495300" cy="495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1" name="Shape 19"/>
          <p:cNvSpPr/>
          <p:nvPr/>
        </p:nvSpPr>
        <p:spPr>
          <a:xfrm>
            <a:off x="7943850" y="6038850"/>
            <a:ext cx="209550" cy="152400"/>
          </a:xfrm>
          <a:custGeom>
            <a:avLst/>
            <a:gdLst/>
            <a:ahLst/>
            <a:cxnLst/>
            <a:rect l="l" t="t" r="r" b="b"/>
            <a:pathLst>
              <a:path w="209550" h="152400">
                <a:moveTo>
                  <a:pt x="0" y="76200"/>
                </a:moveTo>
                <a:lnTo>
                  <a:pt x="209550" y="76200"/>
                </a:lnTo>
                <a:moveTo>
                  <a:pt x="133350" y="0"/>
                </a:moveTo>
                <a:lnTo>
                  <a:pt x="209550" y="76200"/>
                </a:lnTo>
                <a:lnTo>
                  <a:pt x="133350" y="152400"/>
                </a:lnTo>
              </a:path>
            </a:pathLst>
          </a:custGeom>
          <a:ln w="3810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15350" y="5524500"/>
            <a:ext cx="8858250" cy="1181100"/>
          </a:xfrm>
          <a:prstGeom prst="roundRect">
            <a:avLst>
              <a:gd name="adj" fmla="val 1774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58250" y="5715000"/>
            <a:ext cx="819150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Cấp</a:t>
            </a:r>
            <a:r>
              <a:rPr lang="en-US" sz="22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2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4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API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.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22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token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nên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dành cho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2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4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API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.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14400" y="6838950"/>
            <a:ext cx="6667500" cy="1181100"/>
          </a:xfrm>
          <a:prstGeom prst="roundRect">
            <a:avLst>
              <a:gd name="adj" fmla="val 17742"/>
            </a:avLst>
          </a:prstGeom>
          <a:solidFill>
            <a:srgbClr val="E8E0CF"/>
          </a:solidFill>
          <a:ln/>
        </p:spPr>
      </p:sp>
      <p:sp>
        <p:nvSpPr>
          <p:cNvPr id="25" name="Text 23"/>
          <p:cNvSpPr/>
          <p:nvPr/>
        </p:nvSpPr>
        <p:spPr>
          <a:xfrm>
            <a:off x="1238250" y="70485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7800975" y="7181850"/>
            <a:ext cx="495300" cy="495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7943850" y="7353300"/>
            <a:ext cx="209550" cy="152400"/>
          </a:xfrm>
          <a:custGeom>
            <a:avLst/>
            <a:gdLst/>
            <a:ahLst/>
            <a:cxnLst/>
            <a:rect l="l" t="t" r="r" b="b"/>
            <a:pathLst>
              <a:path w="209550" h="152400">
                <a:moveTo>
                  <a:pt x="0" y="76200"/>
                </a:moveTo>
                <a:lnTo>
                  <a:pt x="209550" y="76200"/>
                </a:lnTo>
                <a:moveTo>
                  <a:pt x="133350" y="0"/>
                </a:moveTo>
                <a:lnTo>
                  <a:pt x="209550" y="76200"/>
                </a:lnTo>
                <a:lnTo>
                  <a:pt x="133350" y="152400"/>
                </a:lnTo>
              </a:path>
            </a:pathLst>
          </a:custGeom>
          <a:ln w="3810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15350" y="6838950"/>
            <a:ext cx="8858250" cy="1181100"/>
          </a:xfrm>
          <a:prstGeom prst="roundRect">
            <a:avLst>
              <a:gd name="adj" fmla="val 1774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58250" y="7029450"/>
            <a:ext cx="819150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Scope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</a:t>
            </a:r>
            <a:r>
              <a:rPr lang="en-US" sz="22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-15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250" dirty="0" spc="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25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ủy</a:t>
            </a:r>
            <a:r>
              <a:rPr lang="en-US" sz="2250" dirty="0" spc="-1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đặt,</a:t>
            </a:r>
            <a:endParaRPr lang="en-US" sz="2250" dirty="0"/>
          </a:p>
          <a:p>
            <a:pPr algn="l" indent="0" marL="0">
              <a:lnSpc>
                <a:spcPts val="2925"/>
              </a:lnSpc>
              <a:buNone/>
            </a:pPr>
            <a:r>
              <a:rPr lang="en-US" sz="2250" dirty="0" spc="4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API</a:t>
            </a:r>
            <a:pPr algn="l" indent="0" marL="0">
              <a:lnSpc>
                <a:spcPts val="2925"/>
              </a:lnSpc>
              <a:buNone/>
            </a:pPr>
            <a:r>
              <a:rPr lang="en-US" sz="22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thực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thi.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914400" y="83439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18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</a:t>
            </a:r>
            <a:r>
              <a:rPr lang="en-US" sz="18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2.1,</a:t>
            </a:r>
            <a:r>
              <a:rPr lang="en-US" sz="1800" dirty="0" spc="-4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authlib.</a:t>
            </a:r>
            <a:endParaRPr lang="en-US" sz="1800" dirty="0"/>
          </a:p>
        </p:txBody>
      </p:sp>
      <p:sp>
        <p:nvSpPr>
          <p:cNvPr id="31" name="Connector line-1792366416385-164259533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Shape 3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62d87f92-8d1d-4253-9785-808c02de61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953500" cy="123825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495550"/>
            <a:ext cx="8991600" cy="1809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ủy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quyền.</a:t>
            </a:r>
            <a:r>
              <a:rPr lang="en-US" sz="2550" dirty="0" spc="-3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Kẻ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lấy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token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read_photos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ảnh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đem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sơ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không,</a:t>
            </a:r>
            <a:r>
              <a:rPr lang="en-US" sz="25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</a:t>
            </a:r>
            <a:r>
              <a:rPr lang="en-US" sz="25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sơ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 kiểm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4476750"/>
            <a:ext cx="8991600" cy="4286250"/>
          </a:xfrm>
          <a:prstGeom prst="roundRect">
            <a:avLst>
              <a:gd name="adj" fmla="val 622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81300" y="4743450"/>
            <a:ext cx="3429000" cy="5905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2100" b="1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2857500" y="5334000"/>
            <a:ext cx="1638300" cy="1181100"/>
          </a:xfrm>
          <a:custGeom>
            <a:avLst/>
            <a:gdLst/>
            <a:ahLst/>
            <a:cxnLst/>
            <a:rect l="l" t="t" r="r" b="b"/>
            <a:pathLst>
              <a:path w="1638300" h="1181100">
                <a:moveTo>
                  <a:pt x="1638300" y="0"/>
                </a:moveTo>
                <a:lnTo>
                  <a:pt x="1638300" y="476250"/>
                </a:lnTo>
                <a:lnTo>
                  <a:pt x="0" y="476250"/>
                </a:lnTo>
                <a:lnTo>
                  <a:pt x="0" y="1181100"/>
                </a:lnTo>
              </a:path>
            </a:pathLst>
          </a:custGeom>
          <a:ln w="38100">
            <a:solidFill>
              <a:srgbClr val="1F3F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5800" y="5810250"/>
            <a:ext cx="3467100" cy="704850"/>
          </a:xfrm>
          <a:custGeom>
            <a:avLst/>
            <a:gdLst/>
            <a:ahLst/>
            <a:cxnLst/>
            <a:rect l="l" t="t" r="r" b="b"/>
            <a:pathLst>
              <a:path w="3467100" h="704850">
                <a:moveTo>
                  <a:pt x="0" y="0"/>
                </a:moveTo>
                <a:lnTo>
                  <a:pt x="3467100" y="0"/>
                </a:lnTo>
                <a:lnTo>
                  <a:pt x="3467100" y="704850"/>
                </a:lnTo>
              </a:path>
            </a:pathLst>
          </a:custGeom>
          <a:ln w="38100">
            <a:solidFill>
              <a:srgbClr val="1F3F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19250" y="6572250"/>
            <a:ext cx="2476500" cy="990600"/>
          </a:xfrm>
          <a:prstGeom prst="roundRect">
            <a:avLst>
              <a:gd name="adj" fmla="val 21154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19250" y="6743700"/>
            <a:ext cx="2476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2250" b="1" dirty="0" spc="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619250" y="7143750"/>
            <a:ext cx="2476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photos-api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724650" y="6572250"/>
            <a:ext cx="2476500" cy="990600"/>
          </a:xfrm>
          <a:prstGeom prst="roundRect">
            <a:avLst>
              <a:gd name="adj" fmla="val 21154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4650" y="6743700"/>
            <a:ext cx="2476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22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2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724650" y="7143750"/>
            <a:ext cx="2476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profile-api</a:t>
            </a:r>
            <a:endParaRPr lang="en-US" sz="1800" dirty="0"/>
          </a:p>
        </p:txBody>
      </p:sp>
      <p:sp>
        <p:nvSpPr>
          <p:cNvPr id="15" name="Connector line-1792367679195-986591466"/>
          <p:cNvSpPr/>
          <p:nvPr/>
        </p:nvSpPr>
        <p:spPr>
          <a:xfrm flipV="1">
            <a:off x="2857500" y="7620000"/>
            <a:ext cx="0" cy="32385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1333500" y="7962900"/>
            <a:ext cx="3048000" cy="5715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1950" b="1" dirty="0" spc="-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read_photos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4438650" y="7677150"/>
            <a:ext cx="3524250" cy="571500"/>
          </a:xfrm>
          <a:custGeom>
            <a:avLst/>
            <a:gdLst/>
            <a:ahLst/>
            <a:cxnLst/>
            <a:rect l="l" t="t" r="r" b="b"/>
            <a:pathLst>
              <a:path w="3524250" h="571500">
                <a:moveTo>
                  <a:pt x="0" y="571500"/>
                </a:moveTo>
                <a:lnTo>
                  <a:pt x="3524250" y="571500"/>
                </a:lnTo>
                <a:lnTo>
                  <a:pt x="3524250" y="0"/>
                </a:lnTo>
              </a:path>
            </a:pathLst>
          </a:custGeom>
          <a:ln w="47625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47416" y="7486650"/>
            <a:ext cx="230969" cy="200025"/>
          </a:xfrm>
          <a:custGeom>
            <a:avLst/>
            <a:gdLst/>
            <a:ahLst/>
            <a:cxnLst/>
            <a:rect l="l" t="t" r="r" b="b"/>
            <a:pathLst>
              <a:path w="230969" h="200025">
                <a:moveTo>
                  <a:pt x="115484" y="0"/>
                </a:moveTo>
                <a:lnTo>
                  <a:pt x="230969" y="200025"/>
                </a:lnTo>
                <a:lnTo>
                  <a:pt x="0" y="200025"/>
                </a:lnTo>
                <a:lnTo>
                  <a:pt x="115484" y="0"/>
                </a:lnTo>
                <a:close/>
              </a:path>
            </a:pathLst>
          </a:custGeom>
          <a:solidFill>
            <a:srgbClr val="E8472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784860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đem</a:t>
            </a:r>
            <a:r>
              <a:rPr lang="en-US" sz="180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8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80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180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sơ?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439400" y="1428750"/>
            <a:ext cx="6934200" cy="7334250"/>
          </a:xfrm>
          <a:prstGeom prst="roundRect">
            <a:avLst>
              <a:gd name="adj" fmla="val 3846"/>
            </a:avLst>
          </a:prstGeom>
          <a:solidFill>
            <a:srgbClr val="1F3FD1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15650" y="1962150"/>
            <a:ext cx="571500" cy="571500"/>
          </a:xfrm>
          <a:prstGeom prst="ellips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77575" y="2152650"/>
            <a:ext cx="257175" cy="190500"/>
          </a:xfrm>
          <a:custGeom>
            <a:avLst/>
            <a:gdLst/>
            <a:ahLst/>
            <a:cxnLst/>
            <a:rect l="l" t="t" r="r" b="b"/>
            <a:pathLst>
              <a:path w="257175" h="190500">
                <a:moveTo>
                  <a:pt x="0" y="104775"/>
                </a:moveTo>
                <a:lnTo>
                  <a:pt x="85725" y="190500"/>
                </a:lnTo>
                <a:lnTo>
                  <a:pt x="257175" y="0"/>
                </a:lnTo>
              </a:path>
            </a:pathLst>
          </a:custGeom>
          <a:ln w="476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15650" y="2819400"/>
            <a:ext cx="598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915650" y="3162300"/>
            <a:ext cx="5981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Bị</a:t>
            </a:r>
            <a:r>
              <a:rPr lang="en-US" sz="6600" dirty="0" spc="2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60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chối</a:t>
            </a:r>
            <a:endParaRPr lang="en-US" sz="6600" dirty="0"/>
          </a:p>
        </p:txBody>
      </p:sp>
      <p:sp>
        <p:nvSpPr>
          <p:cNvPr id="25" name="Text 23"/>
          <p:cNvSpPr/>
          <p:nvPr/>
        </p:nvSpPr>
        <p:spPr>
          <a:xfrm>
            <a:off x="10915650" y="4400550"/>
            <a:ext cx="5981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6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Nếu</a:t>
            </a:r>
            <a:r>
              <a:rPr lang="en-US" sz="2400" dirty="0" spc="-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</a:t>
            </a:r>
            <a:r>
              <a:rPr lang="en-US" sz="240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</a:t>
            </a:r>
            <a:r>
              <a:rPr lang="en-US" sz="2400" dirty="0" spc="-5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sơ</a:t>
            </a:r>
            <a:r>
              <a:rPr lang="en-US" sz="2400" dirty="0" spc="-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2400" dirty="0" spc="0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r>
              <a:rPr lang="en-US" sz="2400" dirty="0" spc="-4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bốn</a:t>
            </a:r>
            <a:r>
              <a:rPr lang="en-US" sz="240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câu:</a:t>
            </a:r>
            <a:endParaRPr lang="en-US" sz="2400" dirty="0"/>
          </a:p>
        </p:txBody>
      </p:sp>
      <p:sp>
        <p:nvSpPr>
          <p:cNvPr id="26" name="Text richtext-1792367679212-502263500"/>
          <p:cNvSpPr/>
          <p:nvPr/>
        </p:nvSpPr>
        <p:spPr>
          <a:xfrm>
            <a:off x="10915650" y="5010150"/>
            <a:ext cx="5981700" cy="2571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Audience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 ảnh (câu</a:t>
            </a:r>
            <a:r>
              <a:rPr lang="en-US" sz="25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3)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Scope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550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read_profile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(câu</a:t>
            </a:r>
            <a:r>
              <a:rPr lang="en-US" sz="25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4)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Scope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chữ: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audience</a:t>
            </a:r>
            <a:endParaRPr lang="en-US" sz="2550" dirty="0"/>
          </a:p>
        </p:txBody>
      </p:sp>
      <p:sp>
        <p:nvSpPr>
          <p:cNvPr id="27" name="Connector line-1792367679233-269625379"/>
          <p:cNvSpPr/>
          <p:nvPr/>
        </p:nvSpPr>
        <p:spPr>
          <a:xfrm>
            <a:off x="10915650" y="7753350"/>
            <a:ext cx="5981700" cy="0"/>
          </a:xfrm>
          <a:prstGeom prst="line">
            <a:avLst/>
          </a:prstGeom>
          <a:noFill/>
          <a:ln w="19050">
            <a:solidFill>
              <a:srgbClr val="DDE3FA">
                <a:alpha val="5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Text 26"/>
          <p:cNvSpPr/>
          <p:nvPr/>
        </p:nvSpPr>
        <p:spPr>
          <a:xfrm>
            <a:off x="10915650" y="7905750"/>
            <a:ext cx="5981700" cy="7239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49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1800" dirty="0" spc="-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 mờ</a:t>
            </a:r>
            <a:r>
              <a:rPr lang="en-US" sz="180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800" dirty="0" spc="-9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introspection</a:t>
            </a:r>
            <a:r>
              <a:rPr lang="en-US" sz="1800" dirty="0" spc="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1800" dirty="0" spc="1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định:</a:t>
            </a:r>
            <a:r>
              <a:rPr lang="en-US" sz="180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-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dirty="0" spc="-4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active</a:t>
            </a:r>
            <a:r>
              <a:rPr lang="en-US" sz="1800" dirty="0" spc="-1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scope.</a:t>
            </a:r>
            <a:endParaRPr lang="en-US" sz="1800" dirty="0"/>
          </a:p>
        </p:txBody>
      </p:sp>
      <p:sp>
        <p:nvSpPr>
          <p:cNvPr id="29" name="Connector line-1792367679236-985964041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7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36b51d1c-e28d-44eb-b2b8-324b33f1cf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428750"/>
            <a:ext cx="3943350" cy="2571750"/>
          </a:xfrm>
          <a:prstGeom prst="roundRect">
            <a:avLst>
              <a:gd name="adj" fmla="val 8889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1190625" y="17049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Connector line-1792368417277-486182630"/>
          <p:cNvSpPr/>
          <p:nvPr/>
        </p:nvSpPr>
        <p:spPr>
          <a:xfrm>
            <a:off x="1362075" y="1790700"/>
            <a:ext cx="3248025" cy="0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162050" y="2019300"/>
            <a:ext cx="34480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5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OAuth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162050" y="2781300"/>
            <a:ext cx="3448050" cy="5905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AUTHorization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62050" y="3333750"/>
            <a:ext cx="344805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180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làm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18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bạn,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86350" y="1428750"/>
            <a:ext cx="3943350" cy="2571750"/>
          </a:xfrm>
          <a:prstGeom prst="roundRect">
            <a:avLst>
              <a:gd name="adj" fmla="val 8889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5362575" y="17049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Connector line-1792368417287-456391663"/>
          <p:cNvSpPr/>
          <p:nvPr/>
        </p:nvSpPr>
        <p:spPr>
          <a:xfrm>
            <a:off x="5534025" y="1790700"/>
            <a:ext cx="3248025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5334000" y="2019300"/>
            <a:ext cx="34480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5334000" y="2724150"/>
            <a:ext cx="3448050" cy="5905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65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334000" y="3333750"/>
            <a:ext cx="344805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8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18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8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 trình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258300" y="1428750"/>
            <a:ext cx="3943350" cy="2571750"/>
          </a:xfrm>
          <a:prstGeom prst="roundRect">
            <a:avLst>
              <a:gd name="adj" fmla="val 8889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534525" y="17049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17" name="Connector line-1792368417295-255583446"/>
          <p:cNvSpPr/>
          <p:nvPr/>
        </p:nvSpPr>
        <p:spPr>
          <a:xfrm>
            <a:off x="9705975" y="1790700"/>
            <a:ext cx="3248025" cy="0"/>
          </a:xfrm>
          <a:prstGeom prst="line">
            <a:avLst/>
          </a:prstGeom>
          <a:noFill/>
          <a:ln w="2857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9505950" y="2019300"/>
            <a:ext cx="34480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9505950" y="2781300"/>
            <a:ext cx="3448050" cy="5905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r>
              <a:rPr lang="en-US" sz="1650" dirty="0" spc="-1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650" dirty="0" spc="-3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505950" y="3333750"/>
            <a:ext cx="344805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18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chữ ký.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430250" y="1428750"/>
            <a:ext cx="3943350" cy="2571750"/>
          </a:xfrm>
          <a:prstGeom prst="roundRect">
            <a:avLst>
              <a:gd name="adj" fmla="val 8889"/>
            </a:avLst>
          </a:prstGeom>
          <a:solidFill>
            <a:srgbClr val="1E21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3706475" y="17049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23" name="Connector line-1792368417303-23409366"/>
          <p:cNvSpPr/>
          <p:nvPr/>
        </p:nvSpPr>
        <p:spPr>
          <a:xfrm>
            <a:off x="13877925" y="1790700"/>
            <a:ext cx="3248025" cy="0"/>
          </a:xfrm>
          <a:prstGeom prst="line">
            <a:avLst/>
          </a:prstGeom>
          <a:noFill/>
          <a:ln w="2857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3677900" y="2019300"/>
            <a:ext cx="34480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JSON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13677900" y="2781300"/>
            <a:ext cx="3448050" cy="5905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165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Notation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3677900" y="3333750"/>
            <a:ext cx="344805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18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80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14400" y="4229100"/>
            <a:ext cx="5334000" cy="2571750"/>
          </a:xfrm>
          <a:prstGeom prst="roundRect">
            <a:avLst>
              <a:gd name="adj" fmla="val 8889"/>
            </a:avLst>
          </a:prstGeom>
          <a:solidFill>
            <a:srgbClr val="1E212B"/>
          </a:solidFill>
          <a:ln/>
        </p:spPr>
      </p:sp>
      <p:sp>
        <p:nvSpPr>
          <p:cNvPr id="28" name="Shape 26"/>
          <p:cNvSpPr/>
          <p:nvPr/>
        </p:nvSpPr>
        <p:spPr>
          <a:xfrm>
            <a:off x="1190625" y="450532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9" name="Connector line-1792368417310-914996505"/>
          <p:cNvSpPr/>
          <p:nvPr/>
        </p:nvSpPr>
        <p:spPr>
          <a:xfrm>
            <a:off x="1362075" y="4591050"/>
            <a:ext cx="4638675" cy="0"/>
          </a:xfrm>
          <a:prstGeom prst="line">
            <a:avLst/>
          </a:prstGeom>
          <a:noFill/>
          <a:ln w="2857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1162050" y="4819650"/>
            <a:ext cx="4838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ID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1162050" y="5581650"/>
            <a:ext cx="4838700" cy="5905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IDentity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162050" y="6134100"/>
            <a:ext cx="483870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tính:</a:t>
            </a:r>
            <a:r>
              <a:rPr lang="en-US" sz="18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180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 danh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8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477000" y="4229100"/>
            <a:ext cx="5334000" cy="2571750"/>
          </a:xfrm>
          <a:prstGeom prst="roundRect">
            <a:avLst>
              <a:gd name="adj" fmla="val 8889"/>
            </a:avLst>
          </a:prstGeom>
          <a:solidFill>
            <a:srgbClr val="1E212B"/>
          </a:solidFill>
          <a:ln/>
        </p:spPr>
      </p:sp>
      <p:sp>
        <p:nvSpPr>
          <p:cNvPr id="34" name="Shape 32"/>
          <p:cNvSpPr/>
          <p:nvPr/>
        </p:nvSpPr>
        <p:spPr>
          <a:xfrm>
            <a:off x="6753225" y="450532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35" name="Connector line-1792368417317-330531683"/>
          <p:cNvSpPr/>
          <p:nvPr/>
        </p:nvSpPr>
        <p:spPr>
          <a:xfrm>
            <a:off x="6924675" y="4591050"/>
            <a:ext cx="4638675" cy="0"/>
          </a:xfrm>
          <a:prstGeom prst="line">
            <a:avLst/>
          </a:prstGeom>
          <a:noFill/>
          <a:ln w="2857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6724650" y="4819650"/>
            <a:ext cx="4838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OpenID</a:t>
            </a:r>
            <a:endParaRPr lang="en-US" sz="4200" dirty="0"/>
          </a:p>
        </p:txBody>
      </p:sp>
      <p:sp>
        <p:nvSpPr>
          <p:cNvPr id="37" name="Text 35"/>
          <p:cNvSpPr/>
          <p:nvPr/>
        </p:nvSpPr>
        <p:spPr>
          <a:xfrm>
            <a:off x="6724650" y="5581650"/>
            <a:ext cx="4838700" cy="5905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IDentity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6724650" y="6134100"/>
            <a:ext cx="483870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18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8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8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mở;</a:t>
            </a:r>
            <a:r>
              <a:rPr lang="en-US" sz="18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OpenID Connect</a:t>
            </a:r>
            <a:r>
              <a:rPr lang="en-US" sz="180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1800" dirty="0" spc="-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OAuth.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2039600" y="4229100"/>
            <a:ext cx="5334000" cy="2571750"/>
          </a:xfrm>
          <a:prstGeom prst="roundRect">
            <a:avLst>
              <a:gd name="adj" fmla="val 8889"/>
            </a:avLst>
          </a:prstGeom>
          <a:solidFill>
            <a:srgbClr val="1E212B"/>
          </a:solidFill>
          <a:ln/>
        </p:spPr>
      </p:sp>
      <p:sp>
        <p:nvSpPr>
          <p:cNvPr id="40" name="Shape 38"/>
          <p:cNvSpPr/>
          <p:nvPr/>
        </p:nvSpPr>
        <p:spPr>
          <a:xfrm>
            <a:off x="12315825" y="450532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41" name="Connector line-1792368417323-660526963"/>
          <p:cNvSpPr/>
          <p:nvPr/>
        </p:nvSpPr>
        <p:spPr>
          <a:xfrm>
            <a:off x="12487275" y="4591050"/>
            <a:ext cx="4638675" cy="0"/>
          </a:xfrm>
          <a:prstGeom prst="line">
            <a:avLst/>
          </a:prstGeom>
          <a:noFill/>
          <a:ln w="2857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12287250" y="4819650"/>
            <a:ext cx="4838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0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4200" dirty="0"/>
          </a:p>
        </p:txBody>
      </p:sp>
      <p:sp>
        <p:nvSpPr>
          <p:cNvPr id="43" name="Text 41"/>
          <p:cNvSpPr/>
          <p:nvPr/>
        </p:nvSpPr>
        <p:spPr>
          <a:xfrm>
            <a:off x="12287250" y="5581650"/>
            <a:ext cx="4838700" cy="59055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65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2287250" y="6134100"/>
            <a:ext cx="4838700" cy="6096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8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18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8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8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8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dirty="0" spc="1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8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1800" dirty="0"/>
          </a:p>
        </p:txBody>
      </p:sp>
      <p:sp>
        <p:nvSpPr>
          <p:cNvPr id="45" name="Connector line-1792368417328-733610902"/>
          <p:cNvSpPr/>
          <p:nvPr/>
        </p:nvSpPr>
        <p:spPr>
          <a:xfrm>
            <a:off x="914400" y="7124700"/>
            <a:ext cx="164592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914400" y="735330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14400" y="773430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2.1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nháp)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OAuth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2.0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Sheet,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</a:t>
            </a:r>
            <a:r>
              <a:rPr lang="en-US" sz="21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Management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authlib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914400" y="862965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49" name="Connector line-1792368417334-92621307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1" name="Shape 4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2" name="Shape 50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3" name="Shape 5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4" name="Shape 52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5" name="Shape 53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6" name="Shape 54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7" name="Shape 55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8" name="Shape 56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9" name="Shape 57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0" name="Text 5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61" name="Shape 5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2" name="Moda image moda-export-watermark-ff4615a9-20c3-4ba2-9641-cdd1c7051e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2026-10-19T00:08:09Z</dcterms:created>
  <dcterms:modified xsi:type="dcterms:W3CDTF">2026-10-19T00:08:09Z</dcterms:modified>
</cp:coreProperties>
</file>