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1430000" cy="4572000"/>
          </a:xfrm>
          <a:prstGeom prst="rect">
            <a:avLst/>
          </a:prstGeom>
          <a:noFill/>
          <a:ln/>
        </p:spPr>
        <p:txBody>
          <a:bodyPr wrap="square" lIns="0" tIns="37948" rIns="0" bIns="-37948" rtlCol="0" anchor="t"/>
          <a:lstStyle/>
          <a:p>
            <a:pPr algn="l" indent="0" marL="0">
              <a:lnSpc>
                <a:spcPts val="5382"/>
              </a:lnSpc>
              <a:buNone/>
            </a:pPr>
            <a:r>
              <a:rPr lang="en-US" sz="498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 thảo</a:t>
            </a:r>
            <a:r>
              <a:rPr lang="en-US" sz="4983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498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4983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4983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498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endParaRPr lang="en-US" sz="4983" dirty="0"/>
          </a:p>
          <a:p>
            <a:pPr algn="l" indent="0" marL="0">
              <a:lnSpc>
                <a:spcPts val="5382"/>
              </a:lnSpc>
              <a:buNone/>
            </a:pPr>
            <a:r>
              <a:rPr lang="en-US" sz="4983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4983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498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4983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498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4983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4983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loại,</a:t>
            </a:r>
            <a:endParaRPr lang="en-US" sz="4983" dirty="0"/>
          </a:p>
          <a:p>
            <a:pPr algn="l" indent="0" marL="0">
              <a:lnSpc>
                <a:spcPts val="5382"/>
              </a:lnSpc>
              <a:buNone/>
            </a:pPr>
            <a:r>
              <a:rPr lang="en-US" sz="4983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4983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498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r>
              <a:rPr lang="en-US" sz="498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 không</a:t>
            </a:r>
            <a:r>
              <a:rPr lang="en-US" sz="4983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endParaRPr lang="en-US" sz="4983" dirty="0"/>
          </a:p>
        </p:txBody>
      </p:sp>
      <p:sp>
        <p:nvSpPr>
          <p:cNvPr id="4" name="Text 2"/>
          <p:cNvSpPr/>
          <p:nvPr/>
        </p:nvSpPr>
        <p:spPr>
          <a:xfrm>
            <a:off x="12858750" y="1619250"/>
            <a:ext cx="47625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12858750" y="4286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76200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7914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10150" y="7620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150" y="77914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248900" y="76200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8900" y="77914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42638e52-2620-4f83-a838-e78910b66d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000500" cy="2095500"/>
          </a:xfrm>
          <a:prstGeom prst="roundRect">
            <a:avLst>
              <a:gd name="adj" fmla="val 1454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4286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13 mục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91490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600700" y="3619500"/>
            <a:ext cx="4000500" cy="2095500"/>
          </a:xfrm>
          <a:prstGeom prst="roundRect">
            <a:avLst>
              <a:gd name="adj" fmla="val 14545"/>
            </a:avLst>
          </a:prstGeom>
          <a:solidFill>
            <a:srgbClr val="F6E4CE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6450" y="4286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r>
              <a:rPr lang="en-US" sz="36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loại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0120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0287000" y="3619500"/>
            <a:ext cx="7086600" cy="2095500"/>
          </a:xfrm>
          <a:prstGeom prst="roundRect">
            <a:avLst>
              <a:gd name="adj" fmla="val 14545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4333875"/>
            <a:ext cx="6515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3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953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717ec96-97b2-4bab-95a3-71ab4ce89e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1800" b="1" spc="2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phần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800100"/>
          </a:xfrm>
          <a:prstGeom prst="roundRect">
            <a:avLst>
              <a:gd name="adj" fmla="val 2619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3848100"/>
            <a:ext cx="16459200" cy="800100"/>
          </a:xfrm>
          <a:prstGeom prst="roundRect">
            <a:avLst>
              <a:gd name="adj" fmla="val 2619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0386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838700"/>
            <a:ext cx="16459200" cy="800100"/>
          </a:xfrm>
          <a:prstGeom prst="roundRect">
            <a:avLst>
              <a:gd name="adj" fmla="val 2619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0292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phân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829300"/>
            <a:ext cx="16459200" cy="800100"/>
          </a:xfrm>
          <a:prstGeom prst="roundRect">
            <a:avLst>
              <a:gd name="adj" fmla="val 2619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198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6819900"/>
            <a:ext cx="16459200" cy="800100"/>
          </a:xfrm>
          <a:prstGeom prst="roundRect">
            <a:avLst>
              <a:gd name="adj" fmla="val 2619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70104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14400" y="7810500"/>
            <a:ext cx="16459200" cy="800100"/>
          </a:xfrm>
          <a:prstGeom prst="roundRect">
            <a:avLst>
              <a:gd name="adj" fmla="val 2619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80010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460b8ef-f601-48e0-a3c6-8b72e95c29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800" b="1" spc="2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6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 tự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420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42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265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4191000"/>
            <a:ext cx="714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75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4075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4075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4075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4075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4075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4075" dirty="0"/>
          </a:p>
        </p:txBody>
      </p:sp>
      <p:sp>
        <p:nvSpPr>
          <p:cNvPr id="10" name="Text 8"/>
          <p:cNvSpPr/>
          <p:nvPr/>
        </p:nvSpPr>
        <p:spPr>
          <a:xfrm>
            <a:off x="9772650" y="5905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16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3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 dòng</a:t>
            </a:r>
            <a:r>
              <a:rPr lang="en-US" sz="22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250" dirty="0" spc="-7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72390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5247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36da3ef-45e3-4bec-be91-fed9e4f7b6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TÍNH</a:t>
            </a:r>
            <a:r>
              <a:rPr lang="en-US" sz="1800" b="1" spc="26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7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 chất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952500"/>
          </a:xfrm>
          <a:prstGeom prst="roundRect">
            <a:avLst>
              <a:gd name="adj" fmla="val 26000"/>
            </a:avLst>
          </a:prstGeom>
          <a:solidFill>
            <a:srgbClr val="D5ECE8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8610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mở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952500"/>
          </a:xfrm>
          <a:prstGeom prst="roundRect">
            <a:avLst>
              <a:gd name="adj" fmla="val 26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22910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286000" y="4343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952500"/>
          </a:xfrm>
          <a:prstGeom prst="roundRect">
            <a:avLst>
              <a:gd name="adj" fmla="val 26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37210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286000" y="5486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6381750"/>
            <a:ext cx="16459200" cy="952500"/>
          </a:xfrm>
          <a:prstGeom prst="roundRect">
            <a:avLst>
              <a:gd name="adj" fmla="val 26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51510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286000" y="6629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6459200" cy="952500"/>
          </a:xfrm>
          <a:prstGeom prst="roundRect">
            <a:avLst>
              <a:gd name="adj" fmla="val 26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5810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286000" y="7772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3a2d59a-f1d4-4169-bf96-3d4c66a39f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0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chất,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lăng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kính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b="1" spc="18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1800" b="1" spc="216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11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205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285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LĂNG</a:t>
            </a:r>
            <a:r>
              <a:rPr lang="en-US" sz="1800" b="1" spc="226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r>
              <a:rPr lang="en-US" sz="1800" b="1" spc="216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1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86125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476625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sàng;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0" y="34766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24815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44386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525000" y="44386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 quả</a:t>
            </a: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210175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5400675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25000" y="540067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17220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636270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525000" y="63627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3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lăng</a:t>
            </a:r>
            <a:r>
              <a:rPr lang="en-US" sz="2550" b="1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r>
              <a:rPr lang="en-US" sz="2550" b="1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7134225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5400" y="7324725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525000" y="73247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809625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5400" y="82867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525000" y="82867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</a:t>
            </a: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5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1f212bd4-7b2a-474f-9ed9-2dc7cb6151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524125"/>
            <a:ext cx="152400" cy="2000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906750" cy="34290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Xếp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lăng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kính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soạn.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6477000"/>
            <a:ext cx="798195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6819900"/>
            <a:ext cx="733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lăng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91650" y="6477000"/>
            <a:ext cx="798195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6819900"/>
            <a:ext cx="733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f1bfb42-a379-4194-a220-a35b8dffc2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-1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Tốn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tháng?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57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đêm?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52197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000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 giúp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34150" y="3619500"/>
            <a:ext cx="5219700" cy="3810000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6915150" y="4000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915150" y="4667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23407" rIns="0" bIns="-23407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2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42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42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nào.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2153900" y="3619500"/>
            <a:ext cx="52197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4000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34900" y="4667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2859bf3-ee55-41c8-a4a8-7f3c761e92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Xếp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loại,</a:t>
            </a:r>
            <a:r>
              <a:rPr lang="en-US" sz="7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295900" y="5114925"/>
            <a:ext cx="133350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953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loại,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010900" y="5114925"/>
            <a:ext cx="6667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1649075" y="3429000"/>
            <a:ext cx="57150" cy="34290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77650" y="3400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77650" y="6829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0" y="2476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06350" y="2952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phần: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382500" y="5905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6350" y="6381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chất: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lăng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13c36f6-a973-4b8f-8569-ebf59c24f4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143250" y="18859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lập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14400" y="304800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CDN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143250" y="31242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143250" y="4362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552450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143250" y="56007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0" y="1714500"/>
            <a:ext cx="784860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20383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0" y="2552700"/>
            <a:ext cx="7048500" cy="2571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 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Microsoft,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2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professionals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comparison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00f6d0f-a7ba-460f-b56a-962d302985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2026-10-19T15:37:18Z</dcterms:created>
  <dcterms:modified xsi:type="dcterms:W3CDTF">2026-10-19T15:37:18Z</dcterms:modified>
</cp:coreProperties>
</file>