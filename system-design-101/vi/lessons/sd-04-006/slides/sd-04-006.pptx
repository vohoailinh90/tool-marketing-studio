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68453" rIns="0" bIns="-68453" rtlCol="0" anchor="t"/>
          <a:lstStyle/>
          <a:p>
            <a:pPr algn="l" indent="0" marL="0">
              <a:lnSpc>
                <a:spcPts val="8008"/>
              </a:lnSpc>
              <a:buNone/>
            </a:pPr>
            <a:r>
              <a:rPr lang="en-US" sz="77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r>
              <a:rPr lang="en-US" sz="7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 môn:</a:t>
            </a:r>
            <a:r>
              <a:rPr lang="en-US" sz="7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77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700" dirty="0" spc="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7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7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3943350" cy="952500"/>
          </a:xfrm>
          <a:prstGeom prst="roundRect">
            <a:avLst>
              <a:gd name="adj" fmla="val 26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25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086350" y="4762500"/>
            <a:ext cx="3943350" cy="952500"/>
          </a:xfrm>
          <a:prstGeom prst="roundRect">
            <a:avLst>
              <a:gd name="adj" fmla="val 2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</a:t>
            </a:r>
            <a:r>
              <a:rPr lang="en-US" sz="22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258300" y="4762500"/>
            <a:ext cx="3943350" cy="952500"/>
          </a:xfrm>
          <a:prstGeom prst="roundRect">
            <a:avLst>
              <a:gd name="adj" fmla="val 2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430250" y="4762500"/>
            <a:ext cx="3943350" cy="952500"/>
          </a:xfrm>
          <a:prstGeom prst="roundRect">
            <a:avLst>
              <a:gd name="adj" fmla="val 2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2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14400" y="65722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75247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84772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000500" y="6629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38700" y="6629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000500" y="7581900"/>
            <a:ext cx="3048000" cy="552450"/>
          </a:xfrm>
          <a:prstGeom prst="roundRect">
            <a:avLst>
              <a:gd name="adj" fmla="val 24138"/>
            </a:avLst>
          </a:prstGeom>
          <a:solidFill>
            <a:srgbClr val="14161C"/>
          </a:solidFill>
          <a:ln w="28575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trống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000500" y="8534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4838700" y="8534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6900" y="8534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FF6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5100" y="8534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53300" y="8534400"/>
            <a:ext cx="723900" cy="552450"/>
          </a:xfrm>
          <a:prstGeom prst="roundRect">
            <a:avLst>
              <a:gd name="adj" fmla="val 24138"/>
            </a:avLst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b696c69-0adc-4ab5-ad97-676e71a382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6096000" cy="5905500"/>
          </a:xfrm>
          <a:prstGeom prst="rect">
            <a:avLst/>
          </a:prstGeom>
          <a:noFill/>
          <a:ln/>
        </p:spPr>
        <p:txBody>
          <a:bodyPr wrap="square" lIns="0" tIns="457200" rIns="0" bIns="-457200" rtlCol="0" anchor="t"/>
          <a:lstStyle/>
          <a:p>
            <a:pPr algn="l" indent="0" marL="0">
              <a:lnSpc>
                <a:spcPts val="45000"/>
              </a:lnSpc>
              <a:buNone/>
            </a:pPr>
            <a:r>
              <a:rPr lang="en-US" sz="45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45000" dirty="0"/>
          </a:p>
        </p:txBody>
      </p:sp>
      <p:sp>
        <p:nvSpPr>
          <p:cNvPr id="4" name="Text 2"/>
          <p:cNvSpPr/>
          <p:nvPr/>
        </p:nvSpPr>
        <p:spPr>
          <a:xfrm>
            <a:off x="6667500" y="2000250"/>
            <a:ext cx="10706100" cy="2476500"/>
          </a:xfrm>
          <a:prstGeom prst="rect">
            <a:avLst/>
          </a:prstGeom>
          <a:noFill/>
          <a:ln/>
        </p:spPr>
        <p:txBody>
          <a:bodyPr wrap="square" lIns="0" tIns="52006" rIns="0" bIns="-52006" rtlCol="0" anchor="t"/>
          <a:lstStyle/>
          <a:p>
            <a:pPr algn="l" indent="0" marL="0">
              <a:lnSpc>
                <a:spcPts val="6678"/>
              </a:lnSpc>
              <a:buNone/>
            </a:pPr>
            <a:r>
              <a:rPr lang="en-US" sz="63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đơn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3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</a:t>
            </a:r>
            <a:r>
              <a:rPr lang="en-US" sz="63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Kafka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6667500" y="4762500"/>
            <a:ext cx="10706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30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30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dirty="0" spc="-3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667500" y="6096000"/>
            <a:ext cx="24765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34500" y="6096000"/>
            <a:ext cx="30480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573000" y="6096000"/>
            <a:ext cx="20955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4859000" y="6096000"/>
            <a:ext cx="25146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d12e235-585f-4e00-9ebc-a3e734ddb6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95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524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953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29051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38250" y="43338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8250" y="576262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38250" y="7191375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266700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r>
              <a:rPr lang="en-US" sz="2850" b="1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kiện: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286000" y="409575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partition,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offset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286000" y="6953250"/>
            <a:ext cx="1476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ghi;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broker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0683bf2-d25d-4868-9215-f5d8100fb4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TOPIC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7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partition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5925312"/>
                <a:gridCol w="5596128"/>
                <a:gridCol w="493776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Partition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Khóa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</a:t>
                      </a:r>
                      <a:r>
                        <a:rPr lang="en-US" sz="285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sự</a:t>
                      </a:r>
                      <a:r>
                        <a:rPr lang="en-US" sz="28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kiện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Partition</a:t>
                      </a:r>
                      <a:r>
                        <a:rPr lang="en-US" sz="28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Partition</a:t>
                      </a: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8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trống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Partition</a:t>
                      </a:r>
                      <a:r>
                        <a:rPr lang="en-US" sz="28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</a:t>
                      </a:r>
                      <a:r>
                        <a:rPr lang="en-US" sz="28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84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2390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6" name="Shape 3"/>
          <p:cNvSpPr/>
          <p:nvPr/>
        </p:nvSpPr>
        <p:spPr>
          <a:xfrm>
            <a:off x="9372600" y="72390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72390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Shape 5"/>
          <p:cNvSpPr/>
          <p:nvPr/>
        </p:nvSpPr>
        <p:spPr>
          <a:xfrm>
            <a:off x="9372600" y="72390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7239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Offset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715500" y="7239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a34946f-a2a0-41f8-b08b-2a07aae7e9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800" b="1" spc="27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leader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36195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4191000"/>
            <a:ext cx="4191000" cy="1619250"/>
          </a:xfrm>
          <a:prstGeom prst="roundRect">
            <a:avLst>
              <a:gd name="adj" fmla="val 16471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Leader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954000" y="2857500"/>
            <a:ext cx="4419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Follower</a:t>
            </a:r>
            <a:r>
              <a:rPr lang="en-US" sz="25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2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broker</a:t>
            </a:r>
            <a:r>
              <a:rPr lang="en-US" sz="25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0" y="5715000"/>
            <a:ext cx="4419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Follower</a:t>
            </a:r>
            <a:r>
              <a:rPr lang="en-US" sz="25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2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broker</a:t>
            </a:r>
            <a:r>
              <a:rPr lang="en-US" sz="25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2550" dirty="0"/>
          </a:p>
        </p:txBody>
      </p:sp>
      <p:sp>
        <p:nvSpPr>
          <p:cNvPr id="8" name="Connector line-1792442394762-377013100"/>
          <p:cNvSpPr/>
          <p:nvPr/>
        </p:nvSpPr>
        <p:spPr>
          <a:xfrm>
            <a:off x="4572000" y="5000625"/>
            <a:ext cx="22479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72000" y="4476750"/>
            <a:ext cx="2247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endParaRPr lang="en-US" sz="2250" dirty="0"/>
          </a:p>
        </p:txBody>
      </p:sp>
      <p:sp>
        <p:nvSpPr>
          <p:cNvPr id="10" name="Connector line-1792442394764-501515430"/>
          <p:cNvSpPr/>
          <p:nvPr/>
        </p:nvSpPr>
        <p:spPr>
          <a:xfrm flipV="1">
            <a:off x="11087100" y="3667125"/>
            <a:ext cx="1828800" cy="809625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42394765-828421703"/>
          <p:cNvSpPr/>
          <p:nvPr/>
        </p:nvSpPr>
        <p:spPr>
          <a:xfrm>
            <a:off x="11087100" y="5524500"/>
            <a:ext cx="1828800" cy="809625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8191500"/>
            <a:ext cx="9525000" cy="762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thiết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b7be472-92d3-490d-855f-cde98ad784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(CONSUMER</a:t>
            </a:r>
            <a:r>
              <a:rPr lang="en-US" sz="1800" b="1" spc="2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9525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8500" y="2571750"/>
            <a:ext cx="65151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71750"/>
            <a:ext cx="9525000" cy="952500"/>
          </a:xfrm>
          <a:prstGeom prst="roundRect">
            <a:avLst>
              <a:gd name="adj" fmla="val 32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billing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858500" y="2571750"/>
            <a:ext cx="6515100" cy="952500"/>
          </a:xfrm>
          <a:prstGeom prst="roundRect">
            <a:avLst>
              <a:gd name="adj" fmla="val 32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295400" y="3905250"/>
            <a:ext cx="8763000" cy="1524000"/>
          </a:xfrm>
          <a:prstGeom prst="roundRect">
            <a:avLst>
              <a:gd name="adj" fmla="val 15000"/>
            </a:avLst>
          </a:prstGeom>
          <a:solidFill>
            <a:srgbClr val="2A2E3B"/>
          </a:solidFill>
          <a:ln/>
        </p:spPr>
      </p:sp>
      <p:sp>
        <p:nvSpPr>
          <p:cNvPr id="9" name="Shape 7"/>
          <p:cNvSpPr/>
          <p:nvPr/>
        </p:nvSpPr>
        <p:spPr>
          <a:xfrm>
            <a:off x="1295400" y="5715000"/>
            <a:ext cx="8763000" cy="1524000"/>
          </a:xfrm>
          <a:prstGeom prst="roundRect">
            <a:avLst>
              <a:gd name="adj" fmla="val 15000"/>
            </a:avLst>
          </a:prstGeom>
          <a:solidFill>
            <a:srgbClr val="2A2E3B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9500" y="3905250"/>
            <a:ext cx="5753100" cy="3333750"/>
          </a:xfrm>
          <a:prstGeom prst="roundRect">
            <a:avLst>
              <a:gd name="adj" fmla="val 6857"/>
            </a:avLst>
          </a:prstGeom>
          <a:solidFill>
            <a:srgbClr val="2A2E3B"/>
          </a:solidFill>
          <a:ln/>
        </p:spPr>
      </p:sp>
      <p:sp>
        <p:nvSpPr>
          <p:cNvPr id="11" name="Text 9"/>
          <p:cNvSpPr/>
          <p:nvPr/>
        </p:nvSpPr>
        <p:spPr>
          <a:xfrm>
            <a:off x="1619250" y="3905250"/>
            <a:ext cx="81915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 partition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2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19250" y="5715000"/>
            <a:ext cx="81915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563350" y="3905250"/>
            <a:ext cx="5143500" cy="3333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cả ba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partition,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14400" y="7905750"/>
            <a:ext cx="9525000" cy="952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858500" y="7905750"/>
            <a:ext cx="6515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642d0d7-59ee-49f0-aaf7-68ff0c3a69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5334000" cy="6286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0" y="2571750"/>
            <a:ext cx="5334000" cy="6286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39600" y="2571750"/>
            <a:ext cx="5334000" cy="6286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71750"/>
            <a:ext cx="5334000" cy="1333500"/>
          </a:xfrm>
          <a:prstGeom prst="roundRect">
            <a:avLst>
              <a:gd name="adj" fmla="val 2285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77000" y="2571750"/>
            <a:ext cx="5334000" cy="1333500"/>
          </a:xfrm>
          <a:prstGeom prst="roundRect">
            <a:avLst>
              <a:gd name="adj" fmla="val 2285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b="1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b="1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039600" y="2571750"/>
            <a:ext cx="5334000" cy="1333500"/>
          </a:xfrm>
          <a:prstGeom prst="roundRect">
            <a:avLst>
              <a:gd name="adj" fmla="val 22857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partition</a:t>
            </a:r>
            <a:endParaRPr lang="en-US" sz="2400" dirty="0"/>
          </a:p>
        </p:txBody>
      </p:sp>
      <p:sp>
        <p:nvSpPr>
          <p:cNvPr id="10" name="Text richtext-1792442425804-687365343"/>
          <p:cNvSpPr/>
          <p:nvPr/>
        </p:nvSpPr>
        <p:spPr>
          <a:xfrm>
            <a:off x="1238250" y="4286250"/>
            <a:ext cx="4762500" cy="438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00" dirty="0"/>
          </a:p>
        </p:txBody>
      </p:sp>
      <p:sp>
        <p:nvSpPr>
          <p:cNvPr id="11" name="Text richtext-1792442425826-794297554"/>
          <p:cNvSpPr/>
          <p:nvPr/>
        </p:nvSpPr>
        <p:spPr>
          <a:xfrm>
            <a:off x="6800850" y="4286250"/>
            <a:ext cx="4762500" cy="438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 2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đơn.</a:t>
            </a:r>
            <a:endParaRPr lang="en-US" sz="2400" dirty="0"/>
          </a:p>
        </p:txBody>
      </p:sp>
      <p:sp>
        <p:nvSpPr>
          <p:cNvPr id="12" name="Text richtext-1792442425835-978641702"/>
          <p:cNvSpPr/>
          <p:nvPr/>
        </p:nvSpPr>
        <p:spPr>
          <a:xfrm>
            <a:off x="12363450" y="4286250"/>
            <a:ext cx="4762500" cy="4381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Thừa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ngồi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1b3deb8-1d61-4f9e-af7b-8c665de6d2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1728" rIns="0" bIns="-41728" rtlCol="0" anchor="t"/>
          <a:lstStyle/>
          <a:p>
            <a:pPr algn="l" indent="0" marL="0">
              <a:lnSpc>
                <a:spcPts val="5357"/>
              </a:lnSpc>
              <a:buNone/>
            </a:pPr>
            <a:r>
              <a:rPr lang="en-US" sz="5054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5054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billing</a:t>
            </a:r>
            <a:r>
              <a:rPr lang="en-US" sz="5054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5054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5054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054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054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viên,</a:t>
            </a:r>
            <a:r>
              <a:rPr lang="en-US" sz="5054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topic</a:t>
            </a:r>
            <a:r>
              <a:rPr lang="en-US" sz="5054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5054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5054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partition</a:t>
            </a:r>
            <a:endParaRPr lang="en-US" sz="5054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5334000" cy="5334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0" dirty="0"/>
          </a:p>
        </p:txBody>
      </p:sp>
      <p:sp>
        <p:nvSpPr>
          <p:cNvPr id="5" name="Text 3"/>
          <p:cNvSpPr/>
          <p:nvPr/>
        </p:nvSpPr>
        <p:spPr>
          <a:xfrm>
            <a:off x="6096000" y="3143250"/>
            <a:ext cx="11277600" cy="13335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6096000" y="4953000"/>
            <a:ext cx="112776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0" y="4953000"/>
            <a:ext cx="133350" cy="1238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6572250" y="49530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trống: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096000" y="6477000"/>
            <a:ext cx="112776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6477000"/>
            <a:ext cx="133350" cy="1238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6572250" y="64770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partition,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70a886b-3e54-4adf-b65b-67b5da2e9d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3340" rIns="0" bIns="-5334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0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khóa,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viện,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partition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32385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2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05500" y="2762250"/>
            <a:ext cx="53340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librdkafka: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CRC32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905500" y="5810250"/>
            <a:ext cx="53340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Producer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Murmur2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0" y="4191000"/>
            <a:ext cx="4419600" cy="1619250"/>
          </a:xfrm>
          <a:prstGeom prst="roundRect">
            <a:avLst>
              <a:gd name="adj" fmla="val 16471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partition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8" name="Connector line-1792442455741-807618663"/>
          <p:cNvSpPr/>
          <p:nvPr/>
        </p:nvSpPr>
        <p:spPr>
          <a:xfrm flipV="1">
            <a:off x="4191000" y="3619500"/>
            <a:ext cx="1676400" cy="11430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42455741-378219821"/>
          <p:cNvSpPr/>
          <p:nvPr/>
        </p:nvSpPr>
        <p:spPr>
          <a:xfrm>
            <a:off x="4191000" y="5238750"/>
            <a:ext cx="1676400" cy="11430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42455742-893440042"/>
          <p:cNvSpPr/>
          <p:nvPr/>
        </p:nvSpPr>
        <p:spPr>
          <a:xfrm>
            <a:off x="11277600" y="3619500"/>
            <a:ext cx="1638300" cy="11430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42455742-977623998"/>
          <p:cNvSpPr/>
          <p:nvPr/>
        </p:nvSpPr>
        <p:spPr>
          <a:xfrm flipV="1">
            <a:off x="11277600" y="5238750"/>
            <a:ext cx="1638300" cy="11430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80010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librdkafka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murmur2_random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d78fdd7-c073-4f3e-a3a7-23add2bd95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57175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76225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CRC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95400" y="3714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2762250"/>
            <a:ext cx="723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753600" y="3714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334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Text richtext-1792442518602-149292800"/>
          <p:cNvSpPr/>
          <p:nvPr/>
        </p:nvSpPr>
        <p:spPr>
          <a:xfrm>
            <a:off x="914400" y="590550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</a:t>
            </a:r>
            <a:r>
              <a:rPr lang="en-US" sz="24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Operations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librdkafka: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CONFIGURATION.md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fa520fd-2086-4540-9546-6f5473671d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2026-10-19T20:42:18Z</dcterms:created>
  <dcterms:modified xsi:type="dcterms:W3CDTF">2026-10-19T20:42:18Z</dcterms:modified>
</cp:coreProperties>
</file>