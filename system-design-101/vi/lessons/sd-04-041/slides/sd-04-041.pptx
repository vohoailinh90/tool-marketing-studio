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9525000" cy="4000500"/>
          </a:xfrm>
          <a:prstGeom prst="rect">
            <a:avLst/>
          </a:prstGeom>
          <a:noFill/>
          <a:ln/>
        </p:spPr>
        <p:txBody>
          <a:bodyPr wrap="square" lIns="0" tIns="39637" rIns="0" bIns="-39637" rtlCol="0" anchor="t"/>
          <a:lstStyle/>
          <a:p>
            <a:pPr algn="l" indent="0" marL="0">
              <a:lnSpc>
                <a:spcPts val="6865"/>
              </a:lnSpc>
              <a:buNone/>
            </a:pPr>
            <a:r>
              <a:rPr lang="en-US" sz="6241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 khái</a:t>
            </a:r>
            <a:r>
              <a:rPr lang="en-US" sz="6241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 của</a:t>
            </a:r>
            <a:r>
              <a:rPr lang="en-US" sz="6241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sharding:</a:t>
            </a:r>
            <a:r>
              <a:rPr lang="en-US" sz="6241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6241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6241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241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241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241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241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chia</a:t>
            </a:r>
            <a:r>
              <a:rPr lang="en-US" sz="6241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241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241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241" dirty="0"/>
          </a:p>
        </p:txBody>
      </p:sp>
      <p:sp>
        <p:nvSpPr>
          <p:cNvPr id="4" name="Text 2"/>
          <p:cNvSpPr/>
          <p:nvPr/>
        </p:nvSpPr>
        <p:spPr>
          <a:xfrm>
            <a:off x="952500" y="68580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30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9239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16.15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18/10/2026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811000" y="2190750"/>
            <a:ext cx="5524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ngang,</a:t>
            </a: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192000" y="3524250"/>
            <a:ext cx="5143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ngang,</a:t>
            </a: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573000" y="4857750"/>
            <a:ext cx="4762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1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dọc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0" y="6191250"/>
            <a:ext cx="4381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efa0e209-0e44-4c9d-921e-7030ad3f79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5716250" cy="3619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Sharding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78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tưởng,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mảnh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riêng.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52500" y="5905500"/>
            <a:ext cx="8001000" cy="257175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6191250"/>
            <a:ext cx="7239000" cy="2000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nêu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dọc,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chọn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mảnh. Bài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334500" y="5905500"/>
            <a:ext cx="8001000" cy="257175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15500" y="6191250"/>
            <a:ext cx="7239000" cy="2000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chia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mảnh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nhỏ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Text 16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15dbe4cc-837e-43b1-8f0f-076e58bad2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300" dirty="0" spc="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ngang,</a:t>
            </a:r>
            <a:r>
              <a:rPr lang="en-US" sz="63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300" dirty="0" spc="-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3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băm</a:t>
            </a:r>
            <a:endParaRPr lang="en-US" sz="63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2571750"/>
            <a:ext cx="5143500" cy="2476500"/>
          </a:xfrm>
          <a:prstGeom prst="roundRect">
            <a:avLst>
              <a:gd name="adj" fmla="val 10769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809875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Mảnh</a:t>
            </a:r>
            <a:r>
              <a:rPr lang="en-US" sz="240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3429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98.880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6572250" y="2571750"/>
            <a:ext cx="5143500" cy="2476500"/>
          </a:xfrm>
          <a:prstGeom prst="roundRect">
            <a:avLst>
              <a:gd name="adj" fmla="val 10769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53250" y="2809875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Mảnh</a:t>
            </a:r>
            <a:r>
              <a:rPr lang="en-US" sz="24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53250" y="3429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100.500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12192000" y="2571750"/>
            <a:ext cx="5143500" cy="2476500"/>
          </a:xfrm>
          <a:prstGeom prst="roundRect">
            <a:avLst>
              <a:gd name="adj" fmla="val 10769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0" y="2809875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Mảnh</a:t>
            </a:r>
            <a:r>
              <a:rPr lang="en-US" sz="240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573000" y="3429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100.620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952500" y="5619750"/>
            <a:ext cx="790575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5905500"/>
            <a:ext cx="71437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mảnh,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hai mảnh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429750" y="5619750"/>
            <a:ext cx="790575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10750" y="5905500"/>
            <a:ext cx="71437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mã khách: phải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7" name="Text 25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c0c41d93-b930-4351-92cf-77ac53c94e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600" dirty="0" spc="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ngang,</a:t>
            </a:r>
            <a:r>
              <a:rPr lang="en-US" sz="66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6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dải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952500" y="1666875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mảnh: tháng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7, 8,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2476500"/>
            <a:ext cx="790575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 w="28575">
            <a:solidFill>
              <a:srgbClr val="4A4F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762250"/>
            <a:ext cx="71437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550" b="1" dirty="0" spc="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b="1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550" b="1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550" b="1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(101.090</a:t>
            </a:r>
            <a:r>
              <a:rPr lang="en-US" sz="2550" b="1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dòng)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3500" y="4000500"/>
            <a:ext cx="714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63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236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333500" y="53340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mili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33500" y="6191250"/>
            <a:ext cx="71437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429750" y="2476500"/>
            <a:ext cx="790575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10750" y="2762250"/>
            <a:ext cx="71437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810750" y="4000500"/>
            <a:ext cx="714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2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2,3</a:t>
            </a:r>
            <a:r>
              <a:rPr lang="en-US" sz="5700" dirty="0" spc="1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3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2,7</a:t>
            </a:r>
            <a:endParaRPr lang="en-US" sz="5700" dirty="0"/>
          </a:p>
        </p:txBody>
      </p:sp>
      <p:sp>
        <p:nvSpPr>
          <p:cNvPr id="12" name="Text 10"/>
          <p:cNvSpPr/>
          <p:nvPr/>
        </p:nvSpPr>
        <p:spPr>
          <a:xfrm>
            <a:off x="9810750" y="53340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mili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810750" y="6191250"/>
            <a:ext cx="71437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Text 2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a93469d5-d338-4650-8a6e-7cf3baced9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 dọc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0477500" cy="49530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t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spc="-1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768</a:t>
            </a:r>
            <a:endParaRPr lang="en-US" sz="25500" dirty="0"/>
          </a:p>
        </p:txBody>
      </p:sp>
      <p:sp>
        <p:nvSpPr>
          <p:cNvPr id="4" name="Text 2"/>
          <p:cNvSpPr/>
          <p:nvPr/>
        </p:nvSpPr>
        <p:spPr>
          <a:xfrm>
            <a:off x="952500" y="66675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30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11.112,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811000" y="2190750"/>
            <a:ext cx="5524500" cy="2476500"/>
          </a:xfrm>
          <a:prstGeom prst="roundRect">
            <a:avLst>
              <a:gd name="adj" fmla="val 9231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0" y="2428875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Bảng</a:t>
            </a:r>
            <a:r>
              <a:rPr lang="en-US" sz="255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gộp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192000" y="31432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800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811000" y="5048250"/>
            <a:ext cx="5524500" cy="2476500"/>
          </a:xfrm>
          <a:prstGeom prst="roundRect">
            <a:avLst>
              <a:gd name="adj" fmla="val 9231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92000" y="5286375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Bảng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tách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192000" y="60007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còn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Text 1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d43d5b3-f0d8-4fda-ab59-8b47e08194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66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66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190750"/>
            <a:ext cx="16383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1907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Bảng</a:t>
            </a:r>
            <a:r>
              <a:rPr lang="en-US" sz="3000" dirty="0" spc="-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6000" y="2190750"/>
            <a:ext cx="108585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 ở mảnh nào,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4286250"/>
            <a:ext cx="16383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4286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Lợi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096000" y="4286250"/>
            <a:ext cx="108585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6381750"/>
            <a:ext cx="16383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63817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0" y="6381750"/>
            <a:ext cx="108585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hỏi;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52500" y="8429625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cho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Text 21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87e7354-72a9-402e-a713-9bf30cca9d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095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8750" y="2714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571750" y="2333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Phân</a:t>
            </a:r>
            <a:r>
              <a:rPr lang="en-US" sz="31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vùng</a:t>
            </a:r>
            <a:r>
              <a:rPr lang="en-US" sz="31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1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chia</a:t>
            </a:r>
            <a:r>
              <a:rPr lang="en-US" sz="3150" dirty="0" spc="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sức</a:t>
            </a:r>
            <a:r>
              <a:rPr lang="en-US" sz="31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chịu</a:t>
            </a:r>
            <a:r>
              <a:rPr lang="en-US" sz="31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tải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571750" y="3095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CPU, bộ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4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của</a:t>
            </a:r>
            <a:r>
              <a:rPr lang="en-US" sz="24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4381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8750" y="5000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571750" y="4619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Sang</a:t>
            </a:r>
            <a:r>
              <a:rPr lang="en-US" sz="315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</a:t>
            </a:r>
            <a:r>
              <a:rPr lang="en-US" sz="31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khác</a:t>
            </a:r>
            <a:r>
              <a:rPr lang="en-US" sz="31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r>
              <a:rPr lang="en-US" sz="31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3150" dirty="0" spc="-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sharding</a:t>
            </a:r>
            <a:r>
              <a:rPr lang="en-US" sz="31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thật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2571750" y="5381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dịch,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nối,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lại; bảng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4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6667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8750" y="7286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571750" y="6905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Số</a:t>
            </a:r>
            <a:r>
              <a:rPr lang="en-US" sz="31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đo</a:t>
            </a:r>
            <a:r>
              <a:rPr lang="en-US" sz="31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31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1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máy,</a:t>
            </a:r>
            <a:r>
              <a:rPr lang="en-US" sz="31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bảng</a:t>
            </a:r>
            <a:r>
              <a:rPr lang="en-US" sz="31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sinh</a:t>
            </a:r>
            <a:r>
              <a:rPr lang="en-US" sz="31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tự</a:t>
            </a:r>
            <a:r>
              <a:rPr lang="en-US" sz="31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2571750" y="7667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 ghi nhận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cách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Text 23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94a2636-c016-4100-be8f-4a7a47eaa6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95375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Nhật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90</a:t>
            </a: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ngày: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42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85750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95625"/>
            <a:ext cx="3048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gian,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34000" y="285750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19750" y="3095625"/>
            <a:ext cx="3048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 một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715500" y="285750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01250" y="3095625"/>
            <a:ext cx="3048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"24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 qua"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 mới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4097000" y="2857500"/>
            <a:ext cx="32385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82750" y="3095625"/>
            <a:ext cx="2667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chỉ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2400" dirty="0"/>
          </a:p>
        </p:txBody>
      </p:sp>
      <p:sp>
        <p:nvSpPr>
          <p:cNvPr id="12" name="Connector line-1792371518665-764604099"/>
          <p:cNvSpPr/>
          <p:nvPr/>
        </p:nvSpPr>
        <p:spPr>
          <a:xfrm>
            <a:off x="4572000" y="4429125"/>
            <a:ext cx="76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71518666-151047244"/>
          <p:cNvSpPr/>
          <p:nvPr/>
        </p:nvSpPr>
        <p:spPr>
          <a:xfrm>
            <a:off x="8953500" y="4429125"/>
            <a:ext cx="76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71518666-234192475"/>
          <p:cNvSpPr/>
          <p:nvPr/>
        </p:nvSpPr>
        <p:spPr>
          <a:xfrm>
            <a:off x="13335000" y="4429125"/>
            <a:ext cx="76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52500" y="68580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câu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thiết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rẻ,</a:t>
            </a:r>
            <a:r>
              <a:rPr lang="en-US" sz="24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400" b="1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6" name="Text 2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55b25459-17b0-4f10-9354-2c5920757b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0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sâu</a:t>
            </a:r>
            <a:r>
              <a:rPr lang="en-US" sz="60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hơn:</a:t>
            </a:r>
            <a:r>
              <a:rPr lang="en-US" sz="60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0002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238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38250" y="29527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98.880,</a:t>
            </a:r>
            <a:r>
              <a:rPr lang="en-US" sz="30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100.500,</a:t>
            </a:r>
            <a:r>
              <a:rPr lang="en-US" sz="30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100.620</a:t>
            </a:r>
            <a:r>
              <a:rPr lang="en-US" sz="3000" dirty="0" spc="-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dòng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72250" y="20002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2238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58000" y="29527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Seq</a:t>
            </a:r>
            <a:r>
              <a:rPr lang="en-US" sz="300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Scan</a:t>
            </a:r>
            <a:r>
              <a:rPr lang="en-US" sz="3000" dirty="0" spc="-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on orders_h0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2192000" y="20002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77750" y="2238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Tuần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477750" y="29527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Chỉ</a:t>
            </a:r>
            <a:r>
              <a:rPr lang="en-US" sz="300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quét</a:t>
            </a:r>
            <a:r>
              <a:rPr lang="en-US" sz="300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orders_2026_08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52500" y="52387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54768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DELETE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101090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38250" y="61912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63</a:t>
            </a:r>
            <a:r>
              <a:rPr lang="en-US" sz="300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300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236</a:t>
            </a:r>
            <a:r>
              <a:rPr lang="en-US" sz="300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mili</a:t>
            </a: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giây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572250" y="52387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54768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DROP</a:t>
            </a:r>
            <a:r>
              <a:rPr lang="en-US" sz="21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58000" y="61912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2,3</a:t>
            </a:r>
            <a:r>
              <a:rPr lang="en-US" sz="30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 2,7</a:t>
            </a:r>
            <a:r>
              <a:rPr lang="en-US" sz="300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mili</a:t>
            </a:r>
            <a:r>
              <a:rPr lang="en-US" sz="300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giây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2192000" y="52387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77750" y="54768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477750" y="61912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11.112</a:t>
            </a:r>
            <a:r>
              <a:rPr lang="en-US" sz="3000" dirty="0" spc="-2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000" dirty="0" spc="-4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768</a:t>
            </a:r>
            <a:r>
              <a:rPr lang="en-US" sz="3000" dirty="0" spc="-1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trang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31" name="Text 2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a758e63b-da87-4063-8c5c-4052a2152df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048000" y="1619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2762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CPU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048000" y="2762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477500" y="952500"/>
            <a:ext cx="6858000" cy="6858000"/>
          </a:xfrm>
          <a:prstGeom prst="roundRect">
            <a:avLst>
              <a:gd name="adj" fmla="val 3333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58500" y="1238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9" name="Text richtext-1792371520495-404299509"/>
          <p:cNvSpPr/>
          <p:nvPr/>
        </p:nvSpPr>
        <p:spPr>
          <a:xfrm>
            <a:off x="10858500" y="1809750"/>
            <a:ext cx="6096000" cy="571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250" dirty="0" spc="-3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Partitioning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078f44c0-e48a-4a3e-b055-d24f9929d4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2026-10-19T12:36:10Z</dcterms:created>
  <dcterms:modified xsi:type="dcterms:W3CDTF">2026-10-19T12:36:10Z</dcterms:modified>
</cp:coreProperties>
</file>