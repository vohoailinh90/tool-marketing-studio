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345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34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4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nào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Fiddler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được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HTTPS: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850" dirty="0"/>
          </a:p>
        </p:txBody>
      </p:sp>
      <p:sp>
        <p:nvSpPr>
          <p:cNvPr id="6" name="Connector line-1792374267618-63813790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-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42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42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4200" dirty="0" spc="-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có</a:t>
            </a:r>
            <a:r>
              <a:rPr lang="en-US" sz="180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762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953750" y="3429000"/>
            <a:ext cx="2809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8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63625" y="3429000"/>
            <a:ext cx="2809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8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8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800" dirty="0"/>
          </a:p>
        </p:txBody>
      </p:sp>
      <p:sp>
        <p:nvSpPr>
          <p:cNvPr id="17" name="Connector line-1792374267642-818179918"/>
          <p:cNvSpPr/>
          <p:nvPr/>
        </p:nvSpPr>
        <p:spPr>
          <a:xfrm>
            <a:off x="10953750" y="4000500"/>
            <a:ext cx="28098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Connector line-1792374267642-998784275"/>
          <p:cNvSpPr/>
          <p:nvPr/>
        </p:nvSpPr>
        <p:spPr>
          <a:xfrm>
            <a:off x="13763625" y="4000500"/>
            <a:ext cx="28098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782300" y="3829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54075" y="37909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02050" y="3829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1250" y="44005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11125" y="44005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relay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621000" y="44005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80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49125" y="48196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763250" y="5429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650" b="1" spc="225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b="1" spc="16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763250" y="5829300"/>
            <a:ext cx="53340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từ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763250" y="6591300"/>
            <a:ext cx="60960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relay:</a:t>
            </a: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ee17e07-41bc-45b2-bf03-17f5bf0ea9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bên,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127.0.0.1,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là chuỗi giả.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00750"/>
            <a:ext cx="70485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2484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57300" y="6629400"/>
            <a:ext cx="64389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Thấy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55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810500"/>
            <a:ext cx="7048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80200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một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soạn.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57300" y="843915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3.13.16,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 3.0.13,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50.0.1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1333500"/>
            <a:ext cx="8077200" cy="2190750"/>
          </a:xfrm>
          <a:prstGeom prst="roundRect">
            <a:avLst>
              <a:gd name="adj" fmla="val 956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258300" y="15811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258300" y="21526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58300" y="28384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</a:t>
            </a:r>
            <a:r>
              <a:rPr lang="en-US" sz="1800" dirty="0" spc="-2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80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4750" y="2762250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011150" y="2762250"/>
            <a:ext cx="2571750" cy="476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r>
              <a:rPr lang="en-US" sz="18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800" dirty="0"/>
          </a:p>
        </p:txBody>
      </p:sp>
      <p:sp>
        <p:nvSpPr>
          <p:cNvPr id="19" name="Connector line-1792376484151-601010042"/>
          <p:cNvSpPr/>
          <p:nvPr/>
        </p:nvSpPr>
        <p:spPr>
          <a:xfrm>
            <a:off x="12954000" y="3638550"/>
            <a:ext cx="0" cy="4381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258800" y="36957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800" dirty="0" spc="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5400" y="4191000"/>
            <a:ext cx="8077200" cy="1714500"/>
          </a:xfrm>
          <a:prstGeom prst="roundRect">
            <a:avLst>
              <a:gd name="adj" fmla="val 12222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258300" y="44767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258300" y="50673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58300" y="54483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cho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25" name="Connector line-1792376484157-573316318"/>
          <p:cNvSpPr/>
          <p:nvPr/>
        </p:nvSpPr>
        <p:spPr>
          <a:xfrm>
            <a:off x="12954000" y="6019800"/>
            <a:ext cx="0" cy="4381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3258800" y="607695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80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800" dirty="0" spc="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915400" y="6572250"/>
            <a:ext cx="8077200" cy="1714500"/>
          </a:xfrm>
          <a:prstGeom prst="roundRect">
            <a:avLst>
              <a:gd name="adj" fmla="val 12222"/>
            </a:avLst>
          </a:prstGeom>
          <a:solidFill>
            <a:srgbClr val="E8E0CF"/>
          </a:solidFill>
          <a:ln/>
        </p:spPr>
      </p:sp>
      <p:sp>
        <p:nvSpPr>
          <p:cNvPr id="28" name="Text 26"/>
          <p:cNvSpPr/>
          <p:nvPr/>
        </p:nvSpPr>
        <p:spPr>
          <a:xfrm>
            <a:off x="9258300" y="6858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9258300" y="7448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cho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30" name="Connector line-1792376484162-46938286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08c42c0d-d2aa-4f20-93db-f5f450ccfd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344805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khách,</a:t>
            </a:r>
            <a:r>
              <a:rPr lang="en-US" sz="25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TLS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r>
              <a:rPr lang="en-US" sz="25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5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715000"/>
            <a:ext cx="704850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598170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1650" b="1" spc="24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b="1" spc="23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19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650" dirty="0"/>
          </a:p>
        </p:txBody>
      </p:sp>
      <p:sp>
        <p:nvSpPr>
          <p:cNvPr id="8" name="Text richtext-1792378676857-880318549"/>
          <p:cNvSpPr/>
          <p:nvPr/>
        </p:nvSpPr>
        <p:spPr>
          <a:xfrm>
            <a:off x="1257300" y="6457950"/>
            <a:ext cx="6381750" cy="2190750"/>
          </a:xfrm>
          <a:prstGeom prst="rect">
            <a:avLst/>
          </a:prstGeom>
          <a:noFill/>
          <a:ln/>
        </p:spPr>
        <p:txBody>
          <a:bodyPr wrap="square" lIns="0" tIns="7707" rIns="0" bIns="-7707" rtlCol="0" anchor="t"/>
          <a:lstStyle/>
          <a:p>
            <a:pPr algn="l" marL="257175" indent="-183736">
              <a:lnSpc>
                <a:spcPts val="2734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025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025" dirty="0"/>
          </a:p>
          <a:p>
            <a:pPr algn="l" marL="257175" indent="-183736">
              <a:lnSpc>
                <a:spcPts val="2734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client_random</a:t>
            </a: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025" dirty="0"/>
          </a:p>
          <a:p>
            <a:pPr algn="l" marL="257175" indent="-183736">
              <a:lnSpc>
                <a:spcPts val="2734"/>
              </a:lnSpc>
              <a:buSzPct val="100000"/>
              <a:buFont typeface="Arial"/>
              <a:buChar char="•"/>
            </a:pPr>
            <a:r>
              <a:rPr lang="en-US" sz="202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025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025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1.2,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025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TLSv1.3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0" name="Connector line-1792378676878-532960729"/>
          <p:cNvSpPr/>
          <p:nvPr/>
        </p:nvSpPr>
        <p:spPr>
          <a:xfrm>
            <a:off x="9820275" y="1866900"/>
            <a:ext cx="0" cy="6229350"/>
          </a:xfrm>
          <a:prstGeom prst="line">
            <a:avLst/>
          </a:prstGeom>
          <a:noFill/>
          <a:ln w="19050">
            <a:solidFill>
              <a:srgbClr val="9A98A0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1" name="Connector line-1792378676878-75361170"/>
          <p:cNvSpPr/>
          <p:nvPr/>
        </p:nvSpPr>
        <p:spPr>
          <a:xfrm>
            <a:off x="12858750" y="1866900"/>
            <a:ext cx="0" cy="6229350"/>
          </a:xfrm>
          <a:prstGeom prst="line">
            <a:avLst/>
          </a:prstGeom>
          <a:noFill/>
          <a:ln w="19050">
            <a:solidFill>
              <a:srgbClr val="9A98A0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2" name="Connector line-1792378676879-823477660"/>
          <p:cNvSpPr/>
          <p:nvPr/>
        </p:nvSpPr>
        <p:spPr>
          <a:xfrm>
            <a:off x="15821025" y="1866900"/>
            <a:ext cx="0" cy="6229350"/>
          </a:xfrm>
          <a:prstGeom prst="line">
            <a:avLst/>
          </a:prstGeom>
          <a:noFill/>
          <a:ln w="19050">
            <a:solidFill>
              <a:srgbClr val="9A98A0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8867775" y="1238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020550" y="1238250"/>
            <a:ext cx="1676400" cy="533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78025" y="123825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20275" y="2114550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NỐI 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20275" y="2495550"/>
            <a:ext cx="3038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100" dirty="0"/>
          </a:p>
        </p:txBody>
      </p:sp>
      <p:sp>
        <p:nvSpPr>
          <p:cNvPr id="18" name="Connector line-1792378676889-760007411"/>
          <p:cNvSpPr/>
          <p:nvPr/>
        </p:nvSpPr>
        <p:spPr>
          <a:xfrm>
            <a:off x="9934575" y="3009900"/>
            <a:ext cx="28098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820275" y="3162300"/>
            <a:ext cx="3038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20275" y="3600450"/>
            <a:ext cx="3038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21" name="Connector line-1792378676893-570833321"/>
          <p:cNvSpPr/>
          <p:nvPr/>
        </p:nvSpPr>
        <p:spPr>
          <a:xfrm>
            <a:off x="9934575" y="4114800"/>
            <a:ext cx="28098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410950" y="4572000"/>
            <a:ext cx="2895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chữ</a:t>
            </a:r>
            <a:r>
              <a:rPr lang="en-US" sz="195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858750" y="5619750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NỐI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58750" y="6000750"/>
            <a:ext cx="2962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 riêng</a:t>
            </a:r>
            <a:endParaRPr lang="en-US" sz="2100" dirty="0"/>
          </a:p>
        </p:txBody>
      </p:sp>
      <p:sp>
        <p:nvSpPr>
          <p:cNvPr id="25" name="Connector line-1792378676898-563298665"/>
          <p:cNvSpPr/>
          <p:nvPr/>
        </p:nvSpPr>
        <p:spPr>
          <a:xfrm>
            <a:off x="12973050" y="6515100"/>
            <a:ext cx="27336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858750" y="6667500"/>
            <a:ext cx="2962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858750" y="7105650"/>
            <a:ext cx="2962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28" name="Connector line-1792378676902-879327883"/>
          <p:cNvSpPr/>
          <p:nvPr/>
        </p:nvSpPr>
        <p:spPr>
          <a:xfrm>
            <a:off x="12973050" y="7620000"/>
            <a:ext cx="27336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915400" y="8267700"/>
            <a:ext cx="807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1650" dirty="0" spc="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 · khóa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khác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30" name="Connector line-1792378676904-43938532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d00218be-3658-42a4-a818-5cb2297c58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có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nên không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tin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048500" cy="171450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3436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57300" y="6724650"/>
            <a:ext cx="64389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Dẫn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relay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vẫn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8001000"/>
            <a:ext cx="7048500" cy="876300"/>
          </a:xfrm>
          <a:prstGeom prst="roundRect">
            <a:avLst>
              <a:gd name="adj" fmla="val 26087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8134350"/>
            <a:ext cx="647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Chứng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chỉ: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tên,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19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57300" y="8505825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sd-14-014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sd-14-015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58500" y="1181100"/>
            <a:ext cx="4191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950" dirty="0"/>
          </a:p>
        </p:txBody>
      </p:sp>
      <p:sp>
        <p:nvSpPr>
          <p:cNvPr id="14" name="Connector line-1792381636710-317035306"/>
          <p:cNvSpPr/>
          <p:nvPr/>
        </p:nvSpPr>
        <p:spPr>
          <a:xfrm>
            <a:off x="12954000" y="1771650"/>
            <a:ext cx="0" cy="4191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15400" y="2228850"/>
            <a:ext cx="8077200" cy="1714500"/>
          </a:xfrm>
          <a:prstGeom prst="roundRect">
            <a:avLst>
              <a:gd name="adj" fmla="val 12222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9258300" y="2438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650" b="1" spc="24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58300" y="28003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258300" y="3371850"/>
            <a:ext cx="2857500" cy="4381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06300" y="34290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20" name="Connector line-1792381636719-706278469"/>
          <p:cNvSpPr/>
          <p:nvPr/>
        </p:nvSpPr>
        <p:spPr>
          <a:xfrm>
            <a:off x="12954000" y="3962400"/>
            <a:ext cx="0" cy="4381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3201650" y="40767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15400" y="4438650"/>
            <a:ext cx="8077200" cy="4114800"/>
          </a:xfrm>
          <a:prstGeom prst="roundRect">
            <a:avLst>
              <a:gd name="adj" fmla="val 509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8300" y="4667250"/>
            <a:ext cx="40005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800" b="1" spc="15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152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 LÚC</a:t>
            </a:r>
            <a:r>
              <a:rPr lang="en-US" sz="1800" b="1" spc="9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b="1" spc="62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58300" y="5276850"/>
            <a:ext cx="7391400" cy="123825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8800" y="5391150"/>
            <a:ext cx="7010400" cy="10287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SSLCertVerificationError: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CERTIFICATE_VERIFY_FAILED: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unable to</a:t>
            </a:r>
            <a:r>
              <a:rPr lang="en-US" sz="18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get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local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issuer</a:t>
            </a:r>
            <a:r>
              <a:rPr lang="en-US" sz="18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certificate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58300" y="6648450"/>
            <a:ext cx="3581400" cy="17145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/>
        </p:spPr>
      </p:sp>
      <p:sp>
        <p:nvSpPr>
          <p:cNvPr id="27" name="Text 25"/>
          <p:cNvSpPr/>
          <p:nvPr/>
        </p:nvSpPr>
        <p:spPr>
          <a:xfrm>
            <a:off x="9448800" y="680085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448800" y="71437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448800" y="75819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tlsv1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alert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992100" y="6648450"/>
            <a:ext cx="3657600" cy="17145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/>
        </p:spPr>
      </p:sp>
      <p:sp>
        <p:nvSpPr>
          <p:cNvPr id="31" name="Text 29"/>
          <p:cNvSpPr/>
          <p:nvPr/>
        </p:nvSpPr>
        <p:spPr>
          <a:xfrm>
            <a:off x="13182600" y="680085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182600" y="71437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3182600" y="75819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1800" dirty="0"/>
          </a:p>
        </p:txBody>
      </p:sp>
      <p:sp>
        <p:nvSpPr>
          <p:cNvPr id="34" name="Connector line-1792381636738-73262788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50296730-b2d8-4e07-8e28-73e64beec3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 có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relay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85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5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 1.3,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0485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63436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57300" y="6724650"/>
            <a:ext cx="64389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relay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nắm.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80772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4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là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05900" y="142875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963400" y="142875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535150" y="142875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14" name="Connector line-1792384783392-924908790"/>
          <p:cNvSpPr/>
          <p:nvPr/>
        </p:nvSpPr>
        <p:spPr>
          <a:xfrm>
            <a:off x="11106150" y="1714500"/>
            <a:ext cx="7620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triangle"/>
            <a:tailEnd type="triangle"/>
          </a:ln>
        </p:spPr>
      </p:sp>
      <p:sp>
        <p:nvSpPr>
          <p:cNvPr id="15" name="Connector line-1792384783393-395786552"/>
          <p:cNvSpPr/>
          <p:nvPr/>
        </p:nvSpPr>
        <p:spPr>
          <a:xfrm>
            <a:off x="13677900" y="1714500"/>
            <a:ext cx="7620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05900" y="222885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có</a:t>
            </a:r>
            <a:r>
              <a:rPr lang="en-US" sz="18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dirty="0" spc="-2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8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0" y="3048000"/>
            <a:ext cx="3924300" cy="2476500"/>
          </a:xfrm>
          <a:prstGeom prst="roundRect">
            <a:avLst>
              <a:gd name="adj" fmla="val 8462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3050" y="32956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1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650" b="1" spc="18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650" dirty="0"/>
          </a:p>
        </p:txBody>
      </p:sp>
      <p:sp>
        <p:nvSpPr>
          <p:cNvPr id="19" name="Text richtext-1792384783399-720538879"/>
          <p:cNvSpPr/>
          <p:nvPr/>
        </p:nvSpPr>
        <p:spPr>
          <a:xfrm>
            <a:off x="9163050" y="3752850"/>
            <a:ext cx="3429000" cy="1676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8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8915400" y="5715000"/>
            <a:ext cx="3924300" cy="2762250"/>
          </a:xfrm>
          <a:prstGeom prst="roundRect">
            <a:avLst>
              <a:gd name="adj" fmla="val 7586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3050" y="592455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650" b="1" spc="19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0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23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650" b="1" spc="21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63050" y="63055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63050" y="666750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65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63050" y="71437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63050" y="76390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63050" y="800100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068300" y="3048000"/>
            <a:ext cx="3924300" cy="5429250"/>
          </a:xfrm>
          <a:prstGeom prst="roundRect">
            <a:avLst>
              <a:gd name="adj" fmla="val 534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315950" y="32956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3296900" y="3829050"/>
            <a:ext cx="3467100" cy="13335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96900" y="38290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13601700" y="38290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3296900" y="5391150"/>
            <a:ext cx="3467100" cy="13335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96900" y="53911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1700" y="53911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3296900" y="6953250"/>
            <a:ext cx="3467100" cy="13335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3296900" y="69532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13601700" y="6953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550" dirty="0"/>
          </a:p>
        </p:txBody>
      </p:sp>
      <p:sp>
        <p:nvSpPr>
          <p:cNvPr id="38" name="Connector line-1792384783434-97839760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28215a6d-f7f5-43e8-a6b3-6540be0244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</a:t>
            </a:r>
            <a:r>
              <a:rPr lang="en-US" sz="75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75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</a:t>
            </a:r>
            <a:r>
              <a:rPr lang="en-US" sz="28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tin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048500" cy="2743200"/>
          </a:xfrm>
          <a:prstGeom prst="roundRect">
            <a:avLst>
              <a:gd name="adj" fmla="val 8333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63436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THỬ</a:t>
            </a:r>
            <a:endParaRPr lang="en-US" sz="1650" dirty="0"/>
          </a:p>
        </p:txBody>
      </p:sp>
      <p:sp>
        <p:nvSpPr>
          <p:cNvPr id="8" name="Text richtext-1792382842955-246357857"/>
          <p:cNvSpPr/>
          <p:nvPr/>
        </p:nvSpPr>
        <p:spPr>
          <a:xfrm>
            <a:off x="1257300" y="6762750"/>
            <a:ext cx="64389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7867650"/>
            <a:ext cx="6096000" cy="7239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hóa</a:t>
            </a:r>
            <a:r>
              <a:rPr lang="en-US" sz="18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18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18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1811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65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915400" y="1524000"/>
            <a:ext cx="80772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9124950" y="18002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829800" y="169545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829800" y="209550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16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mạng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982700" y="1819275"/>
            <a:ext cx="2762250" cy="4572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915400" y="2705100"/>
            <a:ext cx="8077200" cy="1771650"/>
          </a:xfrm>
          <a:prstGeom prst="roundRect">
            <a:avLst>
              <a:gd name="adj" fmla="val 1182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4950" y="2895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29800" y="28384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Khiến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chấp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982700" y="2952750"/>
            <a:ext cx="276225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58300" y="3733800"/>
            <a:ext cx="7429500" cy="62865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6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16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16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16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6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r>
              <a:rPr lang="en-US" sz="16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tin</a:t>
            </a:r>
            <a:r>
              <a:rPr lang="en-US" sz="16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915400" y="4762500"/>
            <a:ext cx="807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demo.test,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915400" y="5219700"/>
            <a:ext cx="8077200" cy="9144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9258300" y="52197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tin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859000" y="5429250"/>
            <a:ext cx="18669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915400" y="6267450"/>
            <a:ext cx="8077200" cy="9144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27" name="Text 25"/>
          <p:cNvSpPr/>
          <p:nvPr/>
        </p:nvSpPr>
        <p:spPr>
          <a:xfrm>
            <a:off x="9258300" y="626745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859000" y="6477000"/>
            <a:ext cx="18669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Chấp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915400" y="7315200"/>
            <a:ext cx="8077200" cy="914400"/>
          </a:xfrm>
          <a:prstGeom prst="roundRect">
            <a:avLst>
              <a:gd name="adj" fmla="val 18750"/>
            </a:avLst>
          </a:prstGeom>
          <a:solidFill>
            <a:srgbClr val="E8E0CF"/>
          </a:solidFill>
          <a:ln/>
        </p:spPr>
      </p:sp>
      <p:sp>
        <p:nvSpPr>
          <p:cNvPr id="30" name="Text 28"/>
          <p:cNvSpPr/>
          <p:nvPr/>
        </p:nvSpPr>
        <p:spPr>
          <a:xfrm>
            <a:off x="9258300" y="7429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58300" y="782955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Hostname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mismatch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859000" y="7524750"/>
            <a:ext cx="18669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33" name="Connector line-1792382843011-66840747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996b420f-f3a7-4657-b4d3-f11b760fe2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30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30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b="1" dirty="0" spc="-3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101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khai; hai</a:t>
            </a: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0485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6553200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650" b="1" spc="13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650" b="1" spc="1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TLS_RSA_*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57300" y="6991350"/>
            <a:ext cx="6362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Chúng không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7524750"/>
            <a:ext cx="6362700" cy="1143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 chuyển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tiếp: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mã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181100"/>
            <a:ext cx="819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OPENSSL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S_CLIENT</a:t>
            </a:r>
            <a:r>
              <a:rPr lang="en-US" sz="1650" b="1" spc="18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650" b="1" spc="18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87250" y="1600200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87250" y="194310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1650" dirty="0" spc="-2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</a:t>
            </a:r>
            <a:r>
              <a:rPr lang="en-US" sz="1650" dirty="0" spc="-3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820900" y="16002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820900" y="19431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Peer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915400" y="2343150"/>
            <a:ext cx="8077200" cy="1143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2100" y="23431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820650" y="2752725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X25519, 253 bits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354300" y="2752725"/>
            <a:ext cx="1638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RSA-PSS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915400" y="3600450"/>
            <a:ext cx="8077200" cy="1143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2100" y="369570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82100" y="40767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AES128-GCM-SHA256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82100" y="43624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165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650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820650" y="4010025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6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354300" y="4010025"/>
            <a:ext cx="1638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6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915400" y="4857750"/>
            <a:ext cx="8077200" cy="1143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2100" y="49339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82100" y="53149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ECDHE-RSA-AES128-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82100" y="55816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GCM-SHA256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820650" y="5267325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354300" y="5267325"/>
            <a:ext cx="1638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2306300" y="2724150"/>
            <a:ext cx="381000" cy="381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411075" y="2847975"/>
            <a:ext cx="180975" cy="142875"/>
          </a:xfrm>
          <a:custGeom>
            <a:avLst/>
            <a:gdLst/>
            <a:ahLst/>
            <a:cxnLst/>
            <a:rect l="l" t="t" r="r" b="b"/>
            <a:pathLst>
              <a:path w="180975" h="142875">
                <a:moveTo>
                  <a:pt x="0" y="76200"/>
                </a:moveTo>
                <a:lnTo>
                  <a:pt x="66675" y="142875"/>
                </a:lnTo>
                <a:lnTo>
                  <a:pt x="180975" y="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839950" y="2724150"/>
            <a:ext cx="381000" cy="381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944725" y="2847975"/>
            <a:ext cx="180975" cy="142875"/>
          </a:xfrm>
          <a:custGeom>
            <a:avLst/>
            <a:gdLst/>
            <a:ahLst/>
            <a:cxnLst/>
            <a:rect l="l" t="t" r="r" b="b"/>
            <a:pathLst>
              <a:path w="180975" h="142875">
                <a:moveTo>
                  <a:pt x="0" y="76200"/>
                </a:moveTo>
                <a:lnTo>
                  <a:pt x="66675" y="142875"/>
                </a:lnTo>
                <a:lnTo>
                  <a:pt x="180975" y="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06300" y="3981450"/>
            <a:ext cx="381000" cy="381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2420600" y="4095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839950" y="3981450"/>
            <a:ext cx="381000" cy="381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14954250" y="4095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306300" y="5238750"/>
            <a:ext cx="381000" cy="381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411075" y="5362575"/>
            <a:ext cx="180975" cy="142875"/>
          </a:xfrm>
          <a:custGeom>
            <a:avLst/>
            <a:gdLst/>
            <a:ahLst/>
            <a:cxnLst/>
            <a:rect l="l" t="t" r="r" b="b"/>
            <a:pathLst>
              <a:path w="180975" h="142875">
                <a:moveTo>
                  <a:pt x="0" y="76200"/>
                </a:moveTo>
                <a:lnTo>
                  <a:pt x="66675" y="142875"/>
                </a:lnTo>
                <a:lnTo>
                  <a:pt x="180975" y="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839950" y="5238750"/>
            <a:ext cx="381000" cy="381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4944725" y="5362575"/>
            <a:ext cx="180975" cy="142875"/>
          </a:xfrm>
          <a:custGeom>
            <a:avLst/>
            <a:gdLst/>
            <a:ahLst/>
            <a:cxnLst/>
            <a:rect l="l" t="t" r="r" b="b"/>
            <a:pathLst>
              <a:path w="180975" h="142875">
                <a:moveTo>
                  <a:pt x="0" y="76200"/>
                </a:moveTo>
                <a:lnTo>
                  <a:pt x="66675" y="142875"/>
                </a:lnTo>
                <a:lnTo>
                  <a:pt x="180975" y="0"/>
                </a:lnTo>
              </a:path>
            </a:pathLst>
          </a:custGeom>
          <a:ln w="3810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15400" y="6229350"/>
            <a:ext cx="8077200" cy="1066800"/>
          </a:xfrm>
          <a:prstGeom prst="roundRect">
            <a:avLst>
              <a:gd name="adj" fmla="val 17857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8300" y="6229350"/>
            <a:ext cx="7429500" cy="1066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quả: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bên.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8915400" y="7448550"/>
            <a:ext cx="8077200" cy="1181100"/>
          </a:xfrm>
          <a:prstGeom prst="roundRect">
            <a:avLst>
              <a:gd name="adj" fmla="val 16129"/>
            </a:avLst>
          </a:prstGeom>
          <a:solidFill>
            <a:srgbClr val="14161C"/>
          </a:solidFill>
          <a:ln w="19050">
            <a:solidFill>
              <a:srgbClr val="9A98A0"/>
            </a:solidFill>
            <a:prstDash val="lgDash"/>
          </a:ln>
        </p:spPr>
      </p:sp>
      <p:sp>
        <p:nvSpPr>
          <p:cNvPr id="47" name="Text 45"/>
          <p:cNvSpPr/>
          <p:nvPr/>
        </p:nvSpPr>
        <p:spPr>
          <a:xfrm>
            <a:off x="9258300" y="7448550"/>
            <a:ext cx="7429500" cy="11811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ctr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RSA: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8446.</a:t>
            </a:r>
            <a:endParaRPr lang="en-US" sz="1800" dirty="0"/>
          </a:p>
        </p:txBody>
      </p:sp>
      <p:sp>
        <p:nvSpPr>
          <p:cNvPr id="48" name="Connector line-1792365267218-45122073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28223e6b-e680-4753-a879-589e7f404a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4193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8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70485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50101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57300" y="5391150"/>
            <a:ext cx="63627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1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“good”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bad actor: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877050"/>
            <a:ext cx="7048500" cy="1981200"/>
          </a:xfrm>
          <a:prstGeom prst="roundRect">
            <a:avLst>
              <a:gd name="adj" fmla="val 11538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71247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TRÊN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57300" y="7505700"/>
            <a:ext cx="63627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 nào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534400" y="914400"/>
            <a:ext cx="8839200" cy="7943850"/>
          </a:xfrm>
          <a:prstGeom prst="roundRect">
            <a:avLst>
              <a:gd name="adj" fmla="val 33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1238250"/>
            <a:ext cx="8077200" cy="314325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8300" y="1466850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650" b="1" spc="10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153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b="1" spc="152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258300" y="20955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Fiddler,</a:t>
            </a:r>
            <a:r>
              <a:rPr lang="en-US" sz="21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258300" y="2762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6" name="Connector line-1792365331239-521438573"/>
          <p:cNvSpPr/>
          <p:nvPr/>
        </p:nvSpPr>
        <p:spPr>
          <a:xfrm>
            <a:off x="11239500" y="3028950"/>
            <a:ext cx="9334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2249150" y="276225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1950" dirty="0"/>
          </a:p>
        </p:txBody>
      </p:sp>
      <p:sp>
        <p:nvSpPr>
          <p:cNvPr id="18" name="Connector line-1792365331241-274518451"/>
          <p:cNvSpPr/>
          <p:nvPr/>
        </p:nvSpPr>
        <p:spPr>
          <a:xfrm>
            <a:off x="13849350" y="3028950"/>
            <a:ext cx="9334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859000" y="2762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258300" y="3505200"/>
            <a:ext cx="276225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6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915400" y="4572000"/>
            <a:ext cx="8077200" cy="3143250"/>
          </a:xfrm>
          <a:prstGeom prst="roundRect">
            <a:avLst>
              <a:gd name="adj" fmla="val 666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8300" y="4800600"/>
            <a:ext cx="390525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650" b="1" spc="10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153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b="1" spc="152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58300" y="54292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“malicious”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58300" y="60960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25" name="Connector line-1792365331250-901988408"/>
          <p:cNvSpPr/>
          <p:nvPr/>
        </p:nvSpPr>
        <p:spPr>
          <a:xfrm>
            <a:off x="11239500" y="6362700"/>
            <a:ext cx="9334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249150" y="609600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Relay</a:t>
            </a:r>
            <a:endParaRPr lang="en-US" sz="1950" dirty="0"/>
          </a:p>
        </p:txBody>
      </p:sp>
      <p:sp>
        <p:nvSpPr>
          <p:cNvPr id="27" name="Connector line-1792365331252-244867313"/>
          <p:cNvSpPr/>
          <p:nvPr/>
        </p:nvSpPr>
        <p:spPr>
          <a:xfrm>
            <a:off x="13849350" y="6362700"/>
            <a:ext cx="9334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4859000" y="60960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258300" y="6838950"/>
            <a:ext cx="2762250" cy="457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6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915400" y="7981950"/>
            <a:ext cx="807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21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relay,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cậy: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6230600" y="15621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2" name="Shape 30"/>
          <p:cNvSpPr/>
          <p:nvPr/>
        </p:nvSpPr>
        <p:spPr>
          <a:xfrm>
            <a:off x="16363950" y="1733550"/>
            <a:ext cx="238125" cy="171450"/>
          </a:xfrm>
          <a:custGeom>
            <a:avLst/>
            <a:gdLst/>
            <a:ahLst/>
            <a:cxnLst/>
            <a:rect l="l" t="t" r="r" b="b"/>
            <a:pathLst>
              <a:path w="238125" h="171450">
                <a:moveTo>
                  <a:pt x="0" y="85725"/>
                </a:moveTo>
                <a:lnTo>
                  <a:pt x="85725" y="171450"/>
                </a:lnTo>
                <a:lnTo>
                  <a:pt x="238125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230600" y="48958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6383000" y="5048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190500"/>
                </a:lnTo>
                <a:moveTo>
                  <a:pt x="190500" y="0"/>
                </a:moveTo>
                <a:lnTo>
                  <a:pt x="0" y="19050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35" name="Connector line-1792365331262-75839439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906eda05-242b-4c8b-a58e-19ac3f7b9c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334500" cy="11811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9182100" cy="22479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 bạn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“chứng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gốc”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5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HTTPS. Sau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được? Chưa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5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dẫn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 nó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 sao?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991100"/>
            <a:ext cx="9182100" cy="3867150"/>
          </a:xfrm>
          <a:prstGeom prst="roundRect">
            <a:avLst>
              <a:gd name="adj" fmla="val 591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525780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9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495800" y="5257800"/>
            <a:ext cx="51435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r>
              <a:rPr lang="en-US" sz="180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8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6381750"/>
            <a:ext cx="200025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9" name="Connector line-1792383540009-91882978"/>
          <p:cNvSpPr/>
          <p:nvPr/>
        </p:nvSpPr>
        <p:spPr>
          <a:xfrm>
            <a:off x="3333750" y="6667500"/>
            <a:ext cx="1143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52950" y="6381750"/>
            <a:ext cx="219075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endParaRPr lang="en-US" sz="1950" dirty="0"/>
          </a:p>
        </p:txBody>
      </p:sp>
      <p:sp>
        <p:nvSpPr>
          <p:cNvPr id="11" name="Connector line-1792383540012-349463438"/>
          <p:cNvSpPr/>
          <p:nvPr/>
        </p:nvSpPr>
        <p:spPr>
          <a:xfrm>
            <a:off x="6819900" y="6667500"/>
            <a:ext cx="1143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39100" y="638175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57300" y="7581900"/>
            <a:ext cx="4476750" cy="5905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cài: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làm</a:t>
            </a: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924550" y="7581900"/>
            <a:ext cx="3238500" cy="5905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668000" y="1333500"/>
            <a:ext cx="6705600" cy="7524750"/>
          </a:xfrm>
          <a:prstGeom prst="roundRect">
            <a:avLst>
              <a:gd name="adj" fmla="val 3977"/>
            </a:avLst>
          </a:prstGeom>
          <a:solidFill>
            <a:srgbClr val="1F3FD1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25200" y="1676400"/>
            <a:ext cx="609600" cy="6096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0" y="1857375"/>
            <a:ext cx="314325" cy="247650"/>
          </a:xfrm>
          <a:custGeom>
            <a:avLst/>
            <a:gdLst/>
            <a:ahLst/>
            <a:cxnLst/>
            <a:rect l="l" t="t" r="r" b="b"/>
            <a:pathLst>
              <a:path w="314325" h="247650">
                <a:moveTo>
                  <a:pt x="0" y="133350"/>
                </a:moveTo>
                <a:lnTo>
                  <a:pt x="114300" y="247650"/>
                </a:lnTo>
                <a:lnTo>
                  <a:pt x="314325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25200" y="25336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125200" y="2895600"/>
            <a:ext cx="579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4800" dirty="0" spc="-6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8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4800" dirty="0" spc="-2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1125200" y="3848100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6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6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125200" y="4286250"/>
            <a:ext cx="57912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55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1125200" y="5334000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6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6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25200" y="5772150"/>
            <a:ext cx="57912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bại,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relay.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125200" y="6877050"/>
            <a:ext cx="57912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pPr algn="l" indent="0" marL="0">
              <a:lnSpc>
                <a:spcPts val="3315"/>
              </a:lnSpc>
              <a:spcAft>
                <a:spcPts val="1050"/>
              </a:spcAft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nó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550" dirty="0"/>
          </a:p>
        </p:txBody>
      </p:sp>
      <p:sp>
        <p:nvSpPr>
          <p:cNvPr id="25" name="Connector line-1792383540056-3235182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e38f08b-a2a6-425a-9d07-abb3bcec7a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478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1100" y="15811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81100" y="20193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" y="26289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51568" y="14478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8268" y="15811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718268" y="20193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18268" y="26289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650" dirty="0" spc="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6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988737" y="14478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5437" y="15811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255437" y="20193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255437" y="26289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52425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1100" y="365760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SSL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81100" y="409575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Sockets</a:t>
            </a:r>
            <a:r>
              <a:rPr lang="en-US" sz="1650" dirty="0" spc="-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81100" y="470535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16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51568" y="352425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8268" y="365760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6718268" y="409575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718268" y="470535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988737" y="352425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5437" y="365760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2255437" y="409575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255437" y="470535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56007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1100" y="57340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181100" y="61722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81100" y="67818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451568" y="56007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8268" y="57340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6718268" y="61722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18268" y="67818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6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1988737" y="5600700"/>
            <a:ext cx="5384768" cy="1924050"/>
          </a:xfrm>
          <a:prstGeom prst="roundRect">
            <a:avLst>
              <a:gd name="adj" fmla="val 10891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55437" y="5734050"/>
            <a:ext cx="48513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12255437" y="6172200"/>
            <a:ext cx="4851368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2255437" y="6781800"/>
            <a:ext cx="4851368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6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nghệ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14400" y="7867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14400" y="8229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(mô-đun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ssl)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(s_client) ·</a:t>
            </a:r>
            <a:r>
              <a:rPr lang="en-US" sz="180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pyca/cryptography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(x509)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86677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42" name="Connector line-1792387917241-99079449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775c1219-a801-4c03-be97-048c2daff4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2026-10-19T12:00:17Z</dcterms:created>
  <dcterms:modified xsi:type="dcterms:W3CDTF">2026-10-19T12:00:17Z</dcterms:modified>
</cp:coreProperties>
</file>