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  <p:embeddedFontLst>
    <p:embeddedFont>
      <p:font typeface="Be Vietnam Pro"/>
      <p:regular r:id="rId18"/>
      <p:bold r:id="rId16"/>
    </p:embeddedFont>
    <p:embeddedFont>
      <p:font typeface="Bricolage Grotesque ExtraBold"/>
      <p:regular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619250"/>
            <a:ext cx="9525000" cy="4972050"/>
          </a:xfrm>
          <a:prstGeom prst="rect">
            <a:avLst/>
          </a:prstGeom>
          <a:noFill/>
          <a:ln/>
        </p:spPr>
        <p:txBody>
          <a:bodyPr wrap="square" lIns="0" tIns="72009" rIns="0" bIns="-72009" rtlCol="0" anchor="t"/>
          <a:lstStyle/>
          <a:p>
            <a:pPr algn="l" indent="0" marL="0">
              <a:lnSpc>
                <a:spcPts val="8424"/>
              </a:lnSpc>
              <a:buNone/>
            </a:pPr>
            <a:r>
              <a:rPr lang="en-US" sz="81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Thanh</a:t>
            </a:r>
            <a:r>
              <a:rPr lang="en-US" sz="8100" dirty="0" spc="-3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toán</a:t>
            </a:r>
            <a:r>
              <a:rPr lang="en-US" sz="81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bằng</a:t>
            </a:r>
            <a:r>
              <a:rPr lang="en-US" sz="8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mã</a:t>
            </a:r>
            <a:r>
              <a:rPr lang="en-US" sz="81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QR:</a:t>
            </a:r>
            <a:r>
              <a:rPr lang="en-US" sz="81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bốn</a:t>
            </a:r>
            <a:r>
              <a:rPr lang="en-US" sz="81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cách</a:t>
            </a: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 hai</a:t>
            </a:r>
            <a:r>
              <a:rPr lang="en-US" sz="8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câu hỏi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6858000"/>
            <a:ext cx="9144000" cy="1047750"/>
          </a:xfrm>
          <a:prstGeom prst="rect">
            <a:avLst/>
          </a:prstGeom>
          <a:noFill/>
          <a:ln/>
        </p:spPr>
        <p:txBody>
          <a:bodyPr wrap="square" lIns="0" tIns="11430" rIns="0" bIns="-1143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3000" dirty="0" spc="-13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Tờ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dán</a:t>
            </a:r>
            <a:r>
              <a:rPr lang="en-US" sz="300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sẵn</a:t>
            </a:r>
            <a:r>
              <a:rPr lang="en-US" sz="3000" dirty="0" spc="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300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quầy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 mã</a:t>
            </a:r>
            <a:r>
              <a:rPr lang="en-US" sz="30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nào?</a:t>
            </a:r>
            <a:endParaRPr lang="en-US" sz="3000" dirty="0"/>
          </a:p>
        </p:txBody>
      </p:sp>
      <p:sp>
        <p:nvSpPr>
          <p:cNvPr id="5" name="Connector line-1792380068408-880199127"/>
          <p:cNvSpPr/>
          <p:nvPr/>
        </p:nvSpPr>
        <p:spPr>
          <a:xfrm>
            <a:off x="914400" y="8286750"/>
            <a:ext cx="8610600" cy="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8572500"/>
            <a:ext cx="9144000" cy="762000"/>
          </a:xfrm>
          <a:prstGeom prst="rect">
            <a:avLst/>
          </a:prstGeom>
          <a:noFill/>
          <a:ln/>
        </p:spPr>
        <p:txBody>
          <a:bodyPr wrap="square" lIns="0" tIns="8001" rIns="0" bIns="-8001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r>
              <a:rPr lang="en-US" sz="2100" dirty="0" spc="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mã,</a:t>
            </a:r>
            <a:r>
              <a:rPr lang="en-US" sz="2100" dirty="0" spc="-1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100" dirty="0" spc="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10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tĩnh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 thanh</a:t>
            </a:r>
            <a:r>
              <a:rPr lang="en-US" sz="165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165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nghệ</a:t>
            </a: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2954000" y="2571750"/>
            <a:ext cx="2095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b="1" dirty="0" spc="7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Tĩnh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5335250" y="2571750"/>
            <a:ext cx="2095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b="1" dirty="0" spc="-6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Động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0572750" y="3810000"/>
            <a:ext cx="21907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950" b="1" dirty="0" spc="9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1950" b="1" dirty="0" spc="-3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mua</a:t>
            </a:r>
            <a:r>
              <a:rPr lang="en-US" sz="1950" b="1" dirty="0" spc="5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0572750" y="6191250"/>
            <a:ext cx="21907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950" b="1" dirty="0" spc="9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1950" b="1" dirty="0" spc="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bán</a:t>
            </a:r>
            <a:r>
              <a:rPr lang="en-US" sz="1950" b="1" dirty="0" spc="6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12954000" y="3048000"/>
            <a:ext cx="2095500" cy="2095500"/>
          </a:xfrm>
          <a:prstGeom prst="roundRect">
            <a:avLst>
              <a:gd name="adj" fmla="val 12727"/>
            </a:avLst>
          </a:prstGeom>
          <a:solidFill>
            <a:srgbClr val="1E212B"/>
          </a:solidFill>
          <a:ln w="28575">
            <a:solidFill>
              <a:srgbClr val="3A3F5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335250" y="3048000"/>
            <a:ext cx="2095500" cy="2095500"/>
          </a:xfrm>
          <a:prstGeom prst="roundRect">
            <a:avLst>
              <a:gd name="adj" fmla="val 12727"/>
            </a:avLst>
          </a:prstGeom>
          <a:solidFill>
            <a:srgbClr val="1E212B"/>
          </a:solidFill>
          <a:ln w="28575">
            <a:solidFill>
              <a:srgbClr val="3A3F5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954000" y="5429250"/>
            <a:ext cx="2095500" cy="2095500"/>
          </a:xfrm>
          <a:prstGeom prst="roundRect">
            <a:avLst>
              <a:gd name="adj" fmla="val 12727"/>
            </a:avLst>
          </a:prstGeom>
          <a:solidFill>
            <a:srgbClr val="1E212B"/>
          </a:solidFill>
          <a:ln w="28575">
            <a:solidFill>
              <a:srgbClr val="3A3F5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335250" y="5429250"/>
            <a:ext cx="2095500" cy="2095500"/>
          </a:xfrm>
          <a:prstGeom prst="roundRect">
            <a:avLst>
              <a:gd name="adj" fmla="val 12727"/>
            </a:avLst>
          </a:prstGeom>
          <a:solidFill>
            <a:srgbClr val="1E212B"/>
          </a:solidFill>
          <a:ln w="28575">
            <a:solidFill>
              <a:srgbClr val="3A3F5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954000" y="3048000"/>
            <a:ext cx="20955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5400" dirty="0"/>
          </a:p>
        </p:txBody>
      </p:sp>
      <p:sp>
        <p:nvSpPr>
          <p:cNvPr id="17" name="Text 15"/>
          <p:cNvSpPr/>
          <p:nvPr/>
        </p:nvSpPr>
        <p:spPr>
          <a:xfrm>
            <a:off x="15335250" y="3048000"/>
            <a:ext cx="20955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dirty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5400" dirty="0"/>
          </a:p>
        </p:txBody>
      </p:sp>
      <p:sp>
        <p:nvSpPr>
          <p:cNvPr id="18" name="Text 16"/>
          <p:cNvSpPr/>
          <p:nvPr/>
        </p:nvSpPr>
        <p:spPr>
          <a:xfrm>
            <a:off x="12954000" y="5429250"/>
            <a:ext cx="20955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5400" dirty="0"/>
          </a:p>
        </p:txBody>
      </p:sp>
      <p:sp>
        <p:nvSpPr>
          <p:cNvPr id="19" name="Text 17"/>
          <p:cNvSpPr/>
          <p:nvPr/>
        </p:nvSpPr>
        <p:spPr>
          <a:xfrm>
            <a:off x="15335250" y="5429250"/>
            <a:ext cx="20955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5400" dirty="0"/>
          </a:p>
        </p:txBody>
      </p:sp>
      <p:sp>
        <p:nvSpPr>
          <p:cNvPr id="20" name="Shape 1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b9812b8f-9507-456f-a8ed-f78b15f5058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800" b="1" spc="25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câu</a:t>
            </a:r>
            <a:r>
              <a:rPr lang="en-US" sz="69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hỏi,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bốn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cách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381250"/>
            <a:ext cx="16459200" cy="3810000"/>
          </a:xfrm>
          <a:prstGeom prst="rect">
            <a:avLst/>
          </a:prstGeom>
          <a:noFill/>
          <a:ln/>
        </p:spPr>
        <p:txBody>
          <a:bodyPr wrap="square" lIns="0" tIns="228600" rIns="0" bIns="-228600" rtlCol="0" anchor="ctr"/>
          <a:lstStyle/>
          <a:p>
            <a:pPr algn="ctr" indent="0" marL="0">
              <a:lnSpc>
                <a:spcPts val="22500"/>
              </a:lnSpc>
              <a:buNone/>
            </a:pPr>
            <a:r>
              <a:rPr lang="en-US" sz="225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r>
              <a:rPr lang="en-US" sz="225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× 2</a:t>
            </a:r>
            <a:r>
              <a:rPr lang="en-US" sz="225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=</a:t>
            </a:r>
            <a:r>
              <a:rPr lang="en-US" sz="225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4</a:t>
            </a:r>
            <a:endParaRPr lang="en-US" sz="22500" dirty="0"/>
          </a:p>
        </p:txBody>
      </p:sp>
      <p:sp>
        <p:nvSpPr>
          <p:cNvPr id="5" name="Shape 3"/>
          <p:cNvSpPr/>
          <p:nvPr/>
        </p:nvSpPr>
        <p:spPr>
          <a:xfrm>
            <a:off x="914400" y="6477000"/>
            <a:ext cx="8001000" cy="1047750"/>
          </a:xfrm>
          <a:prstGeom prst="roundRect">
            <a:avLst>
              <a:gd name="adj" fmla="val 21818"/>
            </a:avLst>
          </a:prstGeom>
          <a:solidFill>
            <a:srgbClr val="CFE8E2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6477000"/>
            <a:ext cx="8001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r>
              <a:rPr lang="en-US" sz="240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4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mã:</a:t>
            </a:r>
            <a:r>
              <a:rPr lang="en-US" sz="2400" b="1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4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mua</a:t>
            </a:r>
            <a:r>
              <a:rPr lang="en-US" sz="240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400" b="1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4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bán?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372600" y="6477000"/>
            <a:ext cx="8001000" cy="1047750"/>
          </a:xfrm>
          <a:prstGeom prst="roundRect">
            <a:avLst>
              <a:gd name="adj" fmla="val 21818"/>
            </a:avLst>
          </a:prstGeom>
          <a:solidFill>
            <a:srgbClr val="F8D9D0"/>
          </a:solidFill>
          <a:ln/>
        </p:spPr>
      </p:sp>
      <p:sp>
        <p:nvSpPr>
          <p:cNvPr id="8" name="Text 6"/>
          <p:cNvSpPr/>
          <p:nvPr/>
        </p:nvSpPr>
        <p:spPr>
          <a:xfrm>
            <a:off x="9372600" y="6477000"/>
            <a:ext cx="8001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 động</a:t>
            </a:r>
            <a:r>
              <a:rPr lang="en-US" sz="240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4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4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tĩnh?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14400" y="7905750"/>
            <a:ext cx="16459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Dù</a:t>
            </a:r>
            <a:r>
              <a:rPr lang="en-US" sz="22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2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ví</a:t>
            </a:r>
            <a:r>
              <a:rPr lang="en-US" sz="22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nào,</a:t>
            </a:r>
            <a:r>
              <a:rPr lang="en-US" sz="22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cũng</a:t>
            </a:r>
            <a:r>
              <a:rPr lang="en-US" sz="22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250" dirty="0" spc="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2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bốn</a:t>
            </a:r>
            <a:r>
              <a:rPr lang="en-US" sz="22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2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quét</a:t>
            </a:r>
            <a:r>
              <a:rPr lang="en-US" sz="22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250" dirty="0" spc="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250" dirty="0" spc="-2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2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tiền.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382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02/09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07c79ca9-c079-4701-8139-c328d91e339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r>
              <a:rPr lang="en-US" sz="180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8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1800" b="1" spc="29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1800" b="1" spc="30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MÃ?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Bạn</a:t>
            </a:r>
            <a:r>
              <a:rPr lang="en-US" sz="6900" dirty="0" spc="-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trình</a:t>
            </a: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mã,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hay</a:t>
            </a:r>
            <a:r>
              <a:rPr lang="en-US" sz="6900" dirty="0" spc="-6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người</a:t>
            </a:r>
            <a:r>
              <a:rPr lang="en-US" sz="69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bán</a:t>
            </a:r>
            <a:r>
              <a:rPr lang="en-US" sz="6900" dirty="0" spc="-2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trình?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2190750"/>
          </a:xfrm>
          <a:prstGeom prst="roundRect">
            <a:avLst>
              <a:gd name="adj" fmla="val 13913"/>
            </a:avLst>
          </a:prstGeom>
          <a:solidFill>
            <a:srgbClr val="CFE8E2"/>
          </a:solidFill>
          <a:ln/>
        </p:spPr>
      </p:sp>
      <p:sp>
        <p:nvSpPr>
          <p:cNvPr id="5" name="Text 3"/>
          <p:cNvSpPr/>
          <p:nvPr/>
        </p:nvSpPr>
        <p:spPr>
          <a:xfrm>
            <a:off x="1333500" y="3381375"/>
            <a:ext cx="1143000" cy="11430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0" dirty="0" spc="-5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4500" dirty="0"/>
          </a:p>
        </p:txBody>
      </p:sp>
      <p:sp>
        <p:nvSpPr>
          <p:cNvPr id="6" name="Text 4"/>
          <p:cNvSpPr/>
          <p:nvPr/>
        </p:nvSpPr>
        <p:spPr>
          <a:xfrm>
            <a:off x="2952750" y="3048000"/>
            <a:ext cx="14097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7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1950" b="1" spc="21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MUA</a:t>
            </a:r>
            <a:r>
              <a:rPr lang="en-US" sz="1950" b="1" spc="226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1950" b="1" spc="22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2952750" y="3524250"/>
            <a:ext cx="14097000" cy="1333500"/>
          </a:xfrm>
          <a:prstGeom prst="rect">
            <a:avLst/>
          </a:prstGeom>
          <a:noFill/>
          <a:ln/>
        </p:spPr>
        <p:txBody>
          <a:bodyPr wrap="square" lIns="0" tIns="19891" rIns="0" bIns="-19891" rtlCol="0" anchor="t"/>
          <a:lstStyle/>
          <a:p>
            <a:pPr algn="l" indent="0" marL="0">
              <a:lnSpc>
                <a:spcPts val="3563"/>
              </a:lnSpc>
              <a:buNone/>
            </a:pPr>
            <a:r>
              <a:rPr lang="en-US" sz="2850" b="1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bán</a:t>
            </a:r>
            <a:r>
              <a:rPr lang="en-US" sz="28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quét</a:t>
            </a:r>
            <a:r>
              <a:rPr lang="en-US" sz="28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850" b="1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8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nợ</a:t>
            </a:r>
            <a:r>
              <a:rPr lang="en-US" sz="2850" b="1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trực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</a:t>
            </a:r>
            <a:r>
              <a:rPr lang="en-US" sz="28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8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 bạn.</a:t>
            </a:r>
            <a:endParaRPr lang="en-US" sz="2850" dirty="0"/>
          </a:p>
        </p:txBody>
      </p:sp>
      <p:sp>
        <p:nvSpPr>
          <p:cNvPr id="8" name="Shape 6"/>
          <p:cNvSpPr/>
          <p:nvPr/>
        </p:nvSpPr>
        <p:spPr>
          <a:xfrm>
            <a:off x="914400" y="5429250"/>
            <a:ext cx="16459200" cy="2190750"/>
          </a:xfrm>
          <a:prstGeom prst="roundRect">
            <a:avLst>
              <a:gd name="adj" fmla="val 1391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33500" y="5953125"/>
            <a:ext cx="1143000" cy="11430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0" dirty="0" spc="4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4500" dirty="0"/>
          </a:p>
        </p:txBody>
      </p:sp>
      <p:sp>
        <p:nvSpPr>
          <p:cNvPr id="10" name="Text 8"/>
          <p:cNvSpPr/>
          <p:nvPr/>
        </p:nvSpPr>
        <p:spPr>
          <a:xfrm>
            <a:off x="2952750" y="5619750"/>
            <a:ext cx="14097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7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1950" b="1" spc="21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BÁN</a:t>
            </a:r>
            <a:r>
              <a:rPr lang="en-US" sz="1950" b="1" spc="226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1950" b="1" spc="22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2952750" y="6096000"/>
            <a:ext cx="14097000" cy="1333500"/>
          </a:xfrm>
          <a:prstGeom prst="rect">
            <a:avLst/>
          </a:prstGeom>
          <a:noFill/>
          <a:ln/>
        </p:spPr>
        <p:txBody>
          <a:bodyPr wrap="square" lIns="0" tIns="19891" rIns="0" bIns="-19891" rtlCol="0" anchor="t"/>
          <a:lstStyle/>
          <a:p>
            <a:pPr algn="l" indent="0" marL="0">
              <a:lnSpc>
                <a:spcPts val="3563"/>
              </a:lnSpc>
              <a:buNone/>
            </a:pPr>
            <a:r>
              <a:rPr lang="en-US" sz="28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Bạn</a:t>
            </a:r>
            <a:r>
              <a:rPr lang="en-US" sz="28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quét</a:t>
            </a:r>
            <a:r>
              <a:rPr lang="en-US" sz="28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mã,</a:t>
            </a:r>
            <a:r>
              <a:rPr lang="en-US" sz="28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8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8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850" b="1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trực</a:t>
            </a:r>
            <a:r>
              <a:rPr lang="en-US" sz="28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</a:t>
            </a: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8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8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</a:t>
            </a: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mình.</a:t>
            </a:r>
            <a:endParaRPr lang="en-US" sz="2850" dirty="0"/>
          </a:p>
        </p:txBody>
      </p:sp>
      <p:sp>
        <p:nvSpPr>
          <p:cNvPr id="12" name="Shape 1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03/09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e7d70abc-28d1-4783-9f40-87b836afd47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1800" b="1" spc="25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TĨNH?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Đổi</a:t>
            </a:r>
            <a:r>
              <a:rPr lang="en-US" sz="69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liên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tục, hay</a:t>
            </a:r>
            <a:r>
              <a:rPr lang="en-US" sz="69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tạo</a:t>
            </a:r>
            <a:r>
              <a:rPr lang="en-US" sz="6900" dirty="0" spc="-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lần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8001000" cy="4953000"/>
          </a:xfrm>
          <a:prstGeom prst="roundRect">
            <a:avLst>
              <a:gd name="adj" fmla="val 6154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18135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2100" b="1" spc="22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endParaRPr lang="en-US" sz="2100" dirty="0"/>
          </a:p>
        </p:txBody>
      </p:sp>
      <p:sp>
        <p:nvSpPr>
          <p:cNvPr id="6" name="Text richtext-1792380072700-522494099"/>
          <p:cNvSpPr/>
          <p:nvPr/>
        </p:nvSpPr>
        <p:spPr>
          <a:xfrm>
            <a:off x="1295400" y="3810000"/>
            <a:ext cx="7239000" cy="36195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marL="342900" indent="-244981">
              <a:lnSpc>
                <a:spcPts val="3510"/>
              </a:lnSpc>
              <a:spcAft>
                <a:spcPts val="1650"/>
              </a:spcAft>
              <a:buSzPct val="100000"/>
              <a:buFont typeface="Arial"/>
              <a:buChar char="•"/>
            </a:pPr>
            <a:r>
              <a:rPr lang="en-US" sz="2700" dirty="0" spc="-8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Tạo</a:t>
            </a:r>
            <a:r>
              <a:rPr lang="en-US" sz="2700" dirty="0" spc="-4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700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ngay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lúc</a:t>
            </a:r>
            <a:r>
              <a:rPr lang="en-US" sz="270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trình.</a:t>
            </a:r>
            <a:endParaRPr lang="en-US" sz="2700" dirty="0"/>
          </a:p>
          <a:p>
            <a:pPr algn="l" marL="342900" indent="-244981">
              <a:lnSpc>
                <a:spcPts val="3510"/>
              </a:lnSpc>
              <a:spcAft>
                <a:spcPts val="1650"/>
              </a:spcAft>
              <a:buSzPct val="100000"/>
              <a:buFont typeface="Arial"/>
              <a:buChar char="•"/>
            </a:pP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Hoặc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70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70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7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vài</a:t>
            </a:r>
            <a:r>
              <a:rPr lang="en-US" sz="270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giây.</a:t>
            </a:r>
            <a:endParaRPr lang="en-US" sz="2700" dirty="0"/>
          </a:p>
          <a:p>
            <a:pPr algn="l" marL="342900" indent="-244981">
              <a:lnSpc>
                <a:spcPts val="3510"/>
              </a:lnSpc>
              <a:buSzPct val="100000"/>
              <a:buFont typeface="Arial"/>
              <a:buChar char="•"/>
            </a:pPr>
            <a:r>
              <a:rPr lang="en-US" sz="270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Chứa được</a:t>
            </a:r>
            <a:r>
              <a:rPr lang="en-US" sz="270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tiền,</a:t>
            </a:r>
            <a:r>
              <a:rPr lang="en-US" sz="27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dịch.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372600" y="2857500"/>
            <a:ext cx="8001000" cy="4953000"/>
          </a:xfrm>
          <a:prstGeom prst="roundRect">
            <a:avLst>
              <a:gd name="adj" fmla="val 6154"/>
            </a:avLst>
          </a:prstGeom>
          <a:solidFill>
            <a:srgbClr val="1E212B"/>
          </a:solidFill>
          <a:ln w="19050">
            <a:solidFill>
              <a:srgbClr val="3A3F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53600" y="318135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22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2100" b="1" spc="225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TĨNH</a:t>
            </a:r>
            <a:endParaRPr lang="en-US" sz="2100" dirty="0"/>
          </a:p>
        </p:txBody>
      </p:sp>
      <p:sp>
        <p:nvSpPr>
          <p:cNvPr id="9" name="Text richtext-1792380072723-854776124"/>
          <p:cNvSpPr/>
          <p:nvPr/>
        </p:nvSpPr>
        <p:spPr>
          <a:xfrm>
            <a:off x="9753600" y="3810000"/>
            <a:ext cx="7239000" cy="36195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marL="342900" indent="-244981">
              <a:lnSpc>
                <a:spcPts val="3510"/>
              </a:lnSpc>
              <a:spcAft>
                <a:spcPts val="1650"/>
              </a:spcAft>
              <a:buSzPct val="100000"/>
              <a:buFont typeface="Arial"/>
              <a:buChar char="•"/>
            </a:pPr>
            <a:r>
              <a:rPr lang="en-US" sz="2700" dirty="0" spc="-8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Tạo</a:t>
            </a:r>
            <a:r>
              <a:rPr lang="en-US" sz="270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lần.</a:t>
            </a:r>
            <a:endParaRPr lang="en-US" sz="2700" dirty="0"/>
          </a:p>
          <a:p>
            <a:pPr algn="l" marL="342900" indent="-244981">
              <a:lnSpc>
                <a:spcPts val="3510"/>
              </a:lnSpc>
              <a:spcAft>
                <a:spcPts val="1650"/>
              </a:spcAft>
              <a:buSzPct val="100000"/>
              <a:buFont typeface="Arial"/>
              <a:buChar char="•"/>
            </a:pP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Dùng</a:t>
            </a:r>
            <a:r>
              <a:rPr lang="en-US" sz="27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 nơi.</a:t>
            </a:r>
            <a:endParaRPr lang="en-US" sz="2700" dirty="0"/>
          </a:p>
          <a:p>
            <a:pPr algn="l" marL="342900" indent="-244981">
              <a:lnSpc>
                <a:spcPts val="3510"/>
              </a:lnSpc>
              <a:buSzPct val="100000"/>
              <a:buFont typeface="Arial"/>
              <a:buChar char="•"/>
            </a:pPr>
            <a:r>
              <a:rPr lang="en-US" sz="270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Thường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70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chứa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 tin</a:t>
            </a:r>
            <a:r>
              <a:rPr lang="en-US" sz="27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7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khoản.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04/09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537b4b8b-6689-4ef7-a619-86228c79021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r>
              <a:rPr lang="en-US" sz="180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BỐN</a:t>
            </a:r>
            <a:r>
              <a:rPr lang="en-US" sz="1800" b="1" spc="273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TỔ</a:t>
            </a:r>
            <a:r>
              <a:rPr lang="en-US" sz="1800" b="1" spc="30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nhân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</a:t>
            </a:r>
            <a:r>
              <a:rPr lang="en-US" sz="6900" dirty="0" spc="-4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ra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bốn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5334000" y="2762250"/>
            <a:ext cx="533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b="1" spc="22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1950" b="1" spc="22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TĨNH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1239500" y="2762250"/>
            <a:ext cx="533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b="1" spc="22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1950" b="1" spc="22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914400" y="4000500"/>
            <a:ext cx="4000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10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2250" b="1" dirty="0" spc="3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mua</a:t>
            </a:r>
            <a:r>
              <a:rPr lang="en-US" sz="2250" b="1" dirty="0" spc="7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250" b="1" dirty="0" spc="0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914400" y="6191250"/>
            <a:ext cx="4000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10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2250" b="1" dirty="0" spc="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bán</a:t>
            </a:r>
            <a:r>
              <a:rPr lang="en-US" sz="2250" b="1" dirty="0" spc="7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250" b="1" dirty="0" spc="0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5334000" y="3238500"/>
            <a:ext cx="5334000" cy="2190750"/>
          </a:xfrm>
          <a:prstGeom prst="roundRect">
            <a:avLst>
              <a:gd name="adj" fmla="val 13913"/>
            </a:avLst>
          </a:prstGeom>
          <a:solidFill>
            <a:srgbClr val="DDE3FA"/>
          </a:solidFill>
          <a:ln/>
        </p:spPr>
      </p:sp>
      <p:sp>
        <p:nvSpPr>
          <p:cNvPr id="9" name="Text 7"/>
          <p:cNvSpPr/>
          <p:nvPr/>
        </p:nvSpPr>
        <p:spPr>
          <a:xfrm>
            <a:off x="5334000" y="3238500"/>
            <a:ext cx="5334000" cy="21907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ctr"/>
          <a:lstStyle/>
          <a:p>
            <a:pPr algn="ctr" indent="0" marL="0">
              <a:lnSpc>
                <a:spcPts val="3188"/>
              </a:lnSpc>
              <a:buNone/>
            </a:pPr>
            <a:r>
              <a:rPr lang="en-US" sz="2550" b="1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mua</a:t>
            </a:r>
            <a:r>
              <a:rPr lang="en-US" sz="25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trình,</a:t>
            </a:r>
            <a:r>
              <a:rPr lang="en-US" sz="25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tĩnh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11239500" y="3238500"/>
            <a:ext cx="5334000" cy="2190750"/>
          </a:xfrm>
          <a:prstGeom prst="roundRect">
            <a:avLst>
              <a:gd name="adj" fmla="val 13913"/>
            </a:avLst>
          </a:prstGeom>
          <a:solidFill>
            <a:srgbClr val="DDE3FA"/>
          </a:solidFill>
          <a:ln/>
        </p:spPr>
      </p:sp>
      <p:sp>
        <p:nvSpPr>
          <p:cNvPr id="11" name="Text 9"/>
          <p:cNvSpPr/>
          <p:nvPr/>
        </p:nvSpPr>
        <p:spPr>
          <a:xfrm>
            <a:off x="11239500" y="3238500"/>
            <a:ext cx="5334000" cy="21907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ctr"/>
          <a:lstStyle/>
          <a:p>
            <a:pPr algn="ctr" indent="0" marL="0">
              <a:lnSpc>
                <a:spcPts val="3188"/>
              </a:lnSpc>
              <a:buNone/>
            </a:pPr>
            <a:r>
              <a:rPr lang="en-US" sz="2550" b="1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mua</a:t>
            </a:r>
            <a:r>
              <a:rPr lang="en-US" sz="25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trình,</a:t>
            </a:r>
            <a:r>
              <a:rPr lang="en-US" sz="25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5334000" y="5715000"/>
            <a:ext cx="5334000" cy="2190750"/>
          </a:xfrm>
          <a:prstGeom prst="roundRect">
            <a:avLst>
              <a:gd name="adj" fmla="val 13913"/>
            </a:avLst>
          </a:prstGeom>
          <a:solidFill>
            <a:srgbClr val="DDE3FA"/>
          </a:solidFill>
          <a:ln/>
        </p:spPr>
      </p:sp>
      <p:sp>
        <p:nvSpPr>
          <p:cNvPr id="13" name="Text 11"/>
          <p:cNvSpPr/>
          <p:nvPr/>
        </p:nvSpPr>
        <p:spPr>
          <a:xfrm>
            <a:off x="5334000" y="5715000"/>
            <a:ext cx="5334000" cy="21907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ctr"/>
          <a:lstStyle/>
          <a:p>
            <a:pPr algn="ctr" indent="0" marL="0">
              <a:lnSpc>
                <a:spcPts val="3188"/>
              </a:lnSpc>
              <a:buNone/>
            </a:pPr>
            <a:r>
              <a:rPr lang="en-US" sz="2550" b="1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bán</a:t>
            </a:r>
            <a:r>
              <a:rPr lang="en-US" sz="25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trình,</a:t>
            </a:r>
            <a:r>
              <a:rPr lang="en-US" sz="25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tĩnh</a:t>
            </a:r>
            <a:endParaRPr lang="en-US" sz="2550" dirty="0"/>
          </a:p>
        </p:txBody>
      </p:sp>
      <p:sp>
        <p:nvSpPr>
          <p:cNvPr id="14" name="Shape 12"/>
          <p:cNvSpPr/>
          <p:nvPr/>
        </p:nvSpPr>
        <p:spPr>
          <a:xfrm>
            <a:off x="11239500" y="5715000"/>
            <a:ext cx="5334000" cy="2190750"/>
          </a:xfrm>
          <a:prstGeom prst="roundRect">
            <a:avLst>
              <a:gd name="adj" fmla="val 13913"/>
            </a:avLst>
          </a:prstGeom>
          <a:solidFill>
            <a:srgbClr val="DDE3FA"/>
          </a:solidFill>
          <a:ln/>
        </p:spPr>
      </p:sp>
      <p:sp>
        <p:nvSpPr>
          <p:cNvPr id="15" name="Text 13"/>
          <p:cNvSpPr/>
          <p:nvPr/>
        </p:nvSpPr>
        <p:spPr>
          <a:xfrm>
            <a:off x="11239500" y="5715000"/>
            <a:ext cx="5334000" cy="21907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ctr"/>
          <a:lstStyle/>
          <a:p>
            <a:pPr algn="ctr" indent="0" marL="0">
              <a:lnSpc>
                <a:spcPts val="3188"/>
              </a:lnSpc>
              <a:buNone/>
            </a:pPr>
            <a:r>
              <a:rPr lang="en-US" sz="2550" b="1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bán</a:t>
            </a:r>
            <a:r>
              <a:rPr lang="en-US" sz="25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trình,</a:t>
            </a:r>
            <a:r>
              <a:rPr lang="en-US" sz="25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05/09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d6af7f4f-b6ee-4405-88b7-28cbaaa60fe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b="1" spc="28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0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Nguồn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chia cách,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6900" dirty="0" spc="-7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xếp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hạng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5334000" cy="4191000"/>
          </a:xfrm>
          <a:prstGeom prst="roundRect">
            <a:avLst>
              <a:gd name="adj" fmla="val 7273"/>
            </a:avLst>
          </a:prstGeom>
          <a:solidFill>
            <a:srgbClr val="1E212B"/>
          </a:solidFill>
          <a:ln w="19050">
            <a:solidFill>
              <a:srgbClr val="3A3F5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200400"/>
            <a:ext cx="457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1950" b="1" spc="225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NÓI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295400" y="3810000"/>
            <a:ext cx="4572000" cy="2857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b="1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</a:t>
            </a: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700" b="1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tốt</a:t>
            </a:r>
            <a:r>
              <a:rPr lang="en-US" sz="27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r>
              <a:rPr lang="en-US" sz="270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7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</a:t>
            </a:r>
            <a:r>
              <a:rPr lang="en-US" sz="27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r>
              <a:rPr lang="en-US" sz="27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hơn.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6477000" y="2857500"/>
            <a:ext cx="5334000" cy="4191000"/>
          </a:xfrm>
          <a:prstGeom prst="roundRect">
            <a:avLst>
              <a:gd name="adj" fmla="val 7273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0" y="3200400"/>
            <a:ext cx="457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3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SUY</a:t>
            </a:r>
            <a:r>
              <a:rPr lang="en-US" sz="1950" b="1" spc="21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</a:t>
            </a:r>
            <a:r>
              <a:rPr lang="en-US" sz="1950" b="1" spc="22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6858000" y="3810000"/>
            <a:ext cx="4572000" cy="2857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tĩnh</a:t>
            </a:r>
            <a:r>
              <a:rPr lang="en-US" sz="27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7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 tiền,</a:t>
            </a:r>
            <a:r>
              <a:rPr lang="en-US" sz="27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nên</a:t>
            </a:r>
            <a:r>
              <a:rPr lang="en-US" sz="27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 tiền</a:t>
            </a:r>
            <a:r>
              <a:rPr lang="en-US" sz="2700" b="1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700" b="1" dirty="0" spc="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700" b="1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27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khác.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12039600" y="2857500"/>
            <a:ext cx="5334000" cy="4191000"/>
          </a:xfrm>
          <a:prstGeom prst="roundRect">
            <a:avLst>
              <a:gd name="adj" fmla="val 7273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420600" y="3200400"/>
            <a:ext cx="457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3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SUY</a:t>
            </a:r>
            <a:r>
              <a:rPr lang="en-US" sz="1950" b="1" spc="21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</a:t>
            </a:r>
            <a:r>
              <a:rPr lang="en-US" sz="1950" b="1" spc="22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420600" y="3810000"/>
            <a:ext cx="4572000" cy="2857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tĩnh</a:t>
            </a: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</a:t>
            </a:r>
            <a:r>
              <a:rPr lang="en-US" sz="2700" b="1" dirty="0" spc="-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dán</a:t>
            </a:r>
            <a:r>
              <a:rPr lang="en-US" sz="2700" b="1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được,</a:t>
            </a:r>
            <a:r>
              <a:rPr lang="en-US" sz="27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7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7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27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không.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914400" y="7620000"/>
            <a:ext cx="16459200" cy="762000"/>
          </a:xfrm>
          <a:prstGeom prst="rect">
            <a:avLst/>
          </a:prstGeom>
          <a:noFill/>
          <a:ln/>
        </p:spPr>
        <p:txBody>
          <a:bodyPr wrap="square" lIns="0" tIns="8001" rIns="0" bIns="-8001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suy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</a:t>
            </a:r>
            <a:r>
              <a:rPr lang="en-US" sz="21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1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</a:t>
            </a:r>
            <a:r>
              <a:rPr lang="en-US" sz="21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soạn,</a:t>
            </a:r>
            <a:r>
              <a:rPr lang="en-US" sz="21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100" dirty="0" spc="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r>
              <a:rPr lang="en-US" sz="21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10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10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 thanh</a:t>
            </a:r>
            <a:r>
              <a:rPr lang="en-US" sz="210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toán.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06/09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f3f8deb3-0d55-487e-9103-326bbc5f7c3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180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1800" b="1" spc="29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24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Tờ</a:t>
            </a: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mã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dán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sẵn thuộc</a:t>
            </a:r>
            <a:r>
              <a:rPr lang="en-US" sz="690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loại</a:t>
            </a:r>
            <a:r>
              <a:rPr lang="en-US" sz="6900" dirty="0" spc="-4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nào?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5143500" cy="2857500"/>
          </a:xfrm>
          <a:prstGeom prst="roundRect">
            <a:avLst>
              <a:gd name="adj" fmla="val 10667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8250" y="3143250"/>
            <a:ext cx="44958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17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QUẦY</a:t>
            </a:r>
            <a:r>
              <a:rPr lang="en-US" sz="1650" b="1" spc="21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BÁN</a:t>
            </a:r>
            <a:r>
              <a:rPr lang="en-US" sz="1650" b="1" spc="22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NƯỚC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238250" y="3619500"/>
            <a:ext cx="4495800" cy="19050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Khách</a:t>
            </a:r>
            <a:r>
              <a:rPr lang="en-US" sz="27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quét</a:t>
            </a:r>
            <a:r>
              <a:rPr lang="en-US" sz="27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tờ</a:t>
            </a:r>
            <a:r>
              <a:rPr lang="en-US" sz="27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dán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sẵn</a:t>
            </a:r>
            <a:r>
              <a:rPr lang="en-US" sz="2700" b="1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7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kính.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6572250" y="2857500"/>
            <a:ext cx="5143500" cy="2857500"/>
          </a:xfrm>
          <a:prstGeom prst="roundRect">
            <a:avLst>
              <a:gd name="adj" fmla="val 10667"/>
            </a:avLst>
          </a:prstGeom>
          <a:solidFill>
            <a:srgbClr val="CFE8E2"/>
          </a:solidFill>
          <a:ln/>
        </p:spPr>
      </p:sp>
      <p:sp>
        <p:nvSpPr>
          <p:cNvPr id="8" name="Text 6"/>
          <p:cNvSpPr/>
          <p:nvPr/>
        </p:nvSpPr>
        <p:spPr>
          <a:xfrm>
            <a:off x="6896100" y="3143250"/>
            <a:ext cx="44958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4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 TRÌNH</a:t>
            </a:r>
            <a:r>
              <a:rPr lang="en-US" sz="1650" b="1" spc="226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6896100" y="3619500"/>
            <a:ext cx="4495800" cy="19050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b="1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bán</a:t>
            </a:r>
            <a:r>
              <a:rPr lang="en-US" sz="270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7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mã;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khách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700" b="1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quét.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12230100" y="2857500"/>
            <a:ext cx="5143500" cy="2857500"/>
          </a:xfrm>
          <a:prstGeom prst="roundRect">
            <a:avLst>
              <a:gd name="adj" fmla="val 10667"/>
            </a:avLst>
          </a:prstGeom>
          <a:solidFill>
            <a:srgbClr val="F8D9D0"/>
          </a:solidFill>
          <a:ln/>
        </p:spPr>
      </p:sp>
      <p:sp>
        <p:nvSpPr>
          <p:cNvPr id="11" name="Text 9"/>
          <p:cNvSpPr/>
          <p:nvPr/>
        </p:nvSpPr>
        <p:spPr>
          <a:xfrm>
            <a:off x="12553950" y="3143250"/>
            <a:ext cx="44958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18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LOẠI</a:t>
            </a:r>
            <a:r>
              <a:rPr lang="en-US" sz="1650" b="1" spc="22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2553950" y="3619500"/>
            <a:ext cx="4495800" cy="19050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tĩnh: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r>
              <a:rPr lang="en-US" sz="270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lần, dùng mãi.</a:t>
            </a:r>
            <a:endParaRPr lang="en-US" sz="2700" dirty="0"/>
          </a:p>
        </p:txBody>
      </p:sp>
      <p:sp>
        <p:nvSpPr>
          <p:cNvPr id="13" name="Connector line-1792380105131-329098253"/>
          <p:cNvSpPr/>
          <p:nvPr/>
        </p:nvSpPr>
        <p:spPr>
          <a:xfrm>
            <a:off x="6134100" y="4286250"/>
            <a:ext cx="361950" cy="0"/>
          </a:xfrm>
          <a:prstGeom prst="line">
            <a:avLst/>
          </a:prstGeom>
          <a:noFill/>
          <a:ln w="57150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4" name="Connector line-1792380105132-703882640"/>
          <p:cNvSpPr/>
          <p:nvPr/>
        </p:nvSpPr>
        <p:spPr>
          <a:xfrm>
            <a:off x="11791950" y="4286250"/>
            <a:ext cx="361950" cy="0"/>
          </a:xfrm>
          <a:prstGeom prst="line">
            <a:avLst/>
          </a:prstGeom>
          <a:noFill/>
          <a:ln w="57150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14400" y="6286500"/>
            <a:ext cx="16459200" cy="1428750"/>
          </a:xfrm>
          <a:prstGeom prst="roundRect">
            <a:avLst>
              <a:gd name="adj" fmla="val 18667"/>
            </a:avLst>
          </a:prstGeom>
          <a:solidFill>
            <a:srgbClr val="14161C"/>
          </a:solidFill>
          <a:ln/>
        </p:spPr>
      </p:sp>
      <p:sp>
        <p:nvSpPr>
          <p:cNvPr id="16" name="Text 14"/>
          <p:cNvSpPr/>
          <p:nvPr/>
        </p:nvSpPr>
        <p:spPr>
          <a:xfrm>
            <a:off x="1295400" y="6286500"/>
            <a:ext cx="15697200" cy="142875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ctr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tĩnh</a:t>
            </a:r>
            <a:r>
              <a:rPr lang="en-US" sz="27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mang số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tiền:</a:t>
            </a:r>
            <a:r>
              <a:rPr lang="en-US" sz="2700" b="1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27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7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700" b="1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700" b="1" dirty="0" spc="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7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nó.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914400" y="8096250"/>
            <a:ext cx="16459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Suy</a:t>
            </a:r>
            <a:r>
              <a:rPr lang="en-US" sz="1950" dirty="0" spc="-2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1950" dirty="0" spc="1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19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9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nguồn; nguồn</a:t>
            </a:r>
            <a:r>
              <a:rPr lang="en-US" sz="19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nói</a:t>
            </a:r>
            <a:r>
              <a:rPr lang="en-US" sz="19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1950" dirty="0" spc="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 thế</a:t>
            </a:r>
            <a:r>
              <a:rPr lang="en-US" sz="19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nào.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07/09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22051ca0-b276-40d5-95d5-d7f8f95aee5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1800" b="1" spc="28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Bài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này</a:t>
            </a:r>
            <a:r>
              <a:rPr lang="en-US" sz="69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thêm</a:t>
            </a:r>
            <a:r>
              <a:rPr lang="en-US" sz="6900" dirty="0" spc="-2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</a:t>
            </a:r>
            <a:r>
              <a:rPr lang="en-US" sz="6900" dirty="0" spc="-5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vào</a:t>
            </a:r>
            <a:r>
              <a:rPr lang="en-US" sz="6900" dirty="0" spc="-1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nguồn?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16459200" cy="1428750"/>
          </a:xfrm>
          <a:prstGeom prst="roundRect">
            <a:avLst>
              <a:gd name="adj" fmla="val 18667"/>
            </a:avLst>
          </a:prstGeom>
          <a:solidFill>
            <a:srgbClr val="1E212B"/>
          </a:solidFill>
          <a:ln w="19050">
            <a:solidFill>
              <a:srgbClr val="3A3F5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2905125"/>
            <a:ext cx="571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18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1800" b="1" spc="225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95400" y="3286125"/>
            <a:ext cx="1524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7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ngắn: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7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hỏi,</a:t>
            </a:r>
            <a:r>
              <a:rPr lang="en-US" sz="27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bốn</a:t>
            </a:r>
            <a:r>
              <a:rPr lang="en-US" sz="270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tổ</a:t>
            </a: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hợp.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1866900" y="4381500"/>
            <a:ext cx="14554200" cy="1428750"/>
          </a:xfrm>
          <a:prstGeom prst="roundRect">
            <a:avLst>
              <a:gd name="adj" fmla="val 18667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47900" y="4524375"/>
            <a:ext cx="571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18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1800" b="1" spc="181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1800" b="1" spc="225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247900" y="4905375"/>
            <a:ext cx="138112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7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hỏi,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 hai khung</a:t>
            </a:r>
            <a:r>
              <a:rPr lang="en-US" sz="27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mũi</a:t>
            </a:r>
            <a:r>
              <a:rPr lang="en-US" sz="27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tên.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2819400" y="6000750"/>
            <a:ext cx="12649200" cy="1428750"/>
          </a:xfrm>
          <a:prstGeom prst="roundRect">
            <a:avLst>
              <a:gd name="adj" fmla="val 18667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6143625"/>
            <a:ext cx="571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 BIÊN</a:t>
            </a:r>
            <a:r>
              <a:rPr lang="en-US" sz="1800" b="1" spc="21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SOẠN</a:t>
            </a:r>
            <a:r>
              <a:rPr lang="en-US" sz="1800" b="1" spc="22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200400" y="6524625"/>
            <a:ext cx="119062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Phần</a:t>
            </a:r>
            <a:r>
              <a:rPr lang="en-US" sz="270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</a:t>
            </a: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2700" b="1" dirty="0" spc="-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b="1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đáp</a:t>
            </a:r>
            <a:r>
              <a:rPr lang="en-US" sz="27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án.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08/09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bd397400-4fe6-4e6c-bbff-6d22c43cce1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5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THUẬT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Năm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thuật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ngữ cần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10096500" cy="952500"/>
          </a:xfrm>
          <a:prstGeom prst="roundRect">
            <a:avLst>
              <a:gd name="adj" fmla="val 24000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181100" y="3000375"/>
            <a:ext cx="3143250" cy="47625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QR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4572000" y="2762250"/>
            <a:ext cx="61912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 hai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chiều,</a:t>
            </a:r>
            <a:r>
              <a:rPr lang="en-US" sz="19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camera</a:t>
            </a:r>
            <a:r>
              <a:rPr lang="en-US" sz="19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19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được.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914400" y="3857625"/>
            <a:ext cx="10096500" cy="952500"/>
          </a:xfrm>
          <a:prstGeom prst="roundRect">
            <a:avLst>
              <a:gd name="adj" fmla="val 24000"/>
            </a:avLst>
          </a:prstGeom>
          <a:solidFill>
            <a:srgbClr val="1E212B"/>
          </a:solidFill>
          <a:ln/>
        </p:spPr>
      </p:sp>
      <p:sp>
        <p:nvSpPr>
          <p:cNvPr id="8" name="Text 6"/>
          <p:cNvSpPr/>
          <p:nvPr/>
        </p:nvSpPr>
        <p:spPr>
          <a:xfrm>
            <a:off x="1181100" y="4095750"/>
            <a:ext cx="3143250" cy="4762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18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mua</a:t>
            </a:r>
            <a:r>
              <a:rPr lang="en-US" sz="18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18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0" y="3857625"/>
            <a:ext cx="61912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19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bán</a:t>
            </a:r>
            <a:r>
              <a:rPr lang="en-US" sz="19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quét,</a:t>
            </a:r>
            <a:r>
              <a:rPr lang="en-US" sz="19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nợ</a:t>
            </a:r>
            <a:r>
              <a:rPr lang="en-US" sz="19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trực</a:t>
            </a:r>
            <a:r>
              <a:rPr lang="en-US" sz="19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tiếp.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914400" y="4953000"/>
            <a:ext cx="10096500" cy="952500"/>
          </a:xfrm>
          <a:prstGeom prst="roundRect">
            <a:avLst>
              <a:gd name="adj" fmla="val 24000"/>
            </a:avLst>
          </a:prstGeom>
          <a:solidFill>
            <a:srgbClr val="1E212B"/>
          </a:solidFill>
          <a:ln/>
        </p:spPr>
      </p:sp>
      <p:sp>
        <p:nvSpPr>
          <p:cNvPr id="11" name="Text 9"/>
          <p:cNvSpPr/>
          <p:nvPr/>
        </p:nvSpPr>
        <p:spPr>
          <a:xfrm>
            <a:off x="1181100" y="5191125"/>
            <a:ext cx="3143250" cy="4762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18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bán</a:t>
            </a:r>
            <a:r>
              <a:rPr lang="en-US" sz="18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18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0" y="4953000"/>
            <a:ext cx="61912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Bạn</a:t>
            </a:r>
            <a:r>
              <a:rPr lang="en-US" sz="19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quét,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9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19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19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có.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914400" y="6048375"/>
            <a:ext cx="10096500" cy="952500"/>
          </a:xfrm>
          <a:prstGeom prst="roundRect">
            <a:avLst>
              <a:gd name="adj" fmla="val 24000"/>
            </a:avLst>
          </a:prstGeom>
          <a:solidFill>
            <a:srgbClr val="1E212B"/>
          </a:solidFill>
          <a:ln/>
        </p:spPr>
      </p:sp>
      <p:sp>
        <p:nvSpPr>
          <p:cNvPr id="14" name="Text 12"/>
          <p:cNvSpPr/>
          <p:nvPr/>
        </p:nvSpPr>
        <p:spPr>
          <a:xfrm>
            <a:off x="1181100" y="6286500"/>
            <a:ext cx="3143250" cy="4762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19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4572000" y="6048375"/>
            <a:ext cx="61912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5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Tạo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lúc</a:t>
            </a:r>
            <a:r>
              <a:rPr lang="en-US" sz="19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trình,</a:t>
            </a:r>
            <a:r>
              <a:rPr lang="en-US" sz="19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195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19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19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vài</a:t>
            </a:r>
            <a:r>
              <a:rPr lang="en-US" sz="19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giây.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914400" y="7143750"/>
            <a:ext cx="10096500" cy="952500"/>
          </a:xfrm>
          <a:prstGeom prst="roundRect">
            <a:avLst>
              <a:gd name="adj" fmla="val 24000"/>
            </a:avLst>
          </a:prstGeom>
          <a:solidFill>
            <a:srgbClr val="1E212B"/>
          </a:solidFill>
          <a:ln/>
        </p:spPr>
      </p:sp>
      <p:sp>
        <p:nvSpPr>
          <p:cNvPr id="17" name="Text 15"/>
          <p:cNvSpPr/>
          <p:nvPr/>
        </p:nvSpPr>
        <p:spPr>
          <a:xfrm>
            <a:off x="1181100" y="7381875"/>
            <a:ext cx="3143250" cy="4762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19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tĩnh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4572000" y="7143750"/>
            <a:ext cx="61912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5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Tạo</a:t>
            </a:r>
            <a:r>
              <a:rPr lang="en-US" sz="19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lần, dùng</a:t>
            </a:r>
            <a:r>
              <a:rPr lang="en-US" sz="19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nơi.</a:t>
            </a:r>
            <a:endParaRPr lang="en-US" sz="1950" dirty="0"/>
          </a:p>
        </p:txBody>
      </p:sp>
      <p:sp>
        <p:nvSpPr>
          <p:cNvPr id="19" name="Connector line-1792380106778-353652101"/>
          <p:cNvSpPr/>
          <p:nvPr/>
        </p:nvSpPr>
        <p:spPr>
          <a:xfrm>
            <a:off x="11772900" y="2762250"/>
            <a:ext cx="0" cy="581025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20" name="Text 18"/>
          <p:cNvSpPr/>
          <p:nvPr/>
        </p:nvSpPr>
        <p:spPr>
          <a:xfrm>
            <a:off x="12382500" y="2762250"/>
            <a:ext cx="4953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9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950" dirty="0"/>
          </a:p>
        </p:txBody>
      </p:sp>
      <p:sp>
        <p:nvSpPr>
          <p:cNvPr id="21" name="Text richtext-1792380106781-387361732"/>
          <p:cNvSpPr/>
          <p:nvPr/>
        </p:nvSpPr>
        <p:spPr>
          <a:xfrm>
            <a:off x="12382500" y="3333750"/>
            <a:ext cx="4953000" cy="13335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marL="285750" indent="-204151">
              <a:lnSpc>
                <a:spcPts val="2925"/>
              </a:lnSpc>
              <a:buSzPct val="100000"/>
              <a:buFont typeface="Arial"/>
              <a:buChar char="•"/>
            </a:pPr>
            <a:r>
              <a:rPr lang="en-US" sz="22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ByteByteGo:</a:t>
            </a:r>
            <a:r>
              <a:rPr lang="en-US" sz="22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nguồn,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2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250" dirty="0" spc="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12382500" y="6858000"/>
            <a:ext cx="4953000" cy="1809750"/>
          </a:xfrm>
          <a:prstGeom prst="rect">
            <a:avLst/>
          </a:prstGeom>
          <a:noFill/>
          <a:ln/>
        </p:spPr>
        <p:txBody>
          <a:bodyPr wrap="square" lIns="0" tIns="4001" rIns="0" bIns="-4001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1800" dirty="0" spc="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r>
              <a:rPr lang="en-US" sz="18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80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2026-10-19.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họa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8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1800" dirty="0" spc="-2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mới.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4861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09/09</a:t>
            </a:r>
            <a:endParaRPr lang="en-US" sz="1650" dirty="0"/>
          </a:p>
        </p:txBody>
      </p:sp>
      <p:sp>
        <p:nvSpPr>
          <p:cNvPr id="33" name="Shape 3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4" name="Moda image moda-export-watermark-85846f77-8ced-4f1b-ba6c-8d0187f6ffa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2026-10-19T03:22:04Z</dcterms:created>
  <dcterms:modified xsi:type="dcterms:W3CDTF">2026-10-19T03:22:04Z</dcterms:modified>
</cp:coreProperties>
</file>