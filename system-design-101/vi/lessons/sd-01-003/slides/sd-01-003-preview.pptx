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9525000" cy="3143250"/>
          </a:xfrm>
          <a:prstGeom prst="rect">
            <a:avLst/>
          </a:prstGeom>
          <a:noFill/>
          <a:ln/>
        </p:spPr>
        <p:txBody>
          <a:bodyPr wrap="square" lIns="0" tIns="60937" rIns="0" bIns="-60937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854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6854" dirty="0" spc="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</a:t>
            </a:r>
            <a:r>
              <a:rPr lang="en-US" sz="6854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lạ:</a:t>
            </a:r>
            <a:r>
              <a:rPr lang="en-US" sz="6854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854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6854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854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số,</a:t>
            </a:r>
            <a:r>
              <a:rPr lang="en-US" sz="6854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854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854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6854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9144000" cy="1428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 mà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không</a:t>
            </a:r>
            <a:r>
              <a:rPr lang="en-US" sz="28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biết,</a:t>
            </a:r>
            <a:r>
              <a:rPr lang="en-US" sz="28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8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hết.</a:t>
            </a:r>
            <a:endParaRPr lang="en-US" sz="2850" dirty="0"/>
          </a:p>
        </p:txBody>
      </p:sp>
      <p:sp>
        <p:nvSpPr>
          <p:cNvPr id="5" name="Connector line-1792291258567-119116545"/>
          <p:cNvSpPr/>
          <p:nvPr/>
        </p:nvSpPr>
        <p:spPr>
          <a:xfrm>
            <a:off x="914400" y="6286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5722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vui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39500" y="1428750"/>
            <a:ext cx="6134100" cy="1219200"/>
          </a:xfrm>
          <a:prstGeom prst="roundRect">
            <a:avLst>
              <a:gd name="adj" fmla="val 2187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1239500" y="2876550"/>
            <a:ext cx="6134100" cy="1219200"/>
          </a:xfrm>
          <a:prstGeom prst="roundRect">
            <a:avLst>
              <a:gd name="adj" fmla="val 2187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239500" y="4324350"/>
            <a:ext cx="6134100" cy="1219200"/>
          </a:xfrm>
          <a:prstGeom prst="roundRect">
            <a:avLst>
              <a:gd name="adj" fmla="val 2187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1239500" y="5772150"/>
            <a:ext cx="6134100" cy="1219200"/>
          </a:xfrm>
          <a:prstGeom prst="roundRect">
            <a:avLst>
              <a:gd name="adj" fmla="val 21875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39500" y="7219950"/>
            <a:ext cx="6134100" cy="1219200"/>
          </a:xfrm>
          <a:prstGeom prst="roundRect">
            <a:avLst>
              <a:gd name="adj" fmla="val 21875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10950" y="1600200"/>
            <a:ext cx="876300" cy="876300"/>
          </a:xfrm>
          <a:prstGeom prst="roundRect">
            <a:avLst>
              <a:gd name="adj" fmla="val 21739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41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741" dirty="0"/>
          </a:p>
        </p:txBody>
      </p:sp>
      <p:sp>
        <p:nvSpPr>
          <p:cNvPr id="14" name="Text 12"/>
          <p:cNvSpPr/>
          <p:nvPr/>
        </p:nvSpPr>
        <p:spPr>
          <a:xfrm>
            <a:off x="11410950" y="3048000"/>
            <a:ext cx="876300" cy="876300"/>
          </a:xfrm>
          <a:prstGeom prst="roundRect">
            <a:avLst>
              <a:gd name="adj" fmla="val 21739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41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741" dirty="0"/>
          </a:p>
        </p:txBody>
      </p:sp>
      <p:sp>
        <p:nvSpPr>
          <p:cNvPr id="15" name="Text 13"/>
          <p:cNvSpPr/>
          <p:nvPr/>
        </p:nvSpPr>
        <p:spPr>
          <a:xfrm>
            <a:off x="11410950" y="4495800"/>
            <a:ext cx="876300" cy="876300"/>
          </a:xfrm>
          <a:prstGeom prst="roundRect">
            <a:avLst>
              <a:gd name="adj" fmla="val 21739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41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741" dirty="0"/>
          </a:p>
        </p:txBody>
      </p:sp>
      <p:sp>
        <p:nvSpPr>
          <p:cNvPr id="16" name="Text 14"/>
          <p:cNvSpPr/>
          <p:nvPr/>
        </p:nvSpPr>
        <p:spPr>
          <a:xfrm>
            <a:off x="11410950" y="5943600"/>
            <a:ext cx="876300" cy="876300"/>
          </a:xfrm>
          <a:prstGeom prst="roundRect">
            <a:avLst>
              <a:gd name="adj" fmla="val 21739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41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741" dirty="0"/>
          </a:p>
        </p:txBody>
      </p:sp>
      <p:sp>
        <p:nvSpPr>
          <p:cNvPr id="17" name="Text 15"/>
          <p:cNvSpPr/>
          <p:nvPr/>
        </p:nvSpPr>
        <p:spPr>
          <a:xfrm>
            <a:off x="11410950" y="7391400"/>
            <a:ext cx="876300" cy="876300"/>
          </a:xfrm>
          <a:prstGeom prst="roundRect">
            <a:avLst>
              <a:gd name="adj" fmla="val 21739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41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741" dirty="0"/>
          </a:p>
        </p:txBody>
      </p:sp>
      <p:sp>
        <p:nvSpPr>
          <p:cNvPr id="18" name="Text 16"/>
          <p:cNvSpPr/>
          <p:nvPr/>
        </p:nvSpPr>
        <p:spPr>
          <a:xfrm>
            <a:off x="12477750" y="1600200"/>
            <a:ext cx="1524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</a:t>
            </a:r>
            <a:endParaRPr lang="en-US" sz="5700" dirty="0"/>
          </a:p>
        </p:txBody>
      </p:sp>
      <p:sp>
        <p:nvSpPr>
          <p:cNvPr id="19" name="Text 17"/>
          <p:cNvSpPr/>
          <p:nvPr/>
        </p:nvSpPr>
        <p:spPr>
          <a:xfrm>
            <a:off x="12477750" y="3048000"/>
            <a:ext cx="1524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</a:t>
            </a:r>
            <a:endParaRPr lang="en-US" sz="5700" dirty="0"/>
          </a:p>
        </p:txBody>
      </p:sp>
      <p:sp>
        <p:nvSpPr>
          <p:cNvPr id="20" name="Text 18"/>
          <p:cNvSpPr/>
          <p:nvPr/>
        </p:nvSpPr>
        <p:spPr>
          <a:xfrm>
            <a:off x="12477750" y="4495800"/>
            <a:ext cx="1524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51</a:t>
            </a:r>
            <a:endParaRPr lang="en-US" sz="5700" dirty="0"/>
          </a:p>
        </p:txBody>
      </p:sp>
      <p:sp>
        <p:nvSpPr>
          <p:cNvPr id="21" name="Text 19"/>
          <p:cNvSpPr/>
          <p:nvPr/>
        </p:nvSpPr>
        <p:spPr>
          <a:xfrm>
            <a:off x="12477750" y="5943600"/>
            <a:ext cx="1524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30</a:t>
            </a:r>
            <a:endParaRPr lang="en-US" sz="5700" dirty="0"/>
          </a:p>
        </p:txBody>
      </p:sp>
      <p:sp>
        <p:nvSpPr>
          <p:cNvPr id="22" name="Text 20"/>
          <p:cNvSpPr/>
          <p:nvPr/>
        </p:nvSpPr>
        <p:spPr>
          <a:xfrm>
            <a:off x="12477750" y="7391400"/>
            <a:ext cx="1524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</a:t>
            </a:r>
            <a:endParaRPr lang="en-US" sz="5700" dirty="0"/>
          </a:p>
        </p:txBody>
      </p:sp>
      <p:sp>
        <p:nvSpPr>
          <p:cNvPr id="23" name="Text 21"/>
          <p:cNvSpPr/>
          <p:nvPr/>
        </p:nvSpPr>
        <p:spPr>
          <a:xfrm>
            <a:off x="14097000" y="1600200"/>
            <a:ext cx="3143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2xx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97000" y="3048000"/>
            <a:ext cx="3143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4xx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lỗi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097000" y="4495800"/>
            <a:ext cx="3143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4xx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lỗi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097000" y="5943600"/>
            <a:ext cx="3143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5xx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lỗi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097000" y="7391400"/>
            <a:ext cx="3143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4xx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lỗi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983dd4a-3422-4c4a-a255-f5e3d8cf9d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572000" cy="142875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715000" y="304800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</a:t>
            </a:r>
            <a:endParaRPr lang="en-US" sz="2250" dirty="0"/>
          </a:p>
        </p:txBody>
      </p:sp>
      <p:sp>
        <p:nvSpPr>
          <p:cNvPr id="6" name="Connector line-1792291282298-577381947"/>
          <p:cNvSpPr/>
          <p:nvPr/>
        </p:nvSpPr>
        <p:spPr>
          <a:xfrm>
            <a:off x="5676900" y="3714750"/>
            <a:ext cx="2171700" cy="0"/>
          </a:xfrm>
          <a:prstGeom prst="line">
            <a:avLst/>
          </a:prstGeom>
          <a:noFill/>
          <a:ln w="762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001000" y="2857500"/>
            <a:ext cx="4953000" cy="1428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3000" dirty="0"/>
          </a:p>
        </p:txBody>
      </p:sp>
      <p:sp>
        <p:nvSpPr>
          <p:cNvPr id="8" name="Connector line-1792291282302-779296192"/>
          <p:cNvSpPr/>
          <p:nvPr/>
        </p:nvSpPr>
        <p:spPr>
          <a:xfrm>
            <a:off x="13106400" y="3571875"/>
            <a:ext cx="1371600" cy="0"/>
          </a:xfrm>
          <a:prstGeom prst="line">
            <a:avLst/>
          </a:prstGeom>
          <a:noFill/>
          <a:ln w="76200">
            <a:solidFill>
              <a:srgbClr val="E8472B"/>
            </a:solidFill>
            <a:prstDash val="lgDash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4668500" y="2857500"/>
            <a:ext cx="2705100" cy="142875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42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914400" y="5334000"/>
            <a:ext cx="8001000" cy="2571750"/>
          </a:xfrm>
          <a:prstGeom prst="roundRect">
            <a:avLst>
              <a:gd name="adj" fmla="val 11852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372600" y="5334000"/>
            <a:ext cx="8001000" cy="2571750"/>
          </a:xfrm>
          <a:prstGeom prst="roundRect">
            <a:avLst>
              <a:gd name="adj" fmla="val 11852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57150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791700" y="57150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33500" y="6286500"/>
            <a:ext cx="7162800" cy="1905000"/>
          </a:xfrm>
          <a:prstGeom prst="rect">
            <a:avLst/>
          </a:prstGeom>
          <a:noFill/>
          <a:ln/>
        </p:spPr>
        <p:txBody>
          <a:bodyPr wrap="square" lIns="0" tIns="25146" rIns="0" bIns="-25146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36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36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6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36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36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6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791700" y="6286500"/>
            <a:ext cx="7162800" cy="1905000"/>
          </a:xfrm>
          <a:prstGeom prst="rect">
            <a:avLst/>
          </a:prstGeom>
          <a:noFill/>
          <a:ln/>
        </p:spPr>
        <p:txBody>
          <a:bodyPr wrap="square" lIns="0" tIns="25146" rIns="0" bIns="-25146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 spc="6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36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6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6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 đáng</a:t>
            </a:r>
            <a:r>
              <a:rPr lang="en-US" sz="36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6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6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6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6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nhớ?</a:t>
            </a:r>
            <a:endParaRPr lang="en-US" sz="3600" dirty="0"/>
          </a:p>
        </p:txBody>
      </p:sp>
      <p:sp>
        <p:nvSpPr>
          <p:cNvPr id="16" name="Connector line-1792291282315-72061775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4430fdd1-5dc1-4333-8247-c52b03e3c2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800" b="1" spc="30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 hiểu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40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(RFC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9110,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15).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1100" y="3181350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943350" y="31813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134100" y="31813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650" b="1" spc="13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35433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55295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5626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657225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1100" y="3543300"/>
            <a:ext cx="247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pPr algn="l" indent="0" marL="0">
              <a:buNone/>
            </a:pPr>
            <a:r>
              <a:rPr lang="en-US" sz="4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181100" y="4552950"/>
            <a:ext cx="247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pPr algn="l" indent="0" marL="0">
              <a:buNone/>
            </a:pPr>
            <a:r>
              <a:rPr lang="en-US" sz="48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181100" y="5562600"/>
            <a:ext cx="247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pPr algn="l" indent="0" marL="0">
              <a:buNone/>
            </a:pPr>
            <a:r>
              <a:rPr lang="en-US" sz="4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181100" y="6572250"/>
            <a:ext cx="247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pPr algn="l" indent="0" marL="0">
              <a:buNone/>
            </a:pPr>
            <a:r>
              <a:rPr lang="en-US" sz="48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71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943350" y="3771900"/>
            <a:ext cx="1238250" cy="4572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2xx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943350" y="4781550"/>
            <a:ext cx="1238250" cy="4572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4xx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943350" y="5791200"/>
            <a:ext cx="1238250" cy="4572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5xx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943350" y="6800850"/>
            <a:ext cx="1238250" cy="4572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4xx</a:t>
            </a:r>
            <a:endParaRPr lang="en-US" sz="2100" dirty="0"/>
          </a:p>
        </p:txBody>
      </p:sp>
      <p:sp>
        <p:nvSpPr>
          <p:cNvPr id="20" name="Connector line-1792291312481-62401579"/>
          <p:cNvSpPr/>
          <p:nvPr/>
        </p:nvSpPr>
        <p:spPr>
          <a:xfrm>
            <a:off x="5353050" y="4000500"/>
            <a:ext cx="5905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291312481-221474720"/>
          <p:cNvSpPr/>
          <p:nvPr/>
        </p:nvSpPr>
        <p:spPr>
          <a:xfrm>
            <a:off x="5353050" y="5010150"/>
            <a:ext cx="5905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291312481-614416082"/>
          <p:cNvSpPr/>
          <p:nvPr/>
        </p:nvSpPr>
        <p:spPr>
          <a:xfrm>
            <a:off x="5353050" y="6019800"/>
            <a:ext cx="5905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291312481-974215312"/>
          <p:cNvSpPr/>
          <p:nvPr/>
        </p:nvSpPr>
        <p:spPr>
          <a:xfrm>
            <a:off x="5353050" y="7029450"/>
            <a:ext cx="5905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134100" y="3543300"/>
            <a:ext cx="5143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6134100" y="4552950"/>
            <a:ext cx="5143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400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(lỗi)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6134100" y="5562600"/>
            <a:ext cx="5143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 500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(lỗi)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6134100" y="6572250"/>
            <a:ext cx="5143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400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(ví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9110)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1811000" y="3543300"/>
            <a:ext cx="5562600" cy="3943350"/>
          </a:xfrm>
          <a:prstGeom prst="roundRect">
            <a:avLst>
              <a:gd name="adj" fmla="val 6763"/>
            </a:avLst>
          </a:prstGeom>
          <a:solidFill>
            <a:srgbClr val="F8D9D0"/>
          </a:solidFill>
          <a:ln/>
        </p:spPr>
      </p:sp>
      <p:sp>
        <p:nvSpPr>
          <p:cNvPr id="29" name="Text 27"/>
          <p:cNvSpPr/>
          <p:nvPr/>
        </p:nvSpPr>
        <p:spPr>
          <a:xfrm>
            <a:off x="12153900" y="384810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b="1" spc="19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2026-10-16</a:t>
            </a:r>
            <a:endParaRPr lang="en-US" sz="1650" dirty="0"/>
          </a:p>
        </p:txBody>
      </p:sp>
      <p:sp>
        <p:nvSpPr>
          <p:cNvPr id="30" name="Text richtext-1792291312494-926038803"/>
          <p:cNvSpPr/>
          <p:nvPr/>
        </p:nvSpPr>
        <p:spPr>
          <a:xfrm>
            <a:off x="12153900" y="4324350"/>
            <a:ext cx="4914900" cy="2952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 công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420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530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lỗi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requests,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urllib,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curl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--fail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218: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urllib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thường,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requests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ok,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curl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0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14400" y="7810500"/>
            <a:ext cx="164592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32" name="Text 30"/>
          <p:cNvSpPr/>
          <p:nvPr/>
        </p:nvSpPr>
        <p:spPr>
          <a:xfrm>
            <a:off x="1333500" y="7810500"/>
            <a:ext cx="1562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2xx: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 gọi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ổn.</a:t>
            </a:r>
            <a:endParaRPr lang="en-US" sz="2700" dirty="0"/>
          </a:p>
        </p:txBody>
      </p:sp>
      <p:sp>
        <p:nvSpPr>
          <p:cNvPr id="33" name="Connector line-1792291312519-79668239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aee44f15-f9d0-44ce-8cbf-b20e1ef957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30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số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762500"/>
          </a:xfrm>
          <a:prstGeom prst="roundRect">
            <a:avLst>
              <a:gd name="adj" fmla="val 64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762250"/>
            <a:ext cx="8001000" cy="4762500"/>
          </a:xfrm>
          <a:prstGeom prst="roundRect">
            <a:avLst>
              <a:gd name="adj" fmla="val 6400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067050"/>
            <a:ext cx="6667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38" dirty="0" spc="-187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endParaRPr lang="en-US" sz="8738" dirty="0"/>
          </a:p>
        </p:txBody>
      </p:sp>
      <p:sp>
        <p:nvSpPr>
          <p:cNvPr id="7" name="Text 5"/>
          <p:cNvSpPr/>
          <p:nvPr/>
        </p:nvSpPr>
        <p:spPr>
          <a:xfrm>
            <a:off x="1295400" y="445770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400" dirty="0" spc="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40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400" dirty="0" spc="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753600" y="3067050"/>
            <a:ext cx="6667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38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endParaRPr lang="en-US" sz="8738" dirty="0"/>
          </a:p>
        </p:txBody>
      </p:sp>
      <p:sp>
        <p:nvSpPr>
          <p:cNvPr id="9" name="Text 7"/>
          <p:cNvSpPr/>
          <p:nvPr/>
        </p:nvSpPr>
        <p:spPr>
          <a:xfrm>
            <a:off x="9753600" y="445770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40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2400" dirty="0" spc="-2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rẽ</a:t>
            </a:r>
            <a:r>
              <a:rPr lang="en-US" sz="240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</a:t>
            </a:r>
            <a:r>
              <a:rPr lang="en-US" sz="240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endParaRPr lang="en-US" sz="2400" dirty="0"/>
          </a:p>
        </p:txBody>
      </p:sp>
      <p:sp>
        <p:nvSpPr>
          <p:cNvPr id="10" name="Text richtext-1792291329685-330777690"/>
          <p:cNvSpPr/>
          <p:nvPr/>
        </p:nvSpPr>
        <p:spPr>
          <a:xfrm>
            <a:off x="1295400" y="521970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418,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429,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451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218,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420,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530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550" dirty="0"/>
          </a:p>
        </p:txBody>
      </p:sp>
      <p:sp>
        <p:nvSpPr>
          <p:cNvPr id="11" name="Text richtext-1792291329695-376686257"/>
          <p:cNvSpPr/>
          <p:nvPr/>
        </p:nvSpPr>
        <p:spPr>
          <a:xfrm>
            <a:off x="9753600" y="521970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“This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Fine”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218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 đúng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218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8743950" y="4886325"/>
            <a:ext cx="800100" cy="8001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3" name="Connector line-1792291329703-788945568"/>
          <p:cNvSpPr/>
          <p:nvPr/>
        </p:nvSpPr>
        <p:spPr>
          <a:xfrm>
            <a:off x="8915400" y="5181600"/>
            <a:ext cx="4572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4" name="Connector line-1792291329703-125795645"/>
          <p:cNvSpPr/>
          <p:nvPr/>
        </p:nvSpPr>
        <p:spPr>
          <a:xfrm>
            <a:off x="8915400" y="5391150"/>
            <a:ext cx="4572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5" name="Connector line-1792291329703-168101043"/>
          <p:cNvSpPr/>
          <p:nvPr/>
        </p:nvSpPr>
        <p:spPr>
          <a:xfrm flipV="1">
            <a:off x="9029700" y="5048250"/>
            <a:ext cx="228600" cy="47625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6" name="Connector line-1792291329703-90182422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85b55866-376d-4d4a-808b-f6b3d33d30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b="1" spc="28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 TƯỜNG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800" b="1" spc="28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 thử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sót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479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3B3A37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Cấu hình thử</a:t>
            </a:r>
            <a:r>
              <a:rPr lang="en-US" sz="2250" dirty="0" spc="0" kern="0">
                <a:solidFill>
                  <a:srgbClr val="3B3A37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250" dirty="0" spc="2" kern="0">
                <a:solidFill>
                  <a:srgbClr val="3B3A37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1" kern="0">
                <a:solidFill>
                  <a:srgbClr val="3B3A37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urllib3: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381750" y="2609850"/>
            <a:ext cx="990600" cy="5524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500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7524750" y="2609850"/>
            <a:ext cx="990600" cy="5524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502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8667750" y="2609850"/>
            <a:ext cx="990600" cy="5524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503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810750" y="2609850"/>
            <a:ext cx="990600" cy="5524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504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3771900" y="35814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62900" y="35814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16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38600"/>
            <a:ext cx="2628900" cy="1905000"/>
          </a:xfrm>
          <a:prstGeom prst="roundRect">
            <a:avLst>
              <a:gd name="adj" fmla="val 14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0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500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914400" y="6096000"/>
            <a:ext cx="26289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530</a:t>
            </a:r>
            <a:endParaRPr lang="en-US" sz="6300" dirty="0"/>
          </a:p>
        </p:txBody>
      </p:sp>
      <p:sp>
        <p:nvSpPr>
          <p:cNvPr id="13" name="Text 11"/>
          <p:cNvSpPr/>
          <p:nvPr/>
        </p:nvSpPr>
        <p:spPr>
          <a:xfrm>
            <a:off x="3695700" y="4038600"/>
            <a:ext cx="41910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8039100" y="4038600"/>
            <a:ext cx="39243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8039100" y="4267200"/>
            <a:ext cx="3924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48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48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191500" y="52197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cộng</a:t>
            </a:r>
            <a:r>
              <a:rPr lang="en-US" sz="19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lại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3695700" y="6096000"/>
            <a:ext cx="41910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039100" y="6096000"/>
            <a:ext cx="39243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4800" dirty="0"/>
          </a:p>
        </p:txBody>
      </p:sp>
      <p:sp>
        <p:nvSpPr>
          <p:cNvPr id="19" name="Shape 17"/>
          <p:cNvSpPr/>
          <p:nvPr/>
        </p:nvSpPr>
        <p:spPr>
          <a:xfrm>
            <a:off x="12344400" y="4038600"/>
            <a:ext cx="5029200" cy="3962400"/>
          </a:xfrm>
          <a:prstGeom prst="roundRect">
            <a:avLst>
              <a:gd name="adj" fmla="val 6731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12687300" y="4343400"/>
            <a:ext cx="438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650" b="1" spc="16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650" b="1" spc="20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1650" dirty="0"/>
          </a:p>
        </p:txBody>
      </p:sp>
      <p:sp>
        <p:nvSpPr>
          <p:cNvPr id="21" name="Text richtext-1792291359072-691093086"/>
          <p:cNvSpPr/>
          <p:nvPr/>
        </p:nvSpPr>
        <p:spPr>
          <a:xfrm>
            <a:off x="12687300" y="4819650"/>
            <a:ext cx="4419600" cy="2952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hiểu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530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bị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</a:t>
            </a:r>
            <a:endParaRPr lang="en-US" sz="2400" dirty="0"/>
          </a:p>
        </p:txBody>
      </p:sp>
      <p:sp>
        <p:nvSpPr>
          <p:cNvPr id="22" name="Connector line-1792291359081-81765413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ddcc639f-c0f6-4559-85b2-867ff18f14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429</a:t>
            </a:r>
            <a:r>
              <a:rPr lang="en-US" sz="1800" b="1" spc="29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800" b="1" spc="29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429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420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2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Retry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1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total,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400" dirty="0" spc="-3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105150"/>
            <a:ext cx="16459200" cy="200025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295900"/>
            <a:ext cx="16459200" cy="20002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2956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429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1295400" y="451485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8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kèm</a:t>
            </a:r>
            <a:r>
              <a:rPr lang="en-US" sz="2100" dirty="0" spc="-19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Retry-After:</a:t>
            </a:r>
            <a:r>
              <a:rPr lang="en-US" sz="2100" dirty="0" spc="-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548640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420</a:t>
            </a:r>
            <a:endParaRPr lang="en-US" sz="7500" dirty="0"/>
          </a:p>
        </p:txBody>
      </p:sp>
      <p:sp>
        <p:nvSpPr>
          <p:cNvPr id="10" name="Text 8"/>
          <p:cNvSpPr/>
          <p:nvPr/>
        </p:nvSpPr>
        <p:spPr>
          <a:xfrm>
            <a:off x="1295400" y="67056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cùng</a:t>
            </a:r>
            <a:r>
              <a:rPr lang="en-US" sz="210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1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endParaRPr lang="en-US" sz="2100" dirty="0"/>
          </a:p>
        </p:txBody>
      </p:sp>
      <p:sp>
        <p:nvSpPr>
          <p:cNvPr id="11" name="Connector line-1792291388542-505657889"/>
          <p:cNvSpPr/>
          <p:nvPr/>
        </p:nvSpPr>
        <p:spPr>
          <a:xfrm>
            <a:off x="5810250" y="4114800"/>
            <a:ext cx="111442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10350" y="386715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06100" y="386715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801850" y="386715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344805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5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0191750" y="344805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5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4287500" y="344805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5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8191500" y="363855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287250" y="363855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810250" y="4514850"/>
            <a:ext cx="1114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400" b="1" dirty="0" spc="-2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b="1" dirty="0" spc="-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40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21" name="Connector line-1792291388562-812244865"/>
          <p:cNvSpPr/>
          <p:nvPr/>
        </p:nvSpPr>
        <p:spPr>
          <a:xfrm>
            <a:off x="5810250" y="6305550"/>
            <a:ext cx="11144250" cy="0"/>
          </a:xfrm>
          <a:prstGeom prst="line">
            <a:avLst/>
          </a:prstGeom>
          <a:noFill/>
          <a:ln w="57150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22" name="Connector line-1792291388562-690292028"/>
          <p:cNvSpPr/>
          <p:nvPr/>
        </p:nvSpPr>
        <p:spPr>
          <a:xfrm>
            <a:off x="6858000" y="6305550"/>
            <a:ext cx="40957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610350" y="6057900"/>
            <a:ext cx="495300" cy="495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68000" y="6019800"/>
            <a:ext cx="571500" cy="571500"/>
          </a:xfrm>
          <a:prstGeom prst="ellipse">
            <a:avLst/>
          </a:prstGeom>
          <a:solidFill>
            <a:srgbClr val="E8E0CF"/>
          </a:solidFill>
          <a:ln w="571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9450" y="6191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228600"/>
                </a:lnTo>
                <a:moveTo>
                  <a:pt x="228600" y="0"/>
                </a:moveTo>
                <a:lnTo>
                  <a:pt x="0" y="228600"/>
                </a:lnTo>
              </a:path>
            </a:pathLst>
          </a:custGeom>
          <a:ln w="66675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6000" y="56388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191750" y="56388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5810250" y="6705600"/>
            <a:ext cx="1114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4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14400" y="7620000"/>
            <a:ext cx="8001000" cy="8763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5400" y="7620000"/>
            <a:ext cx="7334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RFC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6585, mục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4:</a:t>
            </a: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429 cho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suất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372600" y="7620000"/>
            <a:ext cx="8001000" cy="8763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53600" y="7620000"/>
            <a:ext cx="7334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Thiếu</a:t>
            </a:r>
            <a:r>
              <a:rPr lang="en-US" sz="21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Retry-After,</a:t>
            </a: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429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 lần</a:t>
            </a:r>
            <a:endParaRPr lang="en-US" sz="2100" dirty="0"/>
          </a:p>
        </p:txBody>
      </p:sp>
      <p:sp>
        <p:nvSpPr>
          <p:cNvPr id="33" name="Connector line-1792291388583-76499959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65e6ac14-ef73-4811-8391-c1d355c375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418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chuẩn,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 khác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05100"/>
            <a:ext cx="8001000" cy="4857750"/>
          </a:xfrm>
          <a:prstGeom prst="roundRect">
            <a:avLst>
              <a:gd name="adj" fmla="val 627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705100"/>
            <a:ext cx="8001000" cy="4857750"/>
          </a:xfrm>
          <a:prstGeom prst="roundRect">
            <a:avLst>
              <a:gd name="adj" fmla="val 6275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028950"/>
            <a:ext cx="1066800" cy="1066800"/>
          </a:xfrm>
          <a:prstGeom prst="roundRect">
            <a:avLst>
              <a:gd name="adj" fmla="val 21429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552700" y="3028950"/>
            <a:ext cx="2857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94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</a:t>
            </a:r>
            <a:endParaRPr lang="en-US" sz="6994" dirty="0"/>
          </a:p>
        </p:txBody>
      </p:sp>
      <p:sp>
        <p:nvSpPr>
          <p:cNvPr id="8" name="Text 6"/>
          <p:cNvSpPr/>
          <p:nvPr/>
        </p:nvSpPr>
        <p:spPr>
          <a:xfrm>
            <a:off x="9753600" y="3028950"/>
            <a:ext cx="1066800" cy="1066800"/>
          </a:xfrm>
          <a:prstGeom prst="roundRect">
            <a:avLst>
              <a:gd name="adj" fmla="val 21429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1010900" y="3028950"/>
            <a:ext cx="2857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94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51</a:t>
            </a:r>
            <a:endParaRPr lang="en-US" sz="6994" dirty="0"/>
          </a:p>
        </p:txBody>
      </p:sp>
      <p:sp>
        <p:nvSpPr>
          <p:cNvPr id="10" name="Text 8"/>
          <p:cNvSpPr/>
          <p:nvPr/>
        </p:nvSpPr>
        <p:spPr>
          <a:xfrm>
            <a:off x="1295400" y="43053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b="1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400" b="1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đùa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753600" y="43053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4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400" dirty="0"/>
          </a:p>
        </p:txBody>
      </p:sp>
      <p:sp>
        <p:nvSpPr>
          <p:cNvPr id="12" name="Text richtext-1792291410732-223460175"/>
          <p:cNvSpPr/>
          <p:nvPr/>
        </p:nvSpPr>
        <p:spPr>
          <a:xfrm>
            <a:off x="1295400" y="5010150"/>
            <a:ext cx="7239000" cy="2381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1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2324,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đùa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550" dirty="0" spc="-9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9110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“Unused”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chỗ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nghĩa chính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550" dirty="0"/>
          </a:p>
        </p:txBody>
      </p:sp>
      <p:sp>
        <p:nvSpPr>
          <p:cNvPr id="13" name="Text richtext-1792291410745-873549084"/>
          <p:cNvSpPr/>
          <p:nvPr/>
        </p:nvSpPr>
        <p:spPr>
          <a:xfrm>
            <a:off x="9753600" y="5010150"/>
            <a:ext cx="7239000" cy="2381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Buộc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7725,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7867650"/>
            <a:ext cx="164592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7867650"/>
            <a:ext cx="1562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4xx: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700" dirty="0"/>
          </a:p>
        </p:txBody>
      </p:sp>
      <p:sp>
        <p:nvSpPr>
          <p:cNvPr id="16" name="Connector line-1792291410755-45242011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d72f9b1c-78fa-458a-a4d6-fb34a1e903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Phép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phạm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hẹp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000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4483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71818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2952750"/>
            <a:ext cx="3143250" cy="533400"/>
          </a:xfrm>
          <a:prstGeom prst="roundRect">
            <a:avLst>
              <a:gd name="adj" fmla="val 50000"/>
            </a:avLst>
          </a:prstGeom>
          <a:solidFill>
            <a:srgbClr val="2D31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8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b="1" spc="22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9200" y="4400550"/>
            <a:ext cx="3143250" cy="533400"/>
          </a:xfrm>
          <a:prstGeom prst="roundRect">
            <a:avLst>
              <a:gd name="adj" fmla="val 50000"/>
            </a:avLst>
          </a:prstGeom>
          <a:solidFill>
            <a:srgbClr val="2D31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2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800" b="1" spc="22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200" y="5991225"/>
            <a:ext cx="3143250" cy="533400"/>
          </a:xfrm>
          <a:prstGeom prst="roundRect">
            <a:avLst>
              <a:gd name="adj" fmla="val 50000"/>
            </a:avLst>
          </a:prstGeom>
          <a:solidFill>
            <a:srgbClr val="2D31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2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800" b="1" spc="21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9200" y="7629525"/>
            <a:ext cx="31432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26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800" b="1" spc="22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b="1" spc="226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b="1" spc="223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2500" y="2705100"/>
            <a:ext cx="1228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máy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762500" y="3219450"/>
            <a:ext cx="1228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curl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8.5.0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3.13.16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requests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2.34.2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urllib3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2.8.0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762500" y="4152900"/>
            <a:ext cx="1228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7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7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proxy,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762500" y="4667250"/>
            <a:ext cx="1228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cái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762500" y="5600700"/>
            <a:ext cx="1228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218,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420,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530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IANA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762500" y="6115050"/>
            <a:ext cx="1228725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registry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2026-10-12.</a:t>
            </a:r>
            <a:r>
              <a:rPr lang="en-US" sz="1950" dirty="0" spc="-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registry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mở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kiểm</a:t>
            </a:r>
            <a:r>
              <a:rPr lang="en-US" sz="19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762500" y="7334250"/>
            <a:ext cx="1228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4762500" y="7848600"/>
            <a:ext cx="1228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Coi</a:t>
            </a:r>
            <a:r>
              <a:rPr lang="en-US" sz="21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10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chú</a:t>
            </a:r>
            <a:r>
              <a:rPr lang="en-US" sz="21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100" dirty="0"/>
          </a:p>
        </p:txBody>
      </p:sp>
      <p:sp>
        <p:nvSpPr>
          <p:cNvPr id="20" name="Connector line-1792291440457-61712545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95b33a41-d924-40f3-bc68-8c2d404d05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39065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1390650"/>
            <a:ext cx="1571625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API</a:t>
            </a:r>
            <a:r>
              <a:rPr lang="en-US" sz="25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420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vượt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mức.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urllib3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Retry(total=3),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</a:t>
            </a:r>
            <a:r>
              <a:rPr lang="en-US" sz="25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lại,</a:t>
            </a:r>
            <a:r>
              <a:rPr lang="en-US" sz="255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không.</a:t>
            </a:r>
            <a:r>
              <a:rPr lang="en-US" sz="2550" dirty="0" spc="3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sao,</a:t>
            </a:r>
            <a:r>
              <a:rPr lang="en-US" sz="25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3467100"/>
            <a:ext cx="8705850" cy="5295900"/>
          </a:xfrm>
          <a:prstGeom prst="roundRect">
            <a:avLst>
              <a:gd name="adj" fmla="val 503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Connector line-1792291470950-690239455"/>
          <p:cNvSpPr/>
          <p:nvPr/>
        </p:nvSpPr>
        <p:spPr>
          <a:xfrm>
            <a:off x="3143250" y="4133850"/>
            <a:ext cx="0" cy="4486275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7" name="Connector line-1792291470950-350086626"/>
          <p:cNvSpPr/>
          <p:nvPr/>
        </p:nvSpPr>
        <p:spPr>
          <a:xfrm>
            <a:off x="7620000" y="4133850"/>
            <a:ext cx="0" cy="4486275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619250" y="3619500"/>
            <a:ext cx="3048000" cy="5143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(urllib3)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667500" y="3619500"/>
            <a:ext cx="1905000" cy="5143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286125" y="430530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GET</a:t>
            </a:r>
            <a:endParaRPr lang="en-US" sz="1950" dirty="0"/>
          </a:p>
        </p:txBody>
      </p:sp>
      <p:sp>
        <p:nvSpPr>
          <p:cNvPr id="11" name="Connector line-1792291470957-730519619"/>
          <p:cNvSpPr/>
          <p:nvPr/>
        </p:nvSpPr>
        <p:spPr>
          <a:xfrm>
            <a:off x="3286125" y="4743450"/>
            <a:ext cx="4191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86125" y="491490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420</a:t>
            </a:r>
            <a:endParaRPr lang="en-US" sz="1950" dirty="0"/>
          </a:p>
        </p:txBody>
      </p:sp>
      <p:sp>
        <p:nvSpPr>
          <p:cNvPr id="13" name="Connector line-1792291470959-541055089"/>
          <p:cNvSpPr/>
          <p:nvPr/>
        </p:nvSpPr>
        <p:spPr>
          <a:xfrm flipH="1">
            <a:off x="3286125" y="5353050"/>
            <a:ext cx="4191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428750" y="5562600"/>
            <a:ext cx="3429000" cy="4953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8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1800" dirty="0"/>
          </a:p>
        </p:txBody>
      </p:sp>
      <p:sp>
        <p:nvSpPr>
          <p:cNvPr id="15" name="Connector line-1792291470961-592639795"/>
          <p:cNvSpPr/>
          <p:nvPr/>
        </p:nvSpPr>
        <p:spPr>
          <a:xfrm>
            <a:off x="1200150" y="6381750"/>
            <a:ext cx="813435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dash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2819400" y="6172200"/>
            <a:ext cx="4895850" cy="4191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8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18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429</a:t>
            </a:r>
            <a:r>
              <a:rPr lang="en-US" sz="18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800" b="1" dirty="0" spc="-1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Retry-After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86125" y="680085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GET</a:t>
            </a:r>
            <a:endParaRPr lang="en-US" sz="1950" dirty="0"/>
          </a:p>
        </p:txBody>
      </p:sp>
      <p:sp>
        <p:nvSpPr>
          <p:cNvPr id="18" name="Connector line-1792291470966-61380542"/>
          <p:cNvSpPr/>
          <p:nvPr/>
        </p:nvSpPr>
        <p:spPr>
          <a:xfrm>
            <a:off x="3286125" y="7239000"/>
            <a:ext cx="41910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286125" y="741045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9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429</a:t>
            </a:r>
            <a:r>
              <a:rPr lang="en-US" sz="1950" dirty="0" spc="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1950" dirty="0" spc="-19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Retry-After</a:t>
            </a:r>
            <a:endParaRPr lang="en-US" sz="1950" dirty="0"/>
          </a:p>
        </p:txBody>
      </p:sp>
      <p:sp>
        <p:nvSpPr>
          <p:cNvPr id="20" name="Connector line-1792291470968-661225925"/>
          <p:cNvSpPr/>
          <p:nvPr/>
        </p:nvSpPr>
        <p:spPr>
          <a:xfrm flipH="1">
            <a:off x="3286125" y="7848600"/>
            <a:ext cx="41910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428750" y="8058150"/>
            <a:ext cx="3429000" cy="4953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180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8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8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01250" y="3467100"/>
            <a:ext cx="7372350" cy="5295900"/>
          </a:xfrm>
          <a:prstGeom prst="roundRect">
            <a:avLst>
              <a:gd name="adj" fmla="val 5036"/>
            </a:avLst>
          </a:prstGeom>
          <a:solidFill>
            <a:srgbClr val="CFE8E2"/>
          </a:solidFill>
          <a:ln/>
        </p:spPr>
      </p:sp>
      <p:sp>
        <p:nvSpPr>
          <p:cNvPr id="23" name="Text 21"/>
          <p:cNvSpPr/>
          <p:nvPr/>
        </p:nvSpPr>
        <p:spPr>
          <a:xfrm>
            <a:off x="10382250" y="37719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4" name="Text richtext-1792291470972-349721335"/>
          <p:cNvSpPr/>
          <p:nvPr/>
        </p:nvSpPr>
        <p:spPr>
          <a:xfrm>
            <a:off x="10382250" y="4248150"/>
            <a:ext cx="6667500" cy="3143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429,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413, 503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Retry-After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thử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420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4xx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thường,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429,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Retry-After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(số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giây)</a:t>
            </a:r>
            <a:endParaRPr lang="en-US" sz="2550" dirty="0"/>
          </a:p>
        </p:txBody>
      </p:sp>
      <p:sp>
        <p:nvSpPr>
          <p:cNvPr id="25" name="Connector line-1792291470987-766923807"/>
          <p:cNvSpPr/>
          <p:nvPr/>
        </p:nvSpPr>
        <p:spPr>
          <a:xfrm>
            <a:off x="10382250" y="7581900"/>
            <a:ext cx="661035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0382250" y="7734300"/>
            <a:ext cx="6610350" cy="8763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9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195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dirty="0" spc="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195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420:</a:t>
            </a:r>
            <a:r>
              <a:rPr lang="en-US" sz="19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19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195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dirty="0" spc="-2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bỏ.</a:t>
            </a:r>
            <a:endParaRPr lang="en-US" sz="1950" dirty="0"/>
          </a:p>
        </p:txBody>
      </p:sp>
      <p:sp>
        <p:nvSpPr>
          <p:cNvPr id="27" name="Connector line-1792291470991-89048675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e71f476d-9adc-40a7-b2c7-05b726262e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5240000" cy="10668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ctr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8001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495550"/>
            <a:ext cx="8001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457700"/>
            <a:ext cx="8001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372600" y="4457700"/>
            <a:ext cx="8001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2495550"/>
            <a:ext cx="23812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100" dirty="0" spc="2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5100" dirty="0"/>
          </a:p>
        </p:txBody>
      </p:sp>
      <p:sp>
        <p:nvSpPr>
          <p:cNvPr id="9" name="Text 7"/>
          <p:cNvSpPr/>
          <p:nvPr/>
        </p:nvSpPr>
        <p:spPr>
          <a:xfrm>
            <a:off x="9715500" y="2495550"/>
            <a:ext cx="23812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1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IANA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1257300" y="4457700"/>
            <a:ext cx="23812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100" dirty="0" spc="-3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5100" dirty="0"/>
          </a:p>
        </p:txBody>
      </p:sp>
      <p:sp>
        <p:nvSpPr>
          <p:cNvPr id="11" name="Text 9"/>
          <p:cNvSpPr/>
          <p:nvPr/>
        </p:nvSpPr>
        <p:spPr>
          <a:xfrm>
            <a:off x="9715500" y="4457700"/>
            <a:ext cx="23812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1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5100" dirty="0"/>
          </a:p>
        </p:txBody>
      </p:sp>
      <p:sp>
        <p:nvSpPr>
          <p:cNvPr id="12" name="Text 10"/>
          <p:cNvSpPr/>
          <p:nvPr/>
        </p:nvSpPr>
        <p:spPr>
          <a:xfrm>
            <a:off x="3810000" y="264795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268200" y="264795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Assigned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Numbers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Authority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810000" y="46101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268200" y="46101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810000" y="2990850"/>
            <a:ext cx="4857750" cy="1238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3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lời; mã</a:t>
            </a: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95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268200" y="2990850"/>
            <a:ext cx="4857750" cy="1238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8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9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9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Internet,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810000" y="4953000"/>
            <a:ext cx="4857750" cy="1238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Loạt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9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cộng</a:t>
            </a:r>
            <a:r>
              <a:rPr lang="en-US" sz="19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Internet;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268200" y="4953000"/>
            <a:ext cx="4857750" cy="1238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5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9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9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1950" dirty="0"/>
          </a:p>
        </p:txBody>
      </p:sp>
      <p:sp>
        <p:nvSpPr>
          <p:cNvPr id="20" name="Connector line-1792291499383-716926932"/>
          <p:cNvSpPr/>
          <p:nvPr/>
        </p:nvSpPr>
        <p:spPr>
          <a:xfrm>
            <a:off x="914400" y="6667500"/>
            <a:ext cx="164592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14400" y="6858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22" name="Text richtext-1792291499387-414674637"/>
          <p:cNvSpPr/>
          <p:nvPr/>
        </p:nvSpPr>
        <p:spPr>
          <a:xfrm>
            <a:off x="914400" y="7258050"/>
            <a:ext cx="8001000" cy="1238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marL="247650" indent="-176931">
              <a:lnSpc>
                <a:spcPts val="25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9110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(mục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15, 15.5.19),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6585,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7725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IANA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registry,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jshttp/statuses,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Pantheon</a:t>
            </a:r>
            <a:endParaRPr lang="en-US" sz="1950" dirty="0"/>
          </a:p>
        </p:txBody>
      </p:sp>
      <p:sp>
        <p:nvSpPr>
          <p:cNvPr id="23" name="Text richtext-1792291499396-325006499"/>
          <p:cNvSpPr/>
          <p:nvPr/>
        </p:nvSpPr>
        <p:spPr>
          <a:xfrm>
            <a:off x="9372600" y="7258050"/>
            <a:ext cx="8001000" cy="1238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marL="247650" indent="-176931">
              <a:lnSpc>
                <a:spcPts val="25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urllib3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2.8.0, mã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retry.py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requests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2.34.2,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models.py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CPython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3.13,</a:t>
            </a:r>
            <a:r>
              <a:rPr lang="en-US" sz="19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http/client.py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855345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2026-10-16.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 không dùng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1800" dirty="0"/>
          </a:p>
        </p:txBody>
      </p:sp>
      <p:sp>
        <p:nvSpPr>
          <p:cNvPr id="25" name="Connector line-1792291499403-3290560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1e94fca1-c598-47b2-8453-4fdcca101e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2026-10-18T05:33:50Z</dcterms:created>
  <dcterms:modified xsi:type="dcterms:W3CDTF">2026-10-18T05:33:50Z</dcterms:modified>
</cp:coreProperties>
</file>