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Netflix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ai?</a:t>
            </a:r>
            <a:endParaRPr lang="en-US" sz="3000" dirty="0"/>
          </a:p>
        </p:txBody>
      </p:sp>
      <p:sp>
        <p:nvSpPr>
          <p:cNvPr id="5" name="Connector line-1792382904326-56345255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Khối</a:t>
            </a:r>
            <a:r>
              <a:rPr lang="en-US" sz="31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3150" dirty="0" spc="-1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315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3150" dirty="0" spc="-2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676d8ad-98a8-45cb-97fe-2bff2be560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52400" cy="3429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38125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đoạn,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hỏi: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72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28750" y="685800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4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42ce2db-c6dc-4c74-a1be-ed66f26d9b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950" b="1" spc="28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195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6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4000500"/>
                <a:gridCol w="12458700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Điều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8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Theo</a:t>
                      </a:r>
                      <a:r>
                        <a:rPr lang="en-US" sz="2400" b="1" dirty="0" spc="-6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Đóng</a:t>
                      </a:r>
                      <a:r>
                        <a:rPr lang="en-US" sz="2400" b="1" dirty="0" spc="-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gói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Cả</a:t>
                      </a:r>
                      <a:r>
                        <a:rPr lang="en-US" sz="2400" dirty="0" spc="2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40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400" dirty="0" spc="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triển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khai</a:t>
                      </a:r>
                      <a:r>
                        <a:rPr lang="en-US" sz="240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240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khối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Ví</a:t>
                      </a:r>
                      <a:r>
                        <a:rPr lang="en-US" sz="2400" b="1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40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r>
                        <a:rPr lang="en-US" sz="240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Java</a:t>
                      </a:r>
                      <a:r>
                        <a:rPr lang="en-US" sz="2400" dirty="0" spc="-4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WAR,</a:t>
                      </a:r>
                      <a:r>
                        <a:rPr lang="en-US" sz="240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400" dirty="0" spc="2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40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40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Rails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 dùng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Phần</a:t>
                      </a:r>
                      <a:r>
                        <a:rPr lang="en-US" sz="240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 công</a:t>
                      </a:r>
                      <a:r>
                        <a:rPr lang="en-US" sz="2400" dirty="0" spc="-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ty</a:t>
                      </a:r>
                      <a:r>
                        <a:rPr lang="en-US" sz="240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khởi</a:t>
                      </a:r>
                      <a:r>
                        <a:rPr lang="en-US" sz="240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nghiệp</a:t>
                      </a:r>
                      <a:r>
                        <a:rPr lang="en-US" sz="240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bắt</a:t>
                      </a:r>
                      <a:r>
                        <a:rPr lang="en-US" sz="2400" dirty="0" spc="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đầu</a:t>
                      </a:r>
                      <a:r>
                        <a:rPr lang="en-US" sz="240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 03/10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af703a5-35fd-4df7-a35e-6d3a87bddb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95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13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microservice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896600" y="29527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7600" y="31623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600" y="35433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000" dirty="0"/>
          </a:p>
        </p:txBody>
      </p:sp>
      <p:sp>
        <p:nvSpPr>
          <p:cNvPr id="10" name="Connector line-1792382907109-745981609"/>
          <p:cNvSpPr/>
          <p:nvPr/>
        </p:nvSpPr>
        <p:spPr>
          <a:xfrm flipV="1">
            <a:off x="5867400" y="3619500"/>
            <a:ext cx="5029200" cy="14287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896600" y="45720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77600" y="47815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77600" y="516255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000" dirty="0"/>
          </a:p>
        </p:txBody>
      </p:sp>
      <p:sp>
        <p:nvSpPr>
          <p:cNvPr id="14" name="Connector line-1792382907114-257803846"/>
          <p:cNvSpPr/>
          <p:nvPr/>
        </p:nvSpPr>
        <p:spPr>
          <a:xfrm>
            <a:off x="5867400" y="5238750"/>
            <a:ext cx="502920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896600" y="619125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64008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277600" y="678180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Lộ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3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endParaRPr lang="en-US" sz="3000" dirty="0"/>
          </a:p>
        </p:txBody>
      </p:sp>
      <p:sp>
        <p:nvSpPr>
          <p:cNvPr id="18" name="Connector line-1792382907119-885317543"/>
          <p:cNvSpPr/>
          <p:nvPr/>
        </p:nvSpPr>
        <p:spPr>
          <a:xfrm>
            <a:off x="5867400" y="5429250"/>
            <a:ext cx="5029200" cy="14287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4e01311-c7b0-47ff-9268-ef9dcd42dd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950" b="1" spc="28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màn</a:t>
            </a:r>
            <a:r>
              <a:rPr lang="en-US" sz="66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2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300" dirty="0" spc="-7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300" dirty="0" spc="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300" dirty="0"/>
          </a:p>
        </p:txBody>
      </p:sp>
      <p:sp>
        <p:nvSpPr>
          <p:cNvPr id="7" name="Connector line-1792382907996-382502354"/>
          <p:cNvSpPr/>
          <p:nvPr/>
        </p:nvSpPr>
        <p:spPr>
          <a:xfrm>
            <a:off x="460057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91125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5534025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34025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 API</a:t>
            </a:r>
            <a:endParaRPr lang="en-US" sz="3300" dirty="0"/>
          </a:p>
        </p:txBody>
      </p:sp>
      <p:sp>
        <p:nvSpPr>
          <p:cNvPr id="11" name="Connector line-1792382908000-120402725"/>
          <p:cNvSpPr/>
          <p:nvPr/>
        </p:nvSpPr>
        <p:spPr>
          <a:xfrm>
            <a:off x="8877300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67850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0750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10750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Phim,</a:t>
            </a:r>
            <a:r>
              <a:rPr lang="en-US" sz="3300" dirty="0" spc="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3300" dirty="0" spc="6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xuất,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diễn viên</a:t>
            </a:r>
            <a:endParaRPr lang="en-US" sz="3300" dirty="0"/>
          </a:p>
        </p:txBody>
      </p:sp>
      <p:sp>
        <p:nvSpPr>
          <p:cNvPr id="15" name="Connector line-1792382908004-304156172"/>
          <p:cNvSpPr/>
          <p:nvPr/>
        </p:nvSpPr>
        <p:spPr>
          <a:xfrm>
            <a:off x="1315402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44575" y="3143250"/>
            <a:ext cx="360997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087475" y="3448050"/>
            <a:ext cx="29241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087475" y="3924300"/>
            <a:ext cx="292417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3300" dirty="0" spc="-7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300" dirty="0" spc="-2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300" dirty="0" spc="-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14400" y="68580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của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</a:t>
            </a:r>
            <a:r>
              <a:rPr lang="en-US" sz="25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ac0f821-1d2c-469d-bc0d-21fe2a0802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GIAI</a:t>
            </a:r>
            <a:r>
              <a:rPr lang="en-US" sz="19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6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6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 khó</a:t>
            </a: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VẤN</a:t>
            </a:r>
            <a:r>
              <a:rPr lang="en-US" sz="195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Lớp</a:t>
            </a:r>
            <a:r>
              <a:rPr lang="en-US" sz="39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r>
              <a:rPr lang="en-US" sz="3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càng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</a:t>
            </a:r>
            <a:r>
              <a:rPr lang="en-US" sz="195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FEDERATION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3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3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8dbdf83-2a96-4fcf-9793-193af2c58a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527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38400" y="33432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70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nào.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7202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38400" y="496252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7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391275"/>
            <a:ext cx="1047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38400" y="6581775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không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5fbdec2-586e-4d75-92f8-dbb6b01585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phim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F3DFB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dirty="0" spc="3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tự</a:t>
            </a:r>
            <a:r>
              <a:rPr lang="en-US" sz="2250" dirty="0" spc="-1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gọi,</a:t>
            </a:r>
            <a:r>
              <a:rPr lang="en-US" sz="2250" dirty="0" spc="-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5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250" dirty="0" spc="2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0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345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37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1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Phía sau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250" dirty="0" spc="-1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250" dirty="0" spc="-24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3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aa02b8b-f196-44c3-b098-132b99fa79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 ĐỘNG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chậm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9723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a8d1bfd-e502-475c-9176-1b4683599b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250" dirty="0" spc="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250" dirty="0" spc="2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5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WAR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Web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ARchive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tệp</a:t>
                      </a:r>
                      <a:r>
                        <a:rPr lang="en-US" sz="2250" dirty="0" spc="1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lưu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trữ</a:t>
                      </a:r>
                      <a:r>
                        <a:rPr lang="en-US" sz="2250" dirty="0" spc="-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web:</a:t>
                      </a:r>
                      <a:r>
                        <a:rPr lang="en-US" sz="2250" dirty="0" spc="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đóng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gói</a:t>
                      </a:r>
                      <a:r>
                        <a:rPr lang="en-US" sz="2250" dirty="0" spc="2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250" dirty="0" spc="-2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Java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3DD6A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Query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 GraphQL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9151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3342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8676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4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Netflix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71d1b23-6fe9-4c47-9259-8ee6af2066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2026-10-19T04:32:59Z</dcterms:created>
  <dcterms:modified xsi:type="dcterms:W3CDTF">2026-10-19T04:32:59Z</dcterms:modified>
</cp:coreProperties>
</file>