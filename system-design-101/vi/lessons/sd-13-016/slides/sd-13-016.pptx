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001000" cy="54864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lớn: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391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944100" y="1428750"/>
            <a:ext cx="7429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550" b="1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0420350" y="2590800"/>
            <a:ext cx="6477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96600" y="3752850"/>
            <a:ext cx="5524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372850" y="4914900"/>
            <a:ext cx="4572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849100" y="6076950"/>
            <a:ext cx="3619500" cy="990600"/>
          </a:xfrm>
          <a:prstGeom prst="roundRect">
            <a:avLst>
              <a:gd name="adj" fmla="val 23077"/>
            </a:avLst>
          </a:prstGeom>
          <a:solidFill>
            <a:srgbClr val="2A2E3A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944100" y="7524750"/>
            <a:ext cx="7429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25100" y="767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325100" y="81153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fce252f-fcc2-462d-af0d-8047fe33e5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tập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in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ab3cdb1-a42c-4b50-ada2-b96be8695c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 NHÃN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namespace,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kubectl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(không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gì)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 hiện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-n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 shop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-A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namespace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nhãn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'app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(web,api),tier!=batch'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Dấu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phẩy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550" dirty="0" spc="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kiện:</a:t>
                      </a:r>
                      <a:r>
                        <a:rPr lang="en-US" sz="25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tất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 phải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35a5c6a-ff96-4830-aff9-6647b26db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</a:t>
            </a:r>
            <a:endParaRPr lang="en-US" sz="2850" dirty="0"/>
          </a:p>
        </p:txBody>
      </p:sp>
      <p:sp>
        <p:nvSpPr>
          <p:cNvPr id="6" name="Text richtext-1792371954498-386335472"/>
          <p:cNvSpPr/>
          <p:nvPr/>
        </p:nvSpPr>
        <p:spPr>
          <a:xfrm>
            <a:off x="13335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2A2E3A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Trường: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--field-selector</a:t>
            </a:r>
            <a:endParaRPr lang="en-US" sz="2850" dirty="0"/>
          </a:p>
        </p:txBody>
      </p:sp>
      <p:sp>
        <p:nvSpPr>
          <p:cNvPr id="9" name="Text richtext-1792371954522-514564055"/>
          <p:cNvSpPr/>
          <p:nvPr/>
        </p:nvSpPr>
        <p:spPr>
          <a:xfrm>
            <a:off x="97917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hỗ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8389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--field-selector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status.phase=Pending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7c5d46-34de-4c89-838f-e6508aa1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381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custom-columns='NAME:.metadata.name,IMAGE:.spec.containers[*].image'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284ddb-bd6b-420f-a450-ce5dd42f0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14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--sort-by='.status.containerStatuses[0].restartCount'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9" name="Connector line-1792371987402-932595429"/>
          <p:cNvSpPr/>
          <p:nvPr/>
        </p:nvSpPr>
        <p:spPr>
          <a:xfrm>
            <a:off x="6038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0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10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3" name="Connector line-1792371987411-493050957"/>
          <p:cNvSpPr/>
          <p:nvPr/>
        </p:nvSpPr>
        <p:spPr>
          <a:xfrm>
            <a:off x="11753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34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2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72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cuối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334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b34b5b6-6599-4a6f-a82c-6fb933b3b5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chẩn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với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01788c-ba18-463e-9cdf-45187bdd0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status.phase!=Running</a:t>
            </a:r>
            <a:r>
              <a:rPr lang="en-US" sz="195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CrashLoopBackOff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phase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status.phase</a:t>
            </a:r>
            <a:endParaRPr lang="en-US" sz="2550" dirty="0"/>
          </a:p>
        </p:txBody>
      </p:sp>
      <p:sp>
        <p:nvSpPr>
          <p:cNvPr id="6" name="Text richtext-1792372016379-427896223"/>
          <p:cNvSpPr/>
          <p:nvPr/>
        </p:nvSpPr>
        <p:spPr>
          <a:xfrm>
            <a:off x="12954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Succeeded,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Unknown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048500" y="3619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429500" y="39052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29500" y="45339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8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550" dirty="0"/>
          </a:p>
        </p:txBody>
      </p:sp>
      <p:sp>
        <p:nvSpPr>
          <p:cNvPr id="12" name="Text richtext-1792372016404-701166261"/>
          <p:cNvSpPr/>
          <p:nvPr/>
        </p:nvSpPr>
        <p:spPr>
          <a:xfrm>
            <a:off x="128016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CrashLoopBackOff</a:t>
            </a:r>
            <a:endParaRPr lang="en-US" sz="2550" dirty="0"/>
          </a:p>
        </p:txBody>
      </p:sp>
      <p:sp>
        <p:nvSpPr>
          <p:cNvPr id="13" name="Connector line-1792372016410-932253356"/>
          <p:cNvSpPr/>
          <p:nvPr/>
        </p:nvSpPr>
        <p:spPr>
          <a:xfrm flipH="1">
            <a:off x="5962650" y="4667250"/>
            <a:ext cx="1085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334000" y="58102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1950" dirty="0"/>
          </a:p>
        </p:txBody>
      </p:sp>
      <p:sp>
        <p:nvSpPr>
          <p:cNvPr id="15" name="Connector line-1792372016413-185476808"/>
          <p:cNvSpPr/>
          <p:nvPr/>
        </p:nvSpPr>
        <p:spPr>
          <a:xfrm>
            <a:off x="11239500" y="4667250"/>
            <a:ext cx="10858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2961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33500" y="77914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READY,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RESTARTS,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--sort-by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7f4a98-f283-4087-8af6-df1c990274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nhiều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"và",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nhãn lẫn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!=</a:t>
            </a:r>
            <a:r>
              <a:rPr lang="en-US" sz="25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tier!=batch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tier.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phase!=Running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Succeeded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.items[*];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.metadata.name.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dần;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43b71af-5d44-44e4-86e3-f41086209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Internet</a:t>
                      </a: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Internet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selector;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field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phase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Pod;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quick</a:t>
                      </a:r>
                      <a:r>
                        <a:rPr lang="en-US" sz="22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reference;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JSONPath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4537461-e98b-4939-82eb-3e278f98c7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2026-10-19T03:08:09Z</dcterms:created>
  <dcterms:modified xsi:type="dcterms:W3CDTF">2026-10-19T03:08:09Z</dcterms:modified>
</cp:coreProperties>
</file>