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2001500" cy="4191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cùng: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6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600" dirty="0" spc="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lâu,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6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238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lâu,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373100" y="161925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73100" y="266700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73100" y="371475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Saga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373100" y="476250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endParaRPr lang="en-US" sz="2100" dirty="0"/>
          </a:p>
        </p:txBody>
      </p:sp>
      <p:sp>
        <p:nvSpPr>
          <p:cNvPr id="9" name="Connector line-1792460461703-915688301"/>
          <p:cNvSpPr/>
          <p:nvPr/>
        </p:nvSpPr>
        <p:spPr>
          <a:xfrm>
            <a:off x="914400" y="8382000"/>
            <a:ext cx="164592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333500" y="8191500"/>
            <a:ext cx="381000" cy="381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1" name="Shape 9"/>
          <p:cNvSpPr/>
          <p:nvPr/>
        </p:nvSpPr>
        <p:spPr>
          <a:xfrm>
            <a:off x="5143500" y="8191500"/>
            <a:ext cx="381000" cy="381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97000" y="8191500"/>
            <a:ext cx="381000" cy="3810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76200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10000" y="76200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75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2,3 ms</a:t>
            </a:r>
            <a:r>
              <a:rPr lang="en-US" sz="2375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375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375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375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375" dirty="0"/>
          </a:p>
        </p:txBody>
      </p:sp>
      <p:sp>
        <p:nvSpPr>
          <p:cNvPr id="15" name="Text 13"/>
          <p:cNvSpPr/>
          <p:nvPr/>
        </p:nvSpPr>
        <p:spPr>
          <a:xfrm>
            <a:off x="11906250" y="76200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640</a:t>
            </a: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đồng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8582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Trễ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329e38f-f3b1-463a-8cdb-2dcc126e44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4000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5430500" cy="4191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Trễ</a:t>
            </a:r>
            <a:r>
              <a:rPr lang="en-US" sz="81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8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mili giây</a:t>
            </a:r>
            <a:r>
              <a:rPr lang="en-US" sz="81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8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1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1428750" y="638175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ghi: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7700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saga</a:t>
            </a:r>
            <a:r>
              <a:rPr lang="en-US" sz="22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b="1" dirty="0" spc="1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7fbc714-2725-4f34-8d93-e8bb18741e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kiện,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3810000" cy="1428750"/>
          </a:xfrm>
          <a:prstGeom prst="roundRect">
            <a:avLst>
              <a:gd name="adj" fmla="val 16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67500" y="5000625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 kiện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382500" y="3143250"/>
            <a:ext cx="49911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82500" y="6381750"/>
            <a:ext cx="49911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0" y="3381375"/>
            <a:ext cx="4419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668250" y="3952875"/>
            <a:ext cx="4419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668250" y="6619875"/>
            <a:ext cx="4419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668250" y="7191375"/>
            <a:ext cx="4419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250" dirty="0"/>
          </a:p>
        </p:txBody>
      </p:sp>
      <p:sp>
        <p:nvSpPr>
          <p:cNvPr id="12" name="Connector line-1792460472048-239297765"/>
          <p:cNvSpPr/>
          <p:nvPr/>
        </p:nvSpPr>
        <p:spPr>
          <a:xfrm>
            <a:off x="4724400" y="5476875"/>
            <a:ext cx="1885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60472048-746492780"/>
          <p:cNvSpPr/>
          <p:nvPr/>
        </p:nvSpPr>
        <p:spPr>
          <a:xfrm flipV="1">
            <a:off x="10096500" y="4095750"/>
            <a:ext cx="2228850" cy="1238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60472048-821897305"/>
          <p:cNvSpPr/>
          <p:nvPr/>
        </p:nvSpPr>
        <p:spPr>
          <a:xfrm>
            <a:off x="10096500" y="5619750"/>
            <a:ext cx="2228850" cy="1238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8382000"/>
            <a:ext cx="1333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tiếp;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f6d6925-a295-4fc1-bad6-3e1d4edd76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Lịch</a:t>
            </a:r>
            <a:r>
              <a:rPr lang="en-US" sz="6725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thưa</a:t>
            </a:r>
            <a:r>
              <a:rPr lang="en-US" sz="6725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72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nhiêu,</a:t>
            </a:r>
            <a:r>
              <a:rPr lang="en-US" sz="6725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725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chép</a:t>
            </a:r>
            <a:r>
              <a:rPr lang="en-US" sz="6725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6725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bấy</a:t>
            </a:r>
            <a:r>
              <a:rPr lang="en-US" sz="6725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endParaRPr lang="en-US" sz="6725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5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TRỄ</a:t>
            </a:r>
            <a:r>
              <a:rPr lang="en-US" sz="2250" b="1" spc="14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VỊ,</a:t>
            </a:r>
            <a:r>
              <a:rPr lang="en-US" sz="2250" b="1" spc="10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b="1" spc="1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14400" y="3333750"/>
            <a:ext cx="9525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640</a:t>
            </a:r>
            <a:r>
              <a:rPr lang="en-US" sz="180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10477500" y="2857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250" b="1" spc="14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spc="1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0" y="3333750"/>
            <a:ext cx="685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0" dirty="0" spc="-2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117/200</a:t>
            </a:r>
            <a:endParaRPr lang="en-US" sz="14250" dirty="0"/>
          </a:p>
        </p:txBody>
      </p:sp>
      <p:sp>
        <p:nvSpPr>
          <p:cNvPr id="8" name="Text 6"/>
          <p:cNvSpPr/>
          <p:nvPr/>
        </p:nvSpPr>
        <p:spPr>
          <a:xfrm>
            <a:off x="914400" y="723900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 đổi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 lần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 sang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d885bbb-d24f-4a31-abd3-2da70913fb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SAGA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bù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429000" cy="3143250"/>
          </a:xfrm>
          <a:prstGeom prst="roundRect">
            <a:avLst>
              <a:gd name="adj" fmla="val 7273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00650" y="3238500"/>
            <a:ext cx="3429000" cy="3143250"/>
          </a:xfrm>
          <a:prstGeom prst="roundRect">
            <a:avLst>
              <a:gd name="adj" fmla="val 7273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86900" y="3238500"/>
            <a:ext cx="3429000" cy="3143250"/>
          </a:xfrm>
          <a:prstGeom prst="roundRect">
            <a:avLst>
              <a:gd name="adj" fmla="val 7273"/>
            </a:avLst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3773150" y="3238500"/>
            <a:ext cx="3600450" cy="3143250"/>
          </a:xfrm>
          <a:prstGeom prst="roundRect">
            <a:avLst>
              <a:gd name="adj" fmla="val 7273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524250"/>
            <a:ext cx="2895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trừ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67350" y="3524250"/>
            <a:ext cx="2895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2: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 bị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53600" y="3524250"/>
            <a:ext cx="2895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Bù: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4039850" y="3524250"/>
            <a:ext cx="30670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700" dirty="0"/>
          </a:p>
        </p:txBody>
      </p:sp>
      <p:sp>
        <p:nvSpPr>
          <p:cNvPr id="12" name="Connector line-1792460476327-225845392"/>
          <p:cNvSpPr/>
          <p:nvPr/>
        </p:nvSpPr>
        <p:spPr>
          <a:xfrm>
            <a:off x="4400550" y="4810125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60476327-207898526"/>
          <p:cNvSpPr/>
          <p:nvPr/>
        </p:nvSpPr>
        <p:spPr>
          <a:xfrm>
            <a:off x="8686800" y="4810125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60476327-389319948"/>
          <p:cNvSpPr/>
          <p:nvPr/>
        </p:nvSpPr>
        <p:spPr>
          <a:xfrm>
            <a:off x="12973050" y="4810125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0485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nằm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d86e001-f79f-458b-8197-96502fc96e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kho,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86700" cy="3810000"/>
          </a:xfrm>
          <a:prstGeom prst="roundRect">
            <a:avLst>
              <a:gd name="adj" fmla="val 7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6900" y="3048000"/>
            <a:ext cx="7886700" cy="3810000"/>
          </a:xfrm>
          <a:prstGeom prst="roundRect">
            <a:avLst>
              <a:gd name="adj" fmla="val 7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8679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95400" y="45720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Vào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867900" y="45720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 khác,</a:t>
            </a:r>
            <a:r>
              <a:rPr lang="en-US" sz="30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3000" dirty="0"/>
          </a:p>
        </p:txBody>
      </p:sp>
      <p:sp>
        <p:nvSpPr>
          <p:cNvPr id="10" name="Connector line-1792460513704-165009955"/>
          <p:cNvSpPr/>
          <p:nvPr/>
        </p:nvSpPr>
        <p:spPr>
          <a:xfrm>
            <a:off x="8858250" y="4953000"/>
            <a:ext cx="571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7524750"/>
            <a:ext cx="11906250" cy="952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b="1" dirty="0" spc="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4abdcae-7bbb-4f0b-9d79-c85635dc95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sót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4767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60960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77152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8750" y="3124200"/>
            <a:ext cx="800100" cy="800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Shape 7"/>
          <p:cNvSpPr/>
          <p:nvPr/>
        </p:nvSpPr>
        <p:spPr>
          <a:xfrm>
            <a:off x="1428750" y="4743450"/>
            <a:ext cx="800100" cy="800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28750" y="6362700"/>
            <a:ext cx="800100" cy="800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Shape 9"/>
          <p:cNvSpPr/>
          <p:nvPr/>
        </p:nvSpPr>
        <p:spPr>
          <a:xfrm>
            <a:off x="1428750" y="7981950"/>
            <a:ext cx="800100" cy="800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32956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447800" y="49149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47800" y="65341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47800" y="81534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762250" y="3238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4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commit,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LISTEN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762250" y="485775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Bên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lỡ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762250" y="6477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bù cũng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hỏng;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lũy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đẳng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762250" y="809625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 máy: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thật,</a:t>
            </a:r>
            <a:r>
              <a:rPr lang="en-US" sz="27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trễ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sẽ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5" name="Shape 2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8" name="Shape 2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6b8c9f37-34a9-4f63-9918-88939fb586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0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lại: có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0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cũ?</a:t>
            </a:r>
            <a:endParaRPr lang="en-US" sz="6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4608576"/>
                <a:gridCol w="6254496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Mẫu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Trễ</a:t>
                      </a: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trung</a:t>
                      </a: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550" b="1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ngay</a:t>
                      </a:r>
                      <a:r>
                        <a:rPr lang="en-US" sz="2550" b="1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5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 cũ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Theo sự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kiện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2,3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194/200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Đồng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nền,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r>
                        <a:rPr lang="en-US" sz="25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640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200/200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667500"/>
            <a:ext cx="14287500" cy="952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sửa:</a:t>
            </a: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từ</a:t>
            </a:r>
            <a:r>
              <a:rPr lang="en-US" sz="24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40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80010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8" name="Shape 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3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24c86fa-0dde-4f40-b5d6-91c04dd1da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4476750"/>
            <a:ext cx="153162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6096000"/>
            <a:ext cx="14173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8900" y="7715250"/>
            <a:ext cx="13030200" cy="1333500"/>
          </a:xfrm>
          <a:prstGeom prst="roundRect">
            <a:avLst>
              <a:gd name="adj" fmla="val 1714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238500"/>
            <a:ext cx="1569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nguồn: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866900" y="4857750"/>
            <a:ext cx="14554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thật,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saga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bù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438400" y="6477000"/>
            <a:ext cx="1341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điều: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009900" y="8096250"/>
            <a:ext cx="1226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Bất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saga: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Azure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0779790-f17b-4db1-b2a5-174f3f3373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CQRS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tách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trách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8101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SQL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0" y="3143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460523943-88334496"/>
          <p:cNvSpPr/>
          <p:nvPr/>
        </p:nvSpPr>
        <p:spPr>
          <a:xfrm>
            <a:off x="9525000" y="3714750"/>
            <a:ext cx="78486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Saga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Compensating</a:t>
            </a:r>
            <a:r>
              <a:rPr lang="en-US" sz="24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NOTIFY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LISTEN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0bcc108-6a0e-41ad-97ad-3f6884c2d7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2026-10-20T01:42:23Z</dcterms:created>
  <dcterms:modified xsi:type="dcterms:W3CDTF">2026-10-20T01:42:23Z</dcterms:modified>
</cp:coreProperties>
</file>