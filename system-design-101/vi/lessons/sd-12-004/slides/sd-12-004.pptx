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7849" rIns="0" bIns="-57849" rtlCol="0" anchor="t"/>
          <a:lstStyle/>
          <a:p>
            <a:pPr algn="l" indent="0" marL="0">
              <a:lnSpc>
                <a:spcPts val="7088"/>
              </a:lnSpc>
              <a:buNone/>
            </a:pPr>
            <a:r>
              <a:rPr lang="en-US" sz="675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67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mờ</a:t>
            </a:r>
            <a:r>
              <a:rPr lang="en-US" sz="67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biển</a:t>
            </a:r>
            <a:r>
              <a:rPr lang="en-US" sz="6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75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7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khuôn</a:t>
            </a: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</a:t>
            </a:r>
            <a:r>
              <a:rPr lang="en-US" sz="67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7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675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7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phố:</a:t>
            </a:r>
            <a:r>
              <a:rPr lang="en-US" sz="67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75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7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40%: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Connector line-1792420918724-554019623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7C93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7C93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3619500"/>
            <a:ext cx="1600200" cy="2190750"/>
          </a:xfrm>
          <a:custGeom>
            <a:avLst/>
            <a:gdLst/>
            <a:ahLst/>
            <a:cxnLst/>
            <a:rect l="l" t="t" r="r" b="b"/>
            <a:pathLst>
              <a:path w="1600200" h="2190750">
                <a:moveTo>
                  <a:pt x="0" y="2190750"/>
                </a:moveTo>
                <a:cubicBezTo>
                  <a:pt x="838200" y="21907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5905500"/>
            <a:ext cx="1600200" cy="9144"/>
          </a:xfrm>
          <a:custGeom>
            <a:avLst/>
            <a:gdLst/>
            <a:ahLst/>
            <a:cxnLst/>
            <a:rect l="l" t="t" r="r" b="b"/>
            <a:pathLst>
              <a:path w="1600200" h="9144">
                <a:moveTo>
                  <a:pt x="0" y="0"/>
                </a:moveTo>
                <a:cubicBezTo>
                  <a:pt x="838200" y="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44300" y="6000750"/>
            <a:ext cx="1600200" cy="2190750"/>
          </a:xfrm>
          <a:custGeom>
            <a:avLst/>
            <a:gdLst/>
            <a:ahLst/>
            <a:cxnLst/>
            <a:rect l="l" t="t" r="r" b="b"/>
            <a:pathLst>
              <a:path w="1600200" h="2190750">
                <a:moveTo>
                  <a:pt x="0" y="0"/>
                </a:moveTo>
                <a:cubicBezTo>
                  <a:pt x="838200" y="0"/>
                  <a:pt x="838200" y="2190750"/>
                  <a:pt x="1600200" y="2190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44500" y="3257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144500" y="5543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144500" y="7829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5149639-7a74-4587-8c46-669adfa893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mờ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lần,</a:t>
            </a:r>
            <a:r>
              <a:rPr lang="en-US" sz="78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tuyến,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78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8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mờ.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b="1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db1235a-0c74-4579-a53d-b50bc1cdfb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Dạy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nhạy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17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05500" y="2857500"/>
            <a:ext cx="1104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100" b="1" spc="223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7338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73380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905500" y="3733800"/>
            <a:ext cx="1114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khoanh bằng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8958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89585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5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905500" y="4895850"/>
            <a:ext cx="1114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0579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05790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5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905500" y="6057900"/>
            <a:ext cx="1114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2199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721995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550" b="1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905500" y="7219950"/>
            <a:ext cx="1114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giai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đoạn: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vùng,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ee57f58-d056-4914-ab39-26a9f3ba0b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 ảnh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429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0" y="3143250"/>
            <a:ext cx="3429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3143250"/>
            <a:ext cx="3429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44600" y="3143250"/>
            <a:ext cx="3429000" cy="2667000"/>
          </a:xfrm>
          <a:prstGeom prst="roundRect">
            <a:avLst>
              <a:gd name="adj" fmla="val 10000"/>
            </a:avLst>
          </a:prstGeom>
          <a:solidFill>
            <a:srgbClr val="FFB454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Connector line-1792420946701-719183903"/>
          <p:cNvSpPr/>
          <p:nvPr/>
        </p:nvSpPr>
        <p:spPr>
          <a:xfrm>
            <a:off x="4400550" y="4476750"/>
            <a:ext cx="8001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20946701-142034996"/>
          <p:cNvSpPr/>
          <p:nvPr/>
        </p:nvSpPr>
        <p:spPr>
          <a:xfrm>
            <a:off x="8743950" y="4476750"/>
            <a:ext cx="8001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20946702-970988678"/>
          <p:cNvSpPr/>
          <p:nvPr/>
        </p:nvSpPr>
        <p:spPr>
          <a:xfrm>
            <a:off x="13087350" y="4476750"/>
            <a:ext cx="8001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200150" y="3381375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0150" y="3905250"/>
            <a:ext cx="285750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543550" y="3381375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543550" y="3905250"/>
            <a:ext cx="285750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886950" y="3381375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86950" y="3905250"/>
            <a:ext cx="285750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230350" y="3381375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230350" y="3905250"/>
            <a:ext cx="285750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0d3deb0-08e5-400b-89d4-999369352e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mờ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2819400" y="2952750"/>
            <a:ext cx="126492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143250"/>
            <a:ext cx="1188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2850" dirty="0"/>
          </a:p>
        </p:txBody>
      </p:sp>
      <p:sp>
        <p:nvSpPr>
          <p:cNvPr id="6" name="Connector line-1792420922707-816781632"/>
          <p:cNvSpPr/>
          <p:nvPr/>
        </p:nvSpPr>
        <p:spPr>
          <a:xfrm>
            <a:off x="9144000" y="4457700"/>
            <a:ext cx="0" cy="49530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19400" y="5048250"/>
            <a:ext cx="1264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5238750"/>
            <a:ext cx="1188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819400" y="7143750"/>
            <a:ext cx="1264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 w="28575">
            <a:solidFill>
              <a:srgbClr val="8A867C"/>
            </a:solidFill>
            <a:prstDash val="lgDash"/>
          </a:ln>
        </p:spPr>
      </p:sp>
      <p:sp>
        <p:nvSpPr>
          <p:cNvPr id="10" name="Text 8"/>
          <p:cNvSpPr/>
          <p:nvPr/>
        </p:nvSpPr>
        <p:spPr>
          <a:xfrm>
            <a:off x="3200400" y="7334250"/>
            <a:ext cx="1188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8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gốc:</a:t>
            </a:r>
            <a:r>
              <a:rPr lang="en-US" sz="2850" b="1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38d3a74-ce0f-493b-abfc-1fb3ebcfbe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KIỂU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 như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1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2100" dirty="0"/>
          </a:p>
        </p:txBody>
      </p:sp>
      <p:sp>
        <p:nvSpPr>
          <p:cNvPr id="6" name="Text richtext-1792420923611-305062470"/>
          <p:cNvSpPr/>
          <p:nvPr/>
        </p:nvSpPr>
        <p:spPr>
          <a:xfrm>
            <a:off x="1333500" y="40957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riêng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21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endParaRPr lang="en-US" sz="2100" dirty="0"/>
          </a:p>
        </p:txBody>
      </p:sp>
      <p:sp>
        <p:nvSpPr>
          <p:cNvPr id="9" name="Text richtext-1792420923630-451970372"/>
          <p:cNvSpPr/>
          <p:nvPr/>
        </p:nvSpPr>
        <p:spPr>
          <a:xfrm>
            <a:off x="9791700" y="40957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nhòe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620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06/09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e8f90d0-f963-4cb1-88fa-a1946737aa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3619500"/>
          </a:xfrm>
          <a:prstGeom prst="roundRect">
            <a:avLst>
              <a:gd name="adj" fmla="val 8421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44958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515100" y="3048000"/>
            <a:ext cx="5257800" cy="3619500"/>
          </a:xfrm>
          <a:prstGeom prst="roundRect">
            <a:avLst>
              <a:gd name="adj" fmla="val 842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429000"/>
            <a:ext cx="44958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2115800" y="3048000"/>
            <a:ext cx="5257800" cy="3619500"/>
          </a:xfrm>
          <a:prstGeom prst="roundRect">
            <a:avLst>
              <a:gd name="adj" fmla="val 842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6800" y="3429000"/>
            <a:ext cx="44958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Ngưỡng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nghiêng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thừa: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3d610c5-3ddf-4b7f-b6a4-0f169d3ebf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40%: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mờ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 nếu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Mờ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nhòe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0b934f9-dc07-4353-9eb6-080872a4d0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5242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2385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250" dirty="0"/>
          </a:p>
        </p:txBody>
      </p:sp>
      <p:sp>
        <p:nvSpPr>
          <p:cNvPr id="7" name="Connector line-1792420928830-440703882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9" name="Text richtext-1792420928834-647107668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Faster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R-CNN,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1d13f4c-af25-4175-9eb1-f712763374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2026-10-19T14:42:47Z</dcterms:created>
  <dcterms:modified xsi:type="dcterms:W3CDTF">2026-10-19T14:42:47Z</dcterms:modified>
</cp:coreProperties>
</file>