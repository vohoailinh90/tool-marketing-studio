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459200" cy="2571750"/>
          </a:xfrm>
          <a:prstGeom prst="rect">
            <a:avLst/>
          </a:prstGeom>
          <a:noFill/>
          <a:ln/>
        </p:spPr>
        <p:txBody>
          <a:bodyPr wrap="square" lIns="0" tIns="69437" rIns="0" bIns="-69437" rtlCol="0" anchor="t"/>
          <a:lstStyle/>
          <a:p>
            <a:pPr algn="l" indent="0" marL="0">
              <a:lnSpc>
                <a:spcPts val="8505"/>
              </a:lnSpc>
              <a:buNone/>
            </a:pPr>
            <a:r>
              <a:rPr lang="en-US" sz="81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Bộ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r>
              <a:rPr lang="en-US" sz="8100" dirty="0" spc="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đệm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hỏng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81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những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kiểu nào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419100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Kiểu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3000" dirty="0" spc="-4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thúc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giống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nhau:</a:t>
            </a:r>
            <a:r>
              <a:rPr lang="en-US" sz="30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dồn</a:t>
            </a:r>
            <a:r>
              <a:rPr lang="en-US" sz="300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30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5524500"/>
            <a:ext cx="3943350" cy="2857500"/>
          </a:xfrm>
          <a:prstGeom prst="roundRect">
            <a:avLst>
              <a:gd name="adj" fmla="val 8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19200" y="5762625"/>
            <a:ext cx="33337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 spc="-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1219200" y="6858000"/>
            <a:ext cx="333375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Nhiều</a:t>
            </a:r>
            <a:r>
              <a:rPr lang="en-US" sz="30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30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hết hạn</a:t>
            </a:r>
            <a:r>
              <a:rPr lang="en-US" sz="30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cùng</a:t>
            </a:r>
            <a:r>
              <a:rPr lang="en-US" sz="30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lúc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086350" y="5524500"/>
            <a:ext cx="3943350" cy="2857500"/>
          </a:xfrm>
          <a:prstGeom prst="roundRect">
            <a:avLst>
              <a:gd name="adj" fmla="val 8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91150" y="5762625"/>
            <a:ext cx="33337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5391150" y="6858000"/>
            <a:ext cx="333375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Khóa</a:t>
            </a:r>
            <a:r>
              <a:rPr lang="en-US" sz="30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30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tồn</a:t>
            </a:r>
            <a:r>
              <a:rPr lang="en-US" sz="30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tại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9258300" y="5524500"/>
            <a:ext cx="3943350" cy="2857500"/>
          </a:xfrm>
          <a:prstGeom prst="roundRect">
            <a:avLst>
              <a:gd name="adj" fmla="val 8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63100" y="5762625"/>
            <a:ext cx="33337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9563100" y="6858000"/>
            <a:ext cx="333375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 khóa</a:t>
            </a:r>
            <a:r>
              <a:rPr lang="en-US" sz="30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nóng</a:t>
            </a:r>
            <a:r>
              <a:rPr lang="en-US" sz="30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hết</a:t>
            </a:r>
            <a:r>
              <a:rPr lang="en-US" sz="30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13430250" y="5524500"/>
            <a:ext cx="3943350" cy="2857500"/>
          </a:xfrm>
          <a:prstGeom prst="roundRect">
            <a:avLst>
              <a:gd name="adj" fmla="val 8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35050" y="5762625"/>
            <a:ext cx="33337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 spc="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13735050" y="6858000"/>
            <a:ext cx="333375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Bộ nhớ</a:t>
            </a:r>
            <a:r>
              <a:rPr lang="en-US" sz="30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đệm</a:t>
            </a:r>
            <a:r>
              <a:rPr lang="en-US" sz="30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sập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14400" y="962025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6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Redis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7.0.15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2026-10-18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1bcd61d3-2201-46b3-9596-f3ba9f258ca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 HỎNG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kiểu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do</a:t>
            </a:r>
            <a:r>
              <a:rPr lang="en-US" sz="6900" dirty="0" spc="-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thời</a:t>
            </a:r>
            <a:r>
              <a:rPr lang="en-US" sz="6900" dirty="0" spc="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điểm,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do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152400" cy="3619500"/>
          </a:xfrm>
          <a:prstGeom prst="rect">
            <a:avLst/>
          </a:prstGeom>
          <a:solidFill>
            <a:srgbClr val="E8472B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3048000"/>
            <a:ext cx="15811500" cy="381000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ctr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Bộ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r>
              <a:rPr lang="en-US" sz="6900" dirty="0" spc="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đệm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che</a:t>
            </a:r>
            <a:r>
              <a:rPr lang="en-US" sz="6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tải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cơ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sở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liệu,</a:t>
            </a:r>
            <a:r>
              <a:rPr lang="en-US" sz="6900" dirty="0" spc="-6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nó hỏng.</a:t>
            </a:r>
            <a:endParaRPr lang="en-US" sz="6900" dirty="0"/>
          </a:p>
        </p:txBody>
      </p:sp>
      <p:sp>
        <p:nvSpPr>
          <p:cNvPr id="6" name="Text 4"/>
          <p:cNvSpPr/>
          <p:nvPr/>
        </p:nvSpPr>
        <p:spPr>
          <a:xfrm>
            <a:off x="1524000" y="7524750"/>
            <a:ext cx="15811500" cy="9525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5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 hai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 chống dồn</a:t>
            </a:r>
            <a:r>
              <a:rPr lang="en-US" sz="25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tải:</a:t>
            </a:r>
            <a:r>
              <a:rPr lang="en-US" sz="25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5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tán</a:t>
            </a:r>
            <a:r>
              <a:rPr lang="en-US" sz="2550" dirty="0" spc="-1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55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sống</a:t>
            </a:r>
            <a:r>
              <a:rPr lang="en-US" sz="25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lệch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nhau.</a:t>
            </a:r>
            <a:endParaRPr lang="en-US" sz="2550" dirty="0"/>
          </a:p>
        </p:txBody>
      </p:sp>
      <p:sp>
        <p:nvSpPr>
          <p:cNvPr id="7" name="Connector line-1792372548485-799831654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0" name="Shape 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15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3b62b047-4242-48fe-8a82-3e9683c397c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1800" b="1" spc="28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1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Xếp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bốn</a:t>
            </a: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kiểu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hỏng</a:t>
            </a:r>
            <a:r>
              <a:rPr lang="en-US" sz="6900" dirty="0" spc="-5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bảng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4000500" y="2762250"/>
            <a:ext cx="6572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spc="25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TỪNG</a:t>
            </a:r>
            <a:r>
              <a:rPr lang="en-US" sz="1950" b="1" spc="20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0801350" y="2762250"/>
            <a:ext cx="6572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spc="18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CẢ</a:t>
            </a:r>
            <a:r>
              <a:rPr lang="en-US" sz="1950" b="1" spc="21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19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195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14400" y="3286125"/>
            <a:ext cx="2857500" cy="2381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</a:t>
            </a:r>
            <a:r>
              <a:rPr lang="en-US" sz="22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250" b="1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914400" y="5857875"/>
            <a:ext cx="2857500" cy="2190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</a:t>
            </a: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4000500" y="3286125"/>
            <a:ext cx="6572250" cy="2381250"/>
          </a:xfrm>
          <a:prstGeom prst="roundRect">
            <a:avLst>
              <a:gd name="adj" fmla="val 9600"/>
            </a:avLst>
          </a:prstGeom>
          <a:solidFill>
            <a:srgbClr val="E8472B"/>
          </a:solidFill>
          <a:ln/>
        </p:spPr>
      </p:sp>
      <p:sp>
        <p:nvSpPr>
          <p:cNvPr id="9" name="Text 7"/>
          <p:cNvSpPr/>
          <p:nvPr/>
        </p:nvSpPr>
        <p:spPr>
          <a:xfrm>
            <a:off x="4381500" y="3476625"/>
            <a:ext cx="5810250" cy="1238250"/>
          </a:xfrm>
          <a:prstGeom prst="rect">
            <a:avLst/>
          </a:prstGeom>
          <a:noFill/>
          <a:ln/>
        </p:spPr>
        <p:txBody>
          <a:bodyPr wrap="square" lIns="0" tIns="10477" rIns="0" bIns="-1047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dirty="0" spc="2" kern="0">
                <a:solidFill>
                  <a:srgbClr val="FBF8F2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Nhiều</a:t>
            </a:r>
            <a:r>
              <a:rPr lang="en-US" sz="3300" dirty="0" spc="-3" kern="0">
                <a:solidFill>
                  <a:srgbClr val="FBF8F2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3300" dirty="0" spc="-1" kern="0">
                <a:solidFill>
                  <a:srgbClr val="FBF8F2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hết</a:t>
            </a:r>
            <a:r>
              <a:rPr lang="en-US" sz="3300" dirty="0" spc="3" kern="0">
                <a:solidFill>
                  <a:srgbClr val="FBF8F2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r>
              <a:rPr lang="en-US" sz="3300" dirty="0" spc="1" kern="0">
                <a:solidFill>
                  <a:srgbClr val="FBF8F2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cùng</a:t>
            </a:r>
            <a:r>
              <a:rPr lang="en-US" sz="3300" dirty="0" spc="-1" kern="0">
                <a:solidFill>
                  <a:srgbClr val="FBF8F2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lúc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4381500" y="4810125"/>
            <a:ext cx="5810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8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100" dirty="0" spc="-4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100" dirty="0" spc="-1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nóng</a:t>
            </a:r>
            <a:r>
              <a:rPr lang="en-US" sz="2100" dirty="0" spc="-6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r>
              <a:rPr lang="en-US" sz="2100" dirty="0" spc="-1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100" dirty="0" spc="1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100" dirty="0" spc="-6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100" dirty="0" spc="1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0801350" y="3286125"/>
            <a:ext cx="6572250" cy="2381250"/>
          </a:xfrm>
          <a:prstGeom prst="roundRect">
            <a:avLst>
              <a:gd name="adj" fmla="val 96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82350" y="3476625"/>
            <a:ext cx="58102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Bộ</a:t>
            </a:r>
            <a:r>
              <a:rPr lang="en-US" sz="3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r>
              <a:rPr lang="en-US" sz="33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đệm</a:t>
            </a:r>
            <a:r>
              <a:rPr lang="en-US" sz="3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sập</a:t>
            </a:r>
            <a:endParaRPr lang="en-US" sz="3300" dirty="0"/>
          </a:p>
        </p:txBody>
      </p:sp>
      <p:sp>
        <p:nvSpPr>
          <p:cNvPr id="13" name="Shape 11"/>
          <p:cNvSpPr/>
          <p:nvPr/>
        </p:nvSpPr>
        <p:spPr>
          <a:xfrm>
            <a:off x="4000500" y="5857875"/>
            <a:ext cx="6572250" cy="2190750"/>
          </a:xfrm>
          <a:prstGeom prst="roundRect">
            <a:avLst>
              <a:gd name="adj" fmla="val 1043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1500" y="6048375"/>
            <a:ext cx="58102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Khóa không</a:t>
            </a:r>
            <a:r>
              <a:rPr lang="en-US" sz="33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tồn</a:t>
            </a:r>
            <a:r>
              <a:rPr lang="en-US" sz="33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tại</a:t>
            </a:r>
            <a:endParaRPr lang="en-US" sz="3300" dirty="0"/>
          </a:p>
        </p:txBody>
      </p:sp>
      <p:sp>
        <p:nvSpPr>
          <p:cNvPr id="15" name="Shape 13"/>
          <p:cNvSpPr/>
          <p:nvPr/>
        </p:nvSpPr>
        <p:spPr>
          <a:xfrm>
            <a:off x="10801350" y="5857875"/>
            <a:ext cx="6572250" cy="2190750"/>
          </a:xfrm>
          <a:prstGeom prst="roundRect">
            <a:avLst>
              <a:gd name="adj" fmla="val 10435"/>
            </a:avLst>
          </a:prstGeom>
          <a:solidFill>
            <a:srgbClr val="E8E0CF"/>
          </a:solidFill>
          <a:ln/>
        </p:spPr>
      </p:sp>
      <p:sp>
        <p:nvSpPr>
          <p:cNvPr id="16" name="Text 14"/>
          <p:cNvSpPr/>
          <p:nvPr/>
        </p:nvSpPr>
        <p:spPr>
          <a:xfrm>
            <a:off x="11182350" y="5857875"/>
            <a:ext cx="5810250" cy="2190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—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4000500" y="8286750"/>
            <a:ext cx="13373100" cy="666750"/>
          </a:xfrm>
          <a:prstGeom prst="roundRect">
            <a:avLst>
              <a:gd name="adj" fmla="val 50000"/>
            </a:avLst>
          </a:prstGeom>
          <a:solidFill>
            <a:srgbClr val="F8D9D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195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nạp,</a:t>
            </a:r>
            <a:r>
              <a:rPr lang="en-US" sz="1950" b="1" dirty="0" spc="-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195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dirty="0" spc="-8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sống</a:t>
            </a:r>
            <a:r>
              <a:rPr lang="en-US" sz="195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(TTL),</a:t>
            </a:r>
            <a:r>
              <a:rPr lang="en-US" sz="1950" b="1" dirty="0" spc="-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1950" b="1" dirty="0" spc="-6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r>
              <a:rPr lang="en-US" sz="1950" b="1" dirty="0" spc="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hạn.</a:t>
            </a:r>
            <a:r>
              <a:rPr lang="en-US" sz="1950" b="1" dirty="0" spc="5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Chữa:</a:t>
            </a:r>
            <a:r>
              <a:rPr lang="en-US" sz="1950" b="1" dirty="0" spc="-8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1950" b="1" dirty="0" spc="-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 ngẫu</a:t>
            </a:r>
            <a:r>
              <a:rPr lang="en-US" sz="195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</a:t>
            </a:r>
            <a:r>
              <a:rPr lang="en-US" sz="1950" b="1" dirty="0" spc="-1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195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endParaRPr lang="en-US" sz="1950" dirty="0"/>
          </a:p>
        </p:txBody>
      </p:sp>
      <p:sp>
        <p:nvSpPr>
          <p:cNvPr id="18" name="Connector line-1792372549431-505797944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2" name="Shape 2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15 ·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3974e2fd-f930-4dd7-9aea-4587cbd59c1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8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180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800" b="1" spc="28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TỒN</a:t>
            </a:r>
            <a:r>
              <a:rPr lang="en-US" sz="1800" b="1" spc="25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6900" dirty="0" spc="-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r>
              <a:rPr lang="en-US" sz="6900" dirty="0" spc="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để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cất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5029200" cy="2476500"/>
          </a:xfrm>
          <a:prstGeom prst="roundRect">
            <a:avLst>
              <a:gd name="adj" fmla="val 10769"/>
            </a:avLst>
          </a:prstGeom>
          <a:solidFill>
            <a:srgbClr val="1E212B"/>
          </a:solidFill>
          <a:ln w="28575">
            <a:solidFill>
              <a:srgbClr val="2E32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57300" y="3429000"/>
            <a:ext cx="4343400" cy="114300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Xin</a:t>
            </a:r>
            <a:r>
              <a:rPr lang="en-US" sz="3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36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3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36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257300" y="4762500"/>
            <a:ext cx="43434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2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yêu</a:t>
            </a:r>
            <a:r>
              <a:rPr lang="en-US" sz="22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endParaRPr lang="en-US" sz="2250" dirty="0"/>
          </a:p>
        </p:txBody>
      </p:sp>
      <p:sp>
        <p:nvSpPr>
          <p:cNvPr id="7" name="Connector line-1792372596959-885937394"/>
          <p:cNvSpPr/>
          <p:nvPr/>
        </p:nvSpPr>
        <p:spPr>
          <a:xfrm>
            <a:off x="6019800" y="4381500"/>
            <a:ext cx="533400" cy="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629400" y="3143250"/>
            <a:ext cx="5029200" cy="2476500"/>
          </a:xfrm>
          <a:prstGeom prst="roundRect">
            <a:avLst>
              <a:gd name="adj" fmla="val 10769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72300" y="3429000"/>
            <a:ext cx="4343400" cy="114300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dirty="0" spc="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Bộ</a:t>
            </a:r>
            <a:r>
              <a:rPr lang="en-US" sz="3600" dirty="0" spc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r>
              <a:rPr lang="en-US" sz="3600" dirty="0" spc="7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đệm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972300" y="4762500"/>
            <a:ext cx="43434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25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2250" dirty="0"/>
          </a:p>
        </p:txBody>
      </p:sp>
      <p:sp>
        <p:nvSpPr>
          <p:cNvPr id="11" name="Connector line-1792372596965-729393512"/>
          <p:cNvSpPr/>
          <p:nvPr/>
        </p:nvSpPr>
        <p:spPr>
          <a:xfrm>
            <a:off x="11734800" y="4381500"/>
            <a:ext cx="533400" cy="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2344400" y="3143250"/>
            <a:ext cx="5029200" cy="2476500"/>
          </a:xfrm>
          <a:prstGeom prst="roundRect">
            <a:avLst>
              <a:gd name="adj" fmla="val 10769"/>
            </a:avLst>
          </a:prstGeom>
          <a:solidFill>
            <a:srgbClr val="1E212B"/>
          </a:solidFill>
          <a:ln w="28575">
            <a:solidFill>
              <a:srgbClr val="2E32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687300" y="3429000"/>
            <a:ext cx="4343400" cy="114300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Cơ</a:t>
            </a:r>
            <a:r>
              <a:rPr lang="en-US" sz="3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sở</a:t>
            </a:r>
            <a:r>
              <a:rPr lang="en-US" sz="3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36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12687300" y="4762500"/>
            <a:ext cx="43434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2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có,</a:t>
            </a:r>
            <a:r>
              <a:rPr lang="en-US" sz="22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cất</a:t>
            </a:r>
            <a:r>
              <a:rPr lang="en-US" sz="22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14400" y="6191250"/>
            <a:ext cx="16459200" cy="10477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Lần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7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xuyên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7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914400" y="7620000"/>
            <a:ext cx="16459200" cy="76200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25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2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nhóm:</a:t>
            </a:r>
            <a:r>
              <a:rPr lang="en-US" sz="22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cất</a:t>
            </a:r>
            <a:r>
              <a:rPr lang="en-US" sz="22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25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250" dirty="0" spc="-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rỗng</a:t>
            </a:r>
            <a:r>
              <a:rPr lang="en-US" sz="225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2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lọc</a:t>
            </a:r>
            <a:r>
              <a:rPr lang="en-US" sz="22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Bloom.</a:t>
            </a:r>
            <a:endParaRPr lang="en-US" sz="2250" dirty="0"/>
          </a:p>
        </p:txBody>
      </p:sp>
      <p:sp>
        <p:nvSpPr>
          <p:cNvPr id="17" name="Connector line-1792372596978-123479591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2E3240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2" name="Shape 2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15 · 04/10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06272886-d834-4db0-8c82-77608d0c51e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333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1800" b="1" spc="28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NÓNG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 ·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50</a:t>
            </a:r>
            <a:r>
              <a:rPr lang="en-US" sz="180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1800" b="1" spc="28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 LÚC,</a:t>
            </a:r>
            <a:r>
              <a:rPr lang="en-US" sz="180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800" b="1" spc="29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80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Chỉ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yêu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cầu</a:t>
            </a:r>
            <a:r>
              <a:rPr lang="en-US" sz="6900" dirty="0" spc="3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nạp</a:t>
            </a:r>
            <a:endParaRPr lang="en-US" sz="6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762250"/>
          <a:ext cx="13716000" cy="914400"/>
        </p:xfrm>
        <a:graphic>
          <a:graphicData uri="http://schemas.openxmlformats.org/drawingml/2006/table">
            <a:tbl>
              <a:tblPr/>
              <a:tblGrid>
                <a:gridCol w="7571232"/>
                <a:gridCol w="4937760"/>
                <a:gridCol w="3950208"/>
              </a:tblGrid>
              <a:tr h="11239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2" kern="0">
                          <a:solidFill>
                            <a:srgbClr val="FBF8F2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Cách</a:t>
                      </a:r>
                      <a:r>
                        <a:rPr lang="en-US" sz="2400" b="1" dirty="0" spc="1" kern="0">
                          <a:solidFill>
                            <a:srgbClr val="FBF8F2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làm</a:t>
                      </a:r>
                      <a:endParaRPr lang="en-US" sz="1200" dirty="0"/>
                    </a:p>
                  </a:txBody>
                  <a:tcPr marL="247650" marR="247650" marT="247650" marB="2476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18" kern="0">
                          <a:solidFill>
                            <a:srgbClr val="FBF8F2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Lần</a:t>
                      </a:r>
                      <a:r>
                        <a:rPr lang="en-US" sz="2400" b="1" dirty="0" spc="-3" kern="0">
                          <a:solidFill>
                            <a:srgbClr val="FBF8F2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hỏi cơ</a:t>
                      </a:r>
                      <a:r>
                        <a:rPr lang="en-US" sz="2400" b="1" dirty="0" spc="-1" kern="0">
                          <a:solidFill>
                            <a:srgbClr val="FBF8F2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sở</a:t>
                      </a:r>
                      <a:r>
                        <a:rPr lang="en-US" sz="2400" b="1" dirty="0" spc="3" kern="0">
                          <a:solidFill>
                            <a:srgbClr val="FBF8F2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dữ</a:t>
                      </a:r>
                      <a:r>
                        <a:rPr lang="en-US" sz="2400" b="1" dirty="0" spc="0" kern="0">
                          <a:solidFill>
                            <a:srgbClr val="FBF8F2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liệu</a:t>
                      </a:r>
                      <a:endParaRPr lang="en-US" sz="1200" dirty="0"/>
                    </a:p>
                  </a:txBody>
                  <a:tcPr marL="247650" marR="247650" marT="247650" marB="2476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5" kern="0">
                          <a:solidFill>
                            <a:srgbClr val="FBF8F2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Chờ</a:t>
                      </a:r>
                      <a:r>
                        <a:rPr lang="en-US" sz="2400" b="1" dirty="0" spc="2" kern="0">
                          <a:solidFill>
                            <a:srgbClr val="FBF8F2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lâu</a:t>
                      </a:r>
                      <a:r>
                        <a:rPr lang="en-US" sz="2400" b="1" dirty="0" spc="-7" kern="0">
                          <a:solidFill>
                            <a:srgbClr val="FBF8F2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nhất</a:t>
                      </a:r>
                      <a:endParaRPr lang="en-US" sz="1200" dirty="0"/>
                    </a:p>
                  </a:txBody>
                  <a:tcPr marL="247650" marR="247650" marT="247650" marB="2476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B45309"/>
                    </a:solidFill>
                  </a:tcPr>
                </a:tc>
              </a:tr>
              <a:tr h="11239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Không</a:t>
                      </a:r>
                      <a:r>
                        <a:rPr lang="en-US" sz="2400" b="1" dirty="0" spc="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bảo</a:t>
                      </a:r>
                      <a:r>
                        <a:rPr lang="en-US" sz="2400" b="1" dirty="0" spc="-2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vệ</a:t>
                      </a:r>
                      <a:endParaRPr lang="en-US" sz="1200" dirty="0"/>
                    </a:p>
                  </a:txBody>
                  <a:tcPr marL="247650" marR="247650" marT="247650" marB="2476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50,</a:t>
                      </a: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cả</a:t>
                      </a:r>
                      <a:r>
                        <a:rPr lang="en-US" sz="24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10</a:t>
                      </a:r>
                      <a:r>
                        <a:rPr lang="en-US" sz="240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lần</a:t>
                      </a:r>
                      <a:endParaRPr lang="en-US" sz="1200" dirty="0"/>
                    </a:p>
                  </a:txBody>
                  <a:tcPr marL="247650" marR="247650" marT="247650" marB="2476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205–210</a:t>
                      </a:r>
                      <a:r>
                        <a:rPr lang="en-US" sz="240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ms</a:t>
                      </a:r>
                      <a:endParaRPr lang="en-US" sz="1200" dirty="0"/>
                    </a:p>
                  </a:txBody>
                  <a:tcPr marL="247650" marR="247650" marT="247650" marB="2476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11239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Giành</a:t>
                      </a:r>
                      <a:r>
                        <a:rPr lang="en-US" sz="2400" b="1" dirty="0" spc="-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khóa</a:t>
                      </a:r>
                      <a:r>
                        <a:rPr lang="en-US" sz="2400" b="1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SET</a:t>
                      </a:r>
                      <a:r>
                        <a:rPr lang="en-US" sz="2400" b="1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NX</a:t>
                      </a:r>
                      <a:r>
                        <a:rPr lang="en-US" sz="2400" b="1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PX</a:t>
                      </a:r>
                      <a:r>
                        <a:rPr lang="en-US" sz="2400" b="1" dirty="0" spc="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2000</a:t>
                      </a:r>
                      <a:endParaRPr lang="en-US" sz="1200" dirty="0"/>
                    </a:p>
                  </a:txBody>
                  <a:tcPr marL="247650" marR="247650" marT="247650" marB="2476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1</a:t>
                      </a:r>
                      <a:r>
                        <a:rPr lang="en-US" sz="24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(6</a:t>
                      </a:r>
                      <a:r>
                        <a:rPr lang="en-US" sz="240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lần),</a:t>
                      </a: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2</a:t>
                      </a:r>
                      <a:r>
                        <a:rPr lang="en-US" sz="2400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(4</a:t>
                      </a:r>
                      <a:r>
                        <a:rPr lang="en-US" sz="240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lần)</a:t>
                      </a:r>
                      <a:endParaRPr lang="en-US" sz="1200" dirty="0"/>
                    </a:p>
                  </a:txBody>
                  <a:tcPr marL="247650" marR="247650" marT="247650" marB="2476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211–403</a:t>
                      </a: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ms</a:t>
                      </a:r>
                      <a:endParaRPr lang="en-US" sz="1200" dirty="0"/>
                    </a:p>
                  </a:txBody>
                  <a:tcPr marL="247650" marR="247650" marT="247650" marB="2476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11239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0" kern="0">
                          <a:solidFill>
                            <a:srgbClr val="B45309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Giành</a:t>
                      </a:r>
                      <a:r>
                        <a:rPr lang="en-US" sz="2400" b="1" dirty="0" spc="-2" kern="0">
                          <a:solidFill>
                            <a:srgbClr val="B45309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khóa,</a:t>
                      </a:r>
                      <a:r>
                        <a:rPr lang="en-US" sz="2400" b="1" dirty="0" spc="-12" kern="0">
                          <a:solidFill>
                            <a:srgbClr val="B45309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rồi</a:t>
                      </a:r>
                      <a:r>
                        <a:rPr lang="en-US" sz="2400" b="1" dirty="0" spc="4" kern="0">
                          <a:solidFill>
                            <a:srgbClr val="B45309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đọc</a:t>
                      </a:r>
                      <a:r>
                        <a:rPr lang="en-US" sz="2400" b="1" dirty="0" spc="0" kern="0">
                          <a:solidFill>
                            <a:srgbClr val="B45309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lại</a:t>
                      </a:r>
                      <a:r>
                        <a:rPr lang="en-US" sz="2400" b="1" dirty="0" spc="-1" kern="0">
                          <a:solidFill>
                            <a:srgbClr val="B45309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bộ</a:t>
                      </a:r>
                      <a:r>
                        <a:rPr lang="en-US" sz="2400" b="1" dirty="0" spc="2" kern="0">
                          <a:solidFill>
                            <a:srgbClr val="B45309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đệm</a:t>
                      </a:r>
                      <a:endParaRPr lang="en-US" sz="1200" dirty="0"/>
                    </a:p>
                  </a:txBody>
                  <a:tcPr marL="247650" marR="247650" marT="247650" marB="2476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1" kern="0">
                          <a:solidFill>
                            <a:srgbClr val="B45309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1,</a:t>
                      </a:r>
                      <a:r>
                        <a:rPr lang="en-US" sz="2400" b="1" dirty="0" spc="-4" kern="0">
                          <a:solidFill>
                            <a:srgbClr val="B45309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cả</a:t>
                      </a:r>
                      <a:r>
                        <a:rPr lang="en-US" sz="2400" b="1" dirty="0" spc="2" kern="0">
                          <a:solidFill>
                            <a:srgbClr val="B45309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10</a:t>
                      </a:r>
                      <a:r>
                        <a:rPr lang="en-US" sz="2400" b="1" dirty="0" spc="0" kern="0">
                          <a:solidFill>
                            <a:srgbClr val="B45309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lần</a:t>
                      </a:r>
                      <a:endParaRPr lang="en-US" sz="1200" dirty="0"/>
                    </a:p>
                  </a:txBody>
                  <a:tcPr marL="247650" marR="247650" marT="247650" marB="2476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1" kern="0">
                          <a:solidFill>
                            <a:srgbClr val="B45309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213–216 ms</a:t>
                      </a:r>
                      <a:endParaRPr lang="en-US" sz="1200" dirty="0"/>
                    </a:p>
                  </a:txBody>
                  <a:tcPr marL="247650" marR="247650" marT="247650" marB="24765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7524750"/>
            <a:ext cx="16459200" cy="857250"/>
          </a:xfrm>
          <a:prstGeom prst="rect">
            <a:avLst/>
          </a:prstGeom>
          <a:noFill/>
          <a:ln/>
        </p:spPr>
        <p:txBody>
          <a:bodyPr wrap="square" lIns="0" tIns="4667" rIns="0" bIns="-4667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MDN</a:t>
            </a:r>
            <a:r>
              <a:rPr lang="en-US" sz="21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10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gộp</a:t>
            </a:r>
            <a:r>
              <a:rPr lang="en-US" sz="21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1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100" dirty="0" spc="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 chung</a:t>
            </a:r>
            <a:r>
              <a:rPr lang="en-US" sz="21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dirty="0" spc="-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request</a:t>
            </a:r>
            <a:r>
              <a:rPr lang="en-US" sz="21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collapse.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100" dirty="0" spc="-2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100" dirty="0" spc="-2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</a:t>
            </a:r>
            <a:r>
              <a:rPr lang="en-US" sz="21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1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tử.</a:t>
            </a:r>
            <a:endParaRPr lang="en-US" sz="2100" dirty="0"/>
          </a:p>
        </p:txBody>
      </p:sp>
      <p:sp>
        <p:nvSpPr>
          <p:cNvPr id="6" name="Connector line-1792372597853-653598345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7" name="Shape 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2" name="Shape 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15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2ed3d66d-1ef4-416f-ae4a-7c8ba82f1ea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180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1800" b="1" spc="28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SẬP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Che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chính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cơ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sở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69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4476750"/>
            <a:ext cx="3619500" cy="1714500"/>
          </a:xfrm>
          <a:prstGeom prst="roundRect">
            <a:avLst>
              <a:gd name="adj" fmla="val 15556"/>
            </a:avLst>
          </a:prstGeom>
          <a:solidFill>
            <a:srgbClr val="14161C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4476750"/>
            <a:ext cx="3048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Mọi</a:t>
            </a:r>
            <a:r>
              <a:rPr lang="en-US" sz="3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yêu cầu</a:t>
            </a:r>
            <a:endParaRPr lang="en-US" sz="3300" dirty="0"/>
          </a:p>
        </p:txBody>
      </p:sp>
      <p:sp>
        <p:nvSpPr>
          <p:cNvPr id="6" name="Connector line-1792372598684-586144630"/>
          <p:cNvSpPr/>
          <p:nvPr/>
        </p:nvSpPr>
        <p:spPr>
          <a:xfrm flipV="1">
            <a:off x="4629150" y="3714750"/>
            <a:ext cx="1714500" cy="1143000"/>
          </a:xfrm>
          <a:prstGeom prst="line">
            <a:avLst/>
          </a:prstGeom>
          <a:noFill/>
          <a:ln w="47625">
            <a:solidFill>
              <a:srgbClr val="8A867C"/>
            </a:solidFill>
            <a:prstDash val="lgDash"/>
            <a:headEnd type="none"/>
            <a:tailEnd type="triangle"/>
          </a:ln>
        </p:spPr>
      </p:sp>
      <p:sp>
        <p:nvSpPr>
          <p:cNvPr id="7" name="Connector line-1792372598685-702334847"/>
          <p:cNvSpPr/>
          <p:nvPr/>
        </p:nvSpPr>
        <p:spPr>
          <a:xfrm>
            <a:off x="4629150" y="5810250"/>
            <a:ext cx="1714500" cy="85725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477000" y="2857500"/>
            <a:ext cx="5334000" cy="1809750"/>
          </a:xfrm>
          <a:prstGeom prst="roundRect">
            <a:avLst>
              <a:gd name="adj" fmla="val 1473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0" y="3048000"/>
            <a:ext cx="457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-5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Bộ</a:t>
            </a:r>
            <a:r>
              <a:rPr lang="en-US" sz="3300" dirty="0" spc="1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r>
              <a:rPr lang="en-US" sz="3300" dirty="0" spc="7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đệm</a:t>
            </a:r>
            <a:r>
              <a:rPr lang="en-US" sz="3300" dirty="0" spc="-1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sập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6858000" y="3762375"/>
            <a:ext cx="457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cụm:</a:t>
            </a:r>
            <a:r>
              <a:rPr lang="en-US" sz="21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hỏng không</a:t>
            </a:r>
            <a:r>
              <a:rPr lang="en-US" sz="21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1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6477000" y="5810250"/>
            <a:ext cx="5334000" cy="1809750"/>
          </a:xfrm>
          <a:prstGeom prst="roundRect">
            <a:avLst>
              <a:gd name="adj" fmla="val 14737"/>
            </a:avLst>
          </a:prstGeom>
          <a:solidFill>
            <a:srgbClr val="0F766E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0" y="6000750"/>
            <a:ext cx="457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-7" kern="0">
                <a:solidFill>
                  <a:srgbClr val="FBF8F2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Circuit</a:t>
            </a:r>
            <a:r>
              <a:rPr lang="en-US" sz="3300" dirty="0" spc="-16" kern="0">
                <a:solidFill>
                  <a:srgbClr val="FBF8F2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breaker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6858000" y="6715125"/>
            <a:ext cx="457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29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Lỗi</a:t>
            </a:r>
            <a:r>
              <a:rPr lang="en-US" sz="2100" dirty="0" spc="3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vượt ngưỡng:</a:t>
            </a:r>
            <a:r>
              <a:rPr lang="en-US" sz="2100" dirty="0" spc="-13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tạm</a:t>
            </a:r>
            <a:r>
              <a:rPr lang="en-US" sz="2100" dirty="0" spc="-1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</a:t>
            </a:r>
            <a:r>
              <a:rPr lang="en-US" sz="2100" dirty="0" spc="-2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100" dirty="0" spc="-12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endParaRPr lang="en-US" sz="2100" dirty="0"/>
          </a:p>
        </p:txBody>
      </p:sp>
      <p:sp>
        <p:nvSpPr>
          <p:cNvPr id="14" name="Connector line-1792372598694-572689871"/>
          <p:cNvSpPr/>
          <p:nvPr/>
        </p:nvSpPr>
        <p:spPr>
          <a:xfrm>
            <a:off x="11906250" y="6715125"/>
            <a:ext cx="123825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3277850" y="5810250"/>
            <a:ext cx="4095750" cy="1809750"/>
          </a:xfrm>
          <a:prstGeom prst="roundRect">
            <a:avLst>
              <a:gd name="adj" fmla="val 14737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620750" y="5810250"/>
            <a:ext cx="340995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5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Cơ</a:t>
            </a:r>
            <a:r>
              <a:rPr lang="en-US" sz="3000" dirty="0" spc="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sở</a:t>
            </a:r>
            <a:r>
              <a:rPr lang="en-US" sz="3000" dirty="0" spc="-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3000" dirty="0" spc="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14400" y="8096250"/>
            <a:ext cx="16459200" cy="762000"/>
          </a:xfrm>
          <a:prstGeom prst="rect">
            <a:avLst/>
          </a:prstGeom>
          <a:noFill/>
          <a:ln/>
        </p:spPr>
        <p:txBody>
          <a:bodyPr wrap="square" lIns="0" tIns="4667" rIns="0" bIns="-4667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 spc="-2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Breaker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quanh</a:t>
            </a:r>
            <a:r>
              <a:rPr lang="en-US" sz="21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100" dirty="0" spc="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1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1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1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 đủ</a:t>
            </a:r>
            <a:r>
              <a:rPr lang="en-US" sz="21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tải.</a:t>
            </a:r>
            <a:endParaRPr lang="en-US" sz="2100" dirty="0"/>
          </a:p>
        </p:txBody>
      </p:sp>
      <p:sp>
        <p:nvSpPr>
          <p:cNvPr id="18" name="Connector line-1792372598699-120370459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5" name="Shape 2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15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03930101-2474-4a9a-b881-21b63066011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Khóa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phân</a:t>
            </a:r>
            <a:r>
              <a:rPr lang="en-US" sz="6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tán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cũng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143000"/>
          </a:xfrm>
          <a:prstGeom prst="roundRect">
            <a:avLst>
              <a:gd name="adj" fmla="val 18333"/>
            </a:avLst>
          </a:prstGeom>
          <a:solidFill>
            <a:srgbClr val="1E212B"/>
          </a:solidFill>
          <a:ln w="28575">
            <a:solidFill>
              <a:srgbClr val="2E32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2857500"/>
            <a:ext cx="8572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dirty="0" spc="-5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2286000" y="2857500"/>
            <a:ext cx="762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0096500" y="2857500"/>
            <a:ext cx="69532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hoặc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14400" y="4191000"/>
            <a:ext cx="16459200" cy="1143000"/>
          </a:xfrm>
          <a:prstGeom prst="roundRect">
            <a:avLst>
              <a:gd name="adj" fmla="val 18333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8250" y="4191000"/>
            <a:ext cx="8572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dirty="0" spc="4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500" dirty="0"/>
          </a:p>
        </p:txBody>
      </p:sp>
      <p:sp>
        <p:nvSpPr>
          <p:cNvPr id="10" name="Text 8"/>
          <p:cNvSpPr/>
          <p:nvPr/>
        </p:nvSpPr>
        <p:spPr>
          <a:xfrm>
            <a:off x="2286000" y="4191000"/>
            <a:ext cx="762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Nạp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lâu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PX</a:t>
            </a:r>
            <a:r>
              <a:rPr lang="en-US" sz="27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2000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10096500" y="4191000"/>
            <a:ext cx="69532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 nhả: lại hai</a:t>
            </a:r>
            <a:r>
              <a:rPr lang="en-US" sz="21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nạp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14400" y="5524500"/>
            <a:ext cx="16459200" cy="1143000"/>
          </a:xfrm>
          <a:prstGeom prst="roundRect">
            <a:avLst>
              <a:gd name="adj" fmla="val 18333"/>
            </a:avLst>
          </a:prstGeom>
          <a:solidFill>
            <a:srgbClr val="1E212B"/>
          </a:solidFill>
          <a:ln w="28575">
            <a:solidFill>
              <a:srgbClr val="2E32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8250" y="5524500"/>
            <a:ext cx="8572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dirty="0" spc="5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500" dirty="0"/>
          </a:p>
        </p:txBody>
      </p:sp>
      <p:sp>
        <p:nvSpPr>
          <p:cNvPr id="14" name="Text 12"/>
          <p:cNvSpPr/>
          <p:nvPr/>
        </p:nvSpPr>
        <p:spPr>
          <a:xfrm>
            <a:off x="2286000" y="5524500"/>
            <a:ext cx="762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Đặt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nạp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10096500" y="5524500"/>
            <a:ext cx="69532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hoặc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 hạn</a:t>
            </a: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script</a:t>
            </a:r>
            <a:r>
              <a:rPr lang="en-US" sz="210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Lua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14400" y="6858000"/>
            <a:ext cx="16459200" cy="1143000"/>
          </a:xfrm>
          <a:prstGeom prst="roundRect">
            <a:avLst>
              <a:gd name="adj" fmla="val 18333"/>
            </a:avLst>
          </a:prstGeom>
          <a:solidFill>
            <a:srgbClr val="1E212B"/>
          </a:solidFill>
          <a:ln w="28575">
            <a:solidFill>
              <a:srgbClr val="2E32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38250" y="6858000"/>
            <a:ext cx="8572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dirty="0" spc="-6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4500" dirty="0"/>
          </a:p>
        </p:txBody>
      </p:sp>
      <p:sp>
        <p:nvSpPr>
          <p:cNvPr id="18" name="Text 16"/>
          <p:cNvSpPr/>
          <p:nvPr/>
        </p:nvSpPr>
        <p:spPr>
          <a:xfrm>
            <a:off x="2286000" y="6858000"/>
            <a:ext cx="762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70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700" b="1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Redis,</a:t>
            </a:r>
            <a:r>
              <a:rPr lang="en-US" sz="27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50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10096500" y="6858000"/>
            <a:ext cx="69532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máy,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21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thật:</a:t>
            </a:r>
            <a:r>
              <a:rPr lang="en-US" sz="2100" dirty="0" spc="-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10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Redlock</a:t>
            </a:r>
            <a:endParaRPr lang="en-US" sz="2100" dirty="0"/>
          </a:p>
        </p:txBody>
      </p:sp>
      <p:sp>
        <p:nvSpPr>
          <p:cNvPr id="20" name="Connector line-1792372599530-171529385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2E3240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8" name="Shape 2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15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1ac6ff6a-c618-4532-a8b6-008e6adf7ff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THỬ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8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đêm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nạp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50.000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khóa,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85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giờ.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</a:t>
            </a:r>
            <a:r>
              <a:rPr lang="en-US" sz="28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đêm</a:t>
            </a: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sau,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 quá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tải.</a:t>
            </a:r>
            <a:r>
              <a:rPr lang="en-US" sz="2850" dirty="0" spc="4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sao?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8001000" cy="2857500"/>
          </a:xfrm>
          <a:prstGeom prst="rect">
            <a:avLst/>
          </a:prstGeom>
          <a:noFill/>
          <a:ln/>
        </p:spPr>
        <p:txBody>
          <a:bodyPr wrap="square" lIns="0" tIns="198120" rIns="0" bIns="-198120" rtlCol="0" anchor="ctr"/>
          <a:lstStyle/>
          <a:p>
            <a:pPr algn="l" indent="0" marL="0">
              <a:lnSpc>
                <a:spcPts val="19500"/>
              </a:lnSpc>
              <a:buNone/>
            </a:pPr>
            <a:r>
              <a:rPr lang="en-US" sz="19500" dirty="0" spc="-5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11</a:t>
            </a:r>
            <a:r>
              <a:rPr lang="en-US" sz="19500" dirty="0" spc="7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phút</a:t>
            </a:r>
            <a:endParaRPr lang="en-US" sz="19500" dirty="0"/>
          </a:p>
        </p:txBody>
      </p:sp>
      <p:sp>
        <p:nvSpPr>
          <p:cNvPr id="5" name="Text 3"/>
          <p:cNvSpPr/>
          <p:nvPr/>
        </p:nvSpPr>
        <p:spPr>
          <a:xfrm>
            <a:off x="914400" y="5810250"/>
            <a:ext cx="8001000" cy="11430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thay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phút: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10.000 khóa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thử,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 cộng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0–599</a:t>
            </a:r>
            <a:r>
              <a:rPr lang="en-US" sz="24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giây;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phút</a:t>
            </a:r>
            <a:r>
              <a:rPr lang="en-US" sz="24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đông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 1.042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372600" y="2952750"/>
            <a:ext cx="8001000" cy="2571750"/>
          </a:xfrm>
          <a:prstGeom prst="roundRect">
            <a:avLst>
              <a:gd name="adj" fmla="val 10370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91700" y="3190875"/>
            <a:ext cx="7239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-4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Vì</a:t>
            </a:r>
            <a:r>
              <a:rPr lang="en-US" sz="3300" dirty="0" spc="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9791700" y="3905250"/>
            <a:ext cx="7239000" cy="142875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nạp,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hạn,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2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hạn;</a:t>
            </a:r>
            <a:r>
              <a:rPr lang="en-US" sz="22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22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trượt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dồn</a:t>
            </a:r>
            <a:r>
              <a:rPr lang="en-US" sz="22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về,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chồng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r>
              <a:rPr lang="en-US" sz="22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nạp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lại.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372600" y="5810250"/>
            <a:ext cx="8001000" cy="2571750"/>
          </a:xfrm>
          <a:prstGeom prst="roundRect">
            <a:avLst>
              <a:gd name="adj" fmla="val 10370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91700" y="6048375"/>
            <a:ext cx="7239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-35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Sửa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9791700" y="6762750"/>
            <a:ext cx="7239000" cy="142875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Cộng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2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ngẫu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</a:t>
            </a:r>
            <a:r>
              <a:rPr lang="en-US" sz="22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2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khóa;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250" dirty="0" spc="-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rất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nóng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2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tán.</a:t>
            </a:r>
            <a:endParaRPr lang="en-US" sz="2250" dirty="0"/>
          </a:p>
        </p:txBody>
      </p:sp>
      <p:sp>
        <p:nvSpPr>
          <p:cNvPr id="12" name="Connector line-1792372637708-728938776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15 · 08/10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975584f5-bd43-4b52-b431-b876283a606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800" b="1" spc="28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Thử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6900" dirty="0" spc="-4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chữa,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bịt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chỗ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hở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8001000" cy="5524500"/>
          </a:xfrm>
          <a:prstGeom prst="roundRect">
            <a:avLst>
              <a:gd name="adj" fmla="val 4828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286125"/>
            <a:ext cx="723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0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3900" dirty="0" spc="2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3900" dirty="0"/>
          </a:p>
        </p:txBody>
      </p:sp>
      <p:sp>
        <p:nvSpPr>
          <p:cNvPr id="6" name="Text richtext-1792372638614-349536907"/>
          <p:cNvSpPr/>
          <p:nvPr/>
        </p:nvSpPr>
        <p:spPr>
          <a:xfrm>
            <a:off x="1333500" y="4191000"/>
            <a:ext cx="7239000" cy="40005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marL="304800" indent="-217761">
              <a:lnSpc>
                <a:spcPts val="336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</a:t>
            </a: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hỏng</a:t>
            </a:r>
            <a:r>
              <a:rPr lang="en-US" sz="24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4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chữa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nóng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chiếm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80%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4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buSzPct val="100000"/>
              <a:buFont typeface="Arial"/>
              <a:buChar char="•"/>
            </a:pPr>
            <a:r>
              <a:rPr lang="en-US" sz="240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Breaker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40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lẫn cơ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372600" y="2952750"/>
            <a:ext cx="8001000" cy="5524500"/>
          </a:xfrm>
          <a:prstGeom prst="roundRect">
            <a:avLst>
              <a:gd name="adj" fmla="val 4828"/>
            </a:avLst>
          </a:prstGeom>
          <a:solidFill>
            <a:srgbClr val="FBF8F2"/>
          </a:solidFill>
          <a:ln w="28575">
            <a:solidFill>
              <a:srgbClr val="1416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91700" y="3286125"/>
            <a:ext cx="723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3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endParaRPr lang="en-US" sz="3900" dirty="0"/>
          </a:p>
        </p:txBody>
      </p:sp>
      <p:sp>
        <p:nvSpPr>
          <p:cNvPr id="9" name="Text richtext-1792372638639-311669195"/>
          <p:cNvSpPr/>
          <p:nvPr/>
        </p:nvSpPr>
        <p:spPr>
          <a:xfrm>
            <a:off x="9791700" y="4191000"/>
            <a:ext cx="7239000" cy="40005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marL="304800" indent="-217761">
              <a:lnSpc>
                <a:spcPts val="336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 cách;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giành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40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giản nạp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Bỏ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80%: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buSzPct val="100000"/>
              <a:buFont typeface="Arial"/>
              <a:buChar char="•"/>
            </a:pP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240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40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breaker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</a:t>
            </a:r>
            <a:endParaRPr lang="en-US" sz="2400" dirty="0"/>
          </a:p>
        </p:txBody>
      </p:sp>
      <p:sp>
        <p:nvSpPr>
          <p:cNvPr id="10" name="Connector line-1792372638648-33552156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0" name="Shape 18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15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a3e3ea40-2491-4d57-9fcc-4f1e2595ecb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 từ cần</a:t>
            </a:r>
            <a:r>
              <a:rPr lang="en-US" sz="7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2952750"/>
            <a:ext cx="2286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dirty="0" spc="3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TTL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3429000" y="3009900"/>
            <a:ext cx="6286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Time</a:t>
            </a:r>
            <a:r>
              <a:rPr lang="en-US" sz="1800" dirty="0" spc="-5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</a:t>
            </a:r>
            <a:r>
              <a:rPr lang="en-US" sz="18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429000" y="3390900"/>
            <a:ext cx="6286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 gian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sống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914400" y="4762500"/>
            <a:ext cx="2286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dirty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CDN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3429000" y="4819650"/>
            <a:ext cx="6286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Content</a:t>
            </a:r>
            <a:r>
              <a:rPr lang="en-US" sz="18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Delivery</a:t>
            </a:r>
            <a:r>
              <a:rPr lang="en-US" sz="18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Network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429000" y="5200650"/>
            <a:ext cx="6286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Mạng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 phối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914400" y="6572250"/>
            <a:ext cx="2286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dirty="0" spc="-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MDN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3429000" y="6629400"/>
            <a:ext cx="6286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Mozilla</a:t>
            </a:r>
            <a:r>
              <a:rPr lang="en-US" sz="18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Developer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Network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29000" y="7010400"/>
            <a:ext cx="6286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7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Mozilla</a:t>
            </a:r>
            <a:r>
              <a:rPr lang="en-US" sz="22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225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10096500" y="2857500"/>
            <a:ext cx="7277100" cy="5524500"/>
          </a:xfrm>
          <a:prstGeom prst="roundRect">
            <a:avLst>
              <a:gd name="adj" fmla="val 4828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10572750" y="3238500"/>
            <a:ext cx="6324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15" name="Text richtext-1792372639544-628621281"/>
          <p:cNvSpPr/>
          <p:nvPr/>
        </p:nvSpPr>
        <p:spPr>
          <a:xfrm>
            <a:off x="10572750" y="3810000"/>
            <a:ext cx="6324600" cy="3238500"/>
          </a:xfrm>
          <a:prstGeom prst="rect">
            <a:avLst/>
          </a:prstGeom>
          <a:noFill/>
          <a:ln/>
        </p:spPr>
        <p:txBody>
          <a:bodyPr wrap="square" lIns="0" tIns="4667" rIns="0" bIns="-4667" rtlCol="0" anchor="t"/>
          <a:lstStyle/>
          <a:p>
            <a:pPr algn="l" marL="266700" indent="-190541">
              <a:lnSpc>
                <a:spcPts val="2940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1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 bài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100" dirty="0"/>
          </a:p>
          <a:p>
            <a:pPr algn="l" marL="266700" indent="-190541">
              <a:lnSpc>
                <a:spcPts val="2940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1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MDN:</a:t>
            </a:r>
            <a:r>
              <a:rPr lang="en-US" sz="21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1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caching</a:t>
            </a:r>
            <a:endParaRPr lang="en-US" sz="2100" dirty="0"/>
          </a:p>
          <a:p>
            <a:pPr algn="l" marL="266700" indent="-190541">
              <a:lnSpc>
                <a:spcPts val="2940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10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Redis:</a:t>
            </a:r>
            <a:r>
              <a:rPr lang="en-US" sz="21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SET</a:t>
            </a:r>
            <a:endParaRPr lang="en-US" sz="2100" dirty="0"/>
          </a:p>
          <a:p>
            <a:pPr algn="l" marL="266700" indent="-190541">
              <a:lnSpc>
                <a:spcPts val="2940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10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Redis:</a:t>
            </a:r>
            <a:r>
              <a:rPr lang="en-US" sz="21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1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1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1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tán</a:t>
            </a:r>
            <a:endParaRPr lang="en-US" sz="2100" dirty="0"/>
          </a:p>
          <a:p>
            <a:pPr algn="l" marL="266700" indent="-190541">
              <a:lnSpc>
                <a:spcPts val="2940"/>
              </a:lnSpc>
              <a:buSzPct val="100000"/>
              <a:buFont typeface="Arial"/>
              <a:buChar char="•"/>
            </a:pPr>
            <a:r>
              <a:rPr lang="en-US" sz="21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Microsoft: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21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Circuit</a:t>
            </a:r>
            <a:r>
              <a:rPr lang="en-US" sz="2100" dirty="0" spc="-2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Breaker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0572750" y="7334250"/>
            <a:ext cx="6324600" cy="857250"/>
          </a:xfrm>
          <a:prstGeom prst="rect">
            <a:avLst/>
          </a:prstGeom>
          <a:noFill/>
          <a:ln/>
        </p:spPr>
        <p:txBody>
          <a:bodyPr wrap="square" lIns="0" tIns="4001" rIns="0" bIns="-4001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1800" dirty="0" spc="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định.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2026-10-18.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800" dirty="0" spc="-2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80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lập.</a:t>
            </a:r>
            <a:endParaRPr lang="en-US" sz="1800" dirty="0"/>
          </a:p>
        </p:txBody>
      </p:sp>
      <p:sp>
        <p:nvSpPr>
          <p:cNvPr id="17" name="Connector line-1792372639554-772973913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2E3240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15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3f46da59-bc5d-4101-9107-3c10a95b4a1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2026-10-19T01:17:37Z</dcterms:created>
  <dcterms:modified xsi:type="dcterms:W3CDTF">2026-10-19T01:17:37Z</dcterms:modified>
</cp:coreProperties>
</file>