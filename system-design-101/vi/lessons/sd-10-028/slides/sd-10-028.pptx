
<file path=[Content_Types].xml><?xml version="1.0" encoding="utf-8"?>
<Types xmlns="http://schemas.openxmlformats.org/package/2006/content-types">
  <Default Extension="fntdata" ContentType="application/x-fontdata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false" autoCompressPictures="0" embedTrueTypeFonts="true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8288000" cy="10287000"/>
  <p:notesSz cx="10287000" cy="18288000"/>
  <p:embeddedFontLst>
    <p:embeddedFont>
      <p:font typeface="Be Vietnam Pro"/>
      <p:regular r:id="rId19"/>
      <p:bold r:id="rId17"/>
    </p:embeddedFont>
    <p:embeddedFont>
      <p:font typeface="Bricolage Grotesque ExtraBold"/>
      <p:regular r:id="rId18"/>
    </p:embeddedFont>
    <p:embeddedFont>
      <p:font typeface="Be Vietnam Pro SemiBold"/>
      <p:regular r:id="rId20"/>
    </p:embeddedFont>
  </p:embeddedFontLst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Relationship Id="rId17" Type="http://schemas.openxmlformats.org/officeDocument/2006/relationships/font" Target="fonts/font1.fntdata"/><Relationship Id="rId18" Type="http://schemas.openxmlformats.org/officeDocument/2006/relationships/font" Target="fonts/font2.fntdata"/><Relationship Id="rId19" Type="http://schemas.openxmlformats.org/officeDocument/2006/relationships/font" Target="fonts/font3.fntdata"/><Relationship Id="rId20" Type="http://schemas.openxmlformats.org/officeDocument/2006/relationships/font" Target="fonts/font4.fntdata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14400"/>
            <a:ext cx="9525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197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950" b="1" spc="224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950" b="1" spc="227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950" b="1" spc="222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950" b="1" spc="220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950" b="1" spc="223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28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428750"/>
            <a:ext cx="10287000" cy="3810000"/>
          </a:xfrm>
          <a:prstGeom prst="rect">
            <a:avLst/>
          </a:prstGeom>
          <a:noFill/>
          <a:ln/>
        </p:spPr>
        <p:txBody>
          <a:bodyPr wrap="square" lIns="0" tIns="61722" rIns="0" bIns="-61722" rtlCol="0" anchor="t"/>
          <a:lstStyle/>
          <a:p>
            <a:pPr algn="l" indent="0" marL="0">
              <a:lnSpc>
                <a:spcPts val="8748"/>
              </a:lnSpc>
              <a:buNone/>
            </a:pPr>
            <a:r>
              <a:rPr lang="en-US" sz="8100" dirty="0" spc="-118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Mười</a:t>
            </a:r>
            <a:r>
              <a:rPr lang="en-US" sz="81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nguyên</a:t>
            </a:r>
            <a:r>
              <a:rPr lang="en-US" sz="8100" dirty="0" spc="-6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tắc</a:t>
            </a:r>
            <a:endParaRPr lang="en-US" sz="8100" dirty="0"/>
          </a:p>
          <a:p>
            <a:pPr algn="l" indent="0" marL="0">
              <a:lnSpc>
                <a:spcPts val="8748"/>
              </a:lnSpc>
              <a:buNone/>
            </a:pPr>
            <a:r>
              <a:rPr lang="en-US" sz="81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viết</a:t>
            </a:r>
            <a:r>
              <a:rPr lang="en-US" sz="8100" dirty="0" spc="-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mã</a:t>
            </a:r>
            <a:r>
              <a:rPr lang="en-US" sz="8100" dirty="0" spc="-4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tốt</a:t>
            </a:r>
            <a:r>
              <a:rPr lang="en-US" sz="8100" dirty="0" spc="2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để</a:t>
            </a:r>
            <a:r>
              <a:rPr lang="en-US" sz="81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nâng</a:t>
            </a:r>
            <a:endParaRPr lang="en-US" sz="8100" dirty="0"/>
          </a:p>
          <a:p>
            <a:pPr algn="l" indent="0" marL="0">
              <a:lnSpc>
                <a:spcPts val="8748"/>
              </a:lnSpc>
              <a:buNone/>
            </a:pPr>
            <a:r>
              <a:rPr lang="en-US" sz="81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chất</a:t>
            </a:r>
            <a:r>
              <a:rPr lang="en-US" sz="8100" dirty="0" spc="-87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lượng</a:t>
            </a:r>
            <a:r>
              <a:rPr lang="en-US" sz="81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mã</a:t>
            </a:r>
            <a:endParaRPr lang="en-US" sz="8100" dirty="0"/>
          </a:p>
        </p:txBody>
      </p:sp>
      <p:sp>
        <p:nvSpPr>
          <p:cNvPr id="4" name="Text 2"/>
          <p:cNvSpPr/>
          <p:nvPr/>
        </p:nvSpPr>
        <p:spPr>
          <a:xfrm>
            <a:off x="914400" y="5619750"/>
            <a:ext cx="9715500" cy="1047750"/>
          </a:xfrm>
          <a:prstGeom prst="rect">
            <a:avLst/>
          </a:prstGeom>
          <a:noFill/>
          <a:ln/>
        </p:spPr>
        <p:txBody>
          <a:bodyPr wrap="square" lIns="0" tIns="11430" rIns="0" bIns="-11430" rtlCol="0" anchor="t"/>
          <a:lstStyle/>
          <a:p>
            <a:pPr algn="l" indent="0" marL="0">
              <a:lnSpc>
                <a:spcPts val="4050"/>
              </a:lnSpc>
              <a:buNone/>
            </a:pPr>
            <a:r>
              <a:rPr lang="en-US" sz="3000" dirty="0" spc="-1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Một</a:t>
            </a:r>
            <a:r>
              <a:rPr lang="en-US" sz="3000" dirty="0" spc="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hàm</a:t>
            </a:r>
            <a:r>
              <a:rPr lang="en-US" sz="3000" dirty="0" spc="-4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viết</a:t>
            </a:r>
            <a:r>
              <a:rPr lang="en-US" sz="3000" dirty="0" spc="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cẩu</a:t>
            </a:r>
            <a:r>
              <a:rPr lang="en-US" sz="3000" dirty="0" spc="-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thả,</a:t>
            </a:r>
            <a:r>
              <a:rPr lang="en-US" sz="3000" dirty="0" spc="-27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rồi</a:t>
            </a:r>
            <a:r>
              <a:rPr lang="en-US" sz="3000" dirty="0" spc="-4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viết</a:t>
            </a:r>
            <a:r>
              <a:rPr lang="en-US" sz="3000" dirty="0" spc="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lại:</a:t>
            </a:r>
            <a:r>
              <a:rPr lang="en-US" sz="3000" dirty="0" spc="13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mười</a:t>
            </a:r>
            <a:r>
              <a:rPr lang="en-US" sz="3000" dirty="0" spc="-16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nguyên</a:t>
            </a:r>
            <a:r>
              <a:rPr lang="en-US" sz="3000" dirty="0" spc="-15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tắc</a:t>
            </a:r>
            <a:r>
              <a:rPr lang="en-US" sz="3000" dirty="0" spc="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hiện</a:t>
            </a:r>
            <a:r>
              <a:rPr lang="en-US" sz="3000" dirty="0" spc="-3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ra.</a:t>
            </a:r>
            <a:endParaRPr lang="en-US" sz="3000" dirty="0"/>
          </a:p>
        </p:txBody>
      </p:sp>
      <p:sp>
        <p:nvSpPr>
          <p:cNvPr id="5" name="Connector line-1792339237424-103906499"/>
          <p:cNvSpPr/>
          <p:nvPr/>
        </p:nvSpPr>
        <p:spPr>
          <a:xfrm>
            <a:off x="914400" y="7143750"/>
            <a:ext cx="9715500" cy="0"/>
          </a:xfrm>
          <a:prstGeom prst="line">
            <a:avLst/>
          </a:prstGeom>
          <a:noFill/>
          <a:ln w="19050">
            <a:solidFill>
              <a:srgbClr val="3A3F52"/>
            </a:solidFill>
            <a:prstDash val="solid"/>
            <a:headEnd type="none"/>
            <a:tailEnd type="none"/>
          </a:ln>
        </p:spPr>
      </p:sp>
      <p:sp>
        <p:nvSpPr>
          <p:cNvPr id="6" name="Text 4"/>
          <p:cNvSpPr/>
          <p:nvPr/>
        </p:nvSpPr>
        <p:spPr>
          <a:xfrm>
            <a:off x="914400" y="7381875"/>
            <a:ext cx="2381250" cy="952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10</a:t>
            </a:r>
            <a:endParaRPr lang="en-US" sz="6000" dirty="0"/>
          </a:p>
        </p:txBody>
      </p:sp>
      <p:sp>
        <p:nvSpPr>
          <p:cNvPr id="7" name="Text 5"/>
          <p:cNvSpPr/>
          <p:nvPr/>
        </p:nvSpPr>
        <p:spPr>
          <a:xfrm>
            <a:off x="914400" y="8334375"/>
            <a:ext cx="238125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15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nguyên</a:t>
            </a:r>
            <a:r>
              <a:rPr lang="en-US" sz="1800" dirty="0" spc="-9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tắc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3486150" y="7381875"/>
            <a:ext cx="2381250" cy="952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3</a:t>
            </a:r>
            <a:endParaRPr lang="en-US" sz="6000" dirty="0"/>
          </a:p>
        </p:txBody>
      </p:sp>
      <p:sp>
        <p:nvSpPr>
          <p:cNvPr id="9" name="Text 7"/>
          <p:cNvSpPr/>
          <p:nvPr/>
        </p:nvSpPr>
        <p:spPr>
          <a:xfrm>
            <a:off x="3486150" y="8334375"/>
            <a:ext cx="238125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nhóm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6057900" y="7381875"/>
            <a:ext cx="2381250" cy="952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5</a:t>
            </a:r>
            <a:endParaRPr lang="en-US" sz="6000" dirty="0"/>
          </a:p>
        </p:txBody>
      </p:sp>
      <p:sp>
        <p:nvSpPr>
          <p:cNvPr id="11" name="Text 9"/>
          <p:cNvSpPr/>
          <p:nvPr/>
        </p:nvSpPr>
        <p:spPr>
          <a:xfrm>
            <a:off x="6057900" y="8334375"/>
            <a:ext cx="238125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chữ</a:t>
            </a:r>
            <a:r>
              <a:rPr lang="en-US" sz="1800" dirty="0" spc="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1800" dirty="0" spc="5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SOLID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8629650" y="7381875"/>
            <a:ext cx="2381250" cy="952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3</a:t>
            </a:r>
            <a:endParaRPr lang="en-US" sz="6000" dirty="0"/>
          </a:p>
        </p:txBody>
      </p:sp>
      <p:sp>
        <p:nvSpPr>
          <p:cNvPr id="13" name="Text 11"/>
          <p:cNvSpPr/>
          <p:nvPr/>
        </p:nvSpPr>
        <p:spPr>
          <a:xfrm>
            <a:off x="8629650" y="8334375"/>
            <a:ext cx="238125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ca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kiểm thử</a:t>
            </a:r>
            <a:endParaRPr lang="en-US" sz="1800" dirty="0"/>
          </a:p>
        </p:txBody>
      </p:sp>
      <p:sp>
        <p:nvSpPr>
          <p:cNvPr id="14" name="Shape 12"/>
          <p:cNvSpPr/>
          <p:nvPr/>
        </p:nvSpPr>
        <p:spPr>
          <a:xfrm>
            <a:off x="11620500" y="914400"/>
            <a:ext cx="5753100" cy="2476500"/>
          </a:xfrm>
          <a:prstGeom prst="roundRect">
            <a:avLst>
              <a:gd name="adj" fmla="val 10769"/>
            </a:avLst>
          </a:prstGeom>
          <a:solidFill>
            <a:srgbClr val="1E212B"/>
          </a:solidFill>
          <a:ln/>
        </p:spPr>
      </p:sp>
      <p:sp>
        <p:nvSpPr>
          <p:cNvPr id="15" name="Text 13"/>
          <p:cNvSpPr/>
          <p:nvPr/>
        </p:nvSpPr>
        <p:spPr>
          <a:xfrm>
            <a:off x="11925300" y="1181100"/>
            <a:ext cx="1619250" cy="457200"/>
          </a:xfrm>
          <a:prstGeom prst="roundRect">
            <a:avLst>
              <a:gd name="adj" fmla="val 50000"/>
            </a:avLst>
          </a:prstGeom>
          <a:solidFill>
            <a:srgbClr val="7C93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50" b="1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1</a:t>
            </a:r>
            <a:r>
              <a:rPr lang="en-US" sz="1950" b="1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đến</a:t>
            </a:r>
            <a:r>
              <a:rPr lang="en-US" sz="1950" b="1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4</a:t>
            </a:r>
            <a:endParaRPr lang="en-US" sz="1950" dirty="0"/>
          </a:p>
        </p:txBody>
      </p:sp>
      <p:sp>
        <p:nvSpPr>
          <p:cNvPr id="16" name="Text 14"/>
          <p:cNvSpPr/>
          <p:nvPr/>
        </p:nvSpPr>
        <p:spPr>
          <a:xfrm>
            <a:off x="11925300" y="1828800"/>
            <a:ext cx="51435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50" b="1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Đọc</a:t>
            </a:r>
            <a:r>
              <a:rPr lang="en-US" sz="2850" b="1" dirty="0" spc="1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được</a:t>
            </a:r>
            <a:r>
              <a:rPr lang="en-US" sz="2850" b="1" dirty="0" spc="-2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850" b="1" dirty="0" spc="-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bền</a:t>
            </a:r>
            <a:endParaRPr lang="en-US" sz="2850" dirty="0"/>
          </a:p>
        </p:txBody>
      </p:sp>
      <p:sp>
        <p:nvSpPr>
          <p:cNvPr id="17" name="Text 15"/>
          <p:cNvSpPr/>
          <p:nvPr/>
        </p:nvSpPr>
        <p:spPr>
          <a:xfrm>
            <a:off x="11925300" y="2381250"/>
            <a:ext cx="5143500" cy="857250"/>
          </a:xfrm>
          <a:prstGeom prst="rect">
            <a:avLst/>
          </a:prstGeom>
          <a:noFill/>
          <a:ln/>
        </p:spPr>
        <p:txBody>
          <a:bodyPr wrap="square" lIns="0" tIns="8001" rIns="0" bIns="-8001" rtlCol="0" anchor="t"/>
          <a:lstStyle/>
          <a:p>
            <a:pPr algn="l" indent="0" marL="0">
              <a:lnSpc>
                <a:spcPts val="2835"/>
              </a:lnSpc>
              <a:buNone/>
            </a:pPr>
            <a:r>
              <a:rPr lang="en-US" sz="2100" dirty="0" spc="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Quy</a:t>
            </a:r>
            <a:r>
              <a:rPr lang="en-US" sz="2100" dirty="0" spc="3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ước,</a:t>
            </a:r>
            <a:r>
              <a:rPr lang="en-US" sz="2100" dirty="0" spc="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chú</a:t>
            </a:r>
            <a:r>
              <a:rPr lang="en-US" sz="2100" dirty="0" spc="-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thích,</a:t>
            </a:r>
            <a:r>
              <a:rPr lang="en-US" sz="2100" dirty="0" spc="17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vững</a:t>
            </a:r>
            <a:r>
              <a:rPr lang="en-US" sz="2100" dirty="0" spc="-8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vàng,</a:t>
            </a:r>
            <a:r>
              <a:rPr lang="en-US" sz="2100" dirty="0" spc="4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SOLID</a:t>
            </a:r>
            <a:endParaRPr lang="en-US" sz="2100" dirty="0"/>
          </a:p>
        </p:txBody>
      </p:sp>
      <p:sp>
        <p:nvSpPr>
          <p:cNvPr id="18" name="Shape 16"/>
          <p:cNvSpPr/>
          <p:nvPr/>
        </p:nvSpPr>
        <p:spPr>
          <a:xfrm>
            <a:off x="11620500" y="3619500"/>
            <a:ext cx="5753100" cy="2476500"/>
          </a:xfrm>
          <a:prstGeom prst="roundRect">
            <a:avLst>
              <a:gd name="adj" fmla="val 10769"/>
            </a:avLst>
          </a:prstGeom>
          <a:solidFill>
            <a:srgbClr val="1E212B"/>
          </a:solidFill>
          <a:ln/>
        </p:spPr>
      </p:sp>
      <p:sp>
        <p:nvSpPr>
          <p:cNvPr id="19" name="Text 17"/>
          <p:cNvSpPr/>
          <p:nvPr/>
        </p:nvSpPr>
        <p:spPr>
          <a:xfrm>
            <a:off x="11925300" y="3886200"/>
            <a:ext cx="1619250" cy="457200"/>
          </a:xfrm>
          <a:prstGeom prst="roundRect">
            <a:avLst>
              <a:gd name="adj" fmla="val 50000"/>
            </a:avLst>
          </a:prstGeom>
          <a:solidFill>
            <a:srgbClr val="3DD6A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50" b="1" dirty="0" spc="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5</a:t>
            </a:r>
            <a:r>
              <a:rPr lang="en-US" sz="1950" b="1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đến</a:t>
            </a:r>
            <a:r>
              <a:rPr lang="en-US" sz="1950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8</a:t>
            </a:r>
            <a:endParaRPr lang="en-US" sz="1950" dirty="0"/>
          </a:p>
        </p:txBody>
      </p:sp>
      <p:sp>
        <p:nvSpPr>
          <p:cNvPr id="20" name="Text 18"/>
          <p:cNvSpPr/>
          <p:nvPr/>
        </p:nvSpPr>
        <p:spPr>
          <a:xfrm>
            <a:off x="11925300" y="4533900"/>
            <a:ext cx="51435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50" b="1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Dễ</a:t>
            </a:r>
            <a:r>
              <a:rPr lang="en-US" sz="2850" b="1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kiểm</a:t>
            </a:r>
            <a:r>
              <a:rPr lang="en-US" sz="2850" b="1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thử</a:t>
            </a:r>
            <a:r>
              <a:rPr lang="en-US" sz="2850" b="1" dirty="0" spc="-2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850" b="1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dễ</a:t>
            </a:r>
            <a:r>
              <a:rPr lang="en-US" sz="2850" b="1" dirty="0" spc="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đổi</a:t>
            </a:r>
            <a:endParaRPr lang="en-US" sz="2850" dirty="0"/>
          </a:p>
        </p:txBody>
      </p:sp>
      <p:sp>
        <p:nvSpPr>
          <p:cNvPr id="21" name="Text 19"/>
          <p:cNvSpPr/>
          <p:nvPr/>
        </p:nvSpPr>
        <p:spPr>
          <a:xfrm>
            <a:off x="11925300" y="5086350"/>
            <a:ext cx="5143500" cy="857250"/>
          </a:xfrm>
          <a:prstGeom prst="rect">
            <a:avLst/>
          </a:prstGeom>
          <a:noFill/>
          <a:ln/>
        </p:spPr>
        <p:txBody>
          <a:bodyPr wrap="square" lIns="0" tIns="8001" rIns="0" bIns="-8001" rtlCol="0" anchor="t"/>
          <a:lstStyle/>
          <a:p>
            <a:pPr algn="l" indent="0" marL="0">
              <a:lnSpc>
                <a:spcPts val="2835"/>
              </a:lnSpc>
              <a:buNone/>
            </a:pPr>
            <a:r>
              <a:rPr lang="en-US" sz="2100" dirty="0" spc="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Kiểm</a:t>
            </a:r>
            <a:r>
              <a:rPr lang="en-US" sz="2100" dirty="0" spc="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thử,</a:t>
            </a:r>
            <a:r>
              <a:rPr lang="en-US" sz="2100" dirty="0" spc="1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trừu</a:t>
            </a:r>
            <a:r>
              <a:rPr lang="en-US" sz="2100" dirty="0" spc="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tượng,</a:t>
            </a:r>
            <a:r>
              <a:rPr lang="en-US" sz="2100" dirty="0" spc="-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mẫu</a:t>
            </a:r>
            <a:r>
              <a:rPr lang="en-US" sz="2100" dirty="0" spc="-3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thiết</a:t>
            </a:r>
            <a:r>
              <a:rPr lang="en-US" sz="2100" dirty="0" spc="-24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kế,</a:t>
            </a:r>
            <a:r>
              <a:rPr lang="en-US" sz="2100" dirty="0" spc="-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phụ</a:t>
            </a:r>
            <a:r>
              <a:rPr lang="en-US" sz="2100" dirty="0" spc="-3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thuộc</a:t>
            </a:r>
            <a:r>
              <a:rPr lang="en-US" sz="2100" dirty="0" spc="-13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toàn</a:t>
            </a:r>
            <a:r>
              <a:rPr lang="en-US" sz="2100" dirty="0" spc="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cục</a:t>
            </a:r>
            <a:endParaRPr lang="en-US" sz="2100" dirty="0"/>
          </a:p>
        </p:txBody>
      </p:sp>
      <p:sp>
        <p:nvSpPr>
          <p:cNvPr id="22" name="Shape 20"/>
          <p:cNvSpPr/>
          <p:nvPr/>
        </p:nvSpPr>
        <p:spPr>
          <a:xfrm>
            <a:off x="11620500" y="6324600"/>
            <a:ext cx="5753100" cy="2476500"/>
          </a:xfrm>
          <a:prstGeom prst="roundRect">
            <a:avLst>
              <a:gd name="adj" fmla="val 10769"/>
            </a:avLst>
          </a:prstGeom>
          <a:solidFill>
            <a:srgbClr val="1E212B"/>
          </a:solidFill>
          <a:ln/>
        </p:spPr>
      </p:sp>
      <p:sp>
        <p:nvSpPr>
          <p:cNvPr id="23" name="Text 21"/>
          <p:cNvSpPr/>
          <p:nvPr/>
        </p:nvSpPr>
        <p:spPr>
          <a:xfrm>
            <a:off x="11925300" y="6591300"/>
            <a:ext cx="1619250" cy="457200"/>
          </a:xfrm>
          <a:prstGeom prst="roundRect">
            <a:avLst>
              <a:gd name="adj" fmla="val 50000"/>
            </a:avLst>
          </a:prstGeom>
          <a:solidFill>
            <a:srgbClr val="FFB45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50" b="1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9</a:t>
            </a:r>
            <a:r>
              <a:rPr lang="en-US" sz="1950" b="1" dirty="0" spc="-1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950" b="1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</a:t>
            </a:r>
            <a:endParaRPr lang="en-US" sz="1950" dirty="0"/>
          </a:p>
        </p:txBody>
      </p:sp>
      <p:sp>
        <p:nvSpPr>
          <p:cNvPr id="24" name="Text 22"/>
          <p:cNvSpPr/>
          <p:nvPr/>
        </p:nvSpPr>
        <p:spPr>
          <a:xfrm>
            <a:off x="11925300" y="7239000"/>
            <a:ext cx="51435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50" b="1" dirty="0" spc="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Giữ</a:t>
            </a:r>
            <a:r>
              <a:rPr lang="en-US" sz="2850" b="1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lâu</a:t>
            </a:r>
            <a:r>
              <a:rPr lang="en-US" sz="2850" b="1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dài</a:t>
            </a:r>
            <a:endParaRPr lang="en-US" sz="2850" dirty="0"/>
          </a:p>
        </p:txBody>
      </p:sp>
      <p:sp>
        <p:nvSpPr>
          <p:cNvPr id="25" name="Text 23"/>
          <p:cNvSpPr/>
          <p:nvPr/>
        </p:nvSpPr>
        <p:spPr>
          <a:xfrm>
            <a:off x="11925300" y="7791450"/>
            <a:ext cx="5143500" cy="857250"/>
          </a:xfrm>
          <a:prstGeom prst="rect">
            <a:avLst/>
          </a:prstGeom>
          <a:noFill/>
          <a:ln/>
        </p:spPr>
        <p:txBody>
          <a:bodyPr wrap="square" lIns="0" tIns="8001" rIns="0" bIns="-8001" rtlCol="0" anchor="t"/>
          <a:lstStyle/>
          <a:p>
            <a:pPr algn="l" indent="0" marL="0">
              <a:lnSpc>
                <a:spcPts val="2835"/>
              </a:lnSpc>
              <a:buNone/>
            </a:pPr>
            <a:r>
              <a:rPr lang="en-US" sz="2100" dirty="0" spc="-6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Tái</a:t>
            </a:r>
            <a:r>
              <a:rPr lang="en-US" sz="2100" dirty="0" spc="-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cấu</a:t>
            </a:r>
            <a:r>
              <a:rPr lang="en-US" sz="2100" dirty="0" spc="-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trúc</a:t>
            </a:r>
            <a:r>
              <a:rPr lang="en-US" sz="2100" dirty="0" spc="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liên</a:t>
            </a:r>
            <a:r>
              <a:rPr lang="en-US" sz="2100" dirty="0" spc="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tục,</a:t>
            </a:r>
            <a:r>
              <a:rPr lang="en-US" sz="2100" dirty="0" spc="-7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bảo</a:t>
            </a:r>
            <a:r>
              <a:rPr lang="en-US" sz="2100" dirty="0" spc="-13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mật</a:t>
            </a:r>
            <a:endParaRPr lang="en-US" sz="2100" dirty="0"/>
          </a:p>
        </p:txBody>
      </p:sp>
      <p:sp>
        <p:nvSpPr>
          <p:cNvPr id="26" name="Text 24"/>
          <p:cNvSpPr/>
          <p:nvPr/>
        </p:nvSpPr>
        <p:spPr>
          <a:xfrm>
            <a:off x="914400" y="9525000"/>
            <a:ext cx="8572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6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system-design-101</a:t>
            </a:r>
            <a:r>
              <a:rPr lang="en-US" sz="165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nhóm</a:t>
            </a:r>
            <a:r>
              <a:rPr lang="en-US" sz="1650" dirty="0" spc="-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Phát</a:t>
            </a:r>
            <a:r>
              <a:rPr lang="en-US" sz="1650" dirty="0" spc="6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triển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phần mềm</a:t>
            </a:r>
            <a:endParaRPr lang="en-US" sz="1650" dirty="0"/>
          </a:p>
        </p:txBody>
      </p:sp>
      <p:sp>
        <p:nvSpPr>
          <p:cNvPr id="27" name="Shape 25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8" name="Moda image moda-export-watermark-eca5e3c5-ed29-4765-bf37-d166c95caa97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14400"/>
            <a:ext cx="7810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27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TÌNH</a:t>
            </a:r>
            <a:r>
              <a:rPr lang="en-US" sz="1950" b="1" spc="226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HUỐNG</a:t>
            </a:r>
            <a:r>
              <a:rPr lang="en-US" sz="1950" b="1" spc="174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950" b="1" spc="223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MỤC</a:t>
            </a:r>
            <a:r>
              <a:rPr lang="en-US" sz="1950" b="1" spc="225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TIÊU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8191500" cy="2476500"/>
          </a:xfrm>
          <a:prstGeom prst="rect">
            <a:avLst/>
          </a:prstGeom>
          <a:noFill/>
          <a:ln/>
        </p:spPr>
        <p:txBody>
          <a:bodyPr wrap="square" lIns="0" tIns="57150" rIns="0" bIns="-57150" rtlCol="0" anchor="t"/>
          <a:lstStyle/>
          <a:p>
            <a:pPr algn="l" indent="0" marL="0">
              <a:lnSpc>
                <a:spcPts val="8100"/>
              </a:lnSpc>
              <a:buNone/>
            </a:pPr>
            <a:r>
              <a:rPr lang="en-US" sz="75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Mã</a:t>
            </a:r>
            <a:r>
              <a:rPr lang="en-US" sz="7500" dirty="0" spc="-4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tốt</a:t>
            </a:r>
            <a:r>
              <a:rPr lang="en-US" sz="75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cần</a:t>
            </a:r>
            <a:endParaRPr lang="en-US" sz="7500" dirty="0"/>
          </a:p>
          <a:p>
            <a:pPr algn="l" indent="0" marL="0">
              <a:lnSpc>
                <a:spcPts val="8100"/>
              </a:lnSpc>
              <a:buNone/>
            </a:pPr>
            <a:r>
              <a:rPr lang="en-US" sz="7500" dirty="0" spc="-105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mười</a:t>
            </a:r>
            <a:r>
              <a:rPr lang="en-US" sz="7500" dirty="0" spc="5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nguyên</a:t>
            </a:r>
            <a:r>
              <a:rPr lang="en-US" sz="7500" dirty="0" spc="-7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tắc</a:t>
            </a:r>
            <a:endParaRPr lang="en-US" sz="7500" dirty="0"/>
          </a:p>
        </p:txBody>
      </p:sp>
      <p:sp>
        <p:nvSpPr>
          <p:cNvPr id="4" name="Text 2"/>
          <p:cNvSpPr/>
          <p:nvPr/>
        </p:nvSpPr>
        <p:spPr>
          <a:xfrm>
            <a:off x="914400" y="3905250"/>
            <a:ext cx="7810500" cy="2000250"/>
          </a:xfrm>
          <a:prstGeom prst="rect">
            <a:avLst/>
          </a:prstGeom>
          <a:noFill/>
          <a:ln/>
        </p:spPr>
        <p:txBody>
          <a:bodyPr wrap="square" lIns="0" tIns="6334" rIns="0" bIns="-6334" rtlCol="0" anchor="t"/>
          <a:lstStyle/>
          <a:p>
            <a:pPr algn="l" indent="0" marL="0">
              <a:lnSpc>
                <a:spcPts val="3990"/>
              </a:lnSpc>
              <a:buNone/>
            </a:pPr>
            <a:r>
              <a:rPr lang="en-US" sz="2850" dirty="0" spc="-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Một</a:t>
            </a:r>
            <a:r>
              <a:rPr lang="en-US" sz="28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hàm</a:t>
            </a:r>
            <a:r>
              <a:rPr lang="en-US" sz="28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tính phí</a:t>
            </a:r>
            <a:r>
              <a:rPr lang="en-US" sz="2850" dirty="0" spc="-2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trả</a:t>
            </a:r>
            <a:r>
              <a:rPr lang="en-US" sz="28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muộn,</a:t>
            </a:r>
            <a:r>
              <a:rPr lang="en-US" sz="2850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hai</a:t>
            </a:r>
            <a:r>
              <a:rPr lang="en-US" sz="2850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bản:</a:t>
            </a:r>
            <a:r>
              <a:rPr lang="en-US" sz="28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cẩu</a:t>
            </a:r>
            <a:r>
              <a:rPr lang="en-US" sz="28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thả</a:t>
            </a:r>
            <a:r>
              <a:rPr lang="en-US" sz="2850" dirty="0" spc="-1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850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viết</a:t>
            </a:r>
            <a:r>
              <a:rPr lang="en-US" sz="2850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lại.</a:t>
            </a:r>
            <a:endParaRPr lang="en-US" sz="2850" dirty="0"/>
          </a:p>
        </p:txBody>
      </p:sp>
      <p:sp>
        <p:nvSpPr>
          <p:cNvPr id="5" name="Shape 3"/>
          <p:cNvSpPr/>
          <p:nvPr/>
        </p:nvSpPr>
        <p:spPr>
          <a:xfrm>
            <a:off x="914400" y="6286500"/>
            <a:ext cx="7620000" cy="2190750"/>
          </a:xfrm>
          <a:prstGeom prst="roundRect">
            <a:avLst>
              <a:gd name="adj" fmla="val 12174"/>
            </a:avLst>
          </a:prstGeom>
          <a:solidFill>
            <a:srgbClr val="E8E0CF"/>
          </a:solidFill>
          <a:ln/>
        </p:spPr>
      </p:sp>
      <p:sp>
        <p:nvSpPr>
          <p:cNvPr id="6" name="Text 4"/>
          <p:cNvSpPr/>
          <p:nvPr/>
        </p:nvSpPr>
        <p:spPr>
          <a:xfrm>
            <a:off x="1257300" y="6591300"/>
            <a:ext cx="4762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8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MỤC</a:t>
            </a:r>
            <a:r>
              <a:rPr lang="en-US" sz="1800" b="1" spc="225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TIÊU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1257300" y="7067550"/>
            <a:ext cx="6953250" cy="1238250"/>
          </a:xfrm>
          <a:prstGeom prst="rect">
            <a:avLst/>
          </a:prstGeom>
          <a:noFill/>
          <a:ln/>
        </p:spPr>
        <p:txBody>
          <a:bodyPr wrap="square" lIns="0" tIns="10287" rIns="0" bIns="-10287" rtlCol="0" anchor="t"/>
          <a:lstStyle/>
          <a:p>
            <a:pPr algn="l" indent="0" marL="0">
              <a:lnSpc>
                <a:spcPts val="3645"/>
              </a:lnSpc>
              <a:buNone/>
            </a:pPr>
            <a:r>
              <a:rPr lang="en-US" sz="2700" dirty="0" spc="-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Thấy</a:t>
            </a:r>
            <a:r>
              <a:rPr lang="en-US" sz="27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mỗi</a:t>
            </a:r>
            <a:r>
              <a:rPr lang="en-US" sz="2700" dirty="0" spc="-1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nguyên</a:t>
            </a:r>
            <a:r>
              <a:rPr lang="en-US" sz="2700" dirty="0" spc="-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tắc</a:t>
            </a:r>
            <a:r>
              <a:rPr lang="en-US" sz="270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ở</a:t>
            </a:r>
            <a:r>
              <a:rPr lang="en-US" sz="2700" dirty="0" spc="-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27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chỗ</a:t>
            </a:r>
            <a:r>
              <a:rPr lang="en-US" sz="2700" dirty="0" spc="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sửa</a:t>
            </a:r>
            <a:r>
              <a:rPr lang="en-US" sz="27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cụ</a:t>
            </a:r>
            <a:r>
              <a:rPr lang="en-US" sz="27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thể.</a:t>
            </a:r>
            <a:endParaRPr lang="en-US" sz="2700" dirty="0"/>
          </a:p>
        </p:txBody>
      </p:sp>
      <p:sp>
        <p:nvSpPr>
          <p:cNvPr id="8" name="Shape 6"/>
          <p:cNvSpPr/>
          <p:nvPr/>
        </p:nvSpPr>
        <p:spPr>
          <a:xfrm>
            <a:off x="9144000" y="914400"/>
            <a:ext cx="8229600" cy="7848600"/>
          </a:xfrm>
          <a:prstGeom prst="roundRect">
            <a:avLst>
              <a:gd name="adj" fmla="val 3398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9486900" y="1285875"/>
            <a:ext cx="171450" cy="171450"/>
          </a:xfrm>
          <a:prstGeom prst="ellipse">
            <a:avLst/>
          </a:prstGeom>
          <a:solidFill>
            <a:srgbClr val="1F3FD1"/>
          </a:solidFill>
          <a:ln/>
        </p:spPr>
      </p:sp>
      <p:sp>
        <p:nvSpPr>
          <p:cNvPr id="10" name="Text 8"/>
          <p:cNvSpPr/>
          <p:nvPr/>
        </p:nvSpPr>
        <p:spPr>
          <a:xfrm>
            <a:off x="9753600" y="1219200"/>
            <a:ext cx="219075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4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Đọc</a:t>
            </a:r>
            <a:r>
              <a:rPr lang="en-US" sz="1650" dirty="0" spc="9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được</a:t>
            </a:r>
            <a:r>
              <a:rPr lang="en-US" sz="1650" dirty="0" spc="-1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và</a:t>
            </a:r>
            <a:r>
              <a:rPr lang="en-US" sz="1650" dirty="0" spc="-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bền</a:t>
            </a:r>
            <a:endParaRPr lang="en-US" sz="1650" dirty="0"/>
          </a:p>
        </p:txBody>
      </p:sp>
      <p:sp>
        <p:nvSpPr>
          <p:cNvPr id="11" name="Shape 9"/>
          <p:cNvSpPr/>
          <p:nvPr/>
        </p:nvSpPr>
        <p:spPr>
          <a:xfrm>
            <a:off x="12058650" y="1285875"/>
            <a:ext cx="171450" cy="171450"/>
          </a:xfrm>
          <a:prstGeom prst="ellipse">
            <a:avLst/>
          </a:prstGeom>
          <a:solidFill>
            <a:srgbClr val="0F766E"/>
          </a:solidFill>
          <a:ln/>
        </p:spPr>
      </p:sp>
      <p:sp>
        <p:nvSpPr>
          <p:cNvPr id="12" name="Text 10"/>
          <p:cNvSpPr/>
          <p:nvPr/>
        </p:nvSpPr>
        <p:spPr>
          <a:xfrm>
            <a:off x="12325350" y="1219200"/>
            <a:ext cx="3048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Dễ</a:t>
            </a:r>
            <a:r>
              <a:rPr lang="en-US" sz="1650" dirty="0" spc="-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kiểm</a:t>
            </a:r>
            <a:r>
              <a:rPr lang="en-US" sz="1650" dirty="0" spc="3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thử</a:t>
            </a:r>
            <a:r>
              <a:rPr lang="en-US" sz="1650" dirty="0" spc="-13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và</a:t>
            </a:r>
            <a:r>
              <a:rPr lang="en-US" sz="1650" dirty="0" spc="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dễ</a:t>
            </a:r>
            <a:r>
              <a:rPr lang="en-US" sz="1650" dirty="0" spc="5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đổi</a:t>
            </a:r>
            <a:endParaRPr lang="en-US" sz="1650" dirty="0"/>
          </a:p>
        </p:txBody>
      </p:sp>
      <p:sp>
        <p:nvSpPr>
          <p:cNvPr id="13" name="Shape 11"/>
          <p:cNvSpPr/>
          <p:nvPr/>
        </p:nvSpPr>
        <p:spPr>
          <a:xfrm>
            <a:off x="15535275" y="1285875"/>
            <a:ext cx="171450" cy="171450"/>
          </a:xfrm>
          <a:prstGeom prst="ellipse">
            <a:avLst/>
          </a:prstGeom>
          <a:solidFill>
            <a:srgbClr val="B45309"/>
          </a:solidFill>
          <a:ln/>
        </p:spPr>
      </p:sp>
      <p:sp>
        <p:nvSpPr>
          <p:cNvPr id="14" name="Text 12"/>
          <p:cNvSpPr/>
          <p:nvPr/>
        </p:nvSpPr>
        <p:spPr>
          <a:xfrm>
            <a:off x="15801975" y="1219200"/>
            <a:ext cx="142875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Giữ</a:t>
            </a:r>
            <a:r>
              <a:rPr lang="en-US" sz="1650" dirty="0" spc="-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lâu</a:t>
            </a:r>
            <a:r>
              <a:rPr lang="en-US" sz="1650" dirty="0" spc="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dài</a:t>
            </a:r>
            <a:endParaRPr lang="en-US" sz="1650" dirty="0"/>
          </a:p>
        </p:txBody>
      </p:sp>
      <p:sp>
        <p:nvSpPr>
          <p:cNvPr id="15" name="Shape 13"/>
          <p:cNvSpPr/>
          <p:nvPr/>
        </p:nvSpPr>
        <p:spPr>
          <a:xfrm>
            <a:off x="9486900" y="1638300"/>
            <a:ext cx="7543800" cy="590550"/>
          </a:xfrm>
          <a:prstGeom prst="roundRect">
            <a:avLst>
              <a:gd name="adj" fmla="val 25806"/>
            </a:avLst>
          </a:prstGeom>
          <a:solidFill>
            <a:srgbClr val="DDE3FA"/>
          </a:solidFill>
          <a:ln/>
        </p:spPr>
      </p:sp>
      <p:sp>
        <p:nvSpPr>
          <p:cNvPr id="16" name="Text 14"/>
          <p:cNvSpPr/>
          <p:nvPr/>
        </p:nvSpPr>
        <p:spPr>
          <a:xfrm>
            <a:off x="9601200" y="1704975"/>
            <a:ext cx="457200" cy="457200"/>
          </a:xfrm>
          <a:prstGeom prst="roundRect">
            <a:avLst>
              <a:gd name="adj" fmla="val 50000"/>
            </a:avLst>
          </a:prstGeom>
          <a:solidFill>
            <a:srgbClr val="1F3FD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50" b="1" dirty="0" spc="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1</a:t>
            </a:r>
            <a:endParaRPr lang="en-US" sz="1950" dirty="0"/>
          </a:p>
        </p:txBody>
      </p:sp>
      <p:sp>
        <p:nvSpPr>
          <p:cNvPr id="17" name="Text 15"/>
          <p:cNvSpPr/>
          <p:nvPr/>
        </p:nvSpPr>
        <p:spPr>
          <a:xfrm>
            <a:off x="10248900" y="1638300"/>
            <a:ext cx="6667500" cy="5905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dirty="0" spc="-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Theo quy</a:t>
            </a:r>
            <a:r>
              <a:rPr lang="en-US" sz="2400" dirty="0" spc="1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ước</a:t>
            </a:r>
            <a:r>
              <a:rPr lang="en-US" sz="2400" dirty="0" spc="-5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viết</a:t>
            </a:r>
            <a:r>
              <a:rPr lang="en-US" sz="2400" dirty="0" spc="-4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mã</a:t>
            </a:r>
            <a:endParaRPr lang="en-US" sz="2400" dirty="0"/>
          </a:p>
        </p:txBody>
      </p:sp>
      <p:sp>
        <p:nvSpPr>
          <p:cNvPr id="18" name="Shape 16"/>
          <p:cNvSpPr/>
          <p:nvPr/>
        </p:nvSpPr>
        <p:spPr>
          <a:xfrm>
            <a:off x="9486900" y="2324100"/>
            <a:ext cx="7543800" cy="590550"/>
          </a:xfrm>
          <a:prstGeom prst="roundRect">
            <a:avLst>
              <a:gd name="adj" fmla="val 25806"/>
            </a:avLst>
          </a:prstGeom>
          <a:solidFill>
            <a:srgbClr val="DDE3FA"/>
          </a:solidFill>
          <a:ln/>
        </p:spPr>
      </p:sp>
      <p:sp>
        <p:nvSpPr>
          <p:cNvPr id="19" name="Text 17"/>
          <p:cNvSpPr/>
          <p:nvPr/>
        </p:nvSpPr>
        <p:spPr>
          <a:xfrm>
            <a:off x="9601200" y="2390775"/>
            <a:ext cx="457200" cy="457200"/>
          </a:xfrm>
          <a:prstGeom prst="roundRect">
            <a:avLst>
              <a:gd name="adj" fmla="val 50000"/>
            </a:avLst>
          </a:prstGeom>
          <a:solidFill>
            <a:srgbClr val="1F3FD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50" b="1" dirty="0" spc="-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2</a:t>
            </a:r>
            <a:endParaRPr lang="en-US" sz="1950" dirty="0"/>
          </a:p>
        </p:txBody>
      </p:sp>
      <p:sp>
        <p:nvSpPr>
          <p:cNvPr id="20" name="Text 18"/>
          <p:cNvSpPr/>
          <p:nvPr/>
        </p:nvSpPr>
        <p:spPr>
          <a:xfrm>
            <a:off x="10248900" y="2324100"/>
            <a:ext cx="6667500" cy="5905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dirty="0" spc="-77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Tài</a:t>
            </a:r>
            <a:r>
              <a:rPr lang="en-US" sz="2400" dirty="0" spc="-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liệu</a:t>
            </a:r>
            <a:r>
              <a:rPr lang="en-US" sz="2400" dirty="0" spc="-20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và</a:t>
            </a:r>
            <a:r>
              <a:rPr lang="en-US" sz="2400" dirty="0" spc="0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chú</a:t>
            </a:r>
            <a:r>
              <a:rPr lang="en-US" sz="2400" dirty="0" spc="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thích</a:t>
            </a:r>
            <a:endParaRPr lang="en-US" sz="2400" dirty="0"/>
          </a:p>
        </p:txBody>
      </p:sp>
      <p:sp>
        <p:nvSpPr>
          <p:cNvPr id="21" name="Shape 19"/>
          <p:cNvSpPr/>
          <p:nvPr/>
        </p:nvSpPr>
        <p:spPr>
          <a:xfrm>
            <a:off x="9486900" y="3009900"/>
            <a:ext cx="7543800" cy="590550"/>
          </a:xfrm>
          <a:prstGeom prst="roundRect">
            <a:avLst>
              <a:gd name="adj" fmla="val 25806"/>
            </a:avLst>
          </a:prstGeom>
          <a:solidFill>
            <a:srgbClr val="DDE3FA"/>
          </a:solidFill>
          <a:ln/>
        </p:spPr>
      </p:sp>
      <p:sp>
        <p:nvSpPr>
          <p:cNvPr id="22" name="Text 20"/>
          <p:cNvSpPr/>
          <p:nvPr/>
        </p:nvSpPr>
        <p:spPr>
          <a:xfrm>
            <a:off x="9601200" y="3076575"/>
            <a:ext cx="457200" cy="457200"/>
          </a:xfrm>
          <a:prstGeom prst="roundRect">
            <a:avLst>
              <a:gd name="adj" fmla="val 50000"/>
            </a:avLst>
          </a:prstGeom>
          <a:solidFill>
            <a:srgbClr val="1F3FD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50" b="1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3</a:t>
            </a:r>
            <a:endParaRPr lang="en-US" sz="1950" dirty="0"/>
          </a:p>
        </p:txBody>
      </p:sp>
      <p:sp>
        <p:nvSpPr>
          <p:cNvPr id="23" name="Text 21"/>
          <p:cNvSpPr/>
          <p:nvPr/>
        </p:nvSpPr>
        <p:spPr>
          <a:xfrm>
            <a:off x="10248900" y="3009900"/>
            <a:ext cx="6667500" cy="5905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dirty="0" spc="0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Vững</a:t>
            </a:r>
            <a:r>
              <a:rPr lang="en-US" sz="2400" dirty="0" spc="-13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vàng</a:t>
            </a:r>
            <a:endParaRPr lang="en-US" sz="2400" dirty="0"/>
          </a:p>
        </p:txBody>
      </p:sp>
      <p:sp>
        <p:nvSpPr>
          <p:cNvPr id="24" name="Shape 22"/>
          <p:cNvSpPr/>
          <p:nvPr/>
        </p:nvSpPr>
        <p:spPr>
          <a:xfrm>
            <a:off x="9486900" y="3695700"/>
            <a:ext cx="7543800" cy="590550"/>
          </a:xfrm>
          <a:prstGeom prst="roundRect">
            <a:avLst>
              <a:gd name="adj" fmla="val 25806"/>
            </a:avLst>
          </a:prstGeom>
          <a:solidFill>
            <a:srgbClr val="DDE3FA"/>
          </a:solidFill>
          <a:ln/>
        </p:spPr>
      </p:sp>
      <p:sp>
        <p:nvSpPr>
          <p:cNvPr id="25" name="Text 23"/>
          <p:cNvSpPr/>
          <p:nvPr/>
        </p:nvSpPr>
        <p:spPr>
          <a:xfrm>
            <a:off x="9601200" y="3762375"/>
            <a:ext cx="457200" cy="457200"/>
          </a:xfrm>
          <a:prstGeom prst="roundRect">
            <a:avLst>
              <a:gd name="adj" fmla="val 50000"/>
            </a:avLst>
          </a:prstGeom>
          <a:solidFill>
            <a:srgbClr val="1F3FD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50" b="1" dirty="0" spc="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4</a:t>
            </a:r>
            <a:endParaRPr lang="en-US" sz="1950" dirty="0"/>
          </a:p>
        </p:txBody>
      </p:sp>
      <p:sp>
        <p:nvSpPr>
          <p:cNvPr id="26" name="Text 24"/>
          <p:cNvSpPr/>
          <p:nvPr/>
        </p:nvSpPr>
        <p:spPr>
          <a:xfrm>
            <a:off x="10248900" y="3695700"/>
            <a:ext cx="6667500" cy="5905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dirty="0" spc="-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Theo</a:t>
            </a:r>
            <a:r>
              <a:rPr lang="en-US" sz="2400" dirty="0" spc="-15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nguyên</a:t>
            </a:r>
            <a:r>
              <a:rPr lang="en-US" sz="2400" dirty="0" spc="-4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tắc</a:t>
            </a:r>
            <a:r>
              <a:rPr lang="en-US" sz="2400" dirty="0" spc="5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SOLID</a:t>
            </a:r>
            <a:endParaRPr lang="en-US" sz="2400" dirty="0"/>
          </a:p>
        </p:txBody>
      </p:sp>
      <p:sp>
        <p:nvSpPr>
          <p:cNvPr id="27" name="Shape 25"/>
          <p:cNvSpPr/>
          <p:nvPr/>
        </p:nvSpPr>
        <p:spPr>
          <a:xfrm>
            <a:off x="9486900" y="4381500"/>
            <a:ext cx="7543800" cy="590550"/>
          </a:xfrm>
          <a:prstGeom prst="roundRect">
            <a:avLst>
              <a:gd name="adj" fmla="val 25806"/>
            </a:avLst>
          </a:prstGeom>
          <a:solidFill>
            <a:srgbClr val="CFE8E2"/>
          </a:solidFill>
          <a:ln/>
        </p:spPr>
      </p:sp>
      <p:sp>
        <p:nvSpPr>
          <p:cNvPr id="28" name="Text 26"/>
          <p:cNvSpPr/>
          <p:nvPr/>
        </p:nvSpPr>
        <p:spPr>
          <a:xfrm>
            <a:off x="9601200" y="4448175"/>
            <a:ext cx="457200" cy="457200"/>
          </a:xfrm>
          <a:prstGeom prst="roundRect">
            <a:avLst>
              <a:gd name="adj" fmla="val 50000"/>
            </a:avLst>
          </a:prstGeom>
          <a:solidFill>
            <a:srgbClr val="0F766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50" b="1" dirty="0" spc="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5</a:t>
            </a:r>
            <a:endParaRPr lang="en-US" sz="1950" dirty="0"/>
          </a:p>
        </p:txBody>
      </p:sp>
      <p:sp>
        <p:nvSpPr>
          <p:cNvPr id="29" name="Text 27"/>
          <p:cNvSpPr/>
          <p:nvPr/>
        </p:nvSpPr>
        <p:spPr>
          <a:xfrm>
            <a:off x="10248900" y="4381500"/>
            <a:ext cx="6667500" cy="5905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dirty="0" spc="-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Dễ kiểm</a:t>
            </a:r>
            <a:r>
              <a:rPr lang="en-US" sz="2400" dirty="0" spc="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thử</a:t>
            </a:r>
            <a:endParaRPr lang="en-US" sz="2400" dirty="0"/>
          </a:p>
        </p:txBody>
      </p:sp>
      <p:sp>
        <p:nvSpPr>
          <p:cNvPr id="30" name="Shape 28"/>
          <p:cNvSpPr/>
          <p:nvPr/>
        </p:nvSpPr>
        <p:spPr>
          <a:xfrm>
            <a:off x="9486900" y="5067300"/>
            <a:ext cx="7543800" cy="590550"/>
          </a:xfrm>
          <a:prstGeom prst="roundRect">
            <a:avLst>
              <a:gd name="adj" fmla="val 25806"/>
            </a:avLst>
          </a:prstGeom>
          <a:solidFill>
            <a:srgbClr val="CFE8E2"/>
          </a:solidFill>
          <a:ln/>
        </p:spPr>
      </p:sp>
      <p:sp>
        <p:nvSpPr>
          <p:cNvPr id="31" name="Text 29"/>
          <p:cNvSpPr/>
          <p:nvPr/>
        </p:nvSpPr>
        <p:spPr>
          <a:xfrm>
            <a:off x="9601200" y="5133975"/>
            <a:ext cx="457200" cy="457200"/>
          </a:xfrm>
          <a:prstGeom prst="roundRect">
            <a:avLst>
              <a:gd name="adj" fmla="val 50000"/>
            </a:avLst>
          </a:prstGeom>
          <a:solidFill>
            <a:srgbClr val="0F766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50" b="1" dirty="0" spc="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6</a:t>
            </a:r>
            <a:endParaRPr lang="en-US" sz="1950" dirty="0"/>
          </a:p>
        </p:txBody>
      </p:sp>
      <p:sp>
        <p:nvSpPr>
          <p:cNvPr id="32" name="Text 30"/>
          <p:cNvSpPr/>
          <p:nvPr/>
        </p:nvSpPr>
        <p:spPr>
          <a:xfrm>
            <a:off x="10248900" y="5067300"/>
            <a:ext cx="6667500" cy="5905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dirty="0" spc="-8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Trừu</a:t>
            </a:r>
            <a:r>
              <a:rPr lang="en-US" sz="2400" dirty="0" spc="6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tượng</a:t>
            </a:r>
            <a:r>
              <a:rPr lang="en-US" sz="2400" dirty="0" spc="1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vừa</a:t>
            </a:r>
            <a:r>
              <a:rPr lang="en-US" sz="2400" dirty="0" spc="-3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phải</a:t>
            </a:r>
            <a:endParaRPr lang="en-US" sz="2400" dirty="0"/>
          </a:p>
        </p:txBody>
      </p:sp>
      <p:sp>
        <p:nvSpPr>
          <p:cNvPr id="33" name="Shape 31"/>
          <p:cNvSpPr/>
          <p:nvPr/>
        </p:nvSpPr>
        <p:spPr>
          <a:xfrm>
            <a:off x="9486900" y="5753100"/>
            <a:ext cx="7543800" cy="590550"/>
          </a:xfrm>
          <a:prstGeom prst="roundRect">
            <a:avLst>
              <a:gd name="adj" fmla="val 25806"/>
            </a:avLst>
          </a:prstGeom>
          <a:solidFill>
            <a:srgbClr val="CFE8E2"/>
          </a:solidFill>
          <a:ln/>
        </p:spPr>
      </p:sp>
      <p:sp>
        <p:nvSpPr>
          <p:cNvPr id="34" name="Text 32"/>
          <p:cNvSpPr/>
          <p:nvPr/>
        </p:nvSpPr>
        <p:spPr>
          <a:xfrm>
            <a:off x="9601200" y="5819775"/>
            <a:ext cx="457200" cy="457200"/>
          </a:xfrm>
          <a:prstGeom prst="roundRect">
            <a:avLst>
              <a:gd name="adj" fmla="val 50000"/>
            </a:avLst>
          </a:prstGeom>
          <a:solidFill>
            <a:srgbClr val="0F766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50" b="1" dirty="0" spc="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7</a:t>
            </a:r>
            <a:endParaRPr lang="en-US" sz="1950" dirty="0"/>
          </a:p>
        </p:txBody>
      </p:sp>
      <p:sp>
        <p:nvSpPr>
          <p:cNvPr id="35" name="Text 33"/>
          <p:cNvSpPr/>
          <p:nvPr/>
        </p:nvSpPr>
        <p:spPr>
          <a:xfrm>
            <a:off x="10248900" y="5753100"/>
            <a:ext cx="6667500" cy="5905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dirty="0" spc="-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Mẫu</a:t>
            </a:r>
            <a:r>
              <a:rPr lang="en-US" sz="2400" dirty="0" spc="-3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thiết</a:t>
            </a:r>
            <a:r>
              <a:rPr lang="en-US" sz="2400" dirty="0" spc="-24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kế,</a:t>
            </a:r>
            <a:r>
              <a:rPr lang="en-US" sz="2400" dirty="0" spc="2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đừng</a:t>
            </a:r>
            <a:r>
              <a:rPr lang="en-US" sz="2400" dirty="0" spc="-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quá</a:t>
            </a:r>
            <a:r>
              <a:rPr lang="en-US" sz="2400" dirty="0" spc="-14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tay</a:t>
            </a:r>
            <a:endParaRPr lang="en-US" sz="2400" dirty="0"/>
          </a:p>
        </p:txBody>
      </p:sp>
      <p:sp>
        <p:nvSpPr>
          <p:cNvPr id="36" name="Shape 34"/>
          <p:cNvSpPr/>
          <p:nvPr/>
        </p:nvSpPr>
        <p:spPr>
          <a:xfrm>
            <a:off x="9486900" y="6438900"/>
            <a:ext cx="7543800" cy="590550"/>
          </a:xfrm>
          <a:prstGeom prst="roundRect">
            <a:avLst>
              <a:gd name="adj" fmla="val 25806"/>
            </a:avLst>
          </a:prstGeom>
          <a:solidFill>
            <a:srgbClr val="CFE8E2"/>
          </a:solidFill>
          <a:ln/>
        </p:spPr>
      </p:sp>
      <p:sp>
        <p:nvSpPr>
          <p:cNvPr id="37" name="Text 35"/>
          <p:cNvSpPr/>
          <p:nvPr/>
        </p:nvSpPr>
        <p:spPr>
          <a:xfrm>
            <a:off x="9601200" y="6505575"/>
            <a:ext cx="457200" cy="457200"/>
          </a:xfrm>
          <a:prstGeom prst="roundRect">
            <a:avLst>
              <a:gd name="adj" fmla="val 50000"/>
            </a:avLst>
          </a:prstGeom>
          <a:solidFill>
            <a:srgbClr val="0F766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50" b="1" dirty="0" spc="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8</a:t>
            </a:r>
            <a:endParaRPr lang="en-US" sz="1950" dirty="0"/>
          </a:p>
        </p:txBody>
      </p:sp>
      <p:sp>
        <p:nvSpPr>
          <p:cNvPr id="38" name="Text 36"/>
          <p:cNvSpPr/>
          <p:nvPr/>
        </p:nvSpPr>
        <p:spPr>
          <a:xfrm>
            <a:off x="10248900" y="6438900"/>
            <a:ext cx="6667500" cy="5905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dirty="0" spc="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Bớt</a:t>
            </a:r>
            <a:r>
              <a:rPr lang="en-US" sz="2400" dirty="0" spc="-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phụ</a:t>
            </a:r>
            <a:r>
              <a:rPr lang="en-US" sz="2400" dirty="0" spc="-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thuộc</a:t>
            </a:r>
            <a:r>
              <a:rPr lang="en-US" sz="2400" dirty="0" spc="-6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toàn</a:t>
            </a:r>
            <a:r>
              <a:rPr lang="en-US" sz="2400" dirty="0" spc="-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cục</a:t>
            </a:r>
            <a:endParaRPr lang="en-US" sz="2400" dirty="0"/>
          </a:p>
        </p:txBody>
      </p:sp>
      <p:sp>
        <p:nvSpPr>
          <p:cNvPr id="39" name="Shape 37"/>
          <p:cNvSpPr/>
          <p:nvPr/>
        </p:nvSpPr>
        <p:spPr>
          <a:xfrm>
            <a:off x="9486900" y="7124700"/>
            <a:ext cx="7543800" cy="590550"/>
          </a:xfrm>
          <a:prstGeom prst="roundRect">
            <a:avLst>
              <a:gd name="adj" fmla="val 25806"/>
            </a:avLst>
          </a:prstGeom>
          <a:solidFill>
            <a:srgbClr val="F3DFB8"/>
          </a:solidFill>
          <a:ln/>
        </p:spPr>
      </p:sp>
      <p:sp>
        <p:nvSpPr>
          <p:cNvPr id="40" name="Text 38"/>
          <p:cNvSpPr/>
          <p:nvPr/>
        </p:nvSpPr>
        <p:spPr>
          <a:xfrm>
            <a:off x="9601200" y="7191375"/>
            <a:ext cx="457200" cy="457200"/>
          </a:xfrm>
          <a:prstGeom prst="roundRect">
            <a:avLst>
              <a:gd name="adj" fmla="val 50000"/>
            </a:avLst>
          </a:prstGeom>
          <a:solidFill>
            <a:srgbClr val="B45309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50" b="1" dirty="0" spc="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9</a:t>
            </a:r>
            <a:endParaRPr lang="en-US" sz="1950" dirty="0"/>
          </a:p>
        </p:txBody>
      </p:sp>
      <p:sp>
        <p:nvSpPr>
          <p:cNvPr id="41" name="Text 39"/>
          <p:cNvSpPr/>
          <p:nvPr/>
        </p:nvSpPr>
        <p:spPr>
          <a:xfrm>
            <a:off x="10248900" y="7124700"/>
            <a:ext cx="6667500" cy="5905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dirty="0" spc="-77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Tái</a:t>
            </a:r>
            <a:r>
              <a:rPr lang="en-US" sz="2400" dirty="0" spc="-3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cấu</a:t>
            </a:r>
            <a:r>
              <a:rPr lang="en-US" sz="2400" dirty="0" spc="0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trúc</a:t>
            </a:r>
            <a:r>
              <a:rPr lang="en-US" sz="2400" dirty="0" spc="-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liên</a:t>
            </a:r>
            <a:r>
              <a:rPr lang="en-US" sz="2400" dirty="0" spc="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tục</a:t>
            </a:r>
            <a:endParaRPr lang="en-US" sz="2400" dirty="0"/>
          </a:p>
        </p:txBody>
      </p:sp>
      <p:sp>
        <p:nvSpPr>
          <p:cNvPr id="42" name="Shape 40"/>
          <p:cNvSpPr/>
          <p:nvPr/>
        </p:nvSpPr>
        <p:spPr>
          <a:xfrm>
            <a:off x="9486900" y="7810500"/>
            <a:ext cx="7543800" cy="590550"/>
          </a:xfrm>
          <a:prstGeom prst="roundRect">
            <a:avLst>
              <a:gd name="adj" fmla="val 25806"/>
            </a:avLst>
          </a:prstGeom>
          <a:solidFill>
            <a:srgbClr val="F3DFB8"/>
          </a:solidFill>
          <a:ln/>
        </p:spPr>
      </p:sp>
      <p:sp>
        <p:nvSpPr>
          <p:cNvPr id="43" name="Text 41"/>
          <p:cNvSpPr/>
          <p:nvPr/>
        </p:nvSpPr>
        <p:spPr>
          <a:xfrm>
            <a:off x="9601200" y="7877175"/>
            <a:ext cx="457200" cy="457200"/>
          </a:xfrm>
          <a:prstGeom prst="roundRect">
            <a:avLst>
              <a:gd name="adj" fmla="val 50000"/>
            </a:avLst>
          </a:prstGeom>
          <a:solidFill>
            <a:srgbClr val="B45309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10</a:t>
            </a:r>
            <a:endParaRPr lang="en-US" sz="1800" dirty="0"/>
          </a:p>
        </p:txBody>
      </p:sp>
      <p:sp>
        <p:nvSpPr>
          <p:cNvPr id="44" name="Text 42"/>
          <p:cNvSpPr/>
          <p:nvPr/>
        </p:nvSpPr>
        <p:spPr>
          <a:xfrm>
            <a:off x="10248900" y="7810500"/>
            <a:ext cx="6667500" cy="5905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dirty="0" spc="3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Bảo</a:t>
            </a:r>
            <a:r>
              <a:rPr lang="en-US" sz="2400" dirty="0" spc="-10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mật</a:t>
            </a:r>
            <a:r>
              <a:rPr lang="en-US" sz="2400" dirty="0" spc="-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là</a:t>
            </a:r>
            <a:r>
              <a:rPr lang="en-US" sz="2400" dirty="0" spc="34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ưu</a:t>
            </a:r>
            <a:r>
              <a:rPr lang="en-US" sz="2400" dirty="0" spc="0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tiên</a:t>
            </a:r>
            <a:r>
              <a:rPr lang="en-US" sz="2400" dirty="0" spc="-4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hàng</a:t>
            </a:r>
            <a:r>
              <a:rPr lang="en-US" sz="2400" dirty="0" spc="8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đầu</a:t>
            </a:r>
            <a:endParaRPr lang="en-US" sz="2400" dirty="0"/>
          </a:p>
        </p:txBody>
      </p:sp>
      <p:sp>
        <p:nvSpPr>
          <p:cNvPr id="45" name="Shape 43"/>
          <p:cNvSpPr/>
          <p:nvPr/>
        </p:nvSpPr>
        <p:spPr>
          <a:xfrm>
            <a:off x="9810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1323975" y="9439275"/>
            <a:ext cx="133350" cy="13335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16668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20097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23526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26955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>
            <a:off x="30384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52" name="Shape 50"/>
          <p:cNvSpPr/>
          <p:nvPr/>
        </p:nvSpPr>
        <p:spPr>
          <a:xfrm>
            <a:off x="33813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>
            <a:off x="37242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>
            <a:off x="40671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914400" y="9696450"/>
            <a:ext cx="7620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28 ·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02/10</a:t>
            </a:r>
            <a:endParaRPr lang="en-US" sz="1650" dirty="0"/>
          </a:p>
        </p:txBody>
      </p:sp>
      <p:sp>
        <p:nvSpPr>
          <p:cNvPr id="56" name="Shape 54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57" name="Moda image moda-export-watermark-6387bc1f-92b6-4ebb-8ac3-b15239340133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14400"/>
            <a:ext cx="7810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26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ĐỌC ĐƯỢC</a:t>
            </a:r>
            <a:r>
              <a:rPr lang="en-US" sz="1950" b="1" spc="174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950" b="1" spc="222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BỀN ·</a:t>
            </a:r>
            <a:r>
              <a:rPr lang="en-US" sz="1950" b="1" spc="228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NGUYÊN</a:t>
            </a:r>
            <a:r>
              <a:rPr lang="en-US" sz="1950" b="1" spc="159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TẮC</a:t>
            </a:r>
            <a:r>
              <a:rPr lang="en-US" sz="1950" b="1" spc="226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</a:t>
            </a:r>
            <a:r>
              <a:rPr lang="en-US" sz="1950" b="1" spc="175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950" b="1" spc="221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8191500" cy="2476500"/>
          </a:xfrm>
          <a:prstGeom prst="rect">
            <a:avLst/>
          </a:prstGeom>
          <a:noFill/>
          <a:ln/>
        </p:spPr>
        <p:txBody>
          <a:bodyPr wrap="square" lIns="0" tIns="57150" rIns="0" bIns="-57150" rtlCol="0" anchor="t"/>
          <a:lstStyle/>
          <a:p>
            <a:pPr algn="l" indent="0" marL="0">
              <a:lnSpc>
                <a:spcPts val="8100"/>
              </a:lnSpc>
              <a:buNone/>
            </a:pPr>
            <a:r>
              <a:rPr lang="en-US" sz="7500" dirty="0" spc="1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Quy</a:t>
            </a:r>
            <a:r>
              <a:rPr lang="en-US" sz="7500" dirty="0" spc="-13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ước</a:t>
            </a:r>
            <a:r>
              <a:rPr lang="en-US" sz="7500" dirty="0" spc="-8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và</a:t>
            </a:r>
            <a:endParaRPr lang="en-US" sz="7500" dirty="0"/>
          </a:p>
          <a:p>
            <a:pPr algn="l" indent="0" marL="0">
              <a:lnSpc>
                <a:spcPts val="8100"/>
              </a:lnSpc>
              <a:buNone/>
            </a:pPr>
            <a:r>
              <a:rPr lang="en-US" sz="7500" dirty="0" spc="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chú</a:t>
            </a:r>
            <a:r>
              <a:rPr lang="en-US" sz="75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thích</a:t>
            </a:r>
            <a:endParaRPr lang="en-US" sz="7500" dirty="0"/>
          </a:p>
        </p:txBody>
      </p:sp>
      <p:sp>
        <p:nvSpPr>
          <p:cNvPr id="4" name="Text 2"/>
          <p:cNvSpPr/>
          <p:nvPr/>
        </p:nvSpPr>
        <p:spPr>
          <a:xfrm>
            <a:off x="914400" y="3733800"/>
            <a:ext cx="800100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300" b="1" dirty="0" spc="-118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Tên</a:t>
            </a:r>
            <a:r>
              <a:rPr lang="en-US" sz="3300" b="1" dirty="0" spc="-18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rõ,</a:t>
            </a:r>
            <a:r>
              <a:rPr lang="en-US" sz="3300" b="1" dirty="0" spc="-4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chú thích</a:t>
            </a:r>
            <a:r>
              <a:rPr lang="en-US" sz="3300" b="1" dirty="0" spc="-6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nói</a:t>
            </a:r>
            <a:r>
              <a:rPr lang="en-US" sz="3300" b="1" dirty="0" spc="-3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vì</a:t>
            </a:r>
            <a:r>
              <a:rPr lang="en-US" sz="3300" b="1" dirty="0" spc="-2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sao</a:t>
            </a:r>
            <a:endParaRPr lang="en-US" sz="3300" dirty="0"/>
          </a:p>
        </p:txBody>
      </p:sp>
      <p:sp>
        <p:nvSpPr>
          <p:cNvPr id="5" name="Text 3"/>
          <p:cNvSpPr/>
          <p:nvPr/>
        </p:nvSpPr>
        <p:spPr>
          <a:xfrm>
            <a:off x="914400" y="4438650"/>
            <a:ext cx="7810500" cy="952500"/>
          </a:xfrm>
          <a:prstGeom prst="rect">
            <a:avLst/>
          </a:prstGeom>
          <a:noFill/>
          <a:ln/>
        </p:spPr>
        <p:txBody>
          <a:bodyPr wrap="square" lIns="0" tIns="5667" rIns="0" bIns="-5667" rtlCol="0" anchor="t"/>
          <a:lstStyle/>
          <a:p>
            <a:pPr algn="l" indent="0" marL="0">
              <a:lnSpc>
                <a:spcPts val="3570"/>
              </a:lnSpc>
              <a:buNone/>
            </a:pP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calc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thành</a:t>
            </a:r>
            <a:r>
              <a:rPr lang="en-US" sz="2550" dirty="0" spc="-1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late_fee;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5000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thành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hằng</a:t>
            </a:r>
            <a:r>
              <a:rPr lang="en-US" sz="2550" dirty="0" spc="-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số;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chú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thích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nói</a:t>
            </a:r>
            <a:r>
              <a:rPr lang="en-US" sz="25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vì</a:t>
            </a:r>
            <a:r>
              <a:rPr lang="en-US" sz="2550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sao.</a:t>
            </a:r>
            <a:endParaRPr lang="en-US" sz="2550" dirty="0"/>
          </a:p>
        </p:txBody>
      </p:sp>
      <p:sp>
        <p:nvSpPr>
          <p:cNvPr id="6" name="Text 4"/>
          <p:cNvSpPr/>
          <p:nvPr/>
        </p:nvSpPr>
        <p:spPr>
          <a:xfrm>
            <a:off x="914400" y="5524500"/>
            <a:ext cx="1428750" cy="685800"/>
          </a:xfrm>
          <a:prstGeom prst="roundRect">
            <a:avLst>
              <a:gd name="adj" fmla="val 50000"/>
            </a:avLst>
          </a:prstGeom>
          <a:solidFill>
            <a:srgbClr val="1F3FD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PEP</a:t>
            </a:r>
            <a:r>
              <a:rPr lang="en-US" sz="2250" b="1" dirty="0" spc="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8</a:t>
            </a:r>
            <a:endParaRPr lang="en-US" sz="2250" dirty="0"/>
          </a:p>
        </p:txBody>
      </p:sp>
      <p:sp>
        <p:nvSpPr>
          <p:cNvPr id="7" name="Text 5"/>
          <p:cNvSpPr/>
          <p:nvPr/>
        </p:nvSpPr>
        <p:spPr>
          <a:xfrm>
            <a:off x="2495550" y="5524500"/>
            <a:ext cx="3200400" cy="685800"/>
          </a:xfrm>
          <a:prstGeom prst="roundRect">
            <a:avLst>
              <a:gd name="adj" fmla="val 50000"/>
            </a:avLst>
          </a:prstGeom>
          <a:solidFill>
            <a:srgbClr val="1F3FD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Google</a:t>
            </a:r>
            <a:r>
              <a:rPr lang="en-US" sz="2250" b="1" dirty="0" spc="-1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Java</a:t>
            </a:r>
            <a:r>
              <a:rPr lang="en-US" sz="2250" b="1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Style</a:t>
            </a:r>
            <a:endParaRPr lang="en-US" sz="2250" dirty="0"/>
          </a:p>
        </p:txBody>
      </p:sp>
      <p:sp>
        <p:nvSpPr>
          <p:cNvPr id="8" name="Text 6"/>
          <p:cNvSpPr/>
          <p:nvPr/>
        </p:nvSpPr>
        <p:spPr>
          <a:xfrm>
            <a:off x="5848350" y="5524500"/>
            <a:ext cx="2686050" cy="685800"/>
          </a:xfrm>
          <a:prstGeom prst="roundRect">
            <a:avLst>
              <a:gd name="adj" fmla="val 50000"/>
            </a:avLst>
          </a:prstGeom>
          <a:solidFill>
            <a:srgbClr val="1F3FD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-1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Why</a:t>
            </a:r>
            <a:r>
              <a:rPr lang="en-US" sz="2250" b="1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hơn</a:t>
            </a:r>
            <a:r>
              <a:rPr lang="en-US" sz="2250" b="1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What</a:t>
            </a:r>
            <a:endParaRPr lang="en-US" sz="2250" dirty="0"/>
          </a:p>
        </p:txBody>
      </p:sp>
      <p:sp>
        <p:nvSpPr>
          <p:cNvPr id="9" name="Shape 7"/>
          <p:cNvSpPr/>
          <p:nvPr/>
        </p:nvSpPr>
        <p:spPr>
          <a:xfrm>
            <a:off x="914400" y="6572250"/>
            <a:ext cx="7620000" cy="1905000"/>
          </a:xfrm>
          <a:prstGeom prst="roundRect">
            <a:avLst>
              <a:gd name="adj" fmla="val 14000"/>
            </a:avLst>
          </a:prstGeom>
          <a:solidFill>
            <a:srgbClr val="DDE3FA"/>
          </a:solidFill>
          <a:ln/>
        </p:spPr>
      </p:sp>
      <p:sp>
        <p:nvSpPr>
          <p:cNvPr id="10" name="Text 8"/>
          <p:cNvSpPr/>
          <p:nvPr/>
        </p:nvSpPr>
        <p:spPr>
          <a:xfrm>
            <a:off x="1257300" y="6858000"/>
            <a:ext cx="4762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5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GHI</a:t>
            </a:r>
            <a:r>
              <a:rPr lang="en-US" sz="1800" b="1" spc="227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NHỚ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257300" y="7296150"/>
            <a:ext cx="6953250" cy="1047750"/>
          </a:xfrm>
          <a:prstGeom prst="rect">
            <a:avLst/>
          </a:prstGeom>
          <a:noFill/>
          <a:ln/>
        </p:spPr>
        <p:txBody>
          <a:bodyPr wrap="square" lIns="0" tIns="9700" rIns="0" bIns="-9700" rtlCol="0" anchor="t"/>
          <a:lstStyle/>
          <a:p>
            <a:pPr algn="l" indent="0" marL="0">
              <a:lnSpc>
                <a:spcPts val="3443"/>
              </a:lnSpc>
              <a:buNone/>
            </a:pPr>
            <a:r>
              <a:rPr lang="en-US" sz="25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Chú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thích</a:t>
            </a:r>
            <a:r>
              <a:rPr lang="en-US" sz="255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nêu</a:t>
            </a:r>
            <a:r>
              <a:rPr lang="en-US" sz="2550" dirty="0" spc="2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điều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hiển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nhiên</a:t>
            </a:r>
            <a:r>
              <a:rPr lang="en-US" sz="2550" dirty="0" spc="-2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gây</a:t>
            </a:r>
            <a:r>
              <a:rPr lang="en-US" sz="2550" dirty="0" spc="-2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xao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nhãng;</a:t>
            </a:r>
            <a:r>
              <a:rPr lang="en-US" sz="25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chú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thích</a:t>
            </a:r>
            <a:r>
              <a:rPr lang="en-US" sz="2550" dirty="0" spc="-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sai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còn</a:t>
            </a:r>
            <a:r>
              <a:rPr lang="en-US" sz="2550" dirty="0" spc="-1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tệ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hơn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255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có.</a:t>
            </a:r>
            <a:endParaRPr lang="en-US" sz="2550" dirty="0"/>
          </a:p>
        </p:txBody>
      </p:sp>
      <p:sp>
        <p:nvSpPr>
          <p:cNvPr id="12" name="Shape 10"/>
          <p:cNvSpPr/>
          <p:nvPr/>
        </p:nvSpPr>
        <p:spPr>
          <a:xfrm>
            <a:off x="9144000" y="914400"/>
            <a:ext cx="8229600" cy="7848600"/>
          </a:xfrm>
          <a:prstGeom prst="roundRect">
            <a:avLst>
              <a:gd name="adj" fmla="val 3398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9486900" y="1257300"/>
            <a:ext cx="7543800" cy="3086100"/>
          </a:xfrm>
          <a:prstGeom prst="roundRect">
            <a:avLst>
              <a:gd name="adj" fmla="val 6790"/>
            </a:avLst>
          </a:prstGeom>
          <a:solidFill>
            <a:srgbClr val="DDE3FA"/>
          </a:solidFill>
          <a:ln/>
        </p:spPr>
      </p:sp>
      <p:sp>
        <p:nvSpPr>
          <p:cNvPr id="14" name="Text 12"/>
          <p:cNvSpPr/>
          <p:nvPr/>
        </p:nvSpPr>
        <p:spPr>
          <a:xfrm>
            <a:off x="9715500" y="1485900"/>
            <a:ext cx="533400" cy="533400"/>
          </a:xfrm>
          <a:prstGeom prst="roundRect">
            <a:avLst>
              <a:gd name="adj" fmla="val 50000"/>
            </a:avLst>
          </a:prstGeom>
          <a:solidFill>
            <a:srgbClr val="1F3FD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1</a:t>
            </a:r>
            <a:endParaRPr lang="en-US" sz="2400" dirty="0"/>
          </a:p>
        </p:txBody>
      </p:sp>
      <p:sp>
        <p:nvSpPr>
          <p:cNvPr id="15" name="Text 13"/>
          <p:cNvSpPr/>
          <p:nvPr/>
        </p:nvSpPr>
        <p:spPr>
          <a:xfrm>
            <a:off x="10439400" y="1485900"/>
            <a:ext cx="638175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b="1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Theo</a:t>
            </a:r>
            <a:r>
              <a:rPr lang="en-US" sz="2700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quy</a:t>
            </a:r>
            <a:r>
              <a:rPr lang="en-US" sz="2700" b="1" dirty="0" spc="1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ước</a:t>
            </a:r>
            <a:r>
              <a:rPr lang="en-US" sz="2700" b="1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viết</a:t>
            </a:r>
            <a:r>
              <a:rPr lang="en-US" sz="2700" b="1" dirty="0" spc="-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mã</a:t>
            </a:r>
            <a:endParaRPr lang="en-US" sz="2700" dirty="0"/>
          </a:p>
        </p:txBody>
      </p:sp>
      <p:sp>
        <p:nvSpPr>
          <p:cNvPr id="16" name="Text 14"/>
          <p:cNvSpPr/>
          <p:nvPr/>
        </p:nvSpPr>
        <p:spPr>
          <a:xfrm>
            <a:off x="9715500" y="2324100"/>
            <a:ext cx="7143750" cy="1809750"/>
          </a:xfrm>
          <a:prstGeom prst="rect">
            <a:avLst/>
          </a:prstGeom>
          <a:noFill/>
          <a:ln/>
        </p:spPr>
        <p:txBody>
          <a:bodyPr wrap="square" lIns="0" tIns="9144" rIns="0" bIns="-9144" rtlCol="0" anchor="t"/>
          <a:lstStyle/>
          <a:p>
            <a:pPr algn="l" indent="0" marL="0">
              <a:lnSpc>
                <a:spcPts val="3240"/>
              </a:lnSpc>
              <a:spcAft>
                <a:spcPts val="1050"/>
              </a:spcAft>
              <a:buNone/>
            </a:pPr>
            <a:r>
              <a:rPr lang="en-US" sz="24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calc,</a:t>
            </a:r>
            <a:r>
              <a:rPr lang="en-US" sz="2400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d,</a:t>
            </a:r>
            <a:r>
              <a:rPr lang="en-US" sz="2400" dirty="0" spc="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</a:t>
            </a:r>
            <a:r>
              <a:rPr lang="en-US" sz="240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thành</a:t>
            </a:r>
            <a:r>
              <a:rPr lang="en-US" sz="2400" dirty="0" spc="-1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late_fee,</a:t>
            </a:r>
            <a:r>
              <a:rPr lang="en-US" sz="2400" dirty="0" spc="-1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days_late,</a:t>
            </a:r>
            <a:r>
              <a:rPr lang="en-US" sz="24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member_type</a:t>
            </a:r>
            <a:endParaRPr lang="en-US" sz="2400" dirty="0"/>
          </a:p>
          <a:p>
            <a:pPr algn="l" indent="0" marL="0">
              <a:lnSpc>
                <a:spcPts val="3240"/>
              </a:lnSpc>
              <a:spcAft>
                <a:spcPts val="1050"/>
              </a:spcAft>
              <a:buNone/>
            </a:pPr>
            <a:r>
              <a:rPr lang="en-US" sz="240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5000</a:t>
            </a:r>
            <a:r>
              <a:rPr lang="en-US" sz="240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thành</a:t>
            </a:r>
            <a:r>
              <a:rPr lang="en-US" sz="2400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hằng</a:t>
            </a:r>
            <a:r>
              <a:rPr lang="en-US" sz="2400" dirty="0" spc="-3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LATE_FEE_PER_DAY</a:t>
            </a:r>
            <a:endParaRPr lang="en-US" sz="2400" dirty="0"/>
          </a:p>
          <a:p>
            <a:pPr algn="l" indent="0" marL="0">
              <a:lnSpc>
                <a:spcPts val="3240"/>
              </a:lnSpc>
              <a:buNone/>
            </a:pPr>
            <a:r>
              <a:rPr lang="en-US" sz="240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PEP</a:t>
            </a:r>
            <a:r>
              <a:rPr lang="en-US" sz="24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8:</a:t>
            </a:r>
            <a:r>
              <a:rPr lang="en-US" sz="2400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hằng</a:t>
            </a:r>
            <a:r>
              <a:rPr lang="en-US" sz="2400" dirty="0" spc="-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số</a:t>
            </a:r>
            <a:r>
              <a:rPr lang="en-US" sz="2400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viết</a:t>
            </a:r>
            <a:r>
              <a:rPr lang="en-US" sz="24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hoa, nối bằng</a:t>
            </a:r>
            <a:r>
              <a:rPr lang="en-US" sz="2400" dirty="0" spc="-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gạch</a:t>
            </a:r>
            <a:r>
              <a:rPr lang="en-US" sz="2400" dirty="0" spc="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dưới</a:t>
            </a:r>
            <a:endParaRPr lang="en-US" sz="2400" dirty="0"/>
          </a:p>
        </p:txBody>
      </p:sp>
      <p:sp>
        <p:nvSpPr>
          <p:cNvPr id="17" name="Shape 15"/>
          <p:cNvSpPr/>
          <p:nvPr/>
        </p:nvSpPr>
        <p:spPr>
          <a:xfrm>
            <a:off x="9486900" y="4572000"/>
            <a:ext cx="7543800" cy="3924300"/>
          </a:xfrm>
          <a:prstGeom prst="roundRect">
            <a:avLst>
              <a:gd name="adj" fmla="val 5340"/>
            </a:avLst>
          </a:prstGeom>
          <a:solidFill>
            <a:srgbClr val="DDE3FA"/>
          </a:solidFill>
          <a:ln/>
        </p:spPr>
      </p:sp>
      <p:sp>
        <p:nvSpPr>
          <p:cNvPr id="18" name="Text 16"/>
          <p:cNvSpPr/>
          <p:nvPr/>
        </p:nvSpPr>
        <p:spPr>
          <a:xfrm>
            <a:off x="9715500" y="4800600"/>
            <a:ext cx="533400" cy="533400"/>
          </a:xfrm>
          <a:prstGeom prst="roundRect">
            <a:avLst>
              <a:gd name="adj" fmla="val 50000"/>
            </a:avLst>
          </a:prstGeom>
          <a:solidFill>
            <a:srgbClr val="1F3FD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 spc="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2</a:t>
            </a:r>
            <a:endParaRPr lang="en-US" sz="2400" dirty="0"/>
          </a:p>
        </p:txBody>
      </p:sp>
      <p:sp>
        <p:nvSpPr>
          <p:cNvPr id="19" name="Text 17"/>
          <p:cNvSpPr/>
          <p:nvPr/>
        </p:nvSpPr>
        <p:spPr>
          <a:xfrm>
            <a:off x="10439400" y="4800600"/>
            <a:ext cx="638175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b="1" dirty="0" spc="-8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Tài</a:t>
            </a:r>
            <a:r>
              <a:rPr lang="en-US" sz="2700" b="1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</a:t>
            </a:r>
            <a:r>
              <a:rPr lang="en-US" sz="2700" b="1" dirty="0" spc="-2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70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chú</a:t>
            </a:r>
            <a:r>
              <a:rPr lang="en-US" sz="2700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thích</a:t>
            </a:r>
            <a:endParaRPr lang="en-US" sz="2700" dirty="0"/>
          </a:p>
        </p:txBody>
      </p:sp>
      <p:sp>
        <p:nvSpPr>
          <p:cNvPr id="20" name="Text 18"/>
          <p:cNvSpPr/>
          <p:nvPr/>
        </p:nvSpPr>
        <p:spPr>
          <a:xfrm>
            <a:off x="9715500" y="5562600"/>
            <a:ext cx="3238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149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NÊN</a:t>
            </a:r>
            <a:r>
              <a:rPr lang="en-US" sz="1800" b="1" spc="182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ƯU</a:t>
            </a:r>
            <a:r>
              <a:rPr lang="en-US" sz="1800" b="1" spc="149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TIÊN</a:t>
            </a:r>
            <a:endParaRPr lang="en-US" sz="1800" dirty="0"/>
          </a:p>
        </p:txBody>
      </p:sp>
      <p:sp>
        <p:nvSpPr>
          <p:cNvPr id="21" name="Text 19"/>
          <p:cNvSpPr/>
          <p:nvPr/>
        </p:nvSpPr>
        <p:spPr>
          <a:xfrm>
            <a:off x="13277850" y="5562600"/>
            <a:ext cx="3238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152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HƠN</a:t>
            </a:r>
            <a:r>
              <a:rPr lang="en-US" sz="1800" b="1" spc="148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</a:t>
            </a:r>
            <a:endParaRPr lang="en-US" sz="1800" dirty="0"/>
          </a:p>
        </p:txBody>
      </p:sp>
      <p:sp>
        <p:nvSpPr>
          <p:cNvPr id="22" name="Text 20"/>
          <p:cNvSpPr/>
          <p:nvPr/>
        </p:nvSpPr>
        <p:spPr>
          <a:xfrm>
            <a:off x="9715500" y="7353300"/>
            <a:ext cx="7143750" cy="990600"/>
          </a:xfrm>
          <a:prstGeom prst="rect">
            <a:avLst/>
          </a:prstGeom>
          <a:noFill/>
          <a:ln/>
        </p:spPr>
        <p:txBody>
          <a:bodyPr wrap="square" lIns="0" tIns="9144" rIns="0" bIns="-9144" rtlCol="0" anchor="t"/>
          <a:lstStyle/>
          <a:p>
            <a:pPr algn="l" indent="0" marL="0">
              <a:lnSpc>
                <a:spcPts val="3240"/>
              </a:lnSpc>
              <a:spcAft>
                <a:spcPts val="1050"/>
              </a:spcAft>
              <a:buNone/>
            </a:pPr>
            <a:r>
              <a:rPr lang="en-US" sz="240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Chú</a:t>
            </a:r>
            <a:r>
              <a:rPr lang="en-US" sz="24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thích nói</a:t>
            </a:r>
            <a:r>
              <a:rPr lang="en-US" sz="24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vì</a:t>
            </a:r>
            <a:r>
              <a:rPr lang="en-US" sz="2400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sao</a:t>
            </a:r>
            <a:r>
              <a:rPr lang="en-US" sz="2400" dirty="0" spc="1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mức</a:t>
            </a:r>
            <a:r>
              <a:rPr lang="en-US" sz="240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</a:t>
            </a:r>
            <a:r>
              <a:rPr lang="en-US" sz="24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5000</a:t>
            </a:r>
            <a:endParaRPr lang="en-US" sz="2400" dirty="0"/>
          </a:p>
          <a:p>
            <a:pPr algn="l" indent="0" marL="0">
              <a:lnSpc>
                <a:spcPts val="3240"/>
              </a:lnSpc>
              <a:buNone/>
            </a:pPr>
            <a:r>
              <a:rPr lang="en-US" sz="240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Chú</a:t>
            </a:r>
            <a:r>
              <a:rPr lang="en-US" sz="24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thích</a:t>
            </a:r>
            <a:r>
              <a:rPr lang="en-US" sz="2400" dirty="0" spc="-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sai</a:t>
            </a:r>
            <a:r>
              <a:rPr lang="en-US" sz="240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còn</a:t>
            </a:r>
            <a:r>
              <a:rPr lang="en-US" sz="2400" dirty="0" spc="-1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tệ</a:t>
            </a:r>
            <a:r>
              <a:rPr lang="en-US" sz="240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hơn không</a:t>
            </a:r>
            <a:r>
              <a:rPr lang="en-US" sz="24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</a:t>
            </a:r>
            <a:endParaRPr lang="en-US" sz="2400" dirty="0"/>
          </a:p>
        </p:txBody>
      </p:sp>
      <p:sp>
        <p:nvSpPr>
          <p:cNvPr id="23" name="Shape 21"/>
          <p:cNvSpPr/>
          <p:nvPr/>
        </p:nvSpPr>
        <p:spPr>
          <a:xfrm>
            <a:off x="9810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13239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1666875" y="9439275"/>
            <a:ext cx="133350" cy="13335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20097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23526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6955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30384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3813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37242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40671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914400" y="9696450"/>
            <a:ext cx="7620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28 · 03/10</a:t>
            </a:r>
            <a:endParaRPr lang="en-US" sz="1650" dirty="0"/>
          </a:p>
        </p:txBody>
      </p:sp>
      <p:sp>
        <p:nvSpPr>
          <p:cNvPr id="34" name="Shape 32"/>
          <p:cNvSpPr/>
          <p:nvPr/>
        </p:nvSpPr>
        <p:spPr>
          <a:xfrm>
            <a:off x="9715500" y="5943600"/>
            <a:ext cx="3409950" cy="1143000"/>
          </a:xfrm>
          <a:prstGeom prst="roundRect">
            <a:avLst>
              <a:gd name="adj" fmla="val 15000"/>
            </a:avLst>
          </a:prstGeom>
          <a:solidFill>
            <a:srgbClr val="1F3FD1"/>
          </a:solidFill>
          <a:ln/>
        </p:spPr>
      </p:sp>
      <p:sp>
        <p:nvSpPr>
          <p:cNvPr id="35" name="Text 33"/>
          <p:cNvSpPr/>
          <p:nvPr/>
        </p:nvSpPr>
        <p:spPr>
          <a:xfrm>
            <a:off x="9810750" y="5943600"/>
            <a:ext cx="321945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-1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Why</a:t>
            </a:r>
            <a:endParaRPr lang="en-US" sz="2250" dirty="0"/>
          </a:p>
          <a:p>
            <a:pPr algn="ctr" indent="0" marL="0">
              <a:buNone/>
            </a:pPr>
            <a:r>
              <a:rPr lang="en-US" sz="2250" b="1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vì</a:t>
            </a:r>
            <a:r>
              <a:rPr lang="en-US" sz="2250" b="1" dirty="0" spc="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sao</a:t>
            </a:r>
            <a:r>
              <a:rPr lang="en-US" sz="2250" b="1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5000</a:t>
            </a:r>
            <a:endParaRPr lang="en-US" sz="2250" dirty="0"/>
          </a:p>
        </p:txBody>
      </p:sp>
      <p:sp>
        <p:nvSpPr>
          <p:cNvPr id="36" name="Shape 34"/>
          <p:cNvSpPr/>
          <p:nvPr/>
        </p:nvSpPr>
        <p:spPr>
          <a:xfrm>
            <a:off x="13277850" y="5943600"/>
            <a:ext cx="3409950" cy="1143000"/>
          </a:xfrm>
          <a:prstGeom prst="roundRect">
            <a:avLst>
              <a:gd name="adj" fmla="val 15000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13373100" y="5943600"/>
            <a:ext cx="321945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What</a:t>
            </a:r>
            <a:endParaRPr lang="en-US" sz="2250" dirty="0"/>
          </a:p>
          <a:p>
            <a:pPr algn="ctr" indent="0" marL="0">
              <a:buNone/>
            </a:pPr>
            <a:r>
              <a:rPr lang="en-US" sz="2250" b="1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nhân</a:t>
            </a:r>
            <a:r>
              <a:rPr lang="en-US" sz="2250" b="1" dirty="0" spc="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</a:t>
            </a:r>
            <a:r>
              <a:rPr lang="en-US" sz="2250" b="1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với</a:t>
            </a:r>
            <a:r>
              <a:rPr lang="en-US" sz="2250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5000</a:t>
            </a:r>
            <a:endParaRPr lang="en-US" sz="2250" dirty="0"/>
          </a:p>
        </p:txBody>
      </p:sp>
      <p:sp>
        <p:nvSpPr>
          <p:cNvPr id="38" name="Shape 36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39" name="Moda image moda-export-watermark-e2138dce-82f0-4ed5-b474-215247b50702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14400"/>
            <a:ext cx="7810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26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ĐỌC ĐƯỢC</a:t>
            </a:r>
            <a:r>
              <a:rPr lang="en-US" sz="1950" b="1" spc="174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950" b="1" spc="222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BỀN ·</a:t>
            </a:r>
            <a:r>
              <a:rPr lang="en-US" sz="1950" b="1" spc="228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NGUYÊN</a:t>
            </a:r>
            <a:r>
              <a:rPr lang="en-US" sz="1950" b="1" spc="159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TẮC</a:t>
            </a:r>
            <a:r>
              <a:rPr lang="en-US" sz="1950" b="1" spc="225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3</a:t>
            </a:r>
            <a:r>
              <a:rPr lang="en-US" sz="1950" b="1" spc="175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950" b="1" spc="226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4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8191500" cy="2476500"/>
          </a:xfrm>
          <a:prstGeom prst="rect">
            <a:avLst/>
          </a:prstGeom>
          <a:noFill/>
          <a:ln/>
        </p:spPr>
        <p:txBody>
          <a:bodyPr wrap="square" lIns="0" tIns="57150" rIns="0" bIns="-57150" rtlCol="0" anchor="t"/>
          <a:lstStyle/>
          <a:p>
            <a:pPr algn="l" indent="0" marL="0">
              <a:lnSpc>
                <a:spcPts val="8100"/>
              </a:lnSpc>
              <a:buNone/>
            </a:pPr>
            <a:r>
              <a:rPr lang="en-US" sz="7500" dirty="0" spc="-36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Vững</a:t>
            </a:r>
            <a:r>
              <a:rPr lang="en-US" sz="7500" dirty="0" spc="-47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vàng</a:t>
            </a:r>
            <a:endParaRPr lang="en-US" sz="7500" dirty="0"/>
          </a:p>
          <a:p>
            <a:pPr algn="l" indent="0" marL="0">
              <a:lnSpc>
                <a:spcPts val="8100"/>
              </a:lnSpc>
              <a:buNone/>
            </a:pPr>
            <a:r>
              <a:rPr lang="en-US" sz="7500" dirty="0" spc="-12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và</a:t>
            </a:r>
            <a:r>
              <a:rPr lang="en-US" sz="7500" dirty="0" spc="-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SOLID</a:t>
            </a:r>
            <a:endParaRPr lang="en-US" sz="7500" dirty="0"/>
          </a:p>
        </p:txBody>
      </p:sp>
      <p:sp>
        <p:nvSpPr>
          <p:cNvPr id="4" name="Text 2"/>
          <p:cNvSpPr/>
          <p:nvPr/>
        </p:nvSpPr>
        <p:spPr>
          <a:xfrm>
            <a:off x="914400" y="3733800"/>
            <a:ext cx="800100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300" b="1" dirty="0" spc="6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Báo</a:t>
            </a:r>
            <a:r>
              <a:rPr lang="en-US" sz="3300" b="1" dirty="0" spc="-4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lỗi,</a:t>
            </a:r>
            <a:r>
              <a:rPr lang="en-US" sz="3300" b="1" dirty="0" spc="-17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3300" b="1" dirty="0" spc="-3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việc,</a:t>
            </a:r>
            <a:r>
              <a:rPr lang="en-US" sz="3300" b="1" dirty="0" spc="-5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dễ</a:t>
            </a:r>
            <a:r>
              <a:rPr lang="en-US" sz="3300" b="1" dirty="0" spc="-11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mở</a:t>
            </a:r>
            <a:r>
              <a:rPr lang="en-US" sz="3300" b="1" dirty="0" spc="-23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rộng</a:t>
            </a:r>
            <a:endParaRPr lang="en-US" sz="3300" dirty="0"/>
          </a:p>
        </p:txBody>
      </p:sp>
      <p:sp>
        <p:nvSpPr>
          <p:cNvPr id="5" name="Text 3"/>
          <p:cNvSpPr/>
          <p:nvPr/>
        </p:nvSpPr>
        <p:spPr>
          <a:xfrm>
            <a:off x="914400" y="4438650"/>
            <a:ext cx="7810500" cy="952500"/>
          </a:xfrm>
          <a:prstGeom prst="rect">
            <a:avLst/>
          </a:prstGeom>
          <a:noFill/>
          <a:ln/>
        </p:spPr>
        <p:txBody>
          <a:bodyPr wrap="square" lIns="0" tIns="5667" rIns="0" bIns="-5667" rtlCol="0" anchor="t"/>
          <a:lstStyle/>
          <a:p>
            <a:pPr algn="l" indent="0" marL="0">
              <a:lnSpc>
                <a:spcPts val="3570"/>
              </a:lnSpc>
              <a:buNone/>
            </a:pPr>
            <a:r>
              <a:rPr lang="en-US" sz="2550" dirty="0" spc="-23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except:</a:t>
            </a:r>
            <a:r>
              <a:rPr lang="en-US" sz="2550" dirty="0" spc="-17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trống</a:t>
            </a:r>
            <a:r>
              <a:rPr lang="en-US" sz="2550" dirty="0" spc="-4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nuốt</a:t>
            </a:r>
            <a:r>
              <a:rPr lang="en-US" sz="2550" dirty="0" spc="-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lỗi;</a:t>
            </a:r>
            <a:r>
              <a:rPr lang="en-US" sz="2550" dirty="0" spc="-3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bản</a:t>
            </a:r>
            <a:r>
              <a:rPr lang="en-US" sz="2550" dirty="0" spc="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mới</a:t>
            </a:r>
            <a:r>
              <a:rPr lang="en-US" sz="2550" dirty="0" spc="-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báo</a:t>
            </a:r>
            <a:r>
              <a:rPr lang="en-US" sz="2550" dirty="0" spc="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lỗi.</a:t>
            </a:r>
            <a:r>
              <a:rPr lang="en-US" sz="2550" dirty="0" spc="3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SOLID</a:t>
            </a:r>
            <a:r>
              <a:rPr lang="en-US" sz="2550" dirty="0" spc="1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đọc</a:t>
            </a:r>
            <a:r>
              <a:rPr lang="en-US" sz="2550" dirty="0" spc="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qua hàm</a:t>
            </a:r>
            <a:r>
              <a:rPr lang="en-US" sz="2550" dirty="0" spc="-7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này.</a:t>
            </a:r>
            <a:endParaRPr lang="en-US" sz="2550" dirty="0"/>
          </a:p>
        </p:txBody>
      </p:sp>
      <p:sp>
        <p:nvSpPr>
          <p:cNvPr id="6" name="Text 4"/>
          <p:cNvSpPr/>
          <p:nvPr/>
        </p:nvSpPr>
        <p:spPr>
          <a:xfrm>
            <a:off x="914400" y="5524500"/>
            <a:ext cx="2495550" cy="685800"/>
          </a:xfrm>
          <a:prstGeom prst="roundRect">
            <a:avLst>
              <a:gd name="adj" fmla="val 50000"/>
            </a:avLst>
          </a:prstGeom>
          <a:solidFill>
            <a:srgbClr val="7C93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-2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except:</a:t>
            </a:r>
            <a:r>
              <a:rPr lang="en-US" sz="2250" b="1" dirty="0" spc="-1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trống</a:t>
            </a:r>
            <a:endParaRPr lang="en-US" sz="2250" dirty="0"/>
          </a:p>
        </p:txBody>
      </p:sp>
      <p:sp>
        <p:nvSpPr>
          <p:cNvPr id="7" name="Text 5"/>
          <p:cNvSpPr/>
          <p:nvPr/>
        </p:nvSpPr>
        <p:spPr>
          <a:xfrm>
            <a:off x="3562350" y="5524500"/>
            <a:ext cx="1428750" cy="685800"/>
          </a:xfrm>
          <a:prstGeom prst="roundRect">
            <a:avLst>
              <a:gd name="adj" fmla="val 50000"/>
            </a:avLst>
          </a:prstGeom>
          <a:solidFill>
            <a:srgbClr val="7C93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SOLID</a:t>
            </a:r>
            <a:endParaRPr lang="en-US" sz="2250" dirty="0"/>
          </a:p>
        </p:txBody>
      </p:sp>
      <p:sp>
        <p:nvSpPr>
          <p:cNvPr id="8" name="Text 6"/>
          <p:cNvSpPr/>
          <p:nvPr/>
        </p:nvSpPr>
        <p:spPr>
          <a:xfrm>
            <a:off x="5143500" y="5524500"/>
            <a:ext cx="2857500" cy="685800"/>
          </a:xfrm>
          <a:prstGeom prst="roundRect">
            <a:avLst>
              <a:gd name="adj" fmla="val 50000"/>
            </a:avLst>
          </a:prstGeom>
          <a:solidFill>
            <a:srgbClr val="7C93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Thêm</a:t>
            </a:r>
            <a:r>
              <a:rPr lang="en-US" sz="2250" b="1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bằng</a:t>
            </a:r>
            <a:r>
              <a:rPr lang="en-US" sz="2250" b="1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dữ</a:t>
            </a:r>
            <a:r>
              <a:rPr lang="en-US" sz="2250" b="1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</a:t>
            </a:r>
            <a:endParaRPr lang="en-US" sz="2250" dirty="0"/>
          </a:p>
        </p:txBody>
      </p:sp>
      <p:sp>
        <p:nvSpPr>
          <p:cNvPr id="9" name="Shape 7"/>
          <p:cNvSpPr/>
          <p:nvPr/>
        </p:nvSpPr>
        <p:spPr>
          <a:xfrm>
            <a:off x="914400" y="6572250"/>
            <a:ext cx="7620000" cy="1905000"/>
          </a:xfrm>
          <a:prstGeom prst="roundRect">
            <a:avLst>
              <a:gd name="adj" fmla="val 14000"/>
            </a:avLst>
          </a:prstGeom>
          <a:solidFill>
            <a:srgbClr val="1E212B"/>
          </a:solidFill>
          <a:ln/>
        </p:spPr>
      </p:sp>
      <p:sp>
        <p:nvSpPr>
          <p:cNvPr id="10" name="Text 8"/>
          <p:cNvSpPr/>
          <p:nvPr/>
        </p:nvSpPr>
        <p:spPr>
          <a:xfrm>
            <a:off x="1257300" y="6858000"/>
            <a:ext cx="4762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5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GHI</a:t>
            </a:r>
            <a:r>
              <a:rPr lang="en-US" sz="1800" b="1" spc="227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NHỚ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257300" y="7296150"/>
            <a:ext cx="6953250" cy="1047750"/>
          </a:xfrm>
          <a:prstGeom prst="rect">
            <a:avLst/>
          </a:prstGeom>
          <a:noFill/>
          <a:ln/>
        </p:spPr>
        <p:txBody>
          <a:bodyPr wrap="square" lIns="0" tIns="9700" rIns="0" bIns="-9700" rtlCol="0" anchor="t"/>
          <a:lstStyle/>
          <a:p>
            <a:pPr algn="l" indent="0" marL="0">
              <a:lnSpc>
                <a:spcPts val="3443"/>
              </a:lnSpc>
              <a:buNone/>
            </a:pPr>
            <a:r>
              <a:rPr lang="en-US" sz="2550" dirty="0" spc="-2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except:</a:t>
            </a:r>
            <a:r>
              <a:rPr lang="en-US" sz="2550" dirty="0" spc="-1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trống</a:t>
            </a:r>
            <a:r>
              <a:rPr lang="en-US" sz="2550" dirty="0" spc="-2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trả</a:t>
            </a:r>
            <a:r>
              <a:rPr lang="en-US" sz="25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 cho</a:t>
            </a:r>
            <a:r>
              <a:rPr lang="en-US" sz="2550" dirty="0" spc="1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đầu</a:t>
            </a:r>
            <a:r>
              <a:rPr lang="en-US" sz="2550" dirty="0" spc="-1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vào</a:t>
            </a:r>
            <a:r>
              <a:rPr lang="en-US" sz="2550" dirty="0" spc="-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sai;</a:t>
            </a:r>
            <a:r>
              <a:rPr lang="en-US" sz="2550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bản</a:t>
            </a:r>
            <a:r>
              <a:rPr lang="en-US" sz="25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mới ném</a:t>
            </a:r>
            <a:r>
              <a:rPr lang="en-US" sz="25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lỗi.</a:t>
            </a:r>
            <a:endParaRPr lang="en-US" sz="2550" dirty="0"/>
          </a:p>
        </p:txBody>
      </p:sp>
      <p:sp>
        <p:nvSpPr>
          <p:cNvPr id="12" name="Shape 10"/>
          <p:cNvSpPr/>
          <p:nvPr/>
        </p:nvSpPr>
        <p:spPr>
          <a:xfrm>
            <a:off x="9144000" y="914400"/>
            <a:ext cx="8229600" cy="7848600"/>
          </a:xfrm>
          <a:prstGeom prst="roundRect">
            <a:avLst>
              <a:gd name="adj" fmla="val 3398"/>
            </a:avLst>
          </a:prstGeom>
          <a:solidFill>
            <a:srgbClr val="1E212B"/>
          </a:solidFill>
          <a:ln w="19050">
            <a:solidFill>
              <a:srgbClr val="3A3F52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9486900" y="1257300"/>
            <a:ext cx="7543800" cy="2286000"/>
          </a:xfrm>
          <a:prstGeom prst="roundRect">
            <a:avLst>
              <a:gd name="adj" fmla="val 9167"/>
            </a:avLst>
          </a:prstGeom>
          <a:solidFill>
            <a:srgbClr val="262C4D"/>
          </a:solidFill>
          <a:ln/>
        </p:spPr>
      </p:sp>
      <p:sp>
        <p:nvSpPr>
          <p:cNvPr id="14" name="Text 12"/>
          <p:cNvSpPr/>
          <p:nvPr/>
        </p:nvSpPr>
        <p:spPr>
          <a:xfrm>
            <a:off x="9715500" y="1485900"/>
            <a:ext cx="533400" cy="533400"/>
          </a:xfrm>
          <a:prstGeom prst="roundRect">
            <a:avLst>
              <a:gd name="adj" fmla="val 50000"/>
            </a:avLst>
          </a:prstGeom>
          <a:solidFill>
            <a:srgbClr val="7C93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3</a:t>
            </a:r>
            <a:endParaRPr lang="en-US" sz="2400" dirty="0"/>
          </a:p>
        </p:txBody>
      </p:sp>
      <p:sp>
        <p:nvSpPr>
          <p:cNvPr id="15" name="Text 13"/>
          <p:cNvSpPr/>
          <p:nvPr/>
        </p:nvSpPr>
        <p:spPr>
          <a:xfrm>
            <a:off x="10439400" y="1485900"/>
            <a:ext cx="638175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b="1" dirty="0" spc="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Vững</a:t>
            </a:r>
            <a:r>
              <a:rPr lang="en-US" sz="2700" b="1" dirty="0" spc="-1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vàng</a:t>
            </a:r>
            <a:r>
              <a:rPr lang="en-US" sz="2700" b="1" dirty="0" spc="-1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(robustness)</a:t>
            </a:r>
            <a:endParaRPr lang="en-US" sz="2700" dirty="0"/>
          </a:p>
        </p:txBody>
      </p:sp>
      <p:sp>
        <p:nvSpPr>
          <p:cNvPr id="16" name="Connector line-1792362743343-85814872"/>
          <p:cNvSpPr/>
          <p:nvPr/>
        </p:nvSpPr>
        <p:spPr>
          <a:xfrm>
            <a:off x="11696700" y="2771775"/>
            <a:ext cx="533400" cy="0"/>
          </a:xfrm>
          <a:prstGeom prst="line">
            <a:avLst/>
          </a:prstGeom>
          <a:noFill/>
          <a:ln w="47625">
            <a:solidFill>
              <a:srgbClr val="7C93FF"/>
            </a:solidFill>
            <a:prstDash val="solid"/>
            <a:headEnd type="none"/>
            <a:tailEnd type="triangle"/>
          </a:ln>
        </p:spPr>
      </p:sp>
      <p:sp>
        <p:nvSpPr>
          <p:cNvPr id="17" name="Text 15"/>
          <p:cNvSpPr/>
          <p:nvPr/>
        </p:nvSpPr>
        <p:spPr>
          <a:xfrm>
            <a:off x="12306300" y="2247900"/>
            <a:ext cx="1905000" cy="1047750"/>
          </a:xfrm>
          <a:prstGeom prst="roundRect">
            <a:avLst>
              <a:gd name="adj" fmla="val 16364"/>
            </a:avLst>
          </a:prstGeom>
          <a:solidFill>
            <a:srgbClr val="7C93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calc("2",</a:t>
            </a:r>
            <a:r>
              <a:rPr lang="en-US" sz="2100" b="1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"vip")</a:t>
            </a:r>
            <a:endParaRPr lang="en-US" sz="2100" dirty="0"/>
          </a:p>
        </p:txBody>
      </p:sp>
      <p:sp>
        <p:nvSpPr>
          <p:cNvPr id="18" name="Connector line-1792362743346-367577624"/>
          <p:cNvSpPr/>
          <p:nvPr/>
        </p:nvSpPr>
        <p:spPr>
          <a:xfrm>
            <a:off x="14287500" y="2771775"/>
            <a:ext cx="533400" cy="0"/>
          </a:xfrm>
          <a:prstGeom prst="line">
            <a:avLst/>
          </a:prstGeom>
          <a:noFill/>
          <a:ln w="47625">
            <a:solidFill>
              <a:srgbClr val="7C93FF"/>
            </a:solidFill>
            <a:prstDash val="solid"/>
            <a:headEnd type="none"/>
            <a:tailEnd type="triangle"/>
          </a:ln>
        </p:spPr>
      </p:sp>
      <p:sp>
        <p:nvSpPr>
          <p:cNvPr id="19" name="Text 17"/>
          <p:cNvSpPr/>
          <p:nvPr/>
        </p:nvSpPr>
        <p:spPr>
          <a:xfrm>
            <a:off x="14897100" y="2247900"/>
            <a:ext cx="1905000" cy="1047750"/>
          </a:xfrm>
          <a:prstGeom prst="roundRect">
            <a:avLst>
              <a:gd name="adj" fmla="val 16364"/>
            </a:avLst>
          </a:prstGeom>
          <a:solidFill>
            <a:srgbClr val="14161C"/>
          </a:solidFill>
          <a:ln w="28575">
            <a:solidFill>
              <a:srgbClr val="7C93FF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 spc="-2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ra</a:t>
            </a:r>
            <a:r>
              <a:rPr lang="en-US" sz="2100" b="1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0,</a:t>
            </a:r>
            <a:r>
              <a:rPr lang="en-US" sz="2100" b="1" dirty="0" spc="-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lỗi</a:t>
            </a:r>
            <a:r>
              <a:rPr lang="en-US" sz="2100" b="1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bị</a:t>
            </a:r>
            <a:r>
              <a:rPr lang="en-US" sz="2100" b="1" dirty="0" spc="-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nuốt</a:t>
            </a:r>
            <a:endParaRPr lang="en-US" sz="2100" dirty="0"/>
          </a:p>
        </p:txBody>
      </p:sp>
      <p:sp>
        <p:nvSpPr>
          <p:cNvPr id="20" name="Shape 18"/>
          <p:cNvSpPr/>
          <p:nvPr/>
        </p:nvSpPr>
        <p:spPr>
          <a:xfrm>
            <a:off x="9486900" y="3771900"/>
            <a:ext cx="7543800" cy="4724400"/>
          </a:xfrm>
          <a:prstGeom prst="roundRect">
            <a:avLst>
              <a:gd name="adj" fmla="val 4435"/>
            </a:avLst>
          </a:prstGeom>
          <a:solidFill>
            <a:srgbClr val="262C4D"/>
          </a:solidFill>
          <a:ln/>
        </p:spPr>
      </p:sp>
      <p:sp>
        <p:nvSpPr>
          <p:cNvPr id="21" name="Text 19"/>
          <p:cNvSpPr/>
          <p:nvPr/>
        </p:nvSpPr>
        <p:spPr>
          <a:xfrm>
            <a:off x="9715500" y="4000500"/>
            <a:ext cx="533400" cy="533400"/>
          </a:xfrm>
          <a:prstGeom prst="roundRect">
            <a:avLst>
              <a:gd name="adj" fmla="val 50000"/>
            </a:avLst>
          </a:prstGeom>
          <a:solidFill>
            <a:srgbClr val="7C93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4</a:t>
            </a:r>
            <a:endParaRPr lang="en-US" sz="2400" dirty="0"/>
          </a:p>
        </p:txBody>
      </p:sp>
      <p:sp>
        <p:nvSpPr>
          <p:cNvPr id="22" name="Text 20"/>
          <p:cNvSpPr/>
          <p:nvPr/>
        </p:nvSpPr>
        <p:spPr>
          <a:xfrm>
            <a:off x="10439400" y="4000500"/>
            <a:ext cx="638175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b="1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Theo</a:t>
            </a:r>
            <a:r>
              <a:rPr lang="en-US" sz="2700" b="1" dirty="0" spc="-1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nguyên</a:t>
            </a:r>
            <a:r>
              <a:rPr lang="en-US" sz="2700" b="1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tắc</a:t>
            </a:r>
            <a:r>
              <a:rPr lang="en-US" sz="2700" b="1" dirty="0" spc="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SOLID</a:t>
            </a:r>
            <a:endParaRPr lang="en-US" sz="2700" dirty="0"/>
          </a:p>
        </p:txBody>
      </p:sp>
      <p:sp>
        <p:nvSpPr>
          <p:cNvPr id="23" name="Shape 21"/>
          <p:cNvSpPr/>
          <p:nvPr/>
        </p:nvSpPr>
        <p:spPr>
          <a:xfrm>
            <a:off x="9715500" y="4724400"/>
            <a:ext cx="7086600" cy="628650"/>
          </a:xfrm>
          <a:prstGeom prst="roundRect">
            <a:avLst>
              <a:gd name="adj" fmla="val 24242"/>
            </a:avLst>
          </a:prstGeom>
          <a:solidFill>
            <a:srgbClr val="14161C"/>
          </a:solidFill>
          <a:ln/>
        </p:spPr>
      </p:sp>
      <p:sp>
        <p:nvSpPr>
          <p:cNvPr id="24" name="Text 22"/>
          <p:cNvSpPr/>
          <p:nvPr/>
        </p:nvSpPr>
        <p:spPr>
          <a:xfrm>
            <a:off x="9829800" y="4810125"/>
            <a:ext cx="457200" cy="457200"/>
          </a:xfrm>
          <a:prstGeom prst="roundRect">
            <a:avLst>
              <a:gd name="adj" fmla="val 50000"/>
            </a:avLst>
          </a:prstGeom>
          <a:solidFill>
            <a:srgbClr val="7C93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24" b="1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</a:t>
            </a:r>
            <a:endParaRPr lang="en-US" sz="2124" dirty="0"/>
          </a:p>
        </p:txBody>
      </p:sp>
      <p:sp>
        <p:nvSpPr>
          <p:cNvPr id="25" name="Text 23"/>
          <p:cNvSpPr/>
          <p:nvPr/>
        </p:nvSpPr>
        <p:spPr>
          <a:xfrm>
            <a:off x="10477500" y="4724400"/>
            <a:ext cx="3238500" cy="6286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50" b="1" dirty="0" spc="-2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Trách</a:t>
            </a:r>
            <a:r>
              <a:rPr lang="en-US" sz="2250" b="1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nhiệm</a:t>
            </a:r>
            <a:r>
              <a:rPr lang="en-US" sz="2250" b="1" dirty="0" spc="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đơn</a:t>
            </a:r>
            <a:endParaRPr lang="en-US" sz="2250" dirty="0"/>
          </a:p>
        </p:txBody>
      </p:sp>
      <p:sp>
        <p:nvSpPr>
          <p:cNvPr id="26" name="Text 24"/>
          <p:cNvSpPr/>
          <p:nvPr/>
        </p:nvSpPr>
        <p:spPr>
          <a:xfrm>
            <a:off x="13754100" y="4724400"/>
            <a:ext cx="3009900" cy="6286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Single</a:t>
            </a:r>
            <a:r>
              <a:rPr lang="en-US" sz="1800" dirty="0" spc="-8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Responsibility</a:t>
            </a:r>
            <a:endParaRPr lang="en-US" sz="1800" dirty="0"/>
          </a:p>
        </p:txBody>
      </p:sp>
      <p:sp>
        <p:nvSpPr>
          <p:cNvPr id="27" name="Shape 25"/>
          <p:cNvSpPr/>
          <p:nvPr/>
        </p:nvSpPr>
        <p:spPr>
          <a:xfrm>
            <a:off x="9715500" y="5448300"/>
            <a:ext cx="7086600" cy="628650"/>
          </a:xfrm>
          <a:prstGeom prst="roundRect">
            <a:avLst>
              <a:gd name="adj" fmla="val 24242"/>
            </a:avLst>
          </a:prstGeom>
          <a:solidFill>
            <a:srgbClr val="14161C"/>
          </a:solidFill>
          <a:ln/>
        </p:spPr>
      </p:sp>
      <p:sp>
        <p:nvSpPr>
          <p:cNvPr id="28" name="Text 26"/>
          <p:cNvSpPr/>
          <p:nvPr/>
        </p:nvSpPr>
        <p:spPr>
          <a:xfrm>
            <a:off x="9829800" y="5534025"/>
            <a:ext cx="457200" cy="457200"/>
          </a:xfrm>
          <a:prstGeom prst="roundRect">
            <a:avLst>
              <a:gd name="adj" fmla="val 50000"/>
            </a:avLst>
          </a:prstGeom>
          <a:solidFill>
            <a:srgbClr val="7C93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24" b="1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O</a:t>
            </a:r>
            <a:endParaRPr lang="en-US" sz="2124" dirty="0"/>
          </a:p>
        </p:txBody>
      </p:sp>
      <p:sp>
        <p:nvSpPr>
          <p:cNvPr id="29" name="Text 27"/>
          <p:cNvSpPr/>
          <p:nvPr/>
        </p:nvSpPr>
        <p:spPr>
          <a:xfrm>
            <a:off x="10477500" y="5448300"/>
            <a:ext cx="3238500" cy="6286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50" b="1" dirty="0" spc="-1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Mở/đóng</a:t>
            </a:r>
            <a:endParaRPr lang="en-US" sz="2250" dirty="0"/>
          </a:p>
        </p:txBody>
      </p:sp>
      <p:sp>
        <p:nvSpPr>
          <p:cNvPr id="30" name="Text 28"/>
          <p:cNvSpPr/>
          <p:nvPr/>
        </p:nvSpPr>
        <p:spPr>
          <a:xfrm>
            <a:off x="13754100" y="5448300"/>
            <a:ext cx="3009900" cy="6286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 spc="-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Open/Closed</a:t>
            </a:r>
            <a:endParaRPr lang="en-US" sz="1800" dirty="0"/>
          </a:p>
        </p:txBody>
      </p:sp>
      <p:sp>
        <p:nvSpPr>
          <p:cNvPr id="31" name="Shape 29"/>
          <p:cNvSpPr/>
          <p:nvPr/>
        </p:nvSpPr>
        <p:spPr>
          <a:xfrm>
            <a:off x="9715500" y="6172200"/>
            <a:ext cx="7086600" cy="628650"/>
          </a:xfrm>
          <a:prstGeom prst="roundRect">
            <a:avLst>
              <a:gd name="adj" fmla="val 24242"/>
            </a:avLst>
          </a:prstGeom>
          <a:solidFill>
            <a:srgbClr val="14161C"/>
          </a:solidFill>
          <a:ln/>
        </p:spPr>
      </p:sp>
      <p:sp>
        <p:nvSpPr>
          <p:cNvPr id="32" name="Text 30"/>
          <p:cNvSpPr/>
          <p:nvPr/>
        </p:nvSpPr>
        <p:spPr>
          <a:xfrm>
            <a:off x="9829800" y="6257925"/>
            <a:ext cx="457200" cy="457200"/>
          </a:xfrm>
          <a:prstGeom prst="roundRect">
            <a:avLst>
              <a:gd name="adj" fmla="val 50000"/>
            </a:avLst>
          </a:prstGeom>
          <a:solidFill>
            <a:srgbClr val="7C93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24" b="1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L</a:t>
            </a:r>
            <a:endParaRPr lang="en-US" sz="2124" dirty="0"/>
          </a:p>
        </p:txBody>
      </p:sp>
      <p:sp>
        <p:nvSpPr>
          <p:cNvPr id="33" name="Text 31"/>
          <p:cNvSpPr/>
          <p:nvPr/>
        </p:nvSpPr>
        <p:spPr>
          <a:xfrm>
            <a:off x="10477500" y="6172200"/>
            <a:ext cx="3238500" cy="6286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50" b="1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Thay</a:t>
            </a:r>
            <a:r>
              <a:rPr lang="en-US" sz="2250" b="1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thế</a:t>
            </a:r>
            <a:r>
              <a:rPr lang="en-US" sz="2250" b="1" dirty="0" spc="-2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Liskov</a:t>
            </a:r>
            <a:endParaRPr lang="en-US" sz="2250" dirty="0"/>
          </a:p>
        </p:txBody>
      </p:sp>
      <p:sp>
        <p:nvSpPr>
          <p:cNvPr id="34" name="Text 32"/>
          <p:cNvSpPr/>
          <p:nvPr/>
        </p:nvSpPr>
        <p:spPr>
          <a:xfrm>
            <a:off x="13754100" y="6172200"/>
            <a:ext cx="3009900" cy="6286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 spc="-19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Liskov</a:t>
            </a:r>
            <a:r>
              <a:rPr lang="en-US" sz="1800" dirty="0" spc="-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Substitution</a:t>
            </a:r>
            <a:endParaRPr lang="en-US" sz="1800" dirty="0"/>
          </a:p>
        </p:txBody>
      </p:sp>
      <p:sp>
        <p:nvSpPr>
          <p:cNvPr id="35" name="Shape 33"/>
          <p:cNvSpPr/>
          <p:nvPr/>
        </p:nvSpPr>
        <p:spPr>
          <a:xfrm>
            <a:off x="9715500" y="6896100"/>
            <a:ext cx="7086600" cy="628650"/>
          </a:xfrm>
          <a:prstGeom prst="roundRect">
            <a:avLst>
              <a:gd name="adj" fmla="val 24242"/>
            </a:avLst>
          </a:prstGeom>
          <a:solidFill>
            <a:srgbClr val="14161C"/>
          </a:solidFill>
          <a:ln/>
        </p:spPr>
      </p:sp>
      <p:sp>
        <p:nvSpPr>
          <p:cNvPr id="36" name="Text 34"/>
          <p:cNvSpPr/>
          <p:nvPr/>
        </p:nvSpPr>
        <p:spPr>
          <a:xfrm>
            <a:off x="9829800" y="6981825"/>
            <a:ext cx="457200" cy="457200"/>
          </a:xfrm>
          <a:prstGeom prst="roundRect">
            <a:avLst>
              <a:gd name="adj" fmla="val 50000"/>
            </a:avLst>
          </a:prstGeom>
          <a:solidFill>
            <a:srgbClr val="7C93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24" b="1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I</a:t>
            </a:r>
            <a:endParaRPr lang="en-US" sz="2124" dirty="0"/>
          </a:p>
        </p:txBody>
      </p:sp>
      <p:sp>
        <p:nvSpPr>
          <p:cNvPr id="37" name="Text 35"/>
          <p:cNvSpPr/>
          <p:nvPr/>
        </p:nvSpPr>
        <p:spPr>
          <a:xfrm>
            <a:off x="10477500" y="6896100"/>
            <a:ext cx="3238500" cy="6286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50" b="1" dirty="0" spc="-4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Tách</a:t>
            </a:r>
            <a:r>
              <a:rPr lang="en-US" sz="2250" b="1" dirty="0" spc="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giao</a:t>
            </a:r>
            <a:r>
              <a:rPr lang="en-US" sz="2250" b="1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diện</a:t>
            </a:r>
            <a:endParaRPr lang="en-US" sz="2250" dirty="0"/>
          </a:p>
        </p:txBody>
      </p:sp>
      <p:sp>
        <p:nvSpPr>
          <p:cNvPr id="38" name="Text 36"/>
          <p:cNvSpPr/>
          <p:nvPr/>
        </p:nvSpPr>
        <p:spPr>
          <a:xfrm>
            <a:off x="13754100" y="6896100"/>
            <a:ext cx="3009900" cy="6286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 spc="-1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Interface</a:t>
            </a:r>
            <a:r>
              <a:rPr lang="en-US" sz="1800" dirty="0" spc="-1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Segregation</a:t>
            </a:r>
            <a:endParaRPr lang="en-US" sz="1800" dirty="0"/>
          </a:p>
        </p:txBody>
      </p:sp>
      <p:sp>
        <p:nvSpPr>
          <p:cNvPr id="39" name="Shape 37"/>
          <p:cNvSpPr/>
          <p:nvPr/>
        </p:nvSpPr>
        <p:spPr>
          <a:xfrm>
            <a:off x="9715500" y="7620000"/>
            <a:ext cx="7086600" cy="628650"/>
          </a:xfrm>
          <a:prstGeom prst="roundRect">
            <a:avLst>
              <a:gd name="adj" fmla="val 24242"/>
            </a:avLst>
          </a:prstGeom>
          <a:solidFill>
            <a:srgbClr val="14161C"/>
          </a:solidFill>
          <a:ln/>
        </p:spPr>
      </p:sp>
      <p:sp>
        <p:nvSpPr>
          <p:cNvPr id="40" name="Text 38"/>
          <p:cNvSpPr/>
          <p:nvPr/>
        </p:nvSpPr>
        <p:spPr>
          <a:xfrm>
            <a:off x="9829800" y="7705725"/>
            <a:ext cx="457200" cy="457200"/>
          </a:xfrm>
          <a:prstGeom prst="roundRect">
            <a:avLst>
              <a:gd name="adj" fmla="val 50000"/>
            </a:avLst>
          </a:prstGeom>
          <a:solidFill>
            <a:srgbClr val="7C93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24" b="1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</a:t>
            </a:r>
            <a:endParaRPr lang="en-US" sz="2124" dirty="0"/>
          </a:p>
        </p:txBody>
      </p:sp>
      <p:sp>
        <p:nvSpPr>
          <p:cNvPr id="41" name="Text 39"/>
          <p:cNvSpPr/>
          <p:nvPr/>
        </p:nvSpPr>
        <p:spPr>
          <a:xfrm>
            <a:off x="10477500" y="7620000"/>
            <a:ext cx="3238500" cy="6286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50" b="1" dirty="0" spc="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Đảo</a:t>
            </a:r>
            <a:r>
              <a:rPr lang="en-US" sz="2250" b="1" dirty="0" spc="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ngược</a:t>
            </a:r>
            <a:r>
              <a:rPr lang="en-US" sz="2250" b="1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phụ thuộc</a:t>
            </a:r>
            <a:endParaRPr lang="en-US" sz="2250" dirty="0"/>
          </a:p>
        </p:txBody>
      </p:sp>
      <p:sp>
        <p:nvSpPr>
          <p:cNvPr id="42" name="Text 40"/>
          <p:cNvSpPr/>
          <p:nvPr/>
        </p:nvSpPr>
        <p:spPr>
          <a:xfrm>
            <a:off x="13754100" y="7620000"/>
            <a:ext cx="3009900" cy="6286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 spc="-7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Dependency</a:t>
            </a:r>
            <a:r>
              <a:rPr lang="en-US" sz="1800" dirty="0" spc="-6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Inversion</a:t>
            </a:r>
            <a:endParaRPr lang="en-US" sz="1800" dirty="0"/>
          </a:p>
        </p:txBody>
      </p:sp>
      <p:sp>
        <p:nvSpPr>
          <p:cNvPr id="43" name="Shape 41"/>
          <p:cNvSpPr/>
          <p:nvPr/>
        </p:nvSpPr>
        <p:spPr>
          <a:xfrm>
            <a:off x="9810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13239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16668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2009775" y="9439275"/>
            <a:ext cx="133350" cy="13335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23526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26955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30384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33813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>
            <a:off x="37242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52" name="Shape 50"/>
          <p:cNvSpPr/>
          <p:nvPr/>
        </p:nvSpPr>
        <p:spPr>
          <a:xfrm>
            <a:off x="40671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914400" y="9696450"/>
            <a:ext cx="7620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28 ·</a:t>
            </a:r>
            <a:r>
              <a:rPr lang="en-US" sz="165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04/10</a:t>
            </a:r>
            <a:endParaRPr lang="en-US" sz="1650" dirty="0"/>
          </a:p>
        </p:txBody>
      </p:sp>
      <p:sp>
        <p:nvSpPr>
          <p:cNvPr id="54" name="Text 52"/>
          <p:cNvSpPr/>
          <p:nvPr/>
        </p:nvSpPr>
        <p:spPr>
          <a:xfrm>
            <a:off x="9715500" y="2247900"/>
            <a:ext cx="1905000" cy="1047750"/>
          </a:xfrm>
          <a:prstGeom prst="roundRect">
            <a:avLst>
              <a:gd name="adj" fmla="val 16364"/>
            </a:avLst>
          </a:prstGeom>
          <a:solidFill>
            <a:srgbClr val="14161C"/>
          </a:solidFill>
          <a:ln w="19050">
            <a:solidFill>
              <a:srgbClr val="3A3F52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 spc="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Đầu</a:t>
            </a:r>
            <a:r>
              <a:rPr lang="en-US" sz="2100" b="1" dirty="0" spc="-1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vào</a:t>
            </a:r>
            <a:endParaRPr lang="en-US" sz="2100" dirty="0"/>
          </a:p>
          <a:p>
            <a:pPr algn="ctr" indent="0" marL="0">
              <a:buNone/>
            </a:pPr>
            <a:r>
              <a:rPr lang="en-US" sz="2100" b="1" dirty="0" spc="-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bất</a:t>
            </a:r>
            <a:r>
              <a:rPr lang="en-US" sz="2100" b="1" dirty="0" spc="-1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ngờ</a:t>
            </a:r>
            <a:endParaRPr lang="en-US" sz="2100" dirty="0"/>
          </a:p>
        </p:txBody>
      </p:sp>
      <p:sp>
        <p:nvSpPr>
          <p:cNvPr id="55" name="Shape 53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56" name="Moda image moda-export-watermark-a01c4a06-57bc-4691-b2ca-445af344b58a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14400"/>
            <a:ext cx="7810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25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DỄ</a:t>
            </a:r>
            <a:r>
              <a:rPr lang="en-US" sz="1950" b="1" spc="223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KIỂM</a:t>
            </a:r>
            <a:r>
              <a:rPr lang="en-US" sz="1950" b="1" spc="226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THỬ</a:t>
            </a:r>
            <a:r>
              <a:rPr lang="en-US" sz="1950" b="1" spc="175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950" b="1" spc="224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DỄ</a:t>
            </a:r>
            <a:r>
              <a:rPr lang="en-US" sz="1950" b="1" spc="227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ĐỔI</a:t>
            </a:r>
            <a:r>
              <a:rPr lang="en-US" sz="1950" b="1" spc="221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950" b="1" spc="228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NGUYÊN</a:t>
            </a:r>
            <a:r>
              <a:rPr lang="en-US" sz="1950" b="1" spc="159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TẮC</a:t>
            </a:r>
            <a:r>
              <a:rPr lang="en-US" sz="1950" b="1" spc="227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5</a:t>
            </a:r>
            <a:r>
              <a:rPr lang="en-US" sz="1950" b="1" spc="174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950" b="1" spc="226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6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8191500" cy="2476500"/>
          </a:xfrm>
          <a:prstGeom prst="rect">
            <a:avLst/>
          </a:prstGeom>
          <a:noFill/>
          <a:ln/>
        </p:spPr>
        <p:txBody>
          <a:bodyPr wrap="square" lIns="0" tIns="57150" rIns="0" bIns="-57150" rtlCol="0" anchor="t"/>
          <a:lstStyle/>
          <a:p>
            <a:pPr algn="l" indent="0" marL="0">
              <a:lnSpc>
                <a:spcPts val="8100"/>
              </a:lnSpc>
              <a:buNone/>
            </a:pPr>
            <a:r>
              <a:rPr lang="en-US" sz="7500" dirty="0" spc="5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Kiểm</a:t>
            </a:r>
            <a:r>
              <a:rPr lang="en-US" sz="75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thử</a:t>
            </a:r>
            <a:r>
              <a:rPr lang="en-US" sz="7500" dirty="0" spc="-8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và</a:t>
            </a:r>
            <a:endParaRPr lang="en-US" sz="7500" dirty="0"/>
          </a:p>
          <a:p>
            <a:pPr algn="l" indent="0" marL="0">
              <a:lnSpc>
                <a:spcPts val="8100"/>
              </a:lnSpc>
              <a:buNone/>
            </a:pPr>
            <a:r>
              <a:rPr lang="en-US" sz="7500" dirty="0" spc="9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trừu</a:t>
            </a:r>
            <a:r>
              <a:rPr lang="en-US" sz="7500" dirty="0" spc="-78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tượng</a:t>
            </a:r>
            <a:endParaRPr lang="en-US" sz="7500" dirty="0"/>
          </a:p>
        </p:txBody>
      </p:sp>
      <p:sp>
        <p:nvSpPr>
          <p:cNvPr id="4" name="Text 2"/>
          <p:cNvSpPr/>
          <p:nvPr/>
        </p:nvSpPr>
        <p:spPr>
          <a:xfrm>
            <a:off x="914400" y="3733800"/>
            <a:ext cx="800100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300" b="1" dirty="0" spc="3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Dễ</a:t>
            </a:r>
            <a:r>
              <a:rPr lang="en-US" sz="3300" b="1" dirty="0" spc="-5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kiểm</a:t>
            </a:r>
            <a:r>
              <a:rPr lang="en-US" sz="3300" b="1" dirty="0" spc="-3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thử,</a:t>
            </a:r>
            <a:r>
              <a:rPr lang="en-US" sz="3300" b="1" dirty="0" spc="35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trừu</a:t>
            </a:r>
            <a:r>
              <a:rPr lang="en-US" sz="3300" b="1" dirty="0" spc="6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tượng</a:t>
            </a:r>
            <a:r>
              <a:rPr lang="en-US" sz="3300" b="1" dirty="0" spc="14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vừa</a:t>
            </a:r>
            <a:r>
              <a:rPr lang="en-US" sz="3300" b="1" dirty="0" spc="-6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phải</a:t>
            </a:r>
            <a:endParaRPr lang="en-US" sz="3300" dirty="0"/>
          </a:p>
        </p:txBody>
      </p:sp>
      <p:sp>
        <p:nvSpPr>
          <p:cNvPr id="5" name="Text 3"/>
          <p:cNvSpPr/>
          <p:nvPr/>
        </p:nvSpPr>
        <p:spPr>
          <a:xfrm>
            <a:off x="914400" y="4438650"/>
            <a:ext cx="7810500" cy="952500"/>
          </a:xfrm>
          <a:prstGeom prst="rect">
            <a:avLst/>
          </a:prstGeom>
          <a:noFill/>
          <a:ln/>
        </p:spPr>
        <p:txBody>
          <a:bodyPr wrap="square" lIns="0" tIns="5667" rIns="0" bIns="-5667" rtlCol="0" anchor="t"/>
          <a:lstStyle/>
          <a:p>
            <a:pPr algn="l" indent="0" marL="0">
              <a:lnSpc>
                <a:spcPts val="3570"/>
              </a:lnSpc>
              <a:buNone/>
            </a:pP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Hàm</a:t>
            </a:r>
            <a:r>
              <a:rPr lang="en-US" sz="2550" dirty="0" spc="-1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gọn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</a:t>
            </a:r>
            <a:r>
              <a:rPr lang="en-US" sz="2550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ba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ca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minh</a:t>
            </a:r>
            <a:r>
              <a:rPr lang="en-US" sz="2550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họa;</a:t>
            </a:r>
            <a:r>
              <a:rPr lang="en-US" sz="25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bảng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giảm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giá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nằm</a:t>
            </a:r>
            <a:r>
              <a:rPr lang="en-US" sz="2550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sau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hàm.</a:t>
            </a:r>
            <a:endParaRPr lang="en-US" sz="2550" dirty="0"/>
          </a:p>
        </p:txBody>
      </p:sp>
      <p:sp>
        <p:nvSpPr>
          <p:cNvPr id="6" name="Text 4"/>
          <p:cNvSpPr/>
          <p:nvPr/>
        </p:nvSpPr>
        <p:spPr>
          <a:xfrm>
            <a:off x="914400" y="5524500"/>
            <a:ext cx="2286000" cy="685800"/>
          </a:xfrm>
          <a:prstGeom prst="roundRect">
            <a:avLst>
              <a:gd name="adj" fmla="val 50000"/>
            </a:avLst>
          </a:prstGeom>
          <a:solidFill>
            <a:srgbClr val="0F766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Dễ</a:t>
            </a:r>
            <a:r>
              <a:rPr lang="en-US" sz="2250" b="1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kiểm</a:t>
            </a:r>
            <a:r>
              <a:rPr lang="en-US" sz="2250" b="1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thử</a:t>
            </a:r>
            <a:endParaRPr lang="en-US" sz="2250" dirty="0"/>
          </a:p>
        </p:txBody>
      </p:sp>
      <p:sp>
        <p:nvSpPr>
          <p:cNvPr id="7" name="Text 5"/>
          <p:cNvSpPr/>
          <p:nvPr/>
        </p:nvSpPr>
        <p:spPr>
          <a:xfrm>
            <a:off x="3352800" y="5524500"/>
            <a:ext cx="2495550" cy="685800"/>
          </a:xfrm>
          <a:prstGeom prst="roundRect">
            <a:avLst>
              <a:gd name="adj" fmla="val 50000"/>
            </a:avLst>
          </a:prstGeom>
          <a:solidFill>
            <a:srgbClr val="0F766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3</a:t>
            </a:r>
            <a:r>
              <a:rPr lang="en-US" sz="2250" b="1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ca kiểm</a:t>
            </a:r>
            <a:r>
              <a:rPr lang="en-US" sz="2250" b="1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thử</a:t>
            </a:r>
            <a:endParaRPr lang="en-US" sz="2250" dirty="0"/>
          </a:p>
        </p:txBody>
      </p:sp>
      <p:sp>
        <p:nvSpPr>
          <p:cNvPr id="8" name="Text 6"/>
          <p:cNvSpPr/>
          <p:nvPr/>
        </p:nvSpPr>
        <p:spPr>
          <a:xfrm>
            <a:off x="6000750" y="5524500"/>
            <a:ext cx="1866900" cy="685800"/>
          </a:xfrm>
          <a:prstGeom prst="roundRect">
            <a:avLst>
              <a:gd name="adj" fmla="val 50000"/>
            </a:avLst>
          </a:prstGeom>
          <a:solidFill>
            <a:srgbClr val="0F766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Hàm,</a:t>
            </a:r>
            <a:r>
              <a:rPr lang="en-US" sz="2250" b="1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bảng</a:t>
            </a:r>
            <a:endParaRPr lang="en-US" sz="2250" dirty="0"/>
          </a:p>
        </p:txBody>
      </p:sp>
      <p:sp>
        <p:nvSpPr>
          <p:cNvPr id="9" name="Shape 7"/>
          <p:cNvSpPr/>
          <p:nvPr/>
        </p:nvSpPr>
        <p:spPr>
          <a:xfrm>
            <a:off x="914400" y="6572250"/>
            <a:ext cx="7620000" cy="1905000"/>
          </a:xfrm>
          <a:prstGeom prst="roundRect">
            <a:avLst>
              <a:gd name="adj" fmla="val 14000"/>
            </a:avLst>
          </a:prstGeom>
          <a:solidFill>
            <a:srgbClr val="CFE8E2"/>
          </a:solidFill>
          <a:ln/>
        </p:spPr>
      </p:sp>
      <p:sp>
        <p:nvSpPr>
          <p:cNvPr id="10" name="Text 8"/>
          <p:cNvSpPr/>
          <p:nvPr/>
        </p:nvSpPr>
        <p:spPr>
          <a:xfrm>
            <a:off x="1257300" y="6858000"/>
            <a:ext cx="4762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5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GHI</a:t>
            </a:r>
            <a:r>
              <a:rPr lang="en-US" sz="1800" b="1" spc="227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NHỚ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257300" y="7296150"/>
            <a:ext cx="6953250" cy="1047750"/>
          </a:xfrm>
          <a:prstGeom prst="rect">
            <a:avLst/>
          </a:prstGeom>
          <a:noFill/>
          <a:ln/>
        </p:spPr>
        <p:txBody>
          <a:bodyPr wrap="square" lIns="0" tIns="9700" rIns="0" bIns="-9700" rtlCol="0" anchor="t"/>
          <a:lstStyle/>
          <a:p>
            <a:pPr algn="l" indent="0" marL="0">
              <a:lnSpc>
                <a:spcPts val="3443"/>
              </a:lnSpc>
              <a:buNone/>
            </a:pP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Hàm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chỉ</a:t>
            </a:r>
            <a:r>
              <a:rPr lang="en-US" sz="2550" dirty="0" spc="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đọc</a:t>
            </a:r>
            <a:r>
              <a:rPr lang="en-US" sz="2550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25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bảng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hằng, nên dễ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kiểm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thử.</a:t>
            </a:r>
            <a:r>
              <a:rPr lang="en-US" sz="255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Ba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ca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chỉ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ví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dụ.</a:t>
            </a:r>
            <a:endParaRPr lang="en-US" sz="2550" dirty="0"/>
          </a:p>
        </p:txBody>
      </p:sp>
      <p:sp>
        <p:nvSpPr>
          <p:cNvPr id="12" name="Shape 10"/>
          <p:cNvSpPr/>
          <p:nvPr/>
        </p:nvSpPr>
        <p:spPr>
          <a:xfrm>
            <a:off x="9144000" y="914400"/>
            <a:ext cx="8229600" cy="7848600"/>
          </a:xfrm>
          <a:prstGeom prst="roundRect">
            <a:avLst>
              <a:gd name="adj" fmla="val 3398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9486900" y="1257300"/>
            <a:ext cx="7543800" cy="3276600"/>
          </a:xfrm>
          <a:prstGeom prst="roundRect">
            <a:avLst>
              <a:gd name="adj" fmla="val 6395"/>
            </a:avLst>
          </a:prstGeom>
          <a:solidFill>
            <a:srgbClr val="CFE8E2"/>
          </a:solidFill>
          <a:ln/>
        </p:spPr>
      </p:sp>
      <p:sp>
        <p:nvSpPr>
          <p:cNvPr id="14" name="Text 12"/>
          <p:cNvSpPr/>
          <p:nvPr/>
        </p:nvSpPr>
        <p:spPr>
          <a:xfrm>
            <a:off x="9715500" y="1485900"/>
            <a:ext cx="533400" cy="533400"/>
          </a:xfrm>
          <a:prstGeom prst="roundRect">
            <a:avLst>
              <a:gd name="adj" fmla="val 50000"/>
            </a:avLst>
          </a:prstGeom>
          <a:solidFill>
            <a:srgbClr val="0F766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5</a:t>
            </a:r>
            <a:endParaRPr lang="en-US" sz="2400" dirty="0"/>
          </a:p>
        </p:txBody>
      </p:sp>
      <p:sp>
        <p:nvSpPr>
          <p:cNvPr id="15" name="Text 13"/>
          <p:cNvSpPr/>
          <p:nvPr/>
        </p:nvSpPr>
        <p:spPr>
          <a:xfrm>
            <a:off x="10439400" y="1485900"/>
            <a:ext cx="638175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b="1" dirty="0" spc="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Dễ</a:t>
            </a:r>
            <a:r>
              <a:rPr lang="en-US" sz="2700" b="1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kiểm</a:t>
            </a:r>
            <a:r>
              <a:rPr lang="en-US" sz="2700" b="1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thử</a:t>
            </a:r>
            <a:endParaRPr lang="en-US" sz="2700" dirty="0"/>
          </a:p>
        </p:txBody>
      </p:sp>
      <p:sp>
        <p:nvSpPr>
          <p:cNvPr id="16" name="Shape 14"/>
          <p:cNvSpPr/>
          <p:nvPr/>
        </p:nvSpPr>
        <p:spPr>
          <a:xfrm>
            <a:off x="9715500" y="2247900"/>
            <a:ext cx="2057400" cy="952500"/>
          </a:xfrm>
          <a:prstGeom prst="roundRect">
            <a:avLst>
              <a:gd name="adj" fmla="val 18000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9715500" y="2247900"/>
            <a:ext cx="2057400" cy="952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Nhận</a:t>
            </a:r>
            <a:r>
              <a:rPr lang="en-US" sz="2100" b="1" dirty="0" spc="-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vào,</a:t>
            </a:r>
            <a:endParaRPr lang="en-US" sz="2100" dirty="0"/>
          </a:p>
          <a:p>
            <a:pPr algn="ctr" indent="0" marL="0">
              <a:buNone/>
            </a:pPr>
            <a:r>
              <a:rPr lang="en-US" sz="2100" b="1" dirty="0" spc="-1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trả</a:t>
            </a:r>
            <a:r>
              <a:rPr lang="en-US" sz="2100" b="1" dirty="0" spc="-1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ra</a:t>
            </a:r>
            <a:endParaRPr lang="en-US" sz="2100" dirty="0"/>
          </a:p>
        </p:txBody>
      </p:sp>
      <p:sp>
        <p:nvSpPr>
          <p:cNvPr id="18" name="Connector line-1792362861851-78496708"/>
          <p:cNvSpPr/>
          <p:nvPr/>
        </p:nvSpPr>
        <p:spPr>
          <a:xfrm>
            <a:off x="11830050" y="2724150"/>
            <a:ext cx="342900" cy="0"/>
          </a:xfrm>
          <a:prstGeom prst="line">
            <a:avLst/>
          </a:prstGeom>
          <a:noFill/>
          <a:ln w="47625">
            <a:solidFill>
              <a:srgbClr val="0F766E"/>
            </a:solidFill>
            <a:prstDash val="solid"/>
            <a:headEnd type="none"/>
            <a:tailEnd type="triangle"/>
          </a:ln>
        </p:spPr>
      </p:sp>
      <p:sp>
        <p:nvSpPr>
          <p:cNvPr id="19" name="Shape 17"/>
          <p:cNvSpPr/>
          <p:nvPr/>
        </p:nvSpPr>
        <p:spPr>
          <a:xfrm>
            <a:off x="12230100" y="2247900"/>
            <a:ext cx="2057400" cy="952500"/>
          </a:xfrm>
          <a:prstGeom prst="roundRect">
            <a:avLst>
              <a:gd name="adj" fmla="val 18000"/>
            </a:avLst>
          </a:prstGeom>
          <a:solidFill>
            <a:srgbClr val="0F766E"/>
          </a:solidFill>
          <a:ln/>
        </p:spPr>
      </p:sp>
      <p:sp>
        <p:nvSpPr>
          <p:cNvPr id="20" name="Text 18"/>
          <p:cNvSpPr/>
          <p:nvPr/>
        </p:nvSpPr>
        <p:spPr>
          <a:xfrm>
            <a:off x="12230100" y="2247900"/>
            <a:ext cx="2057400" cy="952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Ba</a:t>
            </a:r>
            <a:r>
              <a:rPr lang="en-US" sz="2100" b="1" dirty="0" spc="-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ca</a:t>
            </a:r>
            <a:endParaRPr lang="en-US" sz="2100" dirty="0"/>
          </a:p>
          <a:p>
            <a:pPr algn="ctr" indent="0" marL="0">
              <a:buNone/>
            </a:pPr>
            <a:r>
              <a:rPr lang="en-US" sz="2100" b="1" dirty="0" spc="-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unittest</a:t>
            </a:r>
            <a:endParaRPr lang="en-US" sz="2100" dirty="0"/>
          </a:p>
        </p:txBody>
      </p:sp>
      <p:sp>
        <p:nvSpPr>
          <p:cNvPr id="21" name="Connector line-1792362861857-395601106"/>
          <p:cNvSpPr/>
          <p:nvPr/>
        </p:nvSpPr>
        <p:spPr>
          <a:xfrm>
            <a:off x="14344650" y="2724150"/>
            <a:ext cx="342900" cy="0"/>
          </a:xfrm>
          <a:prstGeom prst="line">
            <a:avLst/>
          </a:prstGeom>
          <a:noFill/>
          <a:ln w="47625">
            <a:solidFill>
              <a:srgbClr val="0F766E"/>
            </a:solidFill>
            <a:prstDash val="solid"/>
            <a:headEnd type="none"/>
            <a:tailEnd type="triangle"/>
          </a:ln>
        </p:spPr>
      </p:sp>
      <p:sp>
        <p:nvSpPr>
          <p:cNvPr id="22" name="Shape 20"/>
          <p:cNvSpPr/>
          <p:nvPr/>
        </p:nvSpPr>
        <p:spPr>
          <a:xfrm>
            <a:off x="14744700" y="2247900"/>
            <a:ext cx="2057400" cy="952500"/>
          </a:xfrm>
          <a:prstGeom prst="roundRect">
            <a:avLst>
              <a:gd name="adj" fmla="val 18000"/>
            </a:avLst>
          </a:prstGeom>
          <a:solidFill>
            <a:srgbClr val="FBF8F2"/>
          </a:solidFill>
          <a:ln w="28575">
            <a:solidFill>
              <a:srgbClr val="0F766E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14744700" y="2247900"/>
            <a:ext cx="2057400" cy="952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 spc="-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Đạt</a:t>
            </a:r>
            <a:r>
              <a:rPr lang="en-US" sz="2100" b="1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cả</a:t>
            </a:r>
            <a:endParaRPr lang="en-US" sz="2100" dirty="0"/>
          </a:p>
          <a:p>
            <a:pPr algn="ctr" indent="0" marL="0">
              <a:buNone/>
            </a:pPr>
            <a:r>
              <a:rPr lang="en-US" sz="2100" b="1" dirty="0" spc="-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ba</a:t>
            </a:r>
            <a:r>
              <a:rPr lang="en-US" sz="2100" b="1" dirty="0" spc="-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ca</a:t>
            </a:r>
            <a:endParaRPr lang="en-US" sz="2100" dirty="0"/>
          </a:p>
        </p:txBody>
      </p:sp>
      <p:sp>
        <p:nvSpPr>
          <p:cNvPr id="24" name="Text richtext-1792362861862-279581244"/>
          <p:cNvSpPr/>
          <p:nvPr/>
        </p:nvSpPr>
        <p:spPr>
          <a:xfrm>
            <a:off x="9715500" y="3429000"/>
            <a:ext cx="7086600" cy="952500"/>
          </a:xfrm>
          <a:prstGeom prst="rect">
            <a:avLst/>
          </a:prstGeom>
          <a:noFill/>
          <a:ln/>
        </p:spPr>
        <p:txBody>
          <a:bodyPr wrap="square" lIns="0" tIns="9077" rIns="0" bIns="-9077" rtlCol="0" anchor="t"/>
          <a:lstStyle/>
          <a:p>
            <a:pPr algn="l" marL="304800" indent="-216604">
              <a:lnSpc>
                <a:spcPts val="3223"/>
              </a:lnSpc>
              <a:spcAft>
                <a:spcPts val="1050"/>
              </a:spcAft>
              <a:buSzPct val="100000"/>
              <a:buFont typeface="Arial"/>
              <a:buChar char="•"/>
            </a:pPr>
            <a:r>
              <a:rPr lang="en-US" sz="2387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Bản</a:t>
            </a:r>
            <a:r>
              <a:rPr lang="en-US" sz="2387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cũ:</a:t>
            </a:r>
            <a:r>
              <a:rPr lang="en-US" sz="2387" dirty="0" spc="-3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kết</a:t>
            </a:r>
            <a:r>
              <a:rPr lang="en-US" sz="2387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quả</a:t>
            </a:r>
            <a:r>
              <a:rPr lang="en-US" sz="2387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nằm</a:t>
            </a:r>
            <a:r>
              <a:rPr lang="en-US" sz="2387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ở</a:t>
            </a:r>
            <a:r>
              <a:rPr lang="en-US" sz="2387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biến</a:t>
            </a:r>
            <a:r>
              <a:rPr lang="en-US" sz="2387" dirty="0" spc="-1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toàn</a:t>
            </a:r>
            <a:r>
              <a:rPr lang="en-US" sz="2387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cục</a:t>
            </a:r>
            <a:r>
              <a:rPr lang="en-US" sz="2387" dirty="0" spc="-1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fee</a:t>
            </a:r>
            <a:endParaRPr lang="en-US" sz="2387" dirty="0"/>
          </a:p>
          <a:p>
            <a:pPr algn="l" marL="304800" indent="-216604">
              <a:lnSpc>
                <a:spcPts val="3223"/>
              </a:lnSpc>
              <a:buSzPct val="100000"/>
              <a:buFont typeface="Arial"/>
              <a:buChar char="•"/>
            </a:pPr>
            <a:r>
              <a:rPr lang="en-US" sz="2387" dirty="0" spc="-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unittest:</a:t>
            </a:r>
            <a:r>
              <a:rPr lang="en-US" sz="2387" dirty="0" spc="-1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test</a:t>
            </a:r>
            <a:r>
              <a:rPr lang="en-US" sz="2387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case</a:t>
            </a:r>
            <a:r>
              <a:rPr lang="en-US" sz="2387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kiểm</a:t>
            </a:r>
            <a:r>
              <a:rPr lang="en-US" sz="2387" dirty="0" spc="-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2387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phản</a:t>
            </a:r>
            <a:r>
              <a:rPr lang="en-US" sz="2387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hồi</a:t>
            </a:r>
            <a:endParaRPr lang="en-US" sz="2387" dirty="0"/>
          </a:p>
        </p:txBody>
      </p:sp>
      <p:sp>
        <p:nvSpPr>
          <p:cNvPr id="25" name="Shape 23"/>
          <p:cNvSpPr/>
          <p:nvPr/>
        </p:nvSpPr>
        <p:spPr>
          <a:xfrm>
            <a:off x="9486900" y="4762500"/>
            <a:ext cx="7543800" cy="3733800"/>
          </a:xfrm>
          <a:prstGeom prst="roundRect">
            <a:avLst>
              <a:gd name="adj" fmla="val 5612"/>
            </a:avLst>
          </a:prstGeom>
          <a:solidFill>
            <a:srgbClr val="CFE8E2"/>
          </a:solidFill>
          <a:ln/>
        </p:spPr>
      </p:sp>
      <p:sp>
        <p:nvSpPr>
          <p:cNvPr id="26" name="Text 24"/>
          <p:cNvSpPr/>
          <p:nvPr/>
        </p:nvSpPr>
        <p:spPr>
          <a:xfrm>
            <a:off x="9715500" y="4991100"/>
            <a:ext cx="533400" cy="533400"/>
          </a:xfrm>
          <a:prstGeom prst="roundRect">
            <a:avLst>
              <a:gd name="adj" fmla="val 50000"/>
            </a:avLst>
          </a:prstGeom>
          <a:solidFill>
            <a:srgbClr val="0F766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 spc="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6</a:t>
            </a:r>
            <a:endParaRPr lang="en-US" sz="2400" dirty="0"/>
          </a:p>
        </p:txBody>
      </p:sp>
      <p:sp>
        <p:nvSpPr>
          <p:cNvPr id="27" name="Text 25"/>
          <p:cNvSpPr/>
          <p:nvPr/>
        </p:nvSpPr>
        <p:spPr>
          <a:xfrm>
            <a:off x="10439400" y="4991100"/>
            <a:ext cx="638175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Trừu</a:t>
            </a:r>
            <a:r>
              <a:rPr lang="en-US" sz="2700" b="1" dirty="0" spc="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tượng</a:t>
            </a:r>
            <a:r>
              <a:rPr lang="en-US" sz="2700" b="1" dirty="0" spc="1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vừa</a:t>
            </a:r>
            <a:r>
              <a:rPr lang="en-US" sz="2700" b="1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phải</a:t>
            </a:r>
            <a:endParaRPr lang="en-US" sz="2700" dirty="0"/>
          </a:p>
        </p:txBody>
      </p:sp>
      <p:sp>
        <p:nvSpPr>
          <p:cNvPr id="28" name="Text richtext-1792362861888-600894154"/>
          <p:cNvSpPr/>
          <p:nvPr/>
        </p:nvSpPr>
        <p:spPr>
          <a:xfrm>
            <a:off x="9715500" y="5715000"/>
            <a:ext cx="7086600" cy="952500"/>
          </a:xfrm>
          <a:prstGeom prst="rect">
            <a:avLst/>
          </a:prstGeom>
          <a:noFill/>
          <a:ln/>
        </p:spPr>
        <p:txBody>
          <a:bodyPr wrap="square" lIns="0" tIns="9077" rIns="0" bIns="-9077" rtlCol="0" anchor="t"/>
          <a:lstStyle/>
          <a:p>
            <a:pPr algn="l" marL="304800" indent="-216604">
              <a:lnSpc>
                <a:spcPts val="3223"/>
              </a:lnSpc>
              <a:spcAft>
                <a:spcPts val="1050"/>
              </a:spcAft>
              <a:buSzPct val="100000"/>
              <a:buFont typeface="Arial"/>
              <a:buChar char="•"/>
            </a:pPr>
            <a:r>
              <a:rPr lang="en-US" sz="2387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Bên</a:t>
            </a:r>
            <a:r>
              <a:rPr lang="en-US" sz="2387" dirty="0" spc="-1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gọi</a:t>
            </a:r>
            <a:r>
              <a:rPr lang="en-US" sz="2387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chỉ</a:t>
            </a:r>
            <a:r>
              <a:rPr lang="en-US" sz="2387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biết</a:t>
            </a:r>
            <a:r>
              <a:rPr lang="en-US" sz="2387" dirty="0" spc="-1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late_fee(số</a:t>
            </a:r>
            <a:r>
              <a:rPr lang="en-US" sz="2387" dirty="0" spc="-1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ngày,</a:t>
            </a:r>
            <a:r>
              <a:rPr lang="en-US" sz="2387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loại)</a:t>
            </a:r>
            <a:endParaRPr lang="en-US" sz="2387" dirty="0"/>
          </a:p>
          <a:p>
            <a:pPr algn="l" marL="304800" indent="-216604">
              <a:lnSpc>
                <a:spcPts val="3223"/>
              </a:lnSpc>
              <a:buSzPct val="100000"/>
              <a:buFont typeface="Arial"/>
              <a:buChar char="•"/>
            </a:pPr>
            <a:r>
              <a:rPr lang="en-US" sz="2387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Bảng</a:t>
            </a:r>
            <a:r>
              <a:rPr lang="en-US" sz="2387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giảm</a:t>
            </a:r>
            <a:r>
              <a:rPr lang="en-US" sz="2387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giá</a:t>
            </a:r>
            <a:r>
              <a:rPr lang="en-US" sz="2387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nằm</a:t>
            </a:r>
            <a:r>
              <a:rPr lang="en-US" sz="2387" dirty="0" spc="-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sau</a:t>
            </a:r>
            <a:r>
              <a:rPr lang="en-US" sz="2387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hàm</a:t>
            </a:r>
            <a:endParaRPr lang="en-US" sz="2387" dirty="0"/>
          </a:p>
        </p:txBody>
      </p:sp>
      <p:sp>
        <p:nvSpPr>
          <p:cNvPr id="29" name="Shape 27"/>
          <p:cNvSpPr/>
          <p:nvPr/>
        </p:nvSpPr>
        <p:spPr>
          <a:xfrm>
            <a:off x="9715500" y="6896100"/>
            <a:ext cx="2209800" cy="1333500"/>
          </a:xfrm>
          <a:prstGeom prst="roundRect">
            <a:avLst>
              <a:gd name="adj" fmla="val 12857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9715500" y="6896100"/>
            <a:ext cx="2209800" cy="1333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 spc="-5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Thiết</a:t>
            </a:r>
            <a:r>
              <a:rPr lang="en-US" sz="2100" b="1" dirty="0" spc="-3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kế</a:t>
            </a:r>
            <a:endParaRPr lang="en-US" sz="2100" dirty="0"/>
          </a:p>
          <a:p>
            <a:pPr algn="ctr" indent="0" marL="0">
              <a:buNone/>
            </a:pPr>
            <a:r>
              <a:rPr lang="en-US" sz="2100" b="1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quá</a:t>
            </a:r>
            <a:r>
              <a:rPr lang="en-US" sz="2100" b="1" dirty="0" spc="-1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tay</a:t>
            </a:r>
            <a:endParaRPr lang="en-US" sz="2100" dirty="0"/>
          </a:p>
        </p:txBody>
      </p:sp>
      <p:sp>
        <p:nvSpPr>
          <p:cNvPr id="31" name="Text 29"/>
          <p:cNvSpPr/>
          <p:nvPr/>
        </p:nvSpPr>
        <p:spPr>
          <a:xfrm>
            <a:off x="12153900" y="6896100"/>
            <a:ext cx="2209800" cy="1333500"/>
          </a:xfrm>
          <a:prstGeom prst="roundRect">
            <a:avLst>
              <a:gd name="adj" fmla="val 12857"/>
            </a:avLst>
          </a:prstGeom>
          <a:solidFill>
            <a:srgbClr val="0F766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Hàm</a:t>
            </a:r>
            <a:r>
              <a:rPr lang="en-US" sz="2250" b="1" dirty="0" spc="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+</a:t>
            </a:r>
            <a:r>
              <a:rPr lang="en-US" sz="2250" b="1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bảng</a:t>
            </a:r>
            <a:endParaRPr lang="en-US" sz="2250" dirty="0"/>
          </a:p>
        </p:txBody>
      </p:sp>
      <p:sp>
        <p:nvSpPr>
          <p:cNvPr id="32" name="Shape 30"/>
          <p:cNvSpPr/>
          <p:nvPr/>
        </p:nvSpPr>
        <p:spPr>
          <a:xfrm>
            <a:off x="14592300" y="6896100"/>
            <a:ext cx="2209800" cy="1333500"/>
          </a:xfrm>
          <a:prstGeom prst="roundRect">
            <a:avLst>
              <a:gd name="adj" fmla="val 12857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14592300" y="6896100"/>
            <a:ext cx="2209800" cy="1333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Bỏ</a:t>
            </a:r>
            <a:r>
              <a:rPr lang="en-US" sz="2100" b="1" dirty="0" spc="-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qua</a:t>
            </a:r>
            <a:endParaRPr lang="en-US" sz="2100" dirty="0"/>
          </a:p>
          <a:p>
            <a:pPr algn="ctr" indent="0" marL="0">
              <a:buNone/>
            </a:pPr>
            <a:r>
              <a:rPr lang="en-US" sz="2100" b="1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mở</a:t>
            </a:r>
            <a:r>
              <a:rPr lang="en-US" sz="2100" b="1" dirty="0" spc="-16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rộng</a:t>
            </a:r>
            <a:endParaRPr lang="en-US" sz="2100" dirty="0"/>
          </a:p>
        </p:txBody>
      </p:sp>
      <p:sp>
        <p:nvSpPr>
          <p:cNvPr id="34" name="Shape 32"/>
          <p:cNvSpPr/>
          <p:nvPr/>
        </p:nvSpPr>
        <p:spPr>
          <a:xfrm>
            <a:off x="9810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13239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16668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20097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2352675" y="9439275"/>
            <a:ext cx="133350" cy="13335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26955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30384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33813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37242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40671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914400" y="9696450"/>
            <a:ext cx="7620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28 ·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05/10</a:t>
            </a:r>
            <a:endParaRPr lang="en-US" sz="1650" dirty="0"/>
          </a:p>
        </p:txBody>
      </p:sp>
      <p:sp>
        <p:nvSpPr>
          <p:cNvPr id="45" name="Shape 43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46" name="Moda image moda-export-watermark-43bcea70-b6de-4b79-b28c-0af41bc20bd2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14400"/>
            <a:ext cx="7810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25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DỄ</a:t>
            </a:r>
            <a:r>
              <a:rPr lang="en-US" sz="1950" b="1" spc="223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KIỂM</a:t>
            </a:r>
            <a:r>
              <a:rPr lang="en-US" sz="1950" b="1" spc="226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THỬ</a:t>
            </a:r>
            <a:r>
              <a:rPr lang="en-US" sz="1950" b="1" spc="175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950" b="1" spc="224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DỄ</a:t>
            </a:r>
            <a:r>
              <a:rPr lang="en-US" sz="1950" b="1" spc="227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ĐỔI</a:t>
            </a:r>
            <a:r>
              <a:rPr lang="en-US" sz="1950" b="1" spc="221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950" b="1" spc="228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NGUYÊN</a:t>
            </a:r>
            <a:r>
              <a:rPr lang="en-US" sz="1950" b="1" spc="159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TẮC</a:t>
            </a:r>
            <a:r>
              <a:rPr lang="en-US" sz="1950" b="1" spc="226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7</a:t>
            </a:r>
            <a:r>
              <a:rPr lang="en-US" sz="1950" b="1" spc="175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950" b="1" spc="225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8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8191500" cy="2476500"/>
          </a:xfrm>
          <a:prstGeom prst="rect">
            <a:avLst/>
          </a:prstGeom>
          <a:noFill/>
          <a:ln/>
        </p:spPr>
        <p:txBody>
          <a:bodyPr wrap="square" lIns="0" tIns="57150" rIns="0" bIns="-57150" rtlCol="0" anchor="t"/>
          <a:lstStyle/>
          <a:p>
            <a:pPr algn="l" indent="0" marL="0">
              <a:lnSpc>
                <a:spcPts val="8100"/>
              </a:lnSpc>
              <a:buNone/>
            </a:pPr>
            <a:r>
              <a:rPr lang="en-US" sz="7500" dirty="0" spc="18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Đừng</a:t>
            </a:r>
            <a:r>
              <a:rPr lang="en-US" sz="75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quá</a:t>
            </a:r>
            <a:r>
              <a:rPr lang="en-US" sz="7500" dirty="0" spc="-1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tay,</a:t>
            </a:r>
            <a:endParaRPr lang="en-US" sz="7500" dirty="0"/>
          </a:p>
          <a:p>
            <a:pPr algn="l" indent="0" marL="0">
              <a:lnSpc>
                <a:spcPts val="8100"/>
              </a:lnSpc>
              <a:buNone/>
            </a:pPr>
            <a:r>
              <a:rPr lang="en-US" sz="7500" dirty="0" spc="-36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bớt</a:t>
            </a:r>
            <a:r>
              <a:rPr lang="en-US" sz="7500" dirty="0" spc="-35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toàn</a:t>
            </a:r>
            <a:r>
              <a:rPr lang="en-US" sz="7500" dirty="0" spc="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cục</a:t>
            </a:r>
            <a:endParaRPr lang="en-US" sz="7500" dirty="0"/>
          </a:p>
        </p:txBody>
      </p:sp>
      <p:sp>
        <p:nvSpPr>
          <p:cNvPr id="4" name="Text 2"/>
          <p:cNvSpPr/>
          <p:nvPr/>
        </p:nvSpPr>
        <p:spPr>
          <a:xfrm>
            <a:off x="914400" y="3733800"/>
            <a:ext cx="800100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300" b="1" dirty="0" spc="-2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Đủ</a:t>
            </a:r>
            <a:r>
              <a:rPr lang="en-US" sz="3300" b="1" dirty="0" spc="-5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dùng</a:t>
            </a:r>
            <a:r>
              <a:rPr lang="en-US" sz="3300" b="1" dirty="0" spc="-31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3300" b="1" dirty="0" spc="-3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ít</a:t>
            </a:r>
            <a:r>
              <a:rPr lang="en-US" sz="3300" b="1" dirty="0" spc="-8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phụ</a:t>
            </a:r>
            <a:r>
              <a:rPr lang="en-US" sz="3300" b="1" dirty="0" spc="-5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thuộc</a:t>
            </a:r>
            <a:endParaRPr lang="en-US" sz="3300" dirty="0"/>
          </a:p>
        </p:txBody>
      </p:sp>
      <p:sp>
        <p:nvSpPr>
          <p:cNvPr id="5" name="Text 3"/>
          <p:cNvSpPr/>
          <p:nvPr/>
        </p:nvSpPr>
        <p:spPr>
          <a:xfrm>
            <a:off x="914400" y="4438650"/>
            <a:ext cx="7810500" cy="952500"/>
          </a:xfrm>
          <a:prstGeom prst="rect">
            <a:avLst/>
          </a:prstGeom>
          <a:noFill/>
          <a:ln/>
        </p:spPr>
        <p:txBody>
          <a:bodyPr wrap="square" lIns="0" tIns="5667" rIns="0" bIns="-5667" rtlCol="0" anchor="t"/>
          <a:lstStyle/>
          <a:p>
            <a:pPr algn="l" indent="0" marL="0">
              <a:lnSpc>
                <a:spcPts val="3570"/>
              </a:lnSpc>
              <a:buNone/>
            </a:pPr>
            <a:r>
              <a:rPr lang="en-US" sz="2550" dirty="0" spc="-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Hai</a:t>
            </a:r>
            <a:r>
              <a:rPr lang="en-US" sz="2550" dirty="0" spc="-3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loại</a:t>
            </a:r>
            <a:r>
              <a:rPr lang="en-US" sz="2550" dirty="0" spc="-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hội viên</a:t>
            </a:r>
            <a:r>
              <a:rPr lang="en-US" sz="2550" dirty="0" spc="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chỉ</a:t>
            </a:r>
            <a:r>
              <a:rPr lang="en-US" sz="2550" dirty="0" spc="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cần</a:t>
            </a:r>
            <a:r>
              <a:rPr lang="en-US" sz="2550" dirty="0" spc="-5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2550" dirty="0" spc="-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từ</a:t>
            </a:r>
            <a:r>
              <a:rPr lang="en-US" sz="2550" dirty="0" spc="17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điển.</a:t>
            </a:r>
            <a:r>
              <a:rPr lang="en-US" sz="2550" dirty="0" spc="3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Bỏ</a:t>
            </a:r>
            <a:r>
              <a:rPr lang="en-US" sz="2550" dirty="0" spc="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biến</a:t>
            </a:r>
            <a:r>
              <a:rPr lang="en-US" sz="2550" dirty="0" spc="-1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toàn</a:t>
            </a:r>
            <a:r>
              <a:rPr lang="en-US" sz="2550" dirty="0" spc="-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cục</a:t>
            </a:r>
            <a:r>
              <a:rPr lang="en-US" sz="2550" dirty="0" spc="-17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fee.</a:t>
            </a:r>
            <a:endParaRPr lang="en-US" sz="2550" dirty="0"/>
          </a:p>
        </p:txBody>
      </p:sp>
      <p:sp>
        <p:nvSpPr>
          <p:cNvPr id="6" name="Text 4"/>
          <p:cNvSpPr/>
          <p:nvPr/>
        </p:nvSpPr>
        <p:spPr>
          <a:xfrm>
            <a:off x="914400" y="5524500"/>
            <a:ext cx="3048000" cy="685800"/>
          </a:xfrm>
          <a:prstGeom prst="roundRect">
            <a:avLst>
              <a:gd name="adj" fmla="val 50000"/>
            </a:avLst>
          </a:prstGeom>
          <a:solidFill>
            <a:srgbClr val="3DD6A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-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Một</a:t>
            </a:r>
            <a:r>
              <a:rPr lang="en-US" sz="2250" b="1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bảng là</a:t>
            </a:r>
            <a:r>
              <a:rPr lang="en-US" sz="2250" b="1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đủ</a:t>
            </a:r>
            <a:endParaRPr lang="en-US" sz="2250" dirty="0"/>
          </a:p>
        </p:txBody>
      </p:sp>
      <p:sp>
        <p:nvSpPr>
          <p:cNvPr id="7" name="Text 5"/>
          <p:cNvSpPr/>
          <p:nvPr/>
        </p:nvSpPr>
        <p:spPr>
          <a:xfrm>
            <a:off x="4114800" y="5524500"/>
            <a:ext cx="1619250" cy="685800"/>
          </a:xfrm>
          <a:prstGeom prst="roundRect">
            <a:avLst>
              <a:gd name="adj" fmla="val 50000"/>
            </a:avLst>
          </a:prstGeom>
          <a:solidFill>
            <a:srgbClr val="3DD6A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Cục</a:t>
            </a:r>
            <a:r>
              <a:rPr lang="en-US" sz="2250" b="1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bộ</a:t>
            </a:r>
            <a:endParaRPr lang="en-US" sz="2250" dirty="0"/>
          </a:p>
        </p:txBody>
      </p:sp>
      <p:sp>
        <p:nvSpPr>
          <p:cNvPr id="8" name="Text 6"/>
          <p:cNvSpPr/>
          <p:nvPr/>
        </p:nvSpPr>
        <p:spPr>
          <a:xfrm>
            <a:off x="5886450" y="5524500"/>
            <a:ext cx="1866900" cy="685800"/>
          </a:xfrm>
          <a:prstGeom prst="roundRect">
            <a:avLst>
              <a:gd name="adj" fmla="val 50000"/>
            </a:avLst>
          </a:prstGeom>
          <a:solidFill>
            <a:srgbClr val="3DD6A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Tham</a:t>
            </a:r>
            <a:r>
              <a:rPr lang="en-US" sz="2250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số</a:t>
            </a:r>
            <a:endParaRPr lang="en-US" sz="2250" dirty="0"/>
          </a:p>
        </p:txBody>
      </p:sp>
      <p:sp>
        <p:nvSpPr>
          <p:cNvPr id="9" name="Shape 7"/>
          <p:cNvSpPr/>
          <p:nvPr/>
        </p:nvSpPr>
        <p:spPr>
          <a:xfrm>
            <a:off x="914400" y="6572250"/>
            <a:ext cx="7620000" cy="1905000"/>
          </a:xfrm>
          <a:prstGeom prst="roundRect">
            <a:avLst>
              <a:gd name="adj" fmla="val 14000"/>
            </a:avLst>
          </a:prstGeom>
          <a:solidFill>
            <a:srgbClr val="1E212B"/>
          </a:solidFill>
          <a:ln/>
        </p:spPr>
      </p:sp>
      <p:sp>
        <p:nvSpPr>
          <p:cNvPr id="10" name="Text 8"/>
          <p:cNvSpPr/>
          <p:nvPr/>
        </p:nvSpPr>
        <p:spPr>
          <a:xfrm>
            <a:off x="1257300" y="6858000"/>
            <a:ext cx="4762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5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GHI</a:t>
            </a:r>
            <a:r>
              <a:rPr lang="en-US" sz="1800" b="1" spc="227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NHỚ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257300" y="7296150"/>
            <a:ext cx="6953250" cy="1047750"/>
          </a:xfrm>
          <a:prstGeom prst="rect">
            <a:avLst/>
          </a:prstGeom>
          <a:noFill/>
          <a:ln/>
        </p:spPr>
        <p:txBody>
          <a:bodyPr wrap="square" lIns="0" tIns="9700" rIns="0" bIns="-9700" rtlCol="0" anchor="t"/>
          <a:lstStyle/>
          <a:p>
            <a:pPr algn="l" indent="0" marL="0">
              <a:lnSpc>
                <a:spcPts val="3443"/>
              </a:lnSpc>
              <a:buNone/>
            </a:pPr>
            <a:r>
              <a:rPr lang="en-US" sz="2550" dirty="0" spc="-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Một</a:t>
            </a:r>
            <a:r>
              <a:rPr lang="en-US" sz="255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bảng</a:t>
            </a:r>
            <a:r>
              <a:rPr lang="en-US" sz="2550" dirty="0" spc="-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thay</a:t>
            </a:r>
            <a:r>
              <a:rPr lang="en-US" sz="25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cho lớp chính</a:t>
            </a:r>
            <a:r>
              <a:rPr lang="en-US" sz="2550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sách.</a:t>
            </a:r>
            <a:r>
              <a:rPr lang="en-US" sz="25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Hàm chỉ</a:t>
            </a:r>
            <a:r>
              <a:rPr lang="en-US" sz="2550" dirty="0" spc="1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đọc</a:t>
            </a:r>
            <a:r>
              <a:rPr lang="en-US" sz="25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hằng</a:t>
            </a:r>
            <a:r>
              <a:rPr lang="en-US" sz="2550" dirty="0" spc="-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số.</a:t>
            </a:r>
            <a:endParaRPr lang="en-US" sz="2550" dirty="0"/>
          </a:p>
        </p:txBody>
      </p:sp>
      <p:sp>
        <p:nvSpPr>
          <p:cNvPr id="12" name="Shape 10"/>
          <p:cNvSpPr/>
          <p:nvPr/>
        </p:nvSpPr>
        <p:spPr>
          <a:xfrm>
            <a:off x="9144000" y="914400"/>
            <a:ext cx="8229600" cy="7848600"/>
          </a:xfrm>
          <a:prstGeom prst="roundRect">
            <a:avLst>
              <a:gd name="adj" fmla="val 3398"/>
            </a:avLst>
          </a:prstGeom>
          <a:solidFill>
            <a:srgbClr val="1E212B"/>
          </a:solidFill>
          <a:ln w="19050">
            <a:solidFill>
              <a:srgbClr val="3A3F52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9486900" y="1257300"/>
            <a:ext cx="7543800" cy="3124200"/>
          </a:xfrm>
          <a:prstGeom prst="roundRect">
            <a:avLst>
              <a:gd name="adj" fmla="val 6707"/>
            </a:avLst>
          </a:prstGeom>
          <a:solidFill>
            <a:srgbClr val="1A3B35"/>
          </a:solidFill>
          <a:ln/>
        </p:spPr>
      </p:sp>
      <p:sp>
        <p:nvSpPr>
          <p:cNvPr id="14" name="Text 12"/>
          <p:cNvSpPr/>
          <p:nvPr/>
        </p:nvSpPr>
        <p:spPr>
          <a:xfrm>
            <a:off x="9715500" y="1485900"/>
            <a:ext cx="533400" cy="533400"/>
          </a:xfrm>
          <a:prstGeom prst="roundRect">
            <a:avLst>
              <a:gd name="adj" fmla="val 50000"/>
            </a:avLst>
          </a:prstGeom>
          <a:solidFill>
            <a:srgbClr val="3DD6A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7</a:t>
            </a:r>
            <a:endParaRPr lang="en-US" sz="2400" dirty="0"/>
          </a:p>
        </p:txBody>
      </p:sp>
      <p:sp>
        <p:nvSpPr>
          <p:cNvPr id="15" name="Text 13"/>
          <p:cNvSpPr/>
          <p:nvPr/>
        </p:nvSpPr>
        <p:spPr>
          <a:xfrm>
            <a:off x="10439400" y="1485900"/>
            <a:ext cx="638175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b="1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Mẫu</a:t>
            </a:r>
            <a:r>
              <a:rPr lang="en-US" sz="2700" b="1" dirty="0" spc="-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thiết</a:t>
            </a:r>
            <a:r>
              <a:rPr lang="en-US" sz="2700" b="1" dirty="0" spc="-2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kế,</a:t>
            </a:r>
            <a:r>
              <a:rPr lang="en-US" sz="2700" b="1" dirty="0" spc="2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đừng</a:t>
            </a:r>
            <a:r>
              <a:rPr lang="en-US" sz="2700" b="1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quá</a:t>
            </a:r>
            <a:r>
              <a:rPr lang="en-US" sz="2700" b="1" dirty="0" spc="-1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tay</a:t>
            </a:r>
            <a:endParaRPr lang="en-US" sz="2700" dirty="0"/>
          </a:p>
        </p:txBody>
      </p:sp>
      <p:sp>
        <p:nvSpPr>
          <p:cNvPr id="16" name="Shape 14"/>
          <p:cNvSpPr/>
          <p:nvPr/>
        </p:nvSpPr>
        <p:spPr>
          <a:xfrm>
            <a:off x="9715500" y="2247900"/>
            <a:ext cx="2857500" cy="876300"/>
          </a:xfrm>
          <a:prstGeom prst="roundRect">
            <a:avLst>
              <a:gd name="adj" fmla="val 19565"/>
            </a:avLst>
          </a:prstGeom>
          <a:solidFill>
            <a:srgbClr val="3DD6A0"/>
          </a:solidFill>
          <a:ln/>
        </p:spPr>
      </p:sp>
      <p:sp>
        <p:nvSpPr>
          <p:cNvPr id="17" name="Text 15"/>
          <p:cNvSpPr/>
          <p:nvPr/>
        </p:nvSpPr>
        <p:spPr>
          <a:xfrm>
            <a:off x="9715500" y="2247900"/>
            <a:ext cx="2857500" cy="876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Hai</a:t>
            </a:r>
            <a:r>
              <a:rPr lang="en-US" sz="2100" b="1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loại</a:t>
            </a:r>
            <a:endParaRPr lang="en-US" sz="2100" dirty="0"/>
          </a:p>
          <a:p>
            <a:pPr algn="ctr" indent="0" marL="0">
              <a:buNone/>
            </a:pPr>
            <a:r>
              <a:rPr lang="en-US" sz="2100" b="1" dirty="0" spc="-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hội</a:t>
            </a:r>
            <a:r>
              <a:rPr lang="en-US" sz="2100" b="1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viên</a:t>
            </a:r>
            <a:endParaRPr lang="en-US" sz="2100" dirty="0"/>
          </a:p>
        </p:txBody>
      </p:sp>
      <p:sp>
        <p:nvSpPr>
          <p:cNvPr id="18" name="Connector line-1792362914419-122864370"/>
          <p:cNvSpPr/>
          <p:nvPr/>
        </p:nvSpPr>
        <p:spPr>
          <a:xfrm>
            <a:off x="12630150" y="2686050"/>
            <a:ext cx="495300" cy="0"/>
          </a:xfrm>
          <a:prstGeom prst="line">
            <a:avLst/>
          </a:prstGeom>
          <a:noFill/>
          <a:ln w="47625">
            <a:solidFill>
              <a:srgbClr val="3DD6A0"/>
            </a:solidFill>
            <a:prstDash val="solid"/>
            <a:headEnd type="none"/>
            <a:tailEnd type="triangle"/>
          </a:ln>
        </p:spPr>
      </p:sp>
      <p:sp>
        <p:nvSpPr>
          <p:cNvPr id="19" name="Shape 17"/>
          <p:cNvSpPr/>
          <p:nvPr/>
        </p:nvSpPr>
        <p:spPr>
          <a:xfrm>
            <a:off x="13182600" y="2247900"/>
            <a:ext cx="3619500" cy="876300"/>
          </a:xfrm>
          <a:prstGeom prst="roundRect">
            <a:avLst>
              <a:gd name="adj" fmla="val 19565"/>
            </a:avLst>
          </a:prstGeom>
          <a:solidFill>
            <a:srgbClr val="14161C"/>
          </a:solidFill>
          <a:ln w="28575">
            <a:solidFill>
              <a:srgbClr val="3DD6A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13182600" y="2247900"/>
            <a:ext cx="3619500" cy="876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 spc="-1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Một</a:t>
            </a:r>
            <a:r>
              <a:rPr lang="en-US" sz="2100" b="1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từ</a:t>
            </a:r>
            <a:r>
              <a:rPr lang="en-US" sz="2100" b="1" dirty="0" spc="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điển</a:t>
            </a:r>
            <a:endParaRPr lang="en-US" sz="2100" dirty="0"/>
          </a:p>
          <a:p>
            <a:pPr algn="ctr" indent="0" marL="0">
              <a:buNone/>
            </a:pPr>
            <a:r>
              <a:rPr lang="en-US" sz="2100" b="1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đủ</a:t>
            </a:r>
            <a:r>
              <a:rPr lang="en-US" sz="2100" b="1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dùng</a:t>
            </a:r>
            <a:endParaRPr lang="en-US" sz="2100" dirty="0"/>
          </a:p>
        </p:txBody>
      </p:sp>
      <p:sp>
        <p:nvSpPr>
          <p:cNvPr id="21" name="Shape 19"/>
          <p:cNvSpPr/>
          <p:nvPr/>
        </p:nvSpPr>
        <p:spPr>
          <a:xfrm>
            <a:off x="9715500" y="3276600"/>
            <a:ext cx="2857500" cy="876300"/>
          </a:xfrm>
          <a:prstGeom prst="roundRect">
            <a:avLst>
              <a:gd name="adj" fmla="val 19565"/>
            </a:avLst>
          </a:prstGeom>
          <a:solidFill>
            <a:srgbClr val="14161C"/>
          </a:solidFill>
          <a:ln w="19050">
            <a:solidFill>
              <a:srgbClr val="3A3F52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9715500" y="3276600"/>
            <a:ext cx="2857500" cy="876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 spc="-2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Lớp</a:t>
            </a:r>
            <a:r>
              <a:rPr lang="en-US" sz="2100" b="1" dirty="0" spc="-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chính</a:t>
            </a:r>
            <a:r>
              <a:rPr lang="en-US" sz="2100" b="1" dirty="0" spc="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sách</a:t>
            </a:r>
            <a:endParaRPr lang="en-US" sz="2100" dirty="0"/>
          </a:p>
          <a:p>
            <a:pPr algn="ctr" indent="0" marL="0">
              <a:buNone/>
            </a:pPr>
            <a:r>
              <a:rPr lang="en-US" sz="2100" b="1" dirty="0" spc="-7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cho</a:t>
            </a:r>
            <a:r>
              <a:rPr lang="en-US" sz="2100" b="1" dirty="0" spc="-8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mỗi</a:t>
            </a:r>
            <a:r>
              <a:rPr lang="en-US" sz="2100" b="1" dirty="0" spc="-4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loại</a:t>
            </a:r>
            <a:endParaRPr lang="en-US" sz="2100" dirty="0"/>
          </a:p>
        </p:txBody>
      </p:sp>
      <p:sp>
        <p:nvSpPr>
          <p:cNvPr id="23" name="Connector line-1792362914425-924325027"/>
          <p:cNvSpPr/>
          <p:nvPr/>
        </p:nvSpPr>
        <p:spPr>
          <a:xfrm>
            <a:off x="12630150" y="3714750"/>
            <a:ext cx="495300" cy="0"/>
          </a:xfrm>
          <a:prstGeom prst="line">
            <a:avLst/>
          </a:prstGeom>
          <a:noFill/>
          <a:ln w="47625">
            <a:solidFill>
              <a:srgbClr val="9AA0B5"/>
            </a:solidFill>
            <a:prstDash val="solid"/>
            <a:headEnd type="none"/>
            <a:tailEnd type="triangle"/>
          </a:ln>
        </p:spPr>
      </p:sp>
      <p:sp>
        <p:nvSpPr>
          <p:cNvPr id="24" name="Shape 22"/>
          <p:cNvSpPr/>
          <p:nvPr/>
        </p:nvSpPr>
        <p:spPr>
          <a:xfrm>
            <a:off x="13182600" y="3276600"/>
            <a:ext cx="3619500" cy="876300"/>
          </a:xfrm>
          <a:prstGeom prst="roundRect">
            <a:avLst>
              <a:gd name="adj" fmla="val 19565"/>
            </a:avLst>
          </a:prstGeom>
          <a:solidFill>
            <a:srgbClr val="14161C"/>
          </a:solidFill>
          <a:ln w="19050">
            <a:solidFill>
              <a:srgbClr val="3A3F52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13182600" y="3276600"/>
            <a:ext cx="3619500" cy="876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 spc="-7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Thêm</a:t>
            </a:r>
            <a:r>
              <a:rPr lang="en-US" sz="2100" b="1" dirty="0" spc="-6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bốn</a:t>
            </a:r>
            <a:r>
              <a:rPr lang="en-US" sz="2100" b="1" dirty="0" spc="-3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lớp,</a:t>
            </a:r>
            <a:endParaRPr lang="en-US" sz="2100" dirty="0"/>
          </a:p>
          <a:p>
            <a:pPr algn="ctr" indent="0" marL="0">
              <a:buNone/>
            </a:pPr>
            <a:r>
              <a:rPr lang="en-US" sz="2100" b="1" dirty="0" spc="1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chưa</a:t>
            </a:r>
            <a:r>
              <a:rPr lang="en-US" sz="2100" b="1" dirty="0" spc="-4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mua</a:t>
            </a:r>
            <a:r>
              <a:rPr lang="en-US" sz="2100" b="1" dirty="0" spc="7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được</a:t>
            </a:r>
            <a:r>
              <a:rPr lang="en-US" sz="2100" b="1" dirty="0" spc="-4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gì</a:t>
            </a:r>
            <a:endParaRPr lang="en-US" sz="2100" dirty="0"/>
          </a:p>
        </p:txBody>
      </p:sp>
      <p:sp>
        <p:nvSpPr>
          <p:cNvPr id="26" name="Shape 24"/>
          <p:cNvSpPr/>
          <p:nvPr/>
        </p:nvSpPr>
        <p:spPr>
          <a:xfrm>
            <a:off x="9486900" y="4610100"/>
            <a:ext cx="7543800" cy="3886200"/>
          </a:xfrm>
          <a:prstGeom prst="roundRect">
            <a:avLst>
              <a:gd name="adj" fmla="val 5392"/>
            </a:avLst>
          </a:prstGeom>
          <a:solidFill>
            <a:srgbClr val="1A3B35"/>
          </a:solidFill>
          <a:ln/>
        </p:spPr>
      </p:sp>
      <p:sp>
        <p:nvSpPr>
          <p:cNvPr id="27" name="Text 25"/>
          <p:cNvSpPr/>
          <p:nvPr/>
        </p:nvSpPr>
        <p:spPr>
          <a:xfrm>
            <a:off x="9715500" y="4838700"/>
            <a:ext cx="533400" cy="533400"/>
          </a:xfrm>
          <a:prstGeom prst="roundRect">
            <a:avLst>
              <a:gd name="adj" fmla="val 50000"/>
            </a:avLst>
          </a:prstGeom>
          <a:solidFill>
            <a:srgbClr val="3DD6A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8</a:t>
            </a:r>
            <a:endParaRPr lang="en-US" sz="2400" dirty="0"/>
          </a:p>
        </p:txBody>
      </p:sp>
      <p:sp>
        <p:nvSpPr>
          <p:cNvPr id="28" name="Text 26"/>
          <p:cNvSpPr/>
          <p:nvPr/>
        </p:nvSpPr>
        <p:spPr>
          <a:xfrm>
            <a:off x="10439400" y="4838700"/>
            <a:ext cx="638175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b="1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Bớt</a:t>
            </a:r>
            <a:r>
              <a:rPr lang="en-US" sz="2700" b="1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phụ thuộc</a:t>
            </a:r>
            <a:r>
              <a:rPr lang="en-US" sz="2700" b="1" dirty="0" spc="-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toàn</a:t>
            </a:r>
            <a:r>
              <a:rPr lang="en-US" sz="2700" b="1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cục</a:t>
            </a:r>
            <a:endParaRPr lang="en-US" sz="2700" dirty="0"/>
          </a:p>
        </p:txBody>
      </p:sp>
      <p:sp>
        <p:nvSpPr>
          <p:cNvPr id="29" name="Shape 27"/>
          <p:cNvSpPr/>
          <p:nvPr/>
        </p:nvSpPr>
        <p:spPr>
          <a:xfrm>
            <a:off x="9715500" y="5600700"/>
            <a:ext cx="3238500" cy="2667000"/>
          </a:xfrm>
          <a:prstGeom prst="roundRect">
            <a:avLst>
              <a:gd name="adj" fmla="val 6429"/>
            </a:avLst>
          </a:prstGeom>
          <a:solidFill>
            <a:srgbClr val="14161C"/>
          </a:solidFill>
          <a:ln w="19050">
            <a:solidFill>
              <a:srgbClr val="3A3F52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9944100" y="5791200"/>
            <a:ext cx="281940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50" b="1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Bản</a:t>
            </a:r>
            <a:r>
              <a:rPr lang="en-US" sz="2250" b="1" dirty="0" spc="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cũ:</a:t>
            </a:r>
            <a:r>
              <a:rPr lang="en-US" sz="2250" b="1" dirty="0" spc="-1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fee</a:t>
            </a:r>
            <a:endParaRPr lang="en-US" sz="2250" dirty="0"/>
          </a:p>
        </p:txBody>
      </p:sp>
      <p:sp>
        <p:nvSpPr>
          <p:cNvPr id="31" name="Text richtext-1792362914435-33111487"/>
          <p:cNvSpPr/>
          <p:nvPr/>
        </p:nvSpPr>
        <p:spPr>
          <a:xfrm>
            <a:off x="9944100" y="6362700"/>
            <a:ext cx="2819400" cy="1714500"/>
          </a:xfrm>
          <a:prstGeom prst="rect">
            <a:avLst/>
          </a:prstGeom>
          <a:noFill/>
          <a:ln/>
        </p:spPr>
        <p:txBody>
          <a:bodyPr wrap="square" lIns="0" tIns="11335" rIns="0" bIns="-11335" rtlCol="0" anchor="t"/>
          <a:lstStyle/>
          <a:p>
            <a:pPr algn="l" marL="266700" indent="-190541">
              <a:lnSpc>
                <a:spcPts val="2730"/>
              </a:lnSpc>
              <a:spcAft>
                <a:spcPts val="1050"/>
              </a:spcAft>
              <a:buSzPct val="100000"/>
              <a:buFont typeface="Arial"/>
              <a:buChar char="•"/>
            </a:pPr>
            <a:r>
              <a:rPr lang="en-US" sz="2100" dirty="0" spc="-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Ghi</a:t>
            </a:r>
            <a:r>
              <a:rPr lang="en-US" sz="2100" dirty="0" spc="-28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kết</a:t>
            </a:r>
            <a:r>
              <a:rPr lang="en-US" sz="2100" dirty="0" spc="-4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quả</a:t>
            </a:r>
            <a:r>
              <a:rPr lang="en-US" sz="2100" dirty="0" spc="-13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vào</a:t>
            </a:r>
            <a:r>
              <a:rPr lang="en-US" sz="2100" dirty="0" spc="-23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fee</a:t>
            </a:r>
            <a:endParaRPr lang="en-US" sz="2100" dirty="0"/>
          </a:p>
          <a:p>
            <a:pPr algn="l" marL="266700" indent="-190541">
              <a:lnSpc>
                <a:spcPts val="2730"/>
              </a:lnSpc>
              <a:buSzPct val="100000"/>
              <a:buFont typeface="Arial"/>
              <a:buChar char="•"/>
            </a:pPr>
            <a:r>
              <a:rPr lang="en-US" sz="2100" dirty="0" spc="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Hai nơi</a:t>
            </a:r>
            <a:r>
              <a:rPr lang="en-US" sz="2100" dirty="0" spc="-1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gọi</a:t>
            </a:r>
            <a:r>
              <a:rPr lang="en-US" sz="2100" dirty="0" spc="-4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dẫm</a:t>
            </a:r>
            <a:r>
              <a:rPr lang="en-US" sz="2100" dirty="0" spc="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lên nhau</a:t>
            </a:r>
            <a:endParaRPr lang="en-US" sz="2100" dirty="0"/>
          </a:p>
        </p:txBody>
      </p:sp>
      <p:sp>
        <p:nvSpPr>
          <p:cNvPr id="32" name="Connector line-1792362914441-144392394"/>
          <p:cNvSpPr/>
          <p:nvPr/>
        </p:nvSpPr>
        <p:spPr>
          <a:xfrm>
            <a:off x="13011150" y="6934200"/>
            <a:ext cx="495300" cy="0"/>
          </a:xfrm>
          <a:prstGeom prst="line">
            <a:avLst/>
          </a:prstGeom>
          <a:noFill/>
          <a:ln w="47625">
            <a:solidFill>
              <a:srgbClr val="3DD6A0"/>
            </a:solidFill>
            <a:prstDash val="solid"/>
            <a:headEnd type="none"/>
            <a:tailEnd type="triangle"/>
          </a:ln>
        </p:spPr>
      </p:sp>
      <p:sp>
        <p:nvSpPr>
          <p:cNvPr id="33" name="Shape 31"/>
          <p:cNvSpPr/>
          <p:nvPr/>
        </p:nvSpPr>
        <p:spPr>
          <a:xfrm>
            <a:off x="13563600" y="5600700"/>
            <a:ext cx="3238500" cy="2667000"/>
          </a:xfrm>
          <a:prstGeom prst="roundRect">
            <a:avLst>
              <a:gd name="adj" fmla="val 6429"/>
            </a:avLst>
          </a:prstGeom>
          <a:solidFill>
            <a:srgbClr val="14161C"/>
          </a:solidFill>
          <a:ln w="28575">
            <a:solidFill>
              <a:srgbClr val="3DD6A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13792200" y="5791200"/>
            <a:ext cx="281940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50" b="1" dirty="0" spc="1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Bản</a:t>
            </a:r>
            <a:r>
              <a:rPr lang="en-US" sz="2250" b="1" dirty="0" spc="6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mới</a:t>
            </a:r>
            <a:endParaRPr lang="en-US" sz="2250" dirty="0"/>
          </a:p>
        </p:txBody>
      </p:sp>
      <p:sp>
        <p:nvSpPr>
          <p:cNvPr id="35" name="Text richtext-1792362914444-65992676"/>
          <p:cNvSpPr/>
          <p:nvPr/>
        </p:nvSpPr>
        <p:spPr>
          <a:xfrm>
            <a:off x="13792200" y="6362700"/>
            <a:ext cx="2819400" cy="1714500"/>
          </a:xfrm>
          <a:prstGeom prst="rect">
            <a:avLst/>
          </a:prstGeom>
          <a:noFill/>
          <a:ln/>
        </p:spPr>
        <p:txBody>
          <a:bodyPr wrap="square" lIns="0" tIns="11335" rIns="0" bIns="-11335" rtlCol="0" anchor="t"/>
          <a:lstStyle/>
          <a:p>
            <a:pPr algn="l" marL="266700" indent="-190541">
              <a:lnSpc>
                <a:spcPts val="2730"/>
              </a:lnSpc>
              <a:spcAft>
                <a:spcPts val="1050"/>
              </a:spcAft>
              <a:buSzPct val="100000"/>
              <a:buFont typeface="Arial"/>
              <a:buChar char="•"/>
            </a:pPr>
            <a:r>
              <a:rPr lang="en-US" sz="2100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Chỉ</a:t>
            </a:r>
            <a:r>
              <a:rPr lang="en-US" sz="2100" dirty="0" spc="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đọc</a:t>
            </a:r>
            <a:r>
              <a:rPr lang="en-US" sz="210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hằng</a:t>
            </a:r>
            <a:r>
              <a:rPr lang="en-US" sz="2100" dirty="0" spc="-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số</a:t>
            </a:r>
            <a:endParaRPr lang="en-US" sz="2100" dirty="0"/>
          </a:p>
          <a:p>
            <a:pPr algn="l" marL="266700" indent="-190541">
              <a:lnSpc>
                <a:spcPts val="2730"/>
              </a:lnSpc>
              <a:buSzPct val="100000"/>
              <a:buFont typeface="Arial"/>
              <a:buChar char="•"/>
            </a:pPr>
            <a:r>
              <a:rPr lang="en-US" sz="2100" dirty="0" spc="-7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Trả</a:t>
            </a:r>
            <a:r>
              <a:rPr lang="en-US" sz="2100" dirty="0" spc="-2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kết</a:t>
            </a:r>
            <a:r>
              <a:rPr lang="en-US" sz="210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quả,</a:t>
            </a:r>
            <a:r>
              <a:rPr lang="en-US" sz="210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2100" dirty="0" spc="1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đổi</a:t>
            </a:r>
            <a:r>
              <a:rPr lang="en-US" sz="210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gì</a:t>
            </a:r>
            <a:r>
              <a:rPr lang="en-US" sz="2100" dirty="0" spc="-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ngoài</a:t>
            </a:r>
            <a:endParaRPr lang="en-US" sz="2100" dirty="0"/>
          </a:p>
        </p:txBody>
      </p:sp>
      <p:sp>
        <p:nvSpPr>
          <p:cNvPr id="36" name="Shape 34"/>
          <p:cNvSpPr/>
          <p:nvPr/>
        </p:nvSpPr>
        <p:spPr>
          <a:xfrm>
            <a:off x="9810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13239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16668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20097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23526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2695575" y="9439275"/>
            <a:ext cx="133350" cy="13335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30384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33813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37242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40671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914400" y="9696450"/>
            <a:ext cx="7620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28 ·</a:t>
            </a:r>
            <a:r>
              <a:rPr lang="en-US" sz="165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06/10</a:t>
            </a:r>
            <a:endParaRPr lang="en-US" sz="1650" dirty="0"/>
          </a:p>
        </p:txBody>
      </p:sp>
      <p:sp>
        <p:nvSpPr>
          <p:cNvPr id="47" name="Shape 45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48" name="Moda image moda-export-watermark-070da22e-ab28-4218-9bea-4c3259341acf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14400"/>
            <a:ext cx="7810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29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GIỮ</a:t>
            </a:r>
            <a:r>
              <a:rPr lang="en-US" sz="1950" b="1" spc="226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LÂU</a:t>
            </a:r>
            <a:r>
              <a:rPr lang="en-US" sz="1950" b="1" spc="206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DÀI</a:t>
            </a:r>
            <a:r>
              <a:rPr lang="en-US" sz="1950" b="1" spc="221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950" b="1" spc="228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NGUYÊN</a:t>
            </a:r>
            <a:r>
              <a:rPr lang="en-US" sz="1950" b="1" spc="159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TẮC</a:t>
            </a:r>
            <a:r>
              <a:rPr lang="en-US" sz="1950" b="1" spc="226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9</a:t>
            </a:r>
            <a:r>
              <a:rPr lang="en-US" sz="1950" b="1" spc="174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950" b="1" spc="227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8191500" cy="2476500"/>
          </a:xfrm>
          <a:prstGeom prst="rect">
            <a:avLst/>
          </a:prstGeom>
          <a:noFill/>
          <a:ln/>
        </p:spPr>
        <p:txBody>
          <a:bodyPr wrap="square" lIns="0" tIns="57150" rIns="0" bIns="-57150" rtlCol="0" anchor="t"/>
          <a:lstStyle/>
          <a:p>
            <a:pPr algn="l" indent="0" marL="0">
              <a:lnSpc>
                <a:spcPts val="8100"/>
              </a:lnSpc>
              <a:buNone/>
            </a:pPr>
            <a:r>
              <a:rPr lang="en-US" sz="7500" dirty="0" spc="-176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Tái</a:t>
            </a:r>
            <a:r>
              <a:rPr lang="en-US" sz="75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cấu</a:t>
            </a:r>
            <a:r>
              <a:rPr lang="en-US" sz="7500" dirty="0" spc="8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trúc</a:t>
            </a:r>
            <a:endParaRPr lang="en-US" sz="7500" dirty="0"/>
          </a:p>
          <a:p>
            <a:pPr algn="l" indent="0" marL="0">
              <a:lnSpc>
                <a:spcPts val="8100"/>
              </a:lnSpc>
              <a:buNone/>
            </a:pPr>
            <a:r>
              <a:rPr lang="en-US" sz="7500" dirty="0" spc="-12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và</a:t>
            </a:r>
            <a:r>
              <a:rPr lang="en-US" sz="7500" dirty="0" spc="-6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bảo</a:t>
            </a:r>
            <a:r>
              <a:rPr lang="en-US" sz="7500" dirty="0" spc="-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mật</a:t>
            </a:r>
            <a:endParaRPr lang="en-US" sz="7500" dirty="0"/>
          </a:p>
        </p:txBody>
      </p:sp>
      <p:sp>
        <p:nvSpPr>
          <p:cNvPr id="4" name="Text 2"/>
          <p:cNvSpPr/>
          <p:nvPr/>
        </p:nvSpPr>
        <p:spPr>
          <a:xfrm>
            <a:off x="914400" y="3733800"/>
            <a:ext cx="800100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300" b="1" dirty="0" spc="20" kern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Sửa</a:t>
            </a:r>
            <a:r>
              <a:rPr lang="en-US" sz="3300" b="1" dirty="0" spc="-5" kern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sớm,</a:t>
            </a:r>
            <a:r>
              <a:rPr lang="en-US" sz="3300" b="1" dirty="0" spc="-13" kern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tránh</a:t>
            </a:r>
            <a:r>
              <a:rPr lang="en-US" sz="3300" b="1" dirty="0" spc="-8" kern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lỗ</a:t>
            </a:r>
            <a:r>
              <a:rPr lang="en-US" sz="3300" b="1" dirty="0" spc="-15" kern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hổng</a:t>
            </a:r>
            <a:endParaRPr lang="en-US" sz="3300" dirty="0"/>
          </a:p>
        </p:txBody>
      </p:sp>
      <p:sp>
        <p:nvSpPr>
          <p:cNvPr id="5" name="Text 3"/>
          <p:cNvSpPr/>
          <p:nvPr/>
        </p:nvSpPr>
        <p:spPr>
          <a:xfrm>
            <a:off x="914400" y="4438650"/>
            <a:ext cx="7810500" cy="952500"/>
          </a:xfrm>
          <a:prstGeom prst="rect">
            <a:avLst/>
          </a:prstGeom>
          <a:noFill/>
          <a:ln/>
        </p:spPr>
        <p:txBody>
          <a:bodyPr wrap="square" lIns="0" tIns="5667" rIns="0" bIns="-5667" rtlCol="0" anchor="t"/>
          <a:lstStyle/>
          <a:p>
            <a:pPr algn="l" indent="0" marL="0">
              <a:lnSpc>
                <a:spcPts val="3570"/>
              </a:lnSpc>
              <a:buNone/>
            </a:pPr>
            <a:r>
              <a:rPr lang="en-US" sz="2550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Viết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kiểm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thử</a:t>
            </a:r>
            <a:r>
              <a:rPr lang="en-US" sz="2550" dirty="0" spc="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trước,</a:t>
            </a:r>
            <a:r>
              <a:rPr lang="en-US" sz="2550" dirty="0" spc="1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đổi</a:t>
            </a:r>
            <a:r>
              <a:rPr lang="en-US" sz="2550" dirty="0" spc="2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từng</a:t>
            </a:r>
            <a:r>
              <a:rPr lang="en-US" sz="2550" dirty="0" spc="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bước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nhỏ.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Kiểm</a:t>
            </a:r>
            <a:r>
              <a:rPr lang="en-US" sz="2550" dirty="0" spc="1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đầu</a:t>
            </a:r>
            <a:r>
              <a:rPr lang="en-US" sz="2550" dirty="0" spc="-1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vào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ở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biên.</a:t>
            </a:r>
            <a:endParaRPr lang="en-US" sz="2550" dirty="0"/>
          </a:p>
        </p:txBody>
      </p:sp>
      <p:sp>
        <p:nvSpPr>
          <p:cNvPr id="6" name="Text 4"/>
          <p:cNvSpPr/>
          <p:nvPr/>
        </p:nvSpPr>
        <p:spPr>
          <a:xfrm>
            <a:off x="914400" y="5524500"/>
            <a:ext cx="2286000" cy="685800"/>
          </a:xfrm>
          <a:prstGeom prst="roundRect">
            <a:avLst>
              <a:gd name="adj" fmla="val 50000"/>
            </a:avLst>
          </a:prstGeom>
          <a:solidFill>
            <a:srgbClr val="B45309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1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Bước</a:t>
            </a:r>
            <a:r>
              <a:rPr lang="en-US" sz="2250" b="1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nhỏ</a:t>
            </a:r>
            <a:endParaRPr lang="en-US" sz="2250" dirty="0"/>
          </a:p>
        </p:txBody>
      </p:sp>
      <p:sp>
        <p:nvSpPr>
          <p:cNvPr id="7" name="Text 5"/>
          <p:cNvSpPr/>
          <p:nvPr/>
        </p:nvSpPr>
        <p:spPr>
          <a:xfrm>
            <a:off x="3352800" y="5524500"/>
            <a:ext cx="1714500" cy="685800"/>
          </a:xfrm>
          <a:prstGeom prst="roundRect">
            <a:avLst>
              <a:gd name="adj" fmla="val 50000"/>
            </a:avLst>
          </a:prstGeom>
          <a:solidFill>
            <a:srgbClr val="B45309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1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Sửa</a:t>
            </a:r>
            <a:r>
              <a:rPr lang="en-US" sz="2250" b="1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sớm</a:t>
            </a:r>
            <a:endParaRPr lang="en-US" sz="2250" dirty="0"/>
          </a:p>
        </p:txBody>
      </p:sp>
      <p:sp>
        <p:nvSpPr>
          <p:cNvPr id="8" name="Text 6"/>
          <p:cNvSpPr/>
          <p:nvPr/>
        </p:nvSpPr>
        <p:spPr>
          <a:xfrm>
            <a:off x="5219700" y="5524500"/>
            <a:ext cx="1866900" cy="685800"/>
          </a:xfrm>
          <a:prstGeom prst="roundRect">
            <a:avLst>
              <a:gd name="adj" fmla="val 50000"/>
            </a:avLst>
          </a:prstGeom>
          <a:solidFill>
            <a:srgbClr val="B45309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Bảo</a:t>
            </a:r>
            <a:r>
              <a:rPr lang="en-US" sz="2250" b="1" dirty="0" spc="-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mật</a:t>
            </a:r>
            <a:endParaRPr lang="en-US" sz="2250" dirty="0"/>
          </a:p>
        </p:txBody>
      </p:sp>
      <p:sp>
        <p:nvSpPr>
          <p:cNvPr id="9" name="Shape 7"/>
          <p:cNvSpPr/>
          <p:nvPr/>
        </p:nvSpPr>
        <p:spPr>
          <a:xfrm>
            <a:off x="914400" y="6572250"/>
            <a:ext cx="7620000" cy="1905000"/>
          </a:xfrm>
          <a:prstGeom prst="roundRect">
            <a:avLst>
              <a:gd name="adj" fmla="val 14000"/>
            </a:avLst>
          </a:prstGeom>
          <a:solidFill>
            <a:srgbClr val="F3DFB8"/>
          </a:solidFill>
          <a:ln/>
        </p:spPr>
      </p:sp>
      <p:sp>
        <p:nvSpPr>
          <p:cNvPr id="10" name="Text 8"/>
          <p:cNvSpPr/>
          <p:nvPr/>
        </p:nvSpPr>
        <p:spPr>
          <a:xfrm>
            <a:off x="1257300" y="6858000"/>
            <a:ext cx="4762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5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GHI</a:t>
            </a:r>
            <a:r>
              <a:rPr lang="en-US" sz="1800" b="1" spc="227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NHỚ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257300" y="7296150"/>
            <a:ext cx="6953250" cy="1047750"/>
          </a:xfrm>
          <a:prstGeom prst="rect">
            <a:avLst/>
          </a:prstGeom>
          <a:noFill/>
          <a:ln/>
        </p:spPr>
        <p:txBody>
          <a:bodyPr wrap="square" lIns="0" tIns="9700" rIns="0" bIns="-9700" rtlCol="0" anchor="t"/>
          <a:lstStyle/>
          <a:p>
            <a:pPr algn="l" indent="0" marL="0">
              <a:lnSpc>
                <a:spcPts val="3443"/>
              </a:lnSpc>
              <a:buNone/>
            </a:pPr>
            <a:r>
              <a:rPr lang="en-US" sz="2550" dirty="0" spc="-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Chạy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lại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kiểm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thử</a:t>
            </a:r>
            <a:r>
              <a:rPr lang="en-US" sz="2550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sau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mỗi</a:t>
            </a:r>
            <a:r>
              <a:rPr lang="en-US" sz="2550" dirty="0" spc="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bước.</a:t>
            </a:r>
            <a:r>
              <a:rPr lang="en-US" sz="2550" dirty="0" spc="-8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Từ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chối</a:t>
            </a:r>
            <a:r>
              <a:rPr lang="en-US" sz="2550" dirty="0" spc="-1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ngày</a:t>
            </a:r>
            <a:r>
              <a:rPr lang="en-US" sz="255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âm.</a:t>
            </a:r>
            <a:endParaRPr lang="en-US" sz="2550" dirty="0"/>
          </a:p>
        </p:txBody>
      </p:sp>
      <p:sp>
        <p:nvSpPr>
          <p:cNvPr id="12" name="Shape 10"/>
          <p:cNvSpPr/>
          <p:nvPr/>
        </p:nvSpPr>
        <p:spPr>
          <a:xfrm>
            <a:off x="9144000" y="914400"/>
            <a:ext cx="8229600" cy="7848600"/>
          </a:xfrm>
          <a:prstGeom prst="roundRect">
            <a:avLst>
              <a:gd name="adj" fmla="val 3398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9486900" y="1257300"/>
            <a:ext cx="7543800" cy="3352800"/>
          </a:xfrm>
          <a:prstGeom prst="roundRect">
            <a:avLst>
              <a:gd name="adj" fmla="val 6250"/>
            </a:avLst>
          </a:prstGeom>
          <a:solidFill>
            <a:srgbClr val="F3DFB8"/>
          </a:solidFill>
          <a:ln/>
        </p:spPr>
      </p:sp>
      <p:sp>
        <p:nvSpPr>
          <p:cNvPr id="14" name="Text 12"/>
          <p:cNvSpPr/>
          <p:nvPr/>
        </p:nvSpPr>
        <p:spPr>
          <a:xfrm>
            <a:off x="9715500" y="1485900"/>
            <a:ext cx="533400" cy="533400"/>
          </a:xfrm>
          <a:prstGeom prst="roundRect">
            <a:avLst>
              <a:gd name="adj" fmla="val 50000"/>
            </a:avLst>
          </a:prstGeom>
          <a:solidFill>
            <a:srgbClr val="B45309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 spc="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9</a:t>
            </a:r>
            <a:endParaRPr lang="en-US" sz="2400" dirty="0"/>
          </a:p>
        </p:txBody>
      </p:sp>
      <p:sp>
        <p:nvSpPr>
          <p:cNvPr id="15" name="Text 13"/>
          <p:cNvSpPr/>
          <p:nvPr/>
        </p:nvSpPr>
        <p:spPr>
          <a:xfrm>
            <a:off x="10439400" y="1485900"/>
            <a:ext cx="638175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b="1" dirty="0" spc="-8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Tái</a:t>
            </a:r>
            <a:r>
              <a:rPr lang="en-US" sz="270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cấu</a:t>
            </a:r>
            <a:r>
              <a:rPr lang="en-US" sz="2700" b="1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trúc</a:t>
            </a:r>
            <a:r>
              <a:rPr lang="en-US" sz="2700" b="1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liên</a:t>
            </a:r>
            <a:r>
              <a:rPr lang="en-US" sz="2700" b="1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tục</a:t>
            </a:r>
            <a:endParaRPr lang="en-US" sz="2700" dirty="0"/>
          </a:p>
        </p:txBody>
      </p:sp>
      <p:sp>
        <p:nvSpPr>
          <p:cNvPr id="16" name="Shape 14"/>
          <p:cNvSpPr/>
          <p:nvPr/>
        </p:nvSpPr>
        <p:spPr>
          <a:xfrm>
            <a:off x="9715500" y="2247900"/>
            <a:ext cx="2057400" cy="952500"/>
          </a:xfrm>
          <a:prstGeom prst="roundRect">
            <a:avLst>
              <a:gd name="adj" fmla="val 18000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9715500" y="2247900"/>
            <a:ext cx="2057400" cy="952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Kiểm</a:t>
            </a:r>
            <a:r>
              <a:rPr lang="en-US" sz="2100" b="1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thử</a:t>
            </a:r>
            <a:endParaRPr lang="en-US" sz="2100" dirty="0"/>
          </a:p>
          <a:p>
            <a:pPr algn="ctr" indent="0" marL="0">
              <a:buNone/>
            </a:pPr>
            <a:r>
              <a:rPr lang="en-US" sz="2100" b="1" dirty="0" spc="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trước</a:t>
            </a:r>
            <a:endParaRPr lang="en-US" sz="2100" dirty="0"/>
          </a:p>
        </p:txBody>
      </p:sp>
      <p:sp>
        <p:nvSpPr>
          <p:cNvPr id="18" name="Connector line-1792362949169-829487633"/>
          <p:cNvSpPr/>
          <p:nvPr/>
        </p:nvSpPr>
        <p:spPr>
          <a:xfrm>
            <a:off x="11830050" y="2724150"/>
            <a:ext cx="342900" cy="0"/>
          </a:xfrm>
          <a:prstGeom prst="line">
            <a:avLst/>
          </a:prstGeom>
          <a:noFill/>
          <a:ln w="47625">
            <a:solidFill>
              <a:srgbClr val="B45309"/>
            </a:solidFill>
            <a:prstDash val="solid"/>
            <a:headEnd type="none"/>
            <a:tailEnd type="triangle"/>
          </a:ln>
        </p:spPr>
      </p:sp>
      <p:sp>
        <p:nvSpPr>
          <p:cNvPr id="19" name="Shape 17"/>
          <p:cNvSpPr/>
          <p:nvPr/>
        </p:nvSpPr>
        <p:spPr>
          <a:xfrm>
            <a:off x="12230100" y="2247900"/>
            <a:ext cx="2057400" cy="952500"/>
          </a:xfrm>
          <a:prstGeom prst="roundRect">
            <a:avLst>
              <a:gd name="adj" fmla="val 18000"/>
            </a:avLst>
          </a:prstGeom>
          <a:solidFill>
            <a:srgbClr val="B45309"/>
          </a:solidFill>
          <a:ln/>
        </p:spPr>
      </p:sp>
      <p:sp>
        <p:nvSpPr>
          <p:cNvPr id="20" name="Text 18"/>
          <p:cNvSpPr/>
          <p:nvPr/>
        </p:nvSpPr>
        <p:spPr>
          <a:xfrm>
            <a:off x="12230100" y="2247900"/>
            <a:ext cx="2057400" cy="952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Đổi</a:t>
            </a:r>
            <a:r>
              <a:rPr lang="en-US" sz="2100" b="1" dirty="0" spc="1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từng</a:t>
            </a:r>
            <a:endParaRPr lang="en-US" sz="2100" dirty="0"/>
          </a:p>
          <a:p>
            <a:pPr algn="ctr" indent="0" marL="0">
              <a:buNone/>
            </a:pPr>
            <a:r>
              <a:rPr lang="en-US" sz="2100" b="1" dirty="0" spc="1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bước</a:t>
            </a:r>
            <a:r>
              <a:rPr lang="en-US" sz="2100" b="1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nhỏ</a:t>
            </a:r>
            <a:endParaRPr lang="en-US" sz="2100" dirty="0"/>
          </a:p>
        </p:txBody>
      </p:sp>
      <p:sp>
        <p:nvSpPr>
          <p:cNvPr id="21" name="Connector line-1792362949172-483506185"/>
          <p:cNvSpPr/>
          <p:nvPr/>
        </p:nvSpPr>
        <p:spPr>
          <a:xfrm>
            <a:off x="14344650" y="2724150"/>
            <a:ext cx="342900" cy="0"/>
          </a:xfrm>
          <a:prstGeom prst="line">
            <a:avLst/>
          </a:prstGeom>
          <a:noFill/>
          <a:ln w="47625">
            <a:solidFill>
              <a:srgbClr val="B45309"/>
            </a:solidFill>
            <a:prstDash val="solid"/>
            <a:headEnd type="none"/>
            <a:tailEnd type="triangle"/>
          </a:ln>
        </p:spPr>
      </p:sp>
      <p:sp>
        <p:nvSpPr>
          <p:cNvPr id="22" name="Shape 20"/>
          <p:cNvSpPr/>
          <p:nvPr/>
        </p:nvSpPr>
        <p:spPr>
          <a:xfrm>
            <a:off x="14744700" y="2247900"/>
            <a:ext cx="2057400" cy="952500"/>
          </a:xfrm>
          <a:prstGeom prst="roundRect">
            <a:avLst>
              <a:gd name="adj" fmla="val 18000"/>
            </a:avLst>
          </a:prstGeom>
          <a:solidFill>
            <a:srgbClr val="FBF8F2"/>
          </a:solidFill>
          <a:ln w="28575">
            <a:solidFill>
              <a:srgbClr val="B45309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14744700" y="2247900"/>
            <a:ext cx="2057400" cy="952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 spc="-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Chạy</a:t>
            </a:r>
            <a:r>
              <a:rPr lang="en-US" sz="210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lại</a:t>
            </a:r>
            <a:endParaRPr lang="en-US" sz="2100" dirty="0"/>
          </a:p>
          <a:p>
            <a:pPr algn="ctr" indent="0" marL="0">
              <a:buNone/>
            </a:pPr>
            <a:r>
              <a:rPr lang="en-US" sz="210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sau</a:t>
            </a:r>
            <a:r>
              <a:rPr lang="en-US" sz="2100" b="1" dirty="0" spc="-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mỗi</a:t>
            </a:r>
            <a:r>
              <a:rPr lang="en-US" sz="2100" b="1" dirty="0" spc="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bước</a:t>
            </a:r>
            <a:endParaRPr lang="en-US" sz="2100" dirty="0"/>
          </a:p>
        </p:txBody>
      </p:sp>
      <p:sp>
        <p:nvSpPr>
          <p:cNvPr id="24" name="Text richtext-1792362949176-547516753"/>
          <p:cNvSpPr/>
          <p:nvPr/>
        </p:nvSpPr>
        <p:spPr>
          <a:xfrm>
            <a:off x="9715500" y="3429000"/>
            <a:ext cx="7086600" cy="952500"/>
          </a:xfrm>
          <a:prstGeom prst="rect">
            <a:avLst/>
          </a:prstGeom>
          <a:noFill/>
          <a:ln/>
        </p:spPr>
        <p:txBody>
          <a:bodyPr wrap="square" lIns="0" tIns="9077" rIns="0" bIns="-9077" rtlCol="0" anchor="t"/>
          <a:lstStyle/>
          <a:p>
            <a:pPr algn="l" marL="304800" indent="-216604">
              <a:lnSpc>
                <a:spcPts val="3223"/>
              </a:lnSpc>
              <a:spcAft>
                <a:spcPts val="1050"/>
              </a:spcAft>
              <a:buSzPct val="100000"/>
              <a:buFont typeface="Arial"/>
              <a:buChar char="•"/>
            </a:pPr>
            <a:r>
              <a:rPr lang="en-US" sz="2387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Đổi</a:t>
            </a:r>
            <a:r>
              <a:rPr lang="en-US" sz="2387" dirty="0" spc="-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tên, bỏ</a:t>
            </a:r>
            <a:r>
              <a:rPr lang="en-US" sz="2387" dirty="0" spc="-1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fee,</a:t>
            </a:r>
            <a:r>
              <a:rPr lang="en-US" sz="2387" dirty="0" spc="-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bỏ</a:t>
            </a:r>
            <a:r>
              <a:rPr lang="en-US" sz="2387" dirty="0" spc="-2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except:</a:t>
            </a:r>
            <a:r>
              <a:rPr lang="en-US" sz="2387" dirty="0" spc="-1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trống</a:t>
            </a:r>
            <a:endParaRPr lang="en-US" sz="2387" dirty="0"/>
          </a:p>
          <a:p>
            <a:pPr algn="l" marL="304800" indent="-216604">
              <a:lnSpc>
                <a:spcPts val="3223"/>
              </a:lnSpc>
              <a:buSzPct val="100000"/>
              <a:buFont typeface="Arial"/>
              <a:buChar char="•"/>
            </a:pPr>
            <a:r>
              <a:rPr lang="en-US" sz="2387" dirty="0" spc="-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Chạy</a:t>
            </a:r>
            <a:r>
              <a:rPr lang="en-US" sz="2387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lại</a:t>
            </a:r>
            <a:r>
              <a:rPr lang="en-US" sz="2387" dirty="0" spc="-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ba</a:t>
            </a:r>
            <a:r>
              <a:rPr lang="en-US" sz="2387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ca</a:t>
            </a:r>
            <a:r>
              <a:rPr lang="en-US" sz="2387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kiểm thử</a:t>
            </a:r>
            <a:r>
              <a:rPr lang="en-US" sz="2387" dirty="0" spc="-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sau</a:t>
            </a:r>
            <a:r>
              <a:rPr lang="en-US" sz="2387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mỗi</a:t>
            </a:r>
            <a:r>
              <a:rPr lang="en-US" sz="2387" dirty="0" spc="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bước</a:t>
            </a:r>
            <a:endParaRPr lang="en-US" sz="2387" dirty="0"/>
          </a:p>
        </p:txBody>
      </p:sp>
      <p:sp>
        <p:nvSpPr>
          <p:cNvPr id="25" name="Shape 23"/>
          <p:cNvSpPr/>
          <p:nvPr/>
        </p:nvSpPr>
        <p:spPr>
          <a:xfrm>
            <a:off x="9486900" y="4838700"/>
            <a:ext cx="7543800" cy="3657600"/>
          </a:xfrm>
          <a:prstGeom prst="roundRect">
            <a:avLst>
              <a:gd name="adj" fmla="val 5729"/>
            </a:avLst>
          </a:prstGeom>
          <a:solidFill>
            <a:srgbClr val="F3DFB8"/>
          </a:solidFill>
          <a:ln/>
        </p:spPr>
      </p:sp>
      <p:sp>
        <p:nvSpPr>
          <p:cNvPr id="26" name="Text 24"/>
          <p:cNvSpPr/>
          <p:nvPr/>
        </p:nvSpPr>
        <p:spPr>
          <a:xfrm>
            <a:off x="9715500" y="5067300"/>
            <a:ext cx="533400" cy="533400"/>
          </a:xfrm>
          <a:prstGeom prst="roundRect">
            <a:avLst>
              <a:gd name="adj" fmla="val 50000"/>
            </a:avLst>
          </a:prstGeom>
          <a:solidFill>
            <a:srgbClr val="B45309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10</a:t>
            </a:r>
            <a:endParaRPr lang="en-US" sz="2250" dirty="0"/>
          </a:p>
        </p:txBody>
      </p:sp>
      <p:sp>
        <p:nvSpPr>
          <p:cNvPr id="27" name="Text 25"/>
          <p:cNvSpPr/>
          <p:nvPr/>
        </p:nvSpPr>
        <p:spPr>
          <a:xfrm>
            <a:off x="10439400" y="5067300"/>
            <a:ext cx="638175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b="1" dirty="0" spc="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Bảo</a:t>
            </a:r>
            <a:r>
              <a:rPr lang="en-US" sz="2700" b="1" dirty="0" spc="-1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mật</a:t>
            </a:r>
            <a:r>
              <a:rPr lang="en-US" sz="2700" b="1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</a:t>
            </a:r>
            <a:r>
              <a:rPr lang="en-US" sz="2700" b="1" dirty="0" spc="4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ưu</a:t>
            </a:r>
            <a:r>
              <a:rPr lang="en-US" sz="2700" b="1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tiên</a:t>
            </a:r>
            <a:r>
              <a:rPr lang="en-US" sz="2700" b="1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hàng</a:t>
            </a:r>
            <a:r>
              <a:rPr lang="en-US" sz="2700" b="1" dirty="0" spc="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đầu</a:t>
            </a:r>
            <a:endParaRPr lang="en-US" sz="2700" dirty="0"/>
          </a:p>
        </p:txBody>
      </p:sp>
      <p:sp>
        <p:nvSpPr>
          <p:cNvPr id="28" name="Text 26"/>
          <p:cNvSpPr/>
          <p:nvPr/>
        </p:nvSpPr>
        <p:spPr>
          <a:xfrm>
            <a:off x="9715500" y="5829300"/>
            <a:ext cx="2057400" cy="1143000"/>
          </a:xfrm>
          <a:prstGeom prst="roundRect">
            <a:avLst>
              <a:gd name="adj" fmla="val 15000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Đầu</a:t>
            </a:r>
            <a:r>
              <a:rPr lang="en-US" sz="2250" b="1" dirty="0" spc="-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vào</a:t>
            </a:r>
            <a:endParaRPr lang="en-US" sz="2250" dirty="0"/>
          </a:p>
        </p:txBody>
      </p:sp>
      <p:sp>
        <p:nvSpPr>
          <p:cNvPr id="29" name="Connector line-1792362949194-950254982"/>
          <p:cNvSpPr/>
          <p:nvPr/>
        </p:nvSpPr>
        <p:spPr>
          <a:xfrm>
            <a:off x="11830050" y="6400800"/>
            <a:ext cx="342900" cy="0"/>
          </a:xfrm>
          <a:prstGeom prst="line">
            <a:avLst/>
          </a:prstGeom>
          <a:noFill/>
          <a:ln w="47625">
            <a:solidFill>
              <a:srgbClr val="B45309"/>
            </a:solidFill>
            <a:prstDash val="solid"/>
            <a:headEnd type="none"/>
            <a:tailEnd type="triangle"/>
          </a:ln>
        </p:spPr>
      </p:sp>
      <p:sp>
        <p:nvSpPr>
          <p:cNvPr id="30" name="Shape 28"/>
          <p:cNvSpPr/>
          <p:nvPr/>
        </p:nvSpPr>
        <p:spPr>
          <a:xfrm>
            <a:off x="12230100" y="5829300"/>
            <a:ext cx="4572000" cy="1143000"/>
          </a:xfrm>
          <a:prstGeom prst="roundRect">
            <a:avLst>
              <a:gd name="adj" fmla="val 15000"/>
            </a:avLst>
          </a:prstGeom>
          <a:solidFill>
            <a:srgbClr val="FBF8F2"/>
          </a:solidFill>
          <a:ln w="28575">
            <a:solidFill>
              <a:srgbClr val="B45309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12230100" y="5829300"/>
            <a:ext cx="45720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Kiểm</a:t>
            </a:r>
            <a:r>
              <a:rPr lang="en-US" sz="2250" b="1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kiểu,</a:t>
            </a:r>
            <a:r>
              <a:rPr lang="en-US" sz="2250" b="1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giá</a:t>
            </a:r>
            <a:r>
              <a:rPr lang="en-US" sz="2250" b="1" dirty="0" spc="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trị</a:t>
            </a:r>
            <a:endParaRPr lang="en-US" sz="2250" dirty="0"/>
          </a:p>
          <a:p>
            <a:pPr algn="ctr" indent="0" marL="0">
              <a:buNone/>
            </a:pPr>
            <a:r>
              <a:rPr lang="en-US" sz="2250" b="1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nhỏ</a:t>
            </a:r>
            <a:r>
              <a:rPr lang="en-US" sz="2250" b="1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nhất</a:t>
            </a:r>
            <a:r>
              <a:rPr lang="en-US" sz="2250" b="1" dirty="0" spc="-1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250" b="1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lớn</a:t>
            </a:r>
            <a:r>
              <a:rPr lang="en-US" sz="2250" b="1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nhất</a:t>
            </a:r>
            <a:endParaRPr lang="en-US" sz="2250" dirty="0"/>
          </a:p>
        </p:txBody>
      </p:sp>
      <p:sp>
        <p:nvSpPr>
          <p:cNvPr id="32" name="Text 30"/>
          <p:cNvSpPr/>
          <p:nvPr/>
        </p:nvSpPr>
        <p:spPr>
          <a:xfrm>
            <a:off x="9715500" y="7315200"/>
            <a:ext cx="7086600" cy="800100"/>
          </a:xfrm>
          <a:prstGeom prst="roundRect">
            <a:avLst>
              <a:gd name="adj" fmla="val 50000"/>
            </a:avLst>
          </a:prstGeom>
          <a:solidFill>
            <a:srgbClr val="B45309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50" b="1" dirty="0" spc="-9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Từ</a:t>
            </a:r>
            <a:r>
              <a:rPr lang="en-US" sz="2550" b="1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chối</a:t>
            </a:r>
            <a:r>
              <a:rPr lang="en-US" sz="2550" b="1" dirty="0" spc="-1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ngày</a:t>
            </a:r>
            <a:r>
              <a:rPr lang="en-US" sz="2550" b="1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âm</a:t>
            </a:r>
            <a:endParaRPr lang="en-US" sz="2550" dirty="0"/>
          </a:p>
        </p:txBody>
      </p:sp>
      <p:sp>
        <p:nvSpPr>
          <p:cNvPr id="33" name="Shape 31"/>
          <p:cNvSpPr/>
          <p:nvPr/>
        </p:nvSpPr>
        <p:spPr>
          <a:xfrm>
            <a:off x="9810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13239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16668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20097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23526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26955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3038475" y="9439275"/>
            <a:ext cx="133350" cy="13335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33813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37242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40671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914400" y="9696450"/>
            <a:ext cx="7620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28 ·</a:t>
            </a:r>
            <a:r>
              <a:rPr lang="en-US" sz="1650" dirty="0" spc="-1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07/10</a:t>
            </a:r>
            <a:endParaRPr lang="en-US" sz="1650" dirty="0"/>
          </a:p>
        </p:txBody>
      </p:sp>
      <p:sp>
        <p:nvSpPr>
          <p:cNvPr id="44" name="Shape 42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45" name="Moda image moda-export-watermark-bd27ba7d-d612-4490-afad-570b9be91640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14400"/>
            <a:ext cx="7810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03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TỔNG</a:t>
            </a:r>
            <a:r>
              <a:rPr lang="en-US" sz="1950" b="1" spc="223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KẾT</a:t>
            </a:r>
            <a:r>
              <a:rPr lang="en-US" sz="1950" b="1" spc="222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950" b="1" spc="227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ĐỐI</a:t>
            </a:r>
            <a:r>
              <a:rPr lang="en-US" sz="1950" b="1" spc="22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CHIẾU</a:t>
            </a:r>
            <a:r>
              <a:rPr lang="en-US" sz="1950" b="1" spc="217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VỚI</a:t>
            </a:r>
            <a:r>
              <a:rPr lang="en-US" sz="1950" b="1" spc="22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8191500" cy="2476500"/>
          </a:xfrm>
          <a:prstGeom prst="rect">
            <a:avLst/>
          </a:prstGeom>
          <a:noFill/>
          <a:ln/>
        </p:spPr>
        <p:txBody>
          <a:bodyPr wrap="square" lIns="0" tIns="57150" rIns="0" bIns="-57150" rtlCol="0" anchor="t"/>
          <a:lstStyle/>
          <a:p>
            <a:pPr algn="l" indent="0" marL="0">
              <a:lnSpc>
                <a:spcPts val="8100"/>
              </a:lnSpc>
              <a:buNone/>
            </a:pPr>
            <a:r>
              <a:rPr lang="en-US" sz="75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Gặp lại</a:t>
            </a:r>
            <a:r>
              <a:rPr lang="en-US" sz="7500" dirty="0" spc="-1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trong</a:t>
            </a:r>
            <a:endParaRPr lang="en-US" sz="7500" dirty="0"/>
          </a:p>
          <a:p>
            <a:pPr algn="l" indent="0" marL="0">
              <a:lnSpc>
                <a:spcPts val="8100"/>
              </a:lnSpc>
              <a:buNone/>
            </a:pPr>
            <a:r>
              <a:rPr lang="en-US" sz="7500" dirty="0" spc="-8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tài</a:t>
            </a:r>
            <a:r>
              <a:rPr lang="en-US" sz="7500" dirty="0" spc="7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liệu</a:t>
            </a:r>
            <a:r>
              <a:rPr lang="en-US" sz="7500" dirty="0" spc="-4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gốc</a:t>
            </a:r>
            <a:endParaRPr lang="en-US" sz="7500" dirty="0"/>
          </a:p>
        </p:txBody>
      </p:sp>
      <p:sp>
        <p:nvSpPr>
          <p:cNvPr id="4" name="Text 2"/>
          <p:cNvSpPr/>
          <p:nvPr/>
        </p:nvSpPr>
        <p:spPr>
          <a:xfrm>
            <a:off x="914400" y="3733800"/>
            <a:ext cx="800100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300" b="1" dirty="0" spc="7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Sáu</a:t>
            </a:r>
            <a:r>
              <a:rPr lang="en-US" sz="3300" b="1" dirty="0" spc="-22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nguyên</a:t>
            </a:r>
            <a:r>
              <a:rPr lang="en-US" sz="3300" b="1" dirty="0" spc="-3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tắc</a:t>
            </a:r>
            <a:r>
              <a:rPr lang="en-US" sz="3300" b="1" dirty="0" spc="-9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</a:t>
            </a:r>
            <a:r>
              <a:rPr lang="en-US" sz="3300" b="1" dirty="0" spc="-5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tài</a:t>
            </a:r>
            <a:r>
              <a:rPr lang="en-US" sz="3300" b="1" dirty="0" spc="0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</a:t>
            </a:r>
            <a:endParaRPr lang="en-US" sz="3300" dirty="0"/>
          </a:p>
        </p:txBody>
      </p:sp>
      <p:sp>
        <p:nvSpPr>
          <p:cNvPr id="5" name="Text 3"/>
          <p:cNvSpPr/>
          <p:nvPr/>
        </p:nvSpPr>
        <p:spPr>
          <a:xfrm>
            <a:off x="914400" y="4438650"/>
            <a:ext cx="7810500" cy="952500"/>
          </a:xfrm>
          <a:prstGeom prst="rect">
            <a:avLst/>
          </a:prstGeom>
          <a:noFill/>
          <a:ln/>
        </p:spPr>
        <p:txBody>
          <a:bodyPr wrap="square" lIns="0" tIns="5667" rIns="0" bIns="-5667" rtlCol="0" anchor="t"/>
          <a:lstStyle/>
          <a:p>
            <a:pPr algn="l" indent="0" marL="0">
              <a:lnSpc>
                <a:spcPts val="3570"/>
              </a:lnSpc>
              <a:buNone/>
            </a:pPr>
            <a:r>
              <a:rPr lang="en-US" sz="2550" dirty="0" spc="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Bốn</a:t>
            </a:r>
            <a:r>
              <a:rPr lang="en-US" sz="2550" dirty="0" spc="-1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nguyên</a:t>
            </a:r>
            <a:r>
              <a:rPr lang="en-US" sz="2550" dirty="0" spc="-1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tắc</a:t>
            </a:r>
            <a:r>
              <a:rPr lang="en-US" sz="2550" dirty="0" spc="-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còn</a:t>
            </a:r>
            <a:r>
              <a:rPr lang="en-US" sz="2550" dirty="0" spc="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lại</a:t>
            </a:r>
            <a:r>
              <a:rPr lang="en-US" sz="2550" dirty="0" spc="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</a:t>
            </a:r>
            <a:r>
              <a:rPr lang="en-US" sz="2550" dirty="0" spc="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nhận</a:t>
            </a:r>
            <a:r>
              <a:rPr lang="en-US" sz="2550" dirty="0" spc="2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định</a:t>
            </a:r>
            <a:r>
              <a:rPr lang="en-US" sz="2550" dirty="0" spc="-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2550" dirty="0" spc="-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bài.</a:t>
            </a:r>
            <a:endParaRPr lang="en-US" sz="2550" dirty="0"/>
          </a:p>
        </p:txBody>
      </p:sp>
      <p:sp>
        <p:nvSpPr>
          <p:cNvPr id="6" name="Shape 4"/>
          <p:cNvSpPr/>
          <p:nvPr/>
        </p:nvSpPr>
        <p:spPr>
          <a:xfrm>
            <a:off x="914400" y="5524500"/>
            <a:ext cx="7620000" cy="2952750"/>
          </a:xfrm>
          <a:prstGeom prst="roundRect">
            <a:avLst>
              <a:gd name="adj" fmla="val 9032"/>
            </a:avLst>
          </a:prstGeom>
          <a:solidFill>
            <a:srgbClr val="1E212B"/>
          </a:solidFill>
          <a:ln/>
        </p:spPr>
      </p:sp>
      <p:sp>
        <p:nvSpPr>
          <p:cNvPr id="7" name="Text 5"/>
          <p:cNvSpPr/>
          <p:nvPr/>
        </p:nvSpPr>
        <p:spPr>
          <a:xfrm>
            <a:off x="1257300" y="5810250"/>
            <a:ext cx="5715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3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GIỚI</a:t>
            </a:r>
            <a:r>
              <a:rPr lang="en-US" sz="1800" b="1" spc="226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HẠN</a:t>
            </a:r>
            <a:r>
              <a:rPr lang="en-US" sz="1800" b="1" spc="207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CẦN</a:t>
            </a:r>
            <a:r>
              <a:rPr lang="en-US" sz="1800" b="1" spc="227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NHỚ</a:t>
            </a:r>
            <a:endParaRPr lang="en-US" sz="1800" dirty="0"/>
          </a:p>
        </p:txBody>
      </p:sp>
      <p:sp>
        <p:nvSpPr>
          <p:cNvPr id="8" name="Text richtext-1792363540689-623633138"/>
          <p:cNvSpPr/>
          <p:nvPr/>
        </p:nvSpPr>
        <p:spPr>
          <a:xfrm>
            <a:off x="1257300" y="6286500"/>
            <a:ext cx="6953250" cy="2000250"/>
          </a:xfrm>
          <a:prstGeom prst="rect">
            <a:avLst/>
          </a:prstGeom>
          <a:noFill/>
          <a:ln/>
        </p:spPr>
        <p:txBody>
          <a:bodyPr wrap="square" lIns="0" tIns="12954" rIns="0" bIns="-12954" rtlCol="0" anchor="t"/>
          <a:lstStyle/>
          <a:p>
            <a:pPr algn="l" marL="304800" indent="-217761">
              <a:lnSpc>
                <a:spcPts val="3120"/>
              </a:lnSpc>
              <a:spcAft>
                <a:spcPts val="1200"/>
              </a:spcAft>
              <a:buSzPct val="100000"/>
              <a:buFont typeface="Arial"/>
              <a:buChar char="•"/>
            </a:pPr>
            <a:r>
              <a:rPr lang="en-US" sz="2400" dirty="0" spc="-1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Nguyên</a:t>
            </a:r>
            <a:r>
              <a:rPr lang="en-US" sz="2400" dirty="0" spc="-1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tắc</a:t>
            </a:r>
            <a:r>
              <a:rPr lang="en-US" sz="2400" dirty="0" spc="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4,</a:t>
            </a:r>
            <a:r>
              <a:rPr lang="en-US" sz="240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6,</a:t>
            </a:r>
            <a:r>
              <a:rPr lang="en-US" sz="240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7,</a:t>
            </a:r>
            <a:r>
              <a:rPr lang="en-US" sz="240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9:</a:t>
            </a:r>
            <a:r>
              <a:rPr lang="en-US" sz="240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nhận</a:t>
            </a:r>
            <a:r>
              <a:rPr lang="en-US" sz="2400" dirty="0" spc="2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định</a:t>
            </a:r>
            <a:r>
              <a:rPr lang="en-US" sz="2400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240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endParaRPr lang="en-US" sz="2400" dirty="0"/>
          </a:p>
          <a:p>
            <a:pPr algn="l" marL="304800" indent="-217761">
              <a:lnSpc>
                <a:spcPts val="3120"/>
              </a:lnSpc>
              <a:spcAft>
                <a:spcPts val="1200"/>
              </a:spcAft>
              <a:buSzPct val="100000"/>
              <a:buFont typeface="Arial"/>
              <a:buChar char="•"/>
            </a:pPr>
            <a:r>
              <a:rPr lang="en-US" sz="2400" dirty="0" spc="-6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OWASP</a:t>
            </a:r>
            <a:r>
              <a:rPr lang="en-US" sz="2400" dirty="0" spc="-1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(nguyên tắc</a:t>
            </a:r>
            <a:r>
              <a:rPr lang="en-US" sz="240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10): kiểm</a:t>
            </a:r>
            <a:r>
              <a:rPr lang="en-US" sz="2400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kiểu</a:t>
            </a:r>
            <a:r>
              <a:rPr lang="en-US" sz="2400" dirty="0" spc="-1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400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giá</a:t>
            </a:r>
            <a:r>
              <a:rPr lang="en-US" sz="2400" dirty="0" spc="1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trị</a:t>
            </a:r>
            <a:endParaRPr lang="en-US" sz="2400" dirty="0"/>
          </a:p>
          <a:p>
            <a:pPr algn="l" marL="304800" indent="-217761">
              <a:lnSpc>
                <a:spcPts val="3120"/>
              </a:lnSpc>
              <a:buSzPct val="100000"/>
              <a:buFont typeface="Arial"/>
              <a:buChar char="•"/>
            </a:pPr>
            <a:r>
              <a:rPr lang="en-US" sz="2400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Ví</a:t>
            </a:r>
            <a:r>
              <a:rPr lang="en-US" sz="2400" dirty="0" spc="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dụ</a:t>
            </a:r>
            <a:r>
              <a:rPr lang="en-US" sz="240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nhỏ, không</a:t>
            </a:r>
            <a:r>
              <a:rPr lang="en-US" sz="2400" dirty="0" spc="1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đo</a:t>
            </a:r>
            <a:r>
              <a:rPr lang="en-US" sz="2400" dirty="0" spc="-1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tốc</a:t>
            </a:r>
            <a:r>
              <a:rPr lang="en-US" sz="2400" dirty="0" spc="1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độ</a:t>
            </a:r>
            <a:r>
              <a:rPr lang="en-US" sz="2400" dirty="0" spc="-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hay</a:t>
            </a:r>
            <a:r>
              <a:rPr lang="en-US" sz="240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bảo</a:t>
            </a:r>
            <a:r>
              <a:rPr lang="en-US" sz="2400" dirty="0" spc="1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trì</a:t>
            </a:r>
            <a:endParaRPr lang="en-US" sz="2400" dirty="0"/>
          </a:p>
        </p:txBody>
      </p:sp>
      <p:sp>
        <p:nvSpPr>
          <p:cNvPr id="9" name="Shape 7"/>
          <p:cNvSpPr/>
          <p:nvPr/>
        </p:nvSpPr>
        <p:spPr>
          <a:xfrm>
            <a:off x="9144000" y="914400"/>
            <a:ext cx="8229600" cy="7848600"/>
          </a:xfrm>
          <a:prstGeom prst="roundRect">
            <a:avLst>
              <a:gd name="adj" fmla="val 3398"/>
            </a:avLst>
          </a:prstGeom>
          <a:solidFill>
            <a:srgbClr val="1E212B"/>
          </a:solidFill>
          <a:ln w="19050">
            <a:solidFill>
              <a:srgbClr val="3A3F52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9486900" y="1257300"/>
            <a:ext cx="7543800" cy="1676400"/>
          </a:xfrm>
          <a:prstGeom prst="roundRect">
            <a:avLst>
              <a:gd name="adj" fmla="val 12500"/>
            </a:avLst>
          </a:prstGeom>
          <a:solidFill>
            <a:srgbClr val="262C4D"/>
          </a:solidFill>
          <a:ln/>
        </p:spPr>
      </p:sp>
      <p:sp>
        <p:nvSpPr>
          <p:cNvPr id="11" name="Text 9"/>
          <p:cNvSpPr/>
          <p:nvPr/>
        </p:nvSpPr>
        <p:spPr>
          <a:xfrm>
            <a:off x="9715500" y="1447800"/>
            <a:ext cx="1333500" cy="457200"/>
          </a:xfrm>
          <a:prstGeom prst="roundRect">
            <a:avLst>
              <a:gd name="adj" fmla="val 50000"/>
            </a:avLst>
          </a:prstGeom>
          <a:solidFill>
            <a:srgbClr val="7C93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50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PEP</a:t>
            </a:r>
            <a:r>
              <a:rPr lang="en-US" sz="1950" b="1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8</a:t>
            </a:r>
            <a:endParaRPr lang="en-US" sz="1950" dirty="0"/>
          </a:p>
        </p:txBody>
      </p:sp>
      <p:sp>
        <p:nvSpPr>
          <p:cNvPr id="12" name="Text 10"/>
          <p:cNvSpPr/>
          <p:nvPr/>
        </p:nvSpPr>
        <p:spPr>
          <a:xfrm>
            <a:off x="13716000" y="1447800"/>
            <a:ext cx="30861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dirty="0" spc="-13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Nguyên</a:t>
            </a:r>
            <a:r>
              <a:rPr lang="en-US" sz="1800" dirty="0" spc="-9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tắc</a:t>
            </a:r>
            <a:r>
              <a:rPr lang="en-US" sz="1800" dirty="0" spc="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1, 2</a:t>
            </a:r>
            <a:r>
              <a:rPr lang="en-US" sz="1800" dirty="0" spc="-1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800" dirty="0" spc="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3</a:t>
            </a:r>
            <a:endParaRPr lang="en-US" sz="1800" dirty="0"/>
          </a:p>
        </p:txBody>
      </p:sp>
      <p:sp>
        <p:nvSpPr>
          <p:cNvPr id="13" name="Text richtext-1792363540715-830643126"/>
          <p:cNvSpPr/>
          <p:nvPr/>
        </p:nvSpPr>
        <p:spPr>
          <a:xfrm>
            <a:off x="9715500" y="2038350"/>
            <a:ext cx="7086600" cy="800100"/>
          </a:xfrm>
          <a:prstGeom prst="rect">
            <a:avLst/>
          </a:prstGeom>
          <a:noFill/>
          <a:ln/>
        </p:spPr>
        <p:txBody>
          <a:bodyPr wrap="square" lIns="0" tIns="14669" rIns="0" bIns="-14669" rtlCol="0" anchor="t"/>
          <a:lstStyle/>
          <a:p>
            <a:pPr algn="l" marL="266700" indent="-190541">
              <a:lnSpc>
                <a:spcPts val="2625"/>
              </a:lnSpc>
              <a:spcAft>
                <a:spcPts val="600"/>
              </a:spcAft>
              <a:buSzPct val="100000"/>
              <a:buFont typeface="Arial"/>
              <a:buChar char="•"/>
            </a:pPr>
            <a:r>
              <a:rPr lang="en-US" sz="210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Mã</a:t>
            </a:r>
            <a:r>
              <a:rPr lang="en-US" sz="2100" dirty="0" spc="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đọc</a:t>
            </a:r>
            <a:r>
              <a:rPr lang="en-US" sz="210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nhiều</a:t>
            </a:r>
            <a:r>
              <a:rPr lang="en-US" sz="210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hơn</a:t>
            </a:r>
            <a:r>
              <a:rPr lang="en-US" sz="2100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viết</a:t>
            </a:r>
            <a:r>
              <a:rPr lang="en-US" sz="2100" dirty="0" spc="-3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rất</a:t>
            </a:r>
            <a:r>
              <a:rPr lang="en-US" sz="210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nhiều</a:t>
            </a:r>
            <a:endParaRPr lang="en-US" sz="2100" dirty="0"/>
          </a:p>
          <a:p>
            <a:pPr algn="l" marL="266700" indent="-190541">
              <a:lnSpc>
                <a:spcPts val="2625"/>
              </a:lnSpc>
              <a:buSzPct val="100000"/>
              <a:buFont typeface="Arial"/>
              <a:buChar char="•"/>
            </a:pPr>
            <a:r>
              <a:rPr lang="en-US" sz="2100" dirty="0" spc="-2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except:</a:t>
            </a:r>
            <a:r>
              <a:rPr lang="en-US" sz="2100" dirty="0" spc="-1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trống</a:t>
            </a:r>
            <a:r>
              <a:rPr lang="en-US" sz="2100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</a:t>
            </a:r>
            <a:r>
              <a:rPr lang="en-US" sz="210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thể</a:t>
            </a:r>
            <a:r>
              <a:rPr lang="en-US" sz="2100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che</a:t>
            </a:r>
            <a:r>
              <a:rPr lang="en-US" sz="2100" dirty="0" spc="-1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vấn</a:t>
            </a:r>
            <a:r>
              <a:rPr lang="en-US" sz="2100" dirty="0" spc="1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đề</a:t>
            </a:r>
            <a:r>
              <a:rPr lang="en-US" sz="210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khác</a:t>
            </a:r>
            <a:endParaRPr lang="en-US" sz="2100" dirty="0"/>
          </a:p>
        </p:txBody>
      </p:sp>
      <p:sp>
        <p:nvSpPr>
          <p:cNvPr id="14" name="Shape 12"/>
          <p:cNvSpPr/>
          <p:nvPr/>
        </p:nvSpPr>
        <p:spPr>
          <a:xfrm>
            <a:off x="9486900" y="3086100"/>
            <a:ext cx="7543800" cy="1676400"/>
          </a:xfrm>
          <a:prstGeom prst="roundRect">
            <a:avLst>
              <a:gd name="adj" fmla="val 12500"/>
            </a:avLst>
          </a:prstGeom>
          <a:solidFill>
            <a:srgbClr val="262C4D"/>
          </a:solidFill>
          <a:ln/>
        </p:spPr>
      </p:sp>
      <p:sp>
        <p:nvSpPr>
          <p:cNvPr id="15" name="Text 13"/>
          <p:cNvSpPr/>
          <p:nvPr/>
        </p:nvSpPr>
        <p:spPr>
          <a:xfrm>
            <a:off x="9715500" y="3276600"/>
            <a:ext cx="3048000" cy="457200"/>
          </a:xfrm>
          <a:prstGeom prst="roundRect">
            <a:avLst>
              <a:gd name="adj" fmla="val 50000"/>
            </a:avLst>
          </a:prstGeom>
          <a:solidFill>
            <a:srgbClr val="7C93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50" b="1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Google</a:t>
            </a:r>
            <a:r>
              <a:rPr lang="en-US" sz="1950" b="1" dirty="0" spc="-2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Java</a:t>
            </a:r>
            <a:r>
              <a:rPr lang="en-US" sz="1950" b="1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Style</a:t>
            </a:r>
            <a:endParaRPr lang="en-US" sz="1950" dirty="0"/>
          </a:p>
        </p:txBody>
      </p:sp>
      <p:sp>
        <p:nvSpPr>
          <p:cNvPr id="16" name="Text 14"/>
          <p:cNvSpPr/>
          <p:nvPr/>
        </p:nvSpPr>
        <p:spPr>
          <a:xfrm>
            <a:off x="13716000" y="3276600"/>
            <a:ext cx="30861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dirty="0" spc="-13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Nguyên</a:t>
            </a:r>
            <a:r>
              <a:rPr lang="en-US" sz="1800" dirty="0" spc="-9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tắc</a:t>
            </a:r>
            <a:r>
              <a:rPr lang="en-US" sz="1800" dirty="0" spc="3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</a:t>
            </a:r>
            <a:endParaRPr lang="en-US" sz="1800" dirty="0"/>
          </a:p>
        </p:txBody>
      </p:sp>
      <p:sp>
        <p:nvSpPr>
          <p:cNvPr id="17" name="Text richtext-1792363540725-2604066"/>
          <p:cNvSpPr/>
          <p:nvPr/>
        </p:nvSpPr>
        <p:spPr>
          <a:xfrm>
            <a:off x="9715500" y="3867150"/>
            <a:ext cx="7086600" cy="800100"/>
          </a:xfrm>
          <a:prstGeom prst="rect">
            <a:avLst/>
          </a:prstGeom>
          <a:noFill/>
          <a:ln/>
        </p:spPr>
        <p:txBody>
          <a:bodyPr wrap="square" lIns="0" tIns="14669" rIns="0" bIns="-14669" rtlCol="0" anchor="t"/>
          <a:lstStyle/>
          <a:p>
            <a:pPr algn="l" marL="266700" indent="-190541">
              <a:lnSpc>
                <a:spcPts val="2625"/>
              </a:lnSpc>
              <a:spcAft>
                <a:spcPts val="600"/>
              </a:spcAft>
              <a:buSzPct val="100000"/>
              <a:buFont typeface="Arial"/>
              <a:buChar char="•"/>
            </a:pPr>
            <a:r>
              <a:rPr lang="en-US" sz="2100" dirty="0" spc="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Định</a:t>
            </a:r>
            <a:r>
              <a:rPr lang="en-US" sz="210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nghĩa</a:t>
            </a:r>
            <a:r>
              <a:rPr lang="en-US" sz="210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chuẩn</a:t>
            </a:r>
            <a:r>
              <a:rPr lang="en-US" sz="2100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viết</a:t>
            </a:r>
            <a:r>
              <a:rPr lang="en-US" sz="210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mã</a:t>
            </a:r>
            <a:r>
              <a:rPr lang="en-US" sz="2100" dirty="0" spc="-1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Java</a:t>
            </a:r>
            <a:r>
              <a:rPr lang="en-US" sz="210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2100" dirty="0" spc="-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Google</a:t>
            </a:r>
            <a:endParaRPr lang="en-US" sz="2100" dirty="0"/>
          </a:p>
          <a:p>
            <a:pPr algn="l" marL="266700" indent="-190541">
              <a:lnSpc>
                <a:spcPts val="2625"/>
              </a:lnSpc>
              <a:buSzPct val="100000"/>
              <a:buFont typeface="Arial"/>
              <a:buChar char="•"/>
            </a:pPr>
            <a:r>
              <a:rPr lang="en-US" sz="2100" dirty="0" spc="-6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Tệp</a:t>
            </a:r>
            <a:r>
              <a:rPr lang="en-US" sz="210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chỉ</a:t>
            </a:r>
            <a:r>
              <a:rPr lang="en-US" sz="2100" dirty="0" spc="-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theo</a:t>
            </a:r>
            <a:r>
              <a:rPr lang="en-US" sz="2100" dirty="0" spc="-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Google Style</a:t>
            </a:r>
            <a:r>
              <a:rPr lang="en-US" sz="210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khi</a:t>
            </a:r>
            <a:r>
              <a:rPr lang="en-US" sz="210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tuân thủ</a:t>
            </a:r>
            <a:r>
              <a:rPr lang="en-US" sz="2100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quy</a:t>
            </a:r>
            <a:r>
              <a:rPr lang="en-US" sz="2100" dirty="0" spc="-1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tắc</a:t>
            </a:r>
            <a:endParaRPr lang="en-US" sz="2100" dirty="0"/>
          </a:p>
        </p:txBody>
      </p:sp>
      <p:sp>
        <p:nvSpPr>
          <p:cNvPr id="18" name="Shape 16"/>
          <p:cNvSpPr/>
          <p:nvPr/>
        </p:nvSpPr>
        <p:spPr>
          <a:xfrm>
            <a:off x="9486900" y="4914900"/>
            <a:ext cx="7543800" cy="1676400"/>
          </a:xfrm>
          <a:prstGeom prst="roundRect">
            <a:avLst>
              <a:gd name="adj" fmla="val 12500"/>
            </a:avLst>
          </a:prstGeom>
          <a:solidFill>
            <a:srgbClr val="1A3B35"/>
          </a:solidFill>
          <a:ln/>
        </p:spPr>
      </p:sp>
      <p:sp>
        <p:nvSpPr>
          <p:cNvPr id="19" name="Text 17"/>
          <p:cNvSpPr/>
          <p:nvPr/>
        </p:nvSpPr>
        <p:spPr>
          <a:xfrm>
            <a:off x="9715500" y="5105400"/>
            <a:ext cx="1714500" cy="457200"/>
          </a:xfrm>
          <a:prstGeom prst="roundRect">
            <a:avLst>
              <a:gd name="adj" fmla="val 50000"/>
            </a:avLst>
          </a:prstGeom>
          <a:solidFill>
            <a:srgbClr val="3DD6A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50" b="1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unittest</a:t>
            </a:r>
            <a:endParaRPr lang="en-US" sz="1950" dirty="0"/>
          </a:p>
        </p:txBody>
      </p:sp>
      <p:sp>
        <p:nvSpPr>
          <p:cNvPr id="20" name="Text 18"/>
          <p:cNvSpPr/>
          <p:nvPr/>
        </p:nvSpPr>
        <p:spPr>
          <a:xfrm>
            <a:off x="13716000" y="5105400"/>
            <a:ext cx="30861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dirty="0" spc="-13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Nguyên</a:t>
            </a:r>
            <a:r>
              <a:rPr lang="en-US" sz="1800" dirty="0" spc="-9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tắc</a:t>
            </a:r>
            <a:r>
              <a:rPr lang="en-US" sz="1800" dirty="0" spc="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5</a:t>
            </a:r>
            <a:endParaRPr lang="en-US" sz="1800" dirty="0"/>
          </a:p>
        </p:txBody>
      </p:sp>
      <p:sp>
        <p:nvSpPr>
          <p:cNvPr id="21" name="Text richtext-1792363540736-226271855"/>
          <p:cNvSpPr/>
          <p:nvPr/>
        </p:nvSpPr>
        <p:spPr>
          <a:xfrm>
            <a:off x="9715500" y="5695950"/>
            <a:ext cx="7086600" cy="800100"/>
          </a:xfrm>
          <a:prstGeom prst="rect">
            <a:avLst/>
          </a:prstGeom>
          <a:noFill/>
          <a:ln/>
        </p:spPr>
        <p:txBody>
          <a:bodyPr wrap="square" lIns="0" tIns="14669" rIns="0" bIns="-14669" rtlCol="0" anchor="t"/>
          <a:lstStyle/>
          <a:p>
            <a:pPr algn="l" marL="266700" indent="-190541">
              <a:lnSpc>
                <a:spcPts val="2625"/>
              </a:lnSpc>
              <a:spcAft>
                <a:spcPts val="600"/>
              </a:spcAft>
              <a:buSzPct val="100000"/>
              <a:buFont typeface="Arial"/>
              <a:buChar char="•"/>
            </a:pPr>
            <a:r>
              <a:rPr lang="en-US" sz="2100" dirty="0" spc="-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Một</a:t>
            </a:r>
            <a:r>
              <a:rPr lang="en-US" sz="2100" dirty="0" spc="-1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test</a:t>
            </a:r>
            <a:r>
              <a:rPr lang="en-US" sz="2100" dirty="0" spc="-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case</a:t>
            </a:r>
            <a:r>
              <a:rPr lang="en-US" sz="2100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kiểm</a:t>
            </a:r>
            <a:r>
              <a:rPr lang="en-US" sz="2100" dirty="0" spc="-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2100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phản</a:t>
            </a:r>
            <a:r>
              <a:rPr lang="en-US" sz="210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hồi</a:t>
            </a:r>
            <a:r>
              <a:rPr lang="en-US" sz="210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cụ</a:t>
            </a:r>
            <a:r>
              <a:rPr lang="en-US" sz="210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thể</a:t>
            </a:r>
            <a:endParaRPr lang="en-US" sz="2100" dirty="0"/>
          </a:p>
          <a:p>
            <a:pPr algn="l" marL="266700" indent="-190541">
              <a:lnSpc>
                <a:spcPts val="2625"/>
              </a:lnSpc>
              <a:buSzPct val="100000"/>
              <a:buFont typeface="Arial"/>
              <a:buChar char="•"/>
            </a:pPr>
            <a:r>
              <a:rPr lang="en-US" sz="2100" dirty="0" spc="-1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assertRaises</a:t>
            </a:r>
            <a:r>
              <a:rPr lang="en-US" sz="2100" dirty="0" spc="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kiểm</a:t>
            </a:r>
            <a:r>
              <a:rPr lang="en-US" sz="2100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</a:t>
            </a:r>
            <a:r>
              <a:rPr lang="en-US" sz="2100" dirty="0" spc="-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ngoại</a:t>
            </a:r>
            <a:r>
              <a:rPr lang="en-US" sz="210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lệ</a:t>
            </a:r>
            <a:endParaRPr lang="en-US" sz="2100" dirty="0"/>
          </a:p>
        </p:txBody>
      </p:sp>
      <p:sp>
        <p:nvSpPr>
          <p:cNvPr id="22" name="Shape 20"/>
          <p:cNvSpPr/>
          <p:nvPr/>
        </p:nvSpPr>
        <p:spPr>
          <a:xfrm>
            <a:off x="9486900" y="6743700"/>
            <a:ext cx="7543800" cy="1676400"/>
          </a:xfrm>
          <a:prstGeom prst="roundRect">
            <a:avLst>
              <a:gd name="adj" fmla="val 12500"/>
            </a:avLst>
          </a:prstGeom>
          <a:solidFill>
            <a:srgbClr val="1A3B35"/>
          </a:solidFill>
          <a:ln/>
        </p:spPr>
      </p:sp>
      <p:sp>
        <p:nvSpPr>
          <p:cNvPr id="23" name="Text 21"/>
          <p:cNvSpPr/>
          <p:nvPr/>
        </p:nvSpPr>
        <p:spPr>
          <a:xfrm>
            <a:off x="9715500" y="6934200"/>
            <a:ext cx="4000500" cy="457200"/>
          </a:xfrm>
          <a:prstGeom prst="roundRect">
            <a:avLst>
              <a:gd name="adj" fmla="val 50000"/>
            </a:avLst>
          </a:prstGeom>
          <a:solidFill>
            <a:srgbClr val="3DD6A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50" b="1" dirty="0" spc="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Hướng</a:t>
            </a:r>
            <a:r>
              <a:rPr lang="en-US" sz="1950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dẫn lập</a:t>
            </a:r>
            <a:r>
              <a:rPr lang="en-US" sz="1950" b="1" dirty="0" spc="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trình</a:t>
            </a:r>
            <a:r>
              <a:rPr lang="en-US" sz="1950" b="1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hàm</a:t>
            </a:r>
            <a:endParaRPr lang="en-US" sz="1950" dirty="0"/>
          </a:p>
        </p:txBody>
      </p:sp>
      <p:sp>
        <p:nvSpPr>
          <p:cNvPr id="24" name="Text 22"/>
          <p:cNvSpPr/>
          <p:nvPr/>
        </p:nvSpPr>
        <p:spPr>
          <a:xfrm>
            <a:off x="13906500" y="6934200"/>
            <a:ext cx="289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dirty="0" spc="-13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Nguyên</a:t>
            </a:r>
            <a:r>
              <a:rPr lang="en-US" sz="1800" dirty="0" spc="-9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tắc</a:t>
            </a:r>
            <a:r>
              <a:rPr lang="en-US" sz="1800" dirty="0" spc="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8</a:t>
            </a:r>
            <a:endParaRPr lang="en-US" sz="1800" dirty="0"/>
          </a:p>
        </p:txBody>
      </p:sp>
      <p:sp>
        <p:nvSpPr>
          <p:cNvPr id="25" name="Text richtext-1792363540744-718359708"/>
          <p:cNvSpPr/>
          <p:nvPr/>
        </p:nvSpPr>
        <p:spPr>
          <a:xfrm>
            <a:off x="9715500" y="7524750"/>
            <a:ext cx="7086600" cy="800100"/>
          </a:xfrm>
          <a:prstGeom prst="rect">
            <a:avLst/>
          </a:prstGeom>
          <a:noFill/>
          <a:ln/>
        </p:spPr>
        <p:txBody>
          <a:bodyPr wrap="square" lIns="0" tIns="14669" rIns="0" bIns="-14669" rtlCol="0" anchor="t"/>
          <a:lstStyle/>
          <a:p>
            <a:pPr algn="l" marL="266700" indent="-190541">
              <a:lnSpc>
                <a:spcPts val="2625"/>
              </a:lnSpc>
              <a:spcAft>
                <a:spcPts val="600"/>
              </a:spcAft>
              <a:buSzPct val="100000"/>
              <a:buFont typeface="Arial"/>
              <a:buChar char="•"/>
            </a:pPr>
            <a:r>
              <a:rPr lang="en-US" sz="210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Không</a:t>
            </a:r>
            <a:r>
              <a:rPr lang="en-US" sz="2100" dirty="0" spc="-1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khuyến</a:t>
            </a:r>
            <a:r>
              <a:rPr lang="en-US" sz="210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khích</a:t>
            </a:r>
            <a:r>
              <a:rPr lang="en-US" sz="210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hàm</a:t>
            </a:r>
            <a:r>
              <a:rPr lang="en-US" sz="2100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</a:t>
            </a:r>
            <a:r>
              <a:rPr lang="en-US" sz="2100" dirty="0" spc="-1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tác</a:t>
            </a:r>
            <a:r>
              <a:rPr lang="en-US" sz="210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dụng phụ</a:t>
            </a:r>
            <a:endParaRPr lang="en-US" sz="2100" dirty="0"/>
          </a:p>
          <a:p>
            <a:pPr algn="l" marL="266700" indent="-190541">
              <a:lnSpc>
                <a:spcPts val="2625"/>
              </a:lnSpc>
              <a:buSzPct val="100000"/>
              <a:buFont typeface="Arial"/>
              <a:buChar char="•"/>
            </a:pPr>
            <a:r>
              <a:rPr lang="en-US" sz="2100" dirty="0" spc="-6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Tác</a:t>
            </a:r>
            <a:r>
              <a:rPr lang="en-US" sz="2100" dirty="0" spc="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động</a:t>
            </a:r>
            <a:r>
              <a:rPr lang="en-US" sz="210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2100" dirty="0" spc="-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thấy</a:t>
            </a:r>
            <a:r>
              <a:rPr lang="en-US" sz="2100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qua</a:t>
            </a:r>
            <a:r>
              <a:rPr lang="en-US" sz="210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giá</a:t>
            </a:r>
            <a:r>
              <a:rPr lang="en-US" sz="2100" dirty="0" spc="1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trị</a:t>
            </a:r>
            <a:r>
              <a:rPr lang="en-US" sz="2100" dirty="0" spc="-2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trả</a:t>
            </a:r>
            <a:r>
              <a:rPr lang="en-US" sz="2100" dirty="0" spc="-1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về</a:t>
            </a:r>
            <a:endParaRPr lang="en-US" sz="2100" dirty="0"/>
          </a:p>
        </p:txBody>
      </p:sp>
      <p:sp>
        <p:nvSpPr>
          <p:cNvPr id="26" name="Shape 24"/>
          <p:cNvSpPr/>
          <p:nvPr/>
        </p:nvSpPr>
        <p:spPr>
          <a:xfrm>
            <a:off x="9810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13239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6668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20097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23526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6955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30384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3381375" y="9439275"/>
            <a:ext cx="133350" cy="13335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37242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40671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914400" y="9696450"/>
            <a:ext cx="7620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28 ·</a:t>
            </a:r>
            <a:r>
              <a:rPr lang="en-US" sz="165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08/10</a:t>
            </a:r>
            <a:endParaRPr lang="en-US" sz="1650" dirty="0"/>
          </a:p>
        </p:txBody>
      </p:sp>
      <p:sp>
        <p:nvSpPr>
          <p:cNvPr id="37" name="Shape 35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38" name="Moda image moda-export-watermark-88763913-0f83-4a43-9a26-670da450b4f2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14400"/>
            <a:ext cx="7810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26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NHÌN</a:t>
            </a:r>
            <a:r>
              <a:rPr lang="en-US" sz="1950" b="1" spc="227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HÌNH</a:t>
            </a:r>
            <a:r>
              <a:rPr lang="en-US" sz="1950" b="1" spc="224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TRẢ</a:t>
            </a:r>
            <a:r>
              <a:rPr lang="en-US" sz="1950" b="1" spc="205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LỜI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8191500" cy="2476500"/>
          </a:xfrm>
          <a:prstGeom prst="rect">
            <a:avLst/>
          </a:prstGeom>
          <a:noFill/>
          <a:ln/>
        </p:spPr>
        <p:txBody>
          <a:bodyPr wrap="square" lIns="0" tIns="57150" rIns="0" bIns="-57150" rtlCol="0" anchor="t"/>
          <a:lstStyle/>
          <a:p>
            <a:pPr algn="l" indent="0" marL="0">
              <a:lnSpc>
                <a:spcPts val="8100"/>
              </a:lnSpc>
              <a:buNone/>
            </a:pPr>
            <a:r>
              <a:rPr lang="en-US" sz="7500" dirty="0" spc="-17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Nhìn</a:t>
            </a:r>
            <a:r>
              <a:rPr lang="en-US" sz="7500" dirty="0" spc="-15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hình</a:t>
            </a:r>
            <a:endParaRPr lang="en-US" sz="7500" dirty="0"/>
          </a:p>
          <a:p>
            <a:pPr algn="l" indent="0" marL="0">
              <a:lnSpc>
                <a:spcPts val="8100"/>
              </a:lnSpc>
              <a:buNone/>
            </a:pPr>
            <a:r>
              <a:rPr lang="en-US" sz="7500" dirty="0" spc="-4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trả</a:t>
            </a:r>
            <a:r>
              <a:rPr lang="en-US" sz="7500" dirty="0" spc="-3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lời</a:t>
            </a:r>
            <a:endParaRPr lang="en-US" sz="7500" dirty="0"/>
          </a:p>
        </p:txBody>
      </p:sp>
      <p:sp>
        <p:nvSpPr>
          <p:cNvPr id="4" name="Text 2"/>
          <p:cNvSpPr/>
          <p:nvPr/>
        </p:nvSpPr>
        <p:spPr>
          <a:xfrm>
            <a:off x="914400" y="3581400"/>
            <a:ext cx="7810500" cy="952500"/>
          </a:xfrm>
          <a:prstGeom prst="rect">
            <a:avLst/>
          </a:prstGeom>
          <a:noFill/>
          <a:ln/>
        </p:spPr>
        <p:txBody>
          <a:bodyPr wrap="square" lIns="0" tIns="5667" rIns="0" bIns="-5667" rtlCol="0" anchor="t"/>
          <a:lstStyle/>
          <a:p>
            <a:pPr algn="l" indent="0" marL="0">
              <a:lnSpc>
                <a:spcPts val="3570"/>
              </a:lnSpc>
              <a:buNone/>
            </a:pPr>
            <a:r>
              <a:rPr lang="en-US" sz="2550" dirty="0" spc="-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Một</a:t>
            </a:r>
            <a:r>
              <a:rPr lang="en-US" sz="2550" dirty="0" spc="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đồng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nghiệp</a:t>
            </a:r>
            <a:r>
              <a:rPr lang="en-US" sz="255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thêm</a:t>
            </a:r>
            <a:r>
              <a:rPr lang="en-US" sz="255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loại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hội viên</a:t>
            </a:r>
            <a:r>
              <a:rPr lang="en-US" sz="2550" dirty="0" spc="-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"gold",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giảm</a:t>
            </a:r>
            <a:r>
              <a:rPr lang="en-US" sz="2550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30%.</a:t>
            </a:r>
            <a:endParaRPr lang="en-US" sz="2550" dirty="0"/>
          </a:p>
        </p:txBody>
      </p:sp>
      <p:sp>
        <p:nvSpPr>
          <p:cNvPr id="5" name="Shape 3"/>
          <p:cNvSpPr/>
          <p:nvPr/>
        </p:nvSpPr>
        <p:spPr>
          <a:xfrm>
            <a:off x="914400" y="4762500"/>
            <a:ext cx="7620000" cy="1238250"/>
          </a:xfrm>
          <a:prstGeom prst="roundRect">
            <a:avLst>
              <a:gd name="adj" fmla="val 15385"/>
            </a:avLst>
          </a:prstGeom>
          <a:solidFill>
            <a:srgbClr val="14161C"/>
          </a:solidFill>
          <a:ln/>
        </p:spPr>
      </p:sp>
      <p:sp>
        <p:nvSpPr>
          <p:cNvPr id="6" name="Text 4"/>
          <p:cNvSpPr/>
          <p:nvPr/>
        </p:nvSpPr>
        <p:spPr>
          <a:xfrm>
            <a:off x="1257300" y="4933950"/>
            <a:ext cx="695325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 spc="-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"gold":</a:t>
            </a:r>
            <a:r>
              <a:rPr lang="en-US" sz="3000" b="1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0.7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1257300" y="5467350"/>
            <a:ext cx="695325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dirty="0" spc="-8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Một</a:t>
            </a:r>
            <a:r>
              <a:rPr lang="en-US" sz="2100" dirty="0" spc="-3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dòng</a:t>
            </a:r>
            <a:r>
              <a:rPr lang="en-US" sz="2100" dirty="0" spc="-15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trong</a:t>
            </a:r>
            <a:r>
              <a:rPr lang="en-US" sz="2100" dirty="0" spc="3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MEMBER_DISCOUNT</a:t>
            </a:r>
            <a:endParaRPr lang="en-US" sz="2100" dirty="0"/>
          </a:p>
        </p:txBody>
      </p:sp>
      <p:sp>
        <p:nvSpPr>
          <p:cNvPr id="8" name="Shape 6"/>
          <p:cNvSpPr/>
          <p:nvPr/>
        </p:nvSpPr>
        <p:spPr>
          <a:xfrm>
            <a:off x="914400" y="6286500"/>
            <a:ext cx="7620000" cy="2190750"/>
          </a:xfrm>
          <a:prstGeom prst="roundRect">
            <a:avLst>
              <a:gd name="adj" fmla="val 12174"/>
            </a:avLst>
          </a:prstGeom>
          <a:solidFill>
            <a:srgbClr val="E8E0CF"/>
          </a:solidFill>
          <a:ln/>
        </p:spPr>
      </p:sp>
      <p:sp>
        <p:nvSpPr>
          <p:cNvPr id="9" name="Text 7"/>
          <p:cNvSpPr/>
          <p:nvPr/>
        </p:nvSpPr>
        <p:spPr>
          <a:xfrm>
            <a:off x="1257300" y="6572250"/>
            <a:ext cx="4762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02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CÂU</a:t>
            </a:r>
            <a:r>
              <a:rPr lang="en-US" sz="1800" b="1" spc="227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HỎI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1257300" y="7010400"/>
            <a:ext cx="6953250" cy="1333500"/>
          </a:xfrm>
          <a:prstGeom prst="rect">
            <a:avLst/>
          </a:prstGeom>
          <a:noFill/>
          <a:ln/>
        </p:spPr>
        <p:txBody>
          <a:bodyPr wrap="square" lIns="0" tIns="9144" rIns="0" bIns="-9144" rtlCol="0" anchor="t"/>
          <a:lstStyle/>
          <a:p>
            <a:pPr algn="l" indent="0" marL="0">
              <a:lnSpc>
                <a:spcPts val="3240"/>
              </a:lnSpc>
              <a:buNone/>
            </a:pPr>
            <a:r>
              <a:rPr lang="en-US" sz="240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Cần</a:t>
            </a:r>
            <a:r>
              <a:rPr lang="en-US" sz="2400" dirty="0" spc="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sửa</a:t>
            </a:r>
            <a:r>
              <a:rPr lang="en-US" sz="24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chỗ</a:t>
            </a:r>
            <a:r>
              <a:rPr lang="en-US" sz="2400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nào,</a:t>
            </a:r>
            <a:r>
              <a:rPr lang="en-US" sz="24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vì</a:t>
            </a:r>
            <a:r>
              <a:rPr lang="en-US" sz="2400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sao</a:t>
            </a:r>
            <a:r>
              <a:rPr lang="en-US" sz="240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thân hàm</a:t>
            </a:r>
            <a:r>
              <a:rPr lang="en-US" sz="240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2400" dirty="0" spc="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đổi?</a:t>
            </a:r>
            <a:r>
              <a:rPr lang="en-US" sz="2400" dirty="0" spc="-1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late_fee("2")</a:t>
            </a:r>
            <a:r>
              <a:rPr lang="en-US" sz="2400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làm</a:t>
            </a:r>
            <a:r>
              <a:rPr lang="en-US" sz="240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gì?</a:t>
            </a:r>
            <a:endParaRPr lang="en-US" sz="2400" dirty="0"/>
          </a:p>
        </p:txBody>
      </p:sp>
      <p:sp>
        <p:nvSpPr>
          <p:cNvPr id="11" name="Shape 9"/>
          <p:cNvSpPr/>
          <p:nvPr/>
        </p:nvSpPr>
        <p:spPr>
          <a:xfrm>
            <a:off x="9144000" y="914400"/>
            <a:ext cx="8229600" cy="7848600"/>
          </a:xfrm>
          <a:prstGeom prst="roundRect">
            <a:avLst>
              <a:gd name="adj" fmla="val 3398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9486900" y="1181100"/>
            <a:ext cx="4762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199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ĐÁP</a:t>
            </a:r>
            <a:r>
              <a:rPr lang="en-US" sz="1800" b="1" spc="223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ÁN THEO</a:t>
            </a:r>
            <a:r>
              <a:rPr lang="en-US" sz="1800" b="1" spc="225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9486900" y="1638300"/>
            <a:ext cx="7543800" cy="2133600"/>
          </a:xfrm>
          <a:prstGeom prst="roundRect">
            <a:avLst>
              <a:gd name="adj" fmla="val 9821"/>
            </a:avLst>
          </a:prstGeom>
          <a:solidFill>
            <a:srgbClr val="DDE3FA"/>
          </a:solidFill>
          <a:ln/>
        </p:spPr>
      </p:sp>
      <p:sp>
        <p:nvSpPr>
          <p:cNvPr id="14" name="Text 12"/>
          <p:cNvSpPr/>
          <p:nvPr/>
        </p:nvSpPr>
        <p:spPr>
          <a:xfrm>
            <a:off x="9715500" y="1866900"/>
            <a:ext cx="609600" cy="609600"/>
          </a:xfrm>
          <a:prstGeom prst="roundRect">
            <a:avLst>
              <a:gd name="adj" fmla="val 50000"/>
            </a:avLst>
          </a:prstGeom>
          <a:solidFill>
            <a:srgbClr val="1F3FD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700" b="1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1</a:t>
            </a:r>
            <a:endParaRPr lang="en-US" sz="2700" dirty="0"/>
          </a:p>
        </p:txBody>
      </p:sp>
      <p:sp>
        <p:nvSpPr>
          <p:cNvPr id="15" name="Text 13"/>
          <p:cNvSpPr/>
          <p:nvPr/>
        </p:nvSpPr>
        <p:spPr>
          <a:xfrm>
            <a:off x="10553700" y="1866900"/>
            <a:ext cx="624840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50" b="1" dirty="0" spc="-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Thêm</a:t>
            </a:r>
            <a:r>
              <a:rPr lang="en-US" sz="2850" b="1" dirty="0" spc="-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2850" b="1" dirty="0" spc="-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dòng</a:t>
            </a:r>
            <a:r>
              <a:rPr lang="en-US" sz="2850" b="1" dirty="0" spc="-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vào</a:t>
            </a:r>
            <a:r>
              <a:rPr lang="en-US" sz="285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bảng</a:t>
            </a:r>
            <a:endParaRPr lang="en-US" sz="2850" dirty="0"/>
          </a:p>
        </p:txBody>
      </p:sp>
      <p:sp>
        <p:nvSpPr>
          <p:cNvPr id="16" name="Text 14"/>
          <p:cNvSpPr/>
          <p:nvPr/>
        </p:nvSpPr>
        <p:spPr>
          <a:xfrm>
            <a:off x="10553700" y="2628900"/>
            <a:ext cx="6248400" cy="952500"/>
          </a:xfrm>
          <a:prstGeom prst="rect">
            <a:avLst/>
          </a:prstGeom>
          <a:noFill/>
          <a:ln/>
        </p:spPr>
        <p:txBody>
          <a:bodyPr wrap="square" lIns="0" tIns="9144" rIns="0" bIns="-9144" rtlCol="0" anchor="t"/>
          <a:lstStyle/>
          <a:p>
            <a:pPr algn="l" indent="0" marL="0">
              <a:lnSpc>
                <a:spcPts val="3240"/>
              </a:lnSpc>
              <a:buNone/>
            </a:pPr>
            <a:r>
              <a:rPr lang="en-US" sz="240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MEMBER_DISCOUNT: thêm</a:t>
            </a:r>
            <a:r>
              <a:rPr lang="en-US" sz="2400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"gold":</a:t>
            </a:r>
            <a:r>
              <a:rPr lang="en-US" sz="24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0.7</a:t>
            </a:r>
            <a:r>
              <a:rPr lang="en-US" sz="2400" dirty="0" spc="-1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40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24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ca kiểm</a:t>
            </a:r>
            <a:r>
              <a:rPr lang="en-US" sz="240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thử</a:t>
            </a:r>
            <a:endParaRPr lang="en-US" sz="2400" dirty="0"/>
          </a:p>
        </p:txBody>
      </p:sp>
      <p:sp>
        <p:nvSpPr>
          <p:cNvPr id="17" name="Shape 15"/>
          <p:cNvSpPr/>
          <p:nvPr/>
        </p:nvSpPr>
        <p:spPr>
          <a:xfrm>
            <a:off x="9486900" y="3924300"/>
            <a:ext cx="7543800" cy="2133600"/>
          </a:xfrm>
          <a:prstGeom prst="roundRect">
            <a:avLst>
              <a:gd name="adj" fmla="val 9821"/>
            </a:avLst>
          </a:prstGeom>
          <a:solidFill>
            <a:srgbClr val="DDE3FA"/>
          </a:solidFill>
          <a:ln/>
        </p:spPr>
      </p:sp>
      <p:sp>
        <p:nvSpPr>
          <p:cNvPr id="18" name="Text 16"/>
          <p:cNvSpPr/>
          <p:nvPr/>
        </p:nvSpPr>
        <p:spPr>
          <a:xfrm>
            <a:off x="9715500" y="4152900"/>
            <a:ext cx="609600" cy="609600"/>
          </a:xfrm>
          <a:prstGeom prst="roundRect">
            <a:avLst>
              <a:gd name="adj" fmla="val 50000"/>
            </a:avLst>
          </a:prstGeom>
          <a:solidFill>
            <a:srgbClr val="1F3FD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700" b="1" dirty="0" spc="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2</a:t>
            </a:r>
            <a:endParaRPr lang="en-US" sz="2700" dirty="0"/>
          </a:p>
        </p:txBody>
      </p:sp>
      <p:sp>
        <p:nvSpPr>
          <p:cNvPr id="19" name="Text 17"/>
          <p:cNvSpPr/>
          <p:nvPr/>
        </p:nvSpPr>
        <p:spPr>
          <a:xfrm>
            <a:off x="10553700" y="4152900"/>
            <a:ext cx="624840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50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Thân</a:t>
            </a:r>
            <a:r>
              <a:rPr lang="en-US" sz="285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hàm</a:t>
            </a:r>
            <a:r>
              <a:rPr lang="en-US" sz="2850" b="1" dirty="0" spc="-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2850" b="1" dirty="0" spc="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đổi</a:t>
            </a:r>
            <a:endParaRPr lang="en-US" sz="2850" dirty="0"/>
          </a:p>
        </p:txBody>
      </p:sp>
      <p:sp>
        <p:nvSpPr>
          <p:cNvPr id="20" name="Text 18"/>
          <p:cNvSpPr/>
          <p:nvPr/>
        </p:nvSpPr>
        <p:spPr>
          <a:xfrm>
            <a:off x="10553700" y="4914900"/>
            <a:ext cx="6248400" cy="952500"/>
          </a:xfrm>
          <a:prstGeom prst="rect">
            <a:avLst/>
          </a:prstGeom>
          <a:noFill/>
          <a:ln/>
        </p:spPr>
        <p:txBody>
          <a:bodyPr wrap="square" lIns="0" tIns="9144" rIns="0" bIns="-9144" rtlCol="0" anchor="t"/>
          <a:lstStyle/>
          <a:p>
            <a:pPr algn="l" indent="0" marL="0">
              <a:lnSpc>
                <a:spcPts val="3240"/>
              </a:lnSpc>
              <a:buNone/>
            </a:pPr>
            <a:r>
              <a:rPr lang="en-US" sz="2400" dirty="0" spc="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Hàm</a:t>
            </a:r>
            <a:r>
              <a:rPr lang="en-US" sz="24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chỉ</a:t>
            </a:r>
            <a:r>
              <a:rPr lang="en-US" sz="2400" dirty="0" spc="-2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tra</a:t>
            </a:r>
            <a:r>
              <a:rPr lang="en-US" sz="240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bảng</a:t>
            </a:r>
            <a:r>
              <a:rPr lang="en-US" sz="240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giảm</a:t>
            </a:r>
            <a:r>
              <a:rPr lang="en-US" sz="2400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giá</a:t>
            </a:r>
            <a:endParaRPr lang="en-US" sz="2400" dirty="0"/>
          </a:p>
        </p:txBody>
      </p:sp>
      <p:sp>
        <p:nvSpPr>
          <p:cNvPr id="21" name="Shape 19"/>
          <p:cNvSpPr/>
          <p:nvPr/>
        </p:nvSpPr>
        <p:spPr>
          <a:xfrm>
            <a:off x="9486900" y="6210300"/>
            <a:ext cx="7543800" cy="2133600"/>
          </a:xfrm>
          <a:prstGeom prst="roundRect">
            <a:avLst>
              <a:gd name="adj" fmla="val 9821"/>
            </a:avLst>
          </a:prstGeom>
          <a:solidFill>
            <a:srgbClr val="DDE3FA"/>
          </a:solidFill>
          <a:ln/>
        </p:spPr>
      </p:sp>
      <p:sp>
        <p:nvSpPr>
          <p:cNvPr id="22" name="Text 20"/>
          <p:cNvSpPr/>
          <p:nvPr/>
        </p:nvSpPr>
        <p:spPr>
          <a:xfrm>
            <a:off x="9715500" y="6438900"/>
            <a:ext cx="609600" cy="609600"/>
          </a:xfrm>
          <a:prstGeom prst="roundRect">
            <a:avLst>
              <a:gd name="adj" fmla="val 50000"/>
            </a:avLst>
          </a:prstGeom>
          <a:solidFill>
            <a:srgbClr val="1F3FD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700" b="1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3</a:t>
            </a:r>
            <a:endParaRPr lang="en-US" sz="2700" dirty="0"/>
          </a:p>
        </p:txBody>
      </p:sp>
      <p:sp>
        <p:nvSpPr>
          <p:cNvPr id="23" name="Text 21"/>
          <p:cNvSpPr/>
          <p:nvPr/>
        </p:nvSpPr>
        <p:spPr>
          <a:xfrm>
            <a:off x="10553700" y="6438900"/>
            <a:ext cx="624840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50" b="1" dirty="0" spc="-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late_fee("2")</a:t>
            </a:r>
            <a:r>
              <a:rPr lang="en-US" sz="2850" b="1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ném</a:t>
            </a:r>
            <a:r>
              <a:rPr lang="en-US" sz="2850" b="1" dirty="0" spc="-2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TypeError</a:t>
            </a:r>
            <a:endParaRPr lang="en-US" sz="2850" dirty="0"/>
          </a:p>
        </p:txBody>
      </p:sp>
      <p:sp>
        <p:nvSpPr>
          <p:cNvPr id="24" name="Text 22"/>
          <p:cNvSpPr/>
          <p:nvPr/>
        </p:nvSpPr>
        <p:spPr>
          <a:xfrm>
            <a:off x="10553700" y="7200900"/>
            <a:ext cx="6248400" cy="952500"/>
          </a:xfrm>
          <a:prstGeom prst="rect">
            <a:avLst/>
          </a:prstGeom>
          <a:noFill/>
          <a:ln/>
        </p:spPr>
        <p:txBody>
          <a:bodyPr wrap="square" lIns="0" tIns="9144" rIns="0" bIns="-9144" rtlCol="0" anchor="t"/>
          <a:lstStyle/>
          <a:p>
            <a:pPr algn="l" indent="0" marL="0">
              <a:lnSpc>
                <a:spcPts val="3240"/>
              </a:lnSpc>
              <a:buNone/>
            </a:pPr>
            <a:r>
              <a:rPr lang="en-US" sz="24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calc("2", "vip")</a:t>
            </a:r>
            <a:r>
              <a:rPr lang="en-US" sz="2400" dirty="0" spc="-2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trả</a:t>
            </a:r>
            <a:r>
              <a:rPr lang="en-US" sz="24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 vì</a:t>
            </a:r>
            <a:r>
              <a:rPr lang="en-US" sz="2400" dirty="0" spc="-2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except:</a:t>
            </a:r>
            <a:r>
              <a:rPr lang="en-US" sz="2400" dirty="0" spc="-1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trống</a:t>
            </a:r>
            <a:endParaRPr lang="en-US" sz="2400" dirty="0"/>
          </a:p>
        </p:txBody>
      </p:sp>
      <p:sp>
        <p:nvSpPr>
          <p:cNvPr id="25" name="Shape 23"/>
          <p:cNvSpPr/>
          <p:nvPr/>
        </p:nvSpPr>
        <p:spPr>
          <a:xfrm>
            <a:off x="9810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13239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16668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0097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23526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26955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30384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33813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3724275" y="9439275"/>
            <a:ext cx="133350" cy="13335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40671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914400" y="9696450"/>
            <a:ext cx="7620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28 ·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09/10</a:t>
            </a:r>
            <a:endParaRPr lang="en-US" sz="1650" dirty="0"/>
          </a:p>
        </p:txBody>
      </p:sp>
      <p:sp>
        <p:nvSpPr>
          <p:cNvPr id="36" name="Shape 34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37" name="Moda image moda-export-watermark-e57c292a-f9f7-4e8f-9d76-157e03544f16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14400"/>
            <a:ext cx="7810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23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KẾT</a:t>
            </a:r>
            <a:r>
              <a:rPr lang="en-US" sz="1950" b="1" spc="22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950" b="1" spc="221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950" b="1" spc="226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TỪ</a:t>
            </a:r>
            <a:r>
              <a:rPr lang="en-US" sz="1950" b="1" spc="209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KHÓA</a:t>
            </a:r>
            <a:r>
              <a:rPr lang="en-US" sz="1950" b="1" spc="204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CẦN</a:t>
            </a:r>
            <a:r>
              <a:rPr lang="en-US" sz="1950" b="1" spc="22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NHỚ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8191500" cy="2190750"/>
          </a:xfrm>
          <a:prstGeom prst="rect">
            <a:avLst/>
          </a:prstGeom>
          <a:noFill/>
          <a:ln/>
        </p:spPr>
        <p:txBody>
          <a:bodyPr wrap="square" lIns="0" tIns="57150" rIns="0" bIns="-57150" rtlCol="0" anchor="t"/>
          <a:lstStyle/>
          <a:p>
            <a:pPr algn="l" indent="0" marL="0">
              <a:lnSpc>
                <a:spcPts val="8100"/>
              </a:lnSpc>
              <a:buNone/>
            </a:pPr>
            <a:r>
              <a:rPr lang="en-US" sz="7500" dirty="0" spc="-6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Từ</a:t>
            </a:r>
            <a:r>
              <a:rPr lang="en-US" sz="7500" dirty="0" spc="-8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khóa</a:t>
            </a:r>
            <a:endParaRPr lang="en-US" sz="7500" dirty="0"/>
          </a:p>
          <a:p>
            <a:pPr algn="l" indent="0" marL="0">
              <a:lnSpc>
                <a:spcPts val="8100"/>
              </a:lnSpc>
              <a:buNone/>
            </a:pPr>
            <a:r>
              <a:rPr lang="en-US" sz="7500" dirty="0" spc="-12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và</a:t>
            </a:r>
            <a:r>
              <a:rPr lang="en-US" sz="75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nguồn</a:t>
            </a:r>
            <a:endParaRPr lang="en-US" sz="7500" dirty="0"/>
          </a:p>
        </p:txBody>
      </p:sp>
      <p:sp>
        <p:nvSpPr>
          <p:cNvPr id="4" name="Shape 2"/>
          <p:cNvSpPr/>
          <p:nvPr/>
        </p:nvSpPr>
        <p:spPr>
          <a:xfrm>
            <a:off x="914400" y="3733800"/>
            <a:ext cx="7620000" cy="2324100"/>
          </a:xfrm>
          <a:prstGeom prst="roundRect">
            <a:avLst>
              <a:gd name="adj" fmla="val 11475"/>
            </a:avLst>
          </a:prstGeom>
          <a:solidFill>
            <a:srgbClr val="1E212B"/>
          </a:solidFill>
          <a:ln/>
        </p:spPr>
      </p:sp>
      <p:sp>
        <p:nvSpPr>
          <p:cNvPr id="5" name="Text 3"/>
          <p:cNvSpPr/>
          <p:nvPr/>
        </p:nvSpPr>
        <p:spPr>
          <a:xfrm>
            <a:off x="1257300" y="3962400"/>
            <a:ext cx="6953250" cy="800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5250" dirty="0" kern="0">
                <a:solidFill>
                  <a:srgbClr val="7C93FF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PEP</a:t>
            </a:r>
            <a:endParaRPr lang="en-US" sz="5250" dirty="0"/>
          </a:p>
        </p:txBody>
      </p:sp>
      <p:sp>
        <p:nvSpPr>
          <p:cNvPr id="6" name="Text 4"/>
          <p:cNvSpPr/>
          <p:nvPr/>
        </p:nvSpPr>
        <p:spPr>
          <a:xfrm>
            <a:off x="1257300" y="4838700"/>
            <a:ext cx="695325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4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Python</a:t>
            </a:r>
            <a:r>
              <a:rPr lang="en-US" sz="1800" dirty="0" spc="-3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Enhancement</a:t>
            </a:r>
            <a:r>
              <a:rPr lang="en-US" sz="1800" dirty="0" spc="-1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Proposal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1257300" y="5257800"/>
            <a:ext cx="6953250" cy="723900"/>
          </a:xfrm>
          <a:prstGeom prst="rect">
            <a:avLst/>
          </a:prstGeom>
          <a:noFill/>
          <a:ln/>
        </p:spPr>
        <p:txBody>
          <a:bodyPr wrap="square" lIns="0" tIns="11335" rIns="0" bIns="-11335" rtlCol="0" anchor="t"/>
          <a:lstStyle/>
          <a:p>
            <a:pPr algn="l" indent="0" marL="0">
              <a:lnSpc>
                <a:spcPts val="2730"/>
              </a:lnSpc>
              <a:buNone/>
            </a:pPr>
            <a:r>
              <a:rPr lang="en-US" sz="2100" dirty="0" spc="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Đề</a:t>
            </a:r>
            <a:r>
              <a:rPr lang="en-US" sz="2100" dirty="0" spc="-1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xuất</a:t>
            </a:r>
            <a:r>
              <a:rPr lang="en-US" sz="210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cải</a:t>
            </a:r>
            <a:r>
              <a:rPr lang="en-US" sz="210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tiến</a:t>
            </a:r>
            <a:r>
              <a:rPr lang="en-US" sz="2100" dirty="0" spc="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Python.</a:t>
            </a:r>
            <a:r>
              <a:rPr lang="en-US" sz="210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PEP</a:t>
            </a:r>
            <a:r>
              <a:rPr lang="en-US" sz="2100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8 là</a:t>
            </a:r>
            <a:r>
              <a:rPr lang="en-US" sz="210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quy</a:t>
            </a:r>
            <a:r>
              <a:rPr lang="en-US" sz="2100" dirty="0" spc="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ước</a:t>
            </a:r>
            <a:r>
              <a:rPr lang="en-US" sz="2100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viết</a:t>
            </a:r>
            <a:r>
              <a:rPr lang="en-US" sz="2100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mã</a:t>
            </a:r>
            <a:r>
              <a:rPr lang="en-US" sz="2100" dirty="0" spc="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Python.</a:t>
            </a:r>
            <a:endParaRPr lang="en-US" sz="2100" dirty="0"/>
          </a:p>
        </p:txBody>
      </p:sp>
      <p:sp>
        <p:nvSpPr>
          <p:cNvPr id="8" name="Shape 6"/>
          <p:cNvSpPr/>
          <p:nvPr/>
        </p:nvSpPr>
        <p:spPr>
          <a:xfrm>
            <a:off x="914400" y="6210300"/>
            <a:ext cx="7620000" cy="2324100"/>
          </a:xfrm>
          <a:prstGeom prst="roundRect">
            <a:avLst>
              <a:gd name="adj" fmla="val 11475"/>
            </a:avLst>
          </a:prstGeom>
          <a:solidFill>
            <a:srgbClr val="1E212B"/>
          </a:solidFill>
          <a:ln/>
        </p:spPr>
      </p:sp>
      <p:sp>
        <p:nvSpPr>
          <p:cNvPr id="9" name="Text 7"/>
          <p:cNvSpPr/>
          <p:nvPr/>
        </p:nvSpPr>
        <p:spPr>
          <a:xfrm>
            <a:off x="1257300" y="6438900"/>
            <a:ext cx="6953250" cy="800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5250" dirty="0" spc="-2" kern="0">
                <a:solidFill>
                  <a:srgbClr val="7C93FF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SOLID</a:t>
            </a:r>
            <a:endParaRPr lang="en-US" sz="5250" dirty="0"/>
          </a:p>
        </p:txBody>
      </p:sp>
      <p:sp>
        <p:nvSpPr>
          <p:cNvPr id="10" name="Text 8"/>
          <p:cNvSpPr/>
          <p:nvPr/>
        </p:nvSpPr>
        <p:spPr>
          <a:xfrm>
            <a:off x="1257300" y="7315200"/>
            <a:ext cx="6953250" cy="628650"/>
          </a:xfrm>
          <a:prstGeom prst="rect">
            <a:avLst/>
          </a:prstGeom>
          <a:noFill/>
          <a:ln/>
        </p:spPr>
        <p:txBody>
          <a:bodyPr wrap="square" lIns="0" tIns="9716" rIns="0" bIns="-9716" rtlCol="0" anchor="t"/>
          <a:lstStyle/>
          <a:p>
            <a:pPr algn="l" indent="0" marL="0">
              <a:lnSpc>
                <a:spcPts val="2340"/>
              </a:lnSpc>
              <a:buNone/>
            </a:pPr>
            <a:r>
              <a:rPr lang="en-US" sz="1800" dirty="0" spc="-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Single</a:t>
            </a:r>
            <a:r>
              <a:rPr lang="en-US" sz="1800" dirty="0" spc="-6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responsibility,</a:t>
            </a:r>
            <a:r>
              <a:rPr lang="en-US" sz="1800" dirty="0" spc="-3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Open-closed,</a:t>
            </a:r>
            <a:r>
              <a:rPr lang="en-US" sz="1800" dirty="0" spc="-17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Liskov</a:t>
            </a:r>
            <a:r>
              <a:rPr lang="en-US" sz="1800" dirty="0" spc="-3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substitution,</a:t>
            </a:r>
            <a:endParaRPr lang="en-US" sz="1800" dirty="0"/>
          </a:p>
          <a:p>
            <a:pPr algn="l" indent="0" marL="0">
              <a:lnSpc>
                <a:spcPts val="2340"/>
              </a:lnSpc>
              <a:buNone/>
            </a:pPr>
            <a:r>
              <a:rPr lang="en-US" sz="1800" dirty="0" spc="-1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Interface</a:t>
            </a:r>
            <a:r>
              <a:rPr lang="en-US" sz="1800" dirty="0" spc="-14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segregation,</a:t>
            </a:r>
            <a:r>
              <a:rPr lang="en-US" sz="1800" dirty="0" spc="-6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Dependency</a:t>
            </a:r>
            <a:r>
              <a:rPr lang="en-US" sz="1800" dirty="0" spc="-7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inversion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257300" y="8039100"/>
            <a:ext cx="6953250" cy="381000"/>
          </a:xfrm>
          <a:prstGeom prst="rect">
            <a:avLst/>
          </a:prstGeom>
          <a:noFill/>
          <a:ln/>
        </p:spPr>
        <p:txBody>
          <a:bodyPr wrap="square" lIns="0" tIns="11335" rIns="0" bIns="-11335" rtlCol="0" anchor="t"/>
          <a:lstStyle/>
          <a:p>
            <a:pPr algn="l" indent="0" marL="0">
              <a:lnSpc>
                <a:spcPts val="2730"/>
              </a:lnSpc>
              <a:buNone/>
            </a:pPr>
            <a:r>
              <a:rPr lang="en-US" sz="210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Năm</a:t>
            </a:r>
            <a:r>
              <a:rPr lang="en-US" sz="2100" dirty="0" spc="-1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nguyên</a:t>
            </a:r>
            <a:r>
              <a:rPr lang="en-US" sz="2100" dirty="0" spc="-1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tắc</a:t>
            </a:r>
            <a:r>
              <a:rPr lang="en-US" sz="2100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thiết</a:t>
            </a:r>
            <a:r>
              <a:rPr lang="en-US" sz="2100" dirty="0" spc="-3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kế</a:t>
            </a:r>
            <a:r>
              <a:rPr lang="en-US" sz="210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mã</a:t>
            </a:r>
            <a:r>
              <a:rPr lang="en-US" sz="2100" dirty="0" spc="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hướng</a:t>
            </a:r>
            <a:r>
              <a:rPr lang="en-US" sz="2100" dirty="0" spc="1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đối</a:t>
            </a:r>
            <a:r>
              <a:rPr lang="en-US" sz="2100" dirty="0" spc="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tượng.</a:t>
            </a:r>
            <a:endParaRPr lang="en-US" sz="2100" dirty="0"/>
          </a:p>
        </p:txBody>
      </p:sp>
      <p:sp>
        <p:nvSpPr>
          <p:cNvPr id="12" name="Shape 10"/>
          <p:cNvSpPr/>
          <p:nvPr/>
        </p:nvSpPr>
        <p:spPr>
          <a:xfrm>
            <a:off x="9144000" y="914400"/>
            <a:ext cx="8229600" cy="7848600"/>
          </a:xfrm>
          <a:prstGeom prst="roundRect">
            <a:avLst>
              <a:gd name="adj" fmla="val 3398"/>
            </a:avLst>
          </a:prstGeom>
          <a:solidFill>
            <a:srgbClr val="1E212B"/>
          </a:solidFill>
          <a:ln w="19050">
            <a:solidFill>
              <a:srgbClr val="3A3F52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9486900" y="1200150"/>
            <a:ext cx="5715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NGUỒN ĐỐI</a:t>
            </a:r>
            <a:r>
              <a:rPr lang="en-US" sz="1800" b="1" spc="227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CHIẾU</a:t>
            </a:r>
            <a:endParaRPr lang="en-US" sz="1800" dirty="0"/>
          </a:p>
        </p:txBody>
      </p:sp>
      <p:sp>
        <p:nvSpPr>
          <p:cNvPr id="14" name="Shape 12"/>
          <p:cNvSpPr/>
          <p:nvPr/>
        </p:nvSpPr>
        <p:spPr>
          <a:xfrm>
            <a:off x="9486900" y="1676400"/>
            <a:ext cx="7543800" cy="1104900"/>
          </a:xfrm>
          <a:prstGeom prst="roundRect">
            <a:avLst>
              <a:gd name="adj" fmla="val 17241"/>
            </a:avLst>
          </a:prstGeom>
          <a:solidFill>
            <a:srgbClr val="14161C"/>
          </a:solidFill>
          <a:ln w="19050">
            <a:solidFill>
              <a:srgbClr val="3A3F52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9725025" y="2143125"/>
            <a:ext cx="171450" cy="171450"/>
          </a:xfrm>
          <a:prstGeom prst="ellipse">
            <a:avLst/>
          </a:prstGeom>
          <a:solidFill>
            <a:srgbClr val="F3EEE3"/>
          </a:solidFill>
          <a:ln/>
        </p:spPr>
      </p:sp>
      <p:sp>
        <p:nvSpPr>
          <p:cNvPr id="16" name="Text 14"/>
          <p:cNvSpPr/>
          <p:nvPr/>
        </p:nvSpPr>
        <p:spPr>
          <a:xfrm>
            <a:off x="10096500" y="1790700"/>
            <a:ext cx="676275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50" b="1" dirty="0" spc="-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ByteByteGo</a:t>
            </a:r>
            <a:endParaRPr lang="en-US" sz="2250" dirty="0"/>
          </a:p>
        </p:txBody>
      </p:sp>
      <p:sp>
        <p:nvSpPr>
          <p:cNvPr id="17" name="Text 15"/>
          <p:cNvSpPr/>
          <p:nvPr/>
        </p:nvSpPr>
        <p:spPr>
          <a:xfrm>
            <a:off x="10096500" y="2247900"/>
            <a:ext cx="676275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dirty="0" spc="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Chỉ</a:t>
            </a:r>
            <a:r>
              <a:rPr lang="en-US" sz="1950" dirty="0" spc="-9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lấy</a:t>
            </a:r>
            <a:r>
              <a:rPr lang="en-US" sz="1950" dirty="0" spc="-1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tên</a:t>
            </a:r>
            <a:r>
              <a:rPr lang="en-US" sz="1950" dirty="0" spc="6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mười</a:t>
            </a:r>
            <a:r>
              <a:rPr lang="en-US" sz="1950" dirty="0" spc="-8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nguyên</a:t>
            </a:r>
            <a:r>
              <a:rPr lang="en-US" sz="1950" dirty="0" spc="-1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tắc</a:t>
            </a:r>
            <a:endParaRPr lang="en-US" sz="1950" dirty="0"/>
          </a:p>
        </p:txBody>
      </p:sp>
      <p:sp>
        <p:nvSpPr>
          <p:cNvPr id="18" name="Shape 16"/>
          <p:cNvSpPr/>
          <p:nvPr/>
        </p:nvSpPr>
        <p:spPr>
          <a:xfrm>
            <a:off x="9486900" y="2895600"/>
            <a:ext cx="7543800" cy="1104900"/>
          </a:xfrm>
          <a:prstGeom prst="roundRect">
            <a:avLst>
              <a:gd name="adj" fmla="val 17241"/>
            </a:avLst>
          </a:prstGeom>
          <a:solidFill>
            <a:srgbClr val="14161C"/>
          </a:solidFill>
          <a:ln w="19050">
            <a:solidFill>
              <a:srgbClr val="3A3F52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9725025" y="3362325"/>
            <a:ext cx="171450" cy="171450"/>
          </a:xfrm>
          <a:prstGeom prst="ellipse">
            <a:avLst/>
          </a:prstGeom>
          <a:solidFill>
            <a:srgbClr val="7C93FF"/>
          </a:solidFill>
          <a:ln/>
        </p:spPr>
      </p:sp>
      <p:sp>
        <p:nvSpPr>
          <p:cNvPr id="20" name="Text 18"/>
          <p:cNvSpPr/>
          <p:nvPr/>
        </p:nvSpPr>
        <p:spPr>
          <a:xfrm>
            <a:off x="10096500" y="3009900"/>
            <a:ext cx="676275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50" b="1" dirty="0" spc="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Python</a:t>
            </a:r>
            <a:r>
              <a:rPr lang="en-US" sz="2250" b="1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2250" b="1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PEP</a:t>
            </a:r>
            <a:r>
              <a:rPr lang="en-US" sz="2250" b="1" dirty="0" spc="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8</a:t>
            </a:r>
            <a:endParaRPr lang="en-US" sz="2250" dirty="0"/>
          </a:p>
        </p:txBody>
      </p:sp>
      <p:sp>
        <p:nvSpPr>
          <p:cNvPr id="21" name="Text 19"/>
          <p:cNvSpPr/>
          <p:nvPr/>
        </p:nvSpPr>
        <p:spPr>
          <a:xfrm>
            <a:off x="10096500" y="3467100"/>
            <a:ext cx="676275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dirty="0" spc="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Mã</a:t>
            </a:r>
            <a:r>
              <a:rPr lang="en-US" sz="1950" dirty="0" spc="6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đọc</a:t>
            </a:r>
            <a:r>
              <a:rPr lang="en-US" sz="1950" dirty="0" spc="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nhiều hơn</a:t>
            </a:r>
            <a:r>
              <a:rPr lang="en-US" sz="1950" dirty="0" spc="-3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viết,</a:t>
            </a:r>
            <a:r>
              <a:rPr lang="en-US" sz="1950" dirty="0" spc="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giữ</a:t>
            </a:r>
            <a:r>
              <a:rPr lang="en-US" sz="1950" dirty="0" spc="-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chú</a:t>
            </a:r>
            <a:r>
              <a:rPr lang="en-US" sz="1950" dirty="0" spc="-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thích</a:t>
            </a:r>
            <a:r>
              <a:rPr lang="en-US" sz="1950" dirty="0" spc="-3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cập</a:t>
            </a:r>
            <a:r>
              <a:rPr lang="en-US" sz="1950" dirty="0" spc="-8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nhật</a:t>
            </a:r>
            <a:endParaRPr lang="en-US" sz="1950" dirty="0"/>
          </a:p>
        </p:txBody>
      </p:sp>
      <p:sp>
        <p:nvSpPr>
          <p:cNvPr id="22" name="Shape 20"/>
          <p:cNvSpPr/>
          <p:nvPr/>
        </p:nvSpPr>
        <p:spPr>
          <a:xfrm>
            <a:off x="9486900" y="4114800"/>
            <a:ext cx="7543800" cy="1104900"/>
          </a:xfrm>
          <a:prstGeom prst="roundRect">
            <a:avLst>
              <a:gd name="adj" fmla="val 17241"/>
            </a:avLst>
          </a:prstGeom>
          <a:solidFill>
            <a:srgbClr val="14161C"/>
          </a:solidFill>
          <a:ln w="19050">
            <a:solidFill>
              <a:srgbClr val="3A3F52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9725025" y="4581525"/>
            <a:ext cx="171450" cy="171450"/>
          </a:xfrm>
          <a:prstGeom prst="ellipse">
            <a:avLst/>
          </a:prstGeom>
          <a:solidFill>
            <a:srgbClr val="7C93FF"/>
          </a:solidFill>
          <a:ln/>
        </p:spPr>
      </p:sp>
      <p:sp>
        <p:nvSpPr>
          <p:cNvPr id="24" name="Text 22"/>
          <p:cNvSpPr/>
          <p:nvPr/>
        </p:nvSpPr>
        <p:spPr>
          <a:xfrm>
            <a:off x="10096500" y="4229100"/>
            <a:ext cx="676275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50" b="1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Google</a:t>
            </a:r>
            <a:r>
              <a:rPr lang="en-US" sz="2250" b="1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2250" b="1" dirty="0" spc="-1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Java</a:t>
            </a:r>
            <a:r>
              <a:rPr lang="en-US" sz="2250" b="1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Style</a:t>
            </a:r>
            <a:r>
              <a:rPr lang="en-US" sz="2250" b="1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Guide</a:t>
            </a:r>
            <a:endParaRPr lang="en-US" sz="2250" dirty="0"/>
          </a:p>
        </p:txBody>
      </p:sp>
      <p:sp>
        <p:nvSpPr>
          <p:cNvPr id="25" name="Text 23"/>
          <p:cNvSpPr/>
          <p:nvPr/>
        </p:nvSpPr>
        <p:spPr>
          <a:xfrm>
            <a:off x="10096500" y="4686300"/>
            <a:ext cx="676275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dirty="0" spc="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Định</a:t>
            </a:r>
            <a:r>
              <a:rPr lang="en-US" sz="1950" dirty="0" spc="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nghĩa</a:t>
            </a:r>
            <a:r>
              <a:rPr lang="en-US" sz="1950" dirty="0" spc="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chuẩn</a:t>
            </a:r>
            <a:r>
              <a:rPr lang="en-US" sz="1950" dirty="0" spc="-5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viết</a:t>
            </a:r>
            <a:r>
              <a:rPr lang="en-US" sz="1950" dirty="0" spc="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mã</a:t>
            </a:r>
            <a:r>
              <a:rPr lang="en-US" sz="1950" dirty="0" spc="-17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Java</a:t>
            </a:r>
            <a:r>
              <a:rPr lang="en-US" sz="1950" dirty="0" spc="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1950" dirty="0" spc="-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Google</a:t>
            </a:r>
            <a:endParaRPr lang="en-US" sz="1950" dirty="0"/>
          </a:p>
        </p:txBody>
      </p:sp>
      <p:sp>
        <p:nvSpPr>
          <p:cNvPr id="26" name="Shape 24"/>
          <p:cNvSpPr/>
          <p:nvPr/>
        </p:nvSpPr>
        <p:spPr>
          <a:xfrm>
            <a:off x="9486900" y="5334000"/>
            <a:ext cx="7543800" cy="1104900"/>
          </a:xfrm>
          <a:prstGeom prst="roundRect">
            <a:avLst>
              <a:gd name="adj" fmla="val 17241"/>
            </a:avLst>
          </a:prstGeom>
          <a:solidFill>
            <a:srgbClr val="14161C"/>
          </a:solidFill>
          <a:ln w="19050">
            <a:solidFill>
              <a:srgbClr val="3A3F52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9725025" y="5800725"/>
            <a:ext cx="171450" cy="171450"/>
          </a:xfrm>
          <a:prstGeom prst="ellipse">
            <a:avLst/>
          </a:prstGeom>
          <a:solidFill>
            <a:srgbClr val="3DD6A0"/>
          </a:solidFill>
          <a:ln/>
        </p:spPr>
      </p:sp>
      <p:sp>
        <p:nvSpPr>
          <p:cNvPr id="28" name="Text 26"/>
          <p:cNvSpPr/>
          <p:nvPr/>
        </p:nvSpPr>
        <p:spPr>
          <a:xfrm>
            <a:off x="10096500" y="5448300"/>
            <a:ext cx="676275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50" b="1" dirty="0" spc="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Python</a:t>
            </a:r>
            <a:r>
              <a:rPr lang="en-US" sz="2250" b="1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2250" b="1" dirty="0" spc="-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unittest</a:t>
            </a:r>
            <a:endParaRPr lang="en-US" sz="2250" dirty="0"/>
          </a:p>
        </p:txBody>
      </p:sp>
      <p:sp>
        <p:nvSpPr>
          <p:cNvPr id="29" name="Text 27"/>
          <p:cNvSpPr/>
          <p:nvPr/>
        </p:nvSpPr>
        <p:spPr>
          <a:xfrm>
            <a:off x="10096500" y="5905500"/>
            <a:ext cx="676275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dirty="0" spc="-46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Test</a:t>
            </a:r>
            <a:r>
              <a:rPr lang="en-US" sz="1950" dirty="0" spc="-3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case</a:t>
            </a:r>
            <a:r>
              <a:rPr lang="en-US" sz="1950" dirty="0" spc="-15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950" dirty="0" spc="-8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assertRaises</a:t>
            </a:r>
            <a:endParaRPr lang="en-US" sz="1950" dirty="0"/>
          </a:p>
        </p:txBody>
      </p:sp>
      <p:sp>
        <p:nvSpPr>
          <p:cNvPr id="30" name="Shape 28"/>
          <p:cNvSpPr/>
          <p:nvPr/>
        </p:nvSpPr>
        <p:spPr>
          <a:xfrm>
            <a:off x="9486900" y="6553200"/>
            <a:ext cx="7543800" cy="1104900"/>
          </a:xfrm>
          <a:prstGeom prst="roundRect">
            <a:avLst>
              <a:gd name="adj" fmla="val 17241"/>
            </a:avLst>
          </a:prstGeom>
          <a:solidFill>
            <a:srgbClr val="14161C"/>
          </a:solidFill>
          <a:ln w="19050">
            <a:solidFill>
              <a:srgbClr val="3A3F52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9725025" y="7019925"/>
            <a:ext cx="171450" cy="171450"/>
          </a:xfrm>
          <a:prstGeom prst="ellipse">
            <a:avLst/>
          </a:prstGeom>
          <a:solidFill>
            <a:srgbClr val="3DD6A0"/>
          </a:solidFill>
          <a:ln/>
        </p:spPr>
      </p:sp>
      <p:sp>
        <p:nvSpPr>
          <p:cNvPr id="32" name="Text 30"/>
          <p:cNvSpPr/>
          <p:nvPr/>
        </p:nvSpPr>
        <p:spPr>
          <a:xfrm>
            <a:off x="10096500" y="6667500"/>
            <a:ext cx="676275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50" b="1" dirty="0" spc="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Python</a:t>
            </a:r>
            <a:r>
              <a:rPr lang="en-US" sz="2250" b="1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2250" b="1" dirty="0" spc="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hướng</a:t>
            </a:r>
            <a:r>
              <a:rPr lang="en-US" sz="2250" b="1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dẫn</a:t>
            </a:r>
            <a:r>
              <a:rPr lang="en-US" sz="2250" b="1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lập</a:t>
            </a:r>
            <a:r>
              <a:rPr lang="en-US" sz="2250" b="1" dirty="0" spc="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trình</a:t>
            </a:r>
            <a:r>
              <a:rPr lang="en-US" sz="2250" b="1" dirty="0" spc="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hàm</a:t>
            </a:r>
            <a:endParaRPr lang="en-US" sz="2250" dirty="0"/>
          </a:p>
        </p:txBody>
      </p:sp>
      <p:sp>
        <p:nvSpPr>
          <p:cNvPr id="33" name="Text 31"/>
          <p:cNvSpPr/>
          <p:nvPr/>
        </p:nvSpPr>
        <p:spPr>
          <a:xfrm>
            <a:off x="10096500" y="7124700"/>
            <a:ext cx="676275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dirty="0" spc="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Không</a:t>
            </a:r>
            <a:r>
              <a:rPr lang="en-US" sz="1950" dirty="0" spc="-1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khuyến</a:t>
            </a:r>
            <a:r>
              <a:rPr lang="en-US" sz="1950" dirty="0" spc="-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khích</a:t>
            </a:r>
            <a:r>
              <a:rPr lang="en-US" sz="1950" dirty="0" spc="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hàm</a:t>
            </a:r>
            <a:r>
              <a:rPr lang="en-US" sz="1950" dirty="0" spc="-3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</a:t>
            </a:r>
            <a:r>
              <a:rPr lang="en-US" sz="1950" dirty="0" spc="-1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tác</a:t>
            </a:r>
            <a:r>
              <a:rPr lang="en-US" sz="1950" dirty="0" spc="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dụng</a:t>
            </a:r>
            <a:r>
              <a:rPr lang="en-US" sz="1950" dirty="0" spc="-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phụ</a:t>
            </a:r>
            <a:endParaRPr lang="en-US" sz="1950" dirty="0"/>
          </a:p>
        </p:txBody>
      </p:sp>
      <p:sp>
        <p:nvSpPr>
          <p:cNvPr id="34" name="Text 32"/>
          <p:cNvSpPr/>
          <p:nvPr/>
        </p:nvSpPr>
        <p:spPr>
          <a:xfrm>
            <a:off x="9715500" y="7867650"/>
            <a:ext cx="7086600" cy="685800"/>
          </a:xfrm>
          <a:prstGeom prst="rect">
            <a:avLst/>
          </a:prstGeom>
          <a:noFill/>
          <a:ln/>
        </p:spPr>
        <p:txBody>
          <a:bodyPr wrap="square" lIns="0" tIns="10525" rIns="0" bIns="-10525" rtlCol="0" anchor="t"/>
          <a:lstStyle/>
          <a:p>
            <a:pPr algn="l" indent="0" marL="0">
              <a:lnSpc>
                <a:spcPts val="2535"/>
              </a:lnSpc>
              <a:buNone/>
            </a:pPr>
            <a:r>
              <a:rPr lang="en-US" sz="19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Đã</a:t>
            </a:r>
            <a:r>
              <a:rPr lang="en-US" sz="1950" dirty="0" spc="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đọc</a:t>
            </a:r>
            <a:r>
              <a:rPr lang="en-US" sz="1950" dirty="0" spc="-1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ngày</a:t>
            </a:r>
            <a:r>
              <a:rPr lang="en-US" sz="19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2026-10-19.</a:t>
            </a:r>
            <a:r>
              <a:rPr lang="en-US" sz="1950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Thêm</a:t>
            </a:r>
            <a:r>
              <a:rPr lang="en-US" sz="1950" dirty="0" spc="-4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OWASP</a:t>
            </a:r>
            <a:r>
              <a:rPr lang="en-US" sz="1950" dirty="0" spc="-1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về</a:t>
            </a:r>
            <a:r>
              <a:rPr lang="en-US" sz="19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kiểm</a:t>
            </a:r>
            <a:r>
              <a:rPr lang="en-US" sz="1950" dirty="0" spc="1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đầu</a:t>
            </a:r>
            <a:r>
              <a:rPr lang="en-US" sz="1950" dirty="0" spc="-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vào.</a:t>
            </a:r>
            <a:r>
              <a:rPr lang="en-US" sz="19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Mã do</a:t>
            </a:r>
            <a:r>
              <a:rPr lang="en-US" sz="1950" dirty="0" spc="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người</a:t>
            </a:r>
            <a:r>
              <a:rPr lang="en-US" sz="19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biên</a:t>
            </a:r>
            <a:r>
              <a:rPr lang="en-US" sz="1950" dirty="0" spc="-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soạn</a:t>
            </a:r>
            <a:r>
              <a:rPr lang="en-US" sz="1950" dirty="0" spc="-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chạy.</a:t>
            </a:r>
            <a:endParaRPr lang="en-US" sz="1950" dirty="0"/>
          </a:p>
        </p:txBody>
      </p:sp>
      <p:sp>
        <p:nvSpPr>
          <p:cNvPr id="35" name="Shape 33"/>
          <p:cNvSpPr/>
          <p:nvPr/>
        </p:nvSpPr>
        <p:spPr>
          <a:xfrm>
            <a:off x="9810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13239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16668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20097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23526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26955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30384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33813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37242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4067175" y="9439275"/>
            <a:ext cx="133350" cy="13335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914400" y="9696450"/>
            <a:ext cx="7620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28 ·</a:t>
            </a:r>
            <a:r>
              <a:rPr lang="en-US" sz="165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10/10</a:t>
            </a:r>
            <a:endParaRPr lang="en-US" sz="1650" dirty="0"/>
          </a:p>
        </p:txBody>
      </p:sp>
      <p:sp>
        <p:nvSpPr>
          <p:cNvPr id="46" name="Shape 44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47" name="Moda image moda-export-watermark-1ce75539-9557-4df7-8361-f007b22f2f5a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2026-10-19T17:29:27Z</dcterms:created>
  <dcterms:modified xsi:type="dcterms:W3CDTF">2026-10-19T17:29:27Z</dcterms:modified>
</cp:coreProperties>
</file>