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35052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ba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 không bị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 cách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2440305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0,18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118407" y="5267325"/>
            <a:ext cx="646748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công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Shorts: các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Nam: hai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TikTok: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 tảng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700" dirty="0" spc="-6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b="1" spc="23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650" b="1" spc="21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2026-10-18T10:37:09Z</dcterms:created>
  <dcterms:modified xsi:type="dcterms:W3CDTF">2026-10-18T10:37:09Z</dcterms:modified>
</cp:coreProperties>
</file>