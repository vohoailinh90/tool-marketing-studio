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2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1239500" cy="3810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1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Mười</a:t>
            </a:r>
            <a:r>
              <a:rPr lang="en-US" sz="81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8100" dirty="0" spc="-10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lập</a:t>
            </a:r>
            <a:r>
              <a:rPr lang="en-US" sz="81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viên</a:t>
            </a:r>
            <a:r>
              <a:rPr lang="en-US" sz="81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endParaRPr lang="en-US" sz="8100" dirty="0"/>
          </a:p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8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vào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nghề</a:t>
            </a:r>
            <a:r>
              <a:rPr lang="en-US" sz="81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tới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524500"/>
            <a:ext cx="10382250" cy="1143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300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r>
              <a:rPr lang="en-US" sz="30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3000" dirty="0" spc="4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30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300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30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endParaRPr lang="en-US" sz="3000" dirty="0"/>
          </a:p>
        </p:txBody>
      </p:sp>
      <p:sp>
        <p:nvSpPr>
          <p:cNvPr id="5" name="Connector line-1792338879805-207677860"/>
          <p:cNvSpPr/>
          <p:nvPr/>
        </p:nvSpPr>
        <p:spPr>
          <a:xfrm>
            <a:off x="914400" y="7048500"/>
            <a:ext cx="10515600" cy="0"/>
          </a:xfrm>
          <a:prstGeom prst="line">
            <a:avLst/>
          </a:prstGeom>
          <a:noFill/>
          <a:ln w="19050">
            <a:solidFill>
              <a:srgbClr val="2E3242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3152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914400" y="81915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3581400" y="73152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5700" dirty="0"/>
          </a:p>
        </p:txBody>
      </p:sp>
      <p:sp>
        <p:nvSpPr>
          <p:cNvPr id="9" name="Text 7"/>
          <p:cNvSpPr/>
          <p:nvPr/>
        </p:nvSpPr>
        <p:spPr>
          <a:xfrm>
            <a:off x="3581400" y="81915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6248400" y="73152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20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6248400" y="8191500"/>
            <a:ext cx="2667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19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 ở</a:t>
            </a:r>
            <a:r>
              <a:rPr lang="en-US" sz="19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296400" y="73152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5700" dirty="0"/>
          </a:p>
        </p:txBody>
      </p:sp>
      <p:sp>
        <p:nvSpPr>
          <p:cNvPr id="13" name="Text 11"/>
          <p:cNvSpPr/>
          <p:nvPr/>
        </p:nvSpPr>
        <p:spPr>
          <a:xfrm>
            <a:off x="9296400" y="8191500"/>
            <a:ext cx="2476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19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dirty="0" spc="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9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1950" dirty="0"/>
          </a:p>
        </p:txBody>
      </p:sp>
      <p:sp>
        <p:nvSpPr>
          <p:cNvPr id="14" name="Shape 12"/>
          <p:cNvSpPr/>
          <p:nvPr/>
        </p:nvSpPr>
        <p:spPr>
          <a:xfrm>
            <a:off x="12001500" y="914400"/>
            <a:ext cx="5372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06300" y="121920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</p:sp>
      <p:sp>
        <p:nvSpPr>
          <p:cNvPr id="16" name="Text 14"/>
          <p:cNvSpPr/>
          <p:nvPr/>
        </p:nvSpPr>
        <p:spPr>
          <a:xfrm>
            <a:off x="12306300" y="14478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06300" y="18097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</a:t>
            </a:r>
            <a:r>
              <a:rPr lang="en-US" sz="30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12001500" y="2952750"/>
            <a:ext cx="5372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306300" y="32575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</p:sp>
      <p:sp>
        <p:nvSpPr>
          <p:cNvPr id="20" name="Text 18"/>
          <p:cNvSpPr/>
          <p:nvPr/>
        </p:nvSpPr>
        <p:spPr>
          <a:xfrm>
            <a:off x="12306300" y="34861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8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8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306300" y="384810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Vận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3000" dirty="0" spc="-3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0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0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000" dirty="0"/>
          </a:p>
        </p:txBody>
      </p:sp>
      <p:sp>
        <p:nvSpPr>
          <p:cNvPr id="22" name="Shape 20"/>
          <p:cNvSpPr/>
          <p:nvPr/>
        </p:nvSpPr>
        <p:spPr>
          <a:xfrm>
            <a:off x="12001500" y="4991100"/>
            <a:ext cx="5372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306300" y="529590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</p:sp>
      <p:sp>
        <p:nvSpPr>
          <p:cNvPr id="24" name="Text 22"/>
          <p:cNvSpPr/>
          <p:nvPr/>
        </p:nvSpPr>
        <p:spPr>
          <a:xfrm>
            <a:off x="12306300" y="55245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800" b="1" spc="17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2306300" y="588645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30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30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r>
              <a:rPr lang="en-US" sz="30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0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r>
              <a:rPr lang="en-US" sz="30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tảng</a:t>
            </a:r>
            <a:endParaRPr lang="en-US" sz="3000" dirty="0"/>
          </a:p>
        </p:txBody>
      </p:sp>
      <p:sp>
        <p:nvSpPr>
          <p:cNvPr id="26" name="Shape 24"/>
          <p:cNvSpPr/>
          <p:nvPr/>
        </p:nvSpPr>
        <p:spPr>
          <a:xfrm>
            <a:off x="12001500" y="7029450"/>
            <a:ext cx="5372100" cy="1809750"/>
          </a:xfrm>
          <a:prstGeom prst="roundRect">
            <a:avLst>
              <a:gd name="adj" fmla="val 14737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2306300" y="7334250"/>
            <a:ext cx="685800" cy="95250"/>
          </a:xfrm>
          <a:prstGeom prst="roundRect">
            <a:avLst>
              <a:gd name="adj" fmla="val 50000"/>
            </a:avLst>
          </a:prstGeom>
          <a:solidFill>
            <a:srgbClr val="B79CFF"/>
          </a:solidFill>
          <a:ln/>
        </p:spPr>
      </p:sp>
      <p:sp>
        <p:nvSpPr>
          <p:cNvPr id="28" name="Text 26"/>
          <p:cNvSpPr/>
          <p:nvPr/>
        </p:nvSpPr>
        <p:spPr>
          <a:xfrm>
            <a:off x="12306300" y="75628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B79C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1800" b="1" spc="225" kern="0" dirty="0">
                <a:solidFill>
                  <a:srgbClr val="B79C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 ĐẾN</a:t>
            </a:r>
            <a:r>
              <a:rPr lang="en-US" sz="1800" b="1" spc="226" kern="0" dirty="0">
                <a:solidFill>
                  <a:srgbClr val="B79C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2306300" y="7924800"/>
            <a:ext cx="4762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Tầm</a:t>
            </a:r>
            <a:r>
              <a:rPr lang="en-US" sz="30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914400" y="9525000"/>
            <a:ext cx="9525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mềm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54cd6538-e3f5-46b5-9ff7-e58c1194275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17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5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3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mới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nghề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8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tới</a:t>
            </a: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cao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771900"/>
            <a:ext cx="7620000" cy="16192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viện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r>
              <a:rPr lang="en-US" sz="2850" dirty="0" spc="4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8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715000"/>
            <a:ext cx="7620000" cy="2762250"/>
          </a:xfrm>
          <a:prstGeom prst="roundRect">
            <a:avLst>
              <a:gd name="adj" fmla="val 9655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59817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MỤC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9200" y="6438900"/>
            <a:ext cx="7010400" cy="18097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spcAft>
                <a:spcPts val="1050"/>
              </a:spcAft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Nhớ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 tự</a:t>
            </a:r>
            <a:endParaRPr lang="en-US" sz="2550" dirty="0"/>
          </a:p>
          <a:p>
            <a:pPr algn="l" indent="0" marL="0">
              <a:lnSpc>
                <a:spcPts val="3443"/>
              </a:lnSpc>
              <a:spcAft>
                <a:spcPts val="1050"/>
              </a:spcAft>
              <a:buNone/>
            </a:pP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Thấy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5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endParaRPr lang="en-US" sz="2550" dirty="0"/>
          </a:p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Biết</a:t>
            </a:r>
            <a:r>
              <a:rPr lang="en-US" sz="25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phải lộ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5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29540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800" b="1" spc="21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800" b="1" spc="22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0" y="1752600"/>
            <a:ext cx="3429000" cy="1143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00" b="1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954000" y="1752600"/>
            <a:ext cx="60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+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3563600" y="1752600"/>
            <a:ext cx="3429000" cy="1143000"/>
          </a:xfrm>
          <a:prstGeom prst="roundRect">
            <a:avLst>
              <a:gd name="adj" fmla="val 2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8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400" dirty="0"/>
          </a:p>
        </p:txBody>
      </p:sp>
      <p:sp>
        <p:nvSpPr>
          <p:cNvPr id="13" name="Connector line-1792339126461-936874245"/>
          <p:cNvSpPr/>
          <p:nvPr/>
        </p:nvSpPr>
        <p:spPr>
          <a:xfrm>
            <a:off x="9525000" y="3219450"/>
            <a:ext cx="7467600" cy="0"/>
          </a:xfrm>
          <a:prstGeom prst="line">
            <a:avLst/>
          </a:prstGeom>
          <a:noFill/>
          <a:ln w="19050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9525000" y="346710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1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1800" b="1" spc="226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NHÓM, MƯỜI</a:t>
            </a:r>
            <a:r>
              <a:rPr lang="en-US" sz="1800" b="1" spc="20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800" b="1" spc="22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0" y="3924300"/>
            <a:ext cx="7467600" cy="990600"/>
          </a:xfrm>
          <a:prstGeom prst="roundRect">
            <a:avLst>
              <a:gd name="adj" fmla="val 23077"/>
            </a:avLst>
          </a:prstGeom>
          <a:solidFill>
            <a:srgbClr val="1F3FD1"/>
          </a:solidFill>
          <a:ln/>
        </p:spPr>
      </p:sp>
      <p:sp>
        <p:nvSpPr>
          <p:cNvPr id="16" name="Text 14"/>
          <p:cNvSpPr/>
          <p:nvPr/>
        </p:nvSpPr>
        <p:spPr>
          <a:xfrm>
            <a:off x="9829800" y="3924300"/>
            <a:ext cx="457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2550" dirty="0"/>
          </a:p>
        </p:txBody>
      </p:sp>
      <p:sp>
        <p:nvSpPr>
          <p:cNvPr id="17" name="Text 15"/>
          <p:cNvSpPr/>
          <p:nvPr/>
        </p:nvSpPr>
        <p:spPr>
          <a:xfrm>
            <a:off x="14401800" y="3924300"/>
            <a:ext cx="228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dirty="0" spc="1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dirty="0" spc="4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2250" dirty="0" spc="1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25000" y="5048250"/>
            <a:ext cx="7467600" cy="990600"/>
          </a:xfrm>
          <a:prstGeom prst="roundRect">
            <a:avLst>
              <a:gd name="adj" fmla="val 23077"/>
            </a:avLst>
          </a:prstGeom>
          <a:solidFill>
            <a:srgbClr val="B45309"/>
          </a:solidFill>
          <a:ln/>
        </p:spPr>
      </p:sp>
      <p:sp>
        <p:nvSpPr>
          <p:cNvPr id="19" name="Text 17"/>
          <p:cNvSpPr/>
          <p:nvPr/>
        </p:nvSpPr>
        <p:spPr>
          <a:xfrm>
            <a:off x="9829800" y="5048250"/>
            <a:ext cx="457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4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b="1" dirty="0" spc="-2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550" dirty="0"/>
          </a:p>
        </p:txBody>
      </p:sp>
      <p:sp>
        <p:nvSpPr>
          <p:cNvPr id="20" name="Text 18"/>
          <p:cNvSpPr/>
          <p:nvPr/>
        </p:nvSpPr>
        <p:spPr>
          <a:xfrm>
            <a:off x="14401800" y="5048250"/>
            <a:ext cx="228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dirty="0" spc="11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dirty="0" spc="1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2250" dirty="0" spc="12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5" kern="0">
                <a:solidFill>
                  <a:srgbClr val="F3DF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2250" dirty="0"/>
          </a:p>
        </p:txBody>
      </p:sp>
      <p:sp>
        <p:nvSpPr>
          <p:cNvPr id="21" name="Shape 19"/>
          <p:cNvSpPr/>
          <p:nvPr/>
        </p:nvSpPr>
        <p:spPr>
          <a:xfrm>
            <a:off x="9525000" y="6172200"/>
            <a:ext cx="7467600" cy="990600"/>
          </a:xfrm>
          <a:prstGeom prst="roundRect">
            <a:avLst>
              <a:gd name="adj" fmla="val 23077"/>
            </a:avLst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9829800" y="6172200"/>
            <a:ext cx="457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9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255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2550" b="1" dirty="0" spc="-2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25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2550" dirty="0"/>
          </a:p>
        </p:txBody>
      </p:sp>
      <p:sp>
        <p:nvSpPr>
          <p:cNvPr id="23" name="Text 21"/>
          <p:cNvSpPr/>
          <p:nvPr/>
        </p:nvSpPr>
        <p:spPr>
          <a:xfrm>
            <a:off x="14401800" y="6172200"/>
            <a:ext cx="228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dirty="0" spc="1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dirty="0" spc="1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2250" dirty="0" spc="-16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3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525000" y="7296150"/>
            <a:ext cx="7467600" cy="990600"/>
          </a:xfrm>
          <a:prstGeom prst="roundRect">
            <a:avLst>
              <a:gd name="adj" fmla="val 23077"/>
            </a:avLst>
          </a:prstGeom>
          <a:solidFill>
            <a:srgbClr val="6D28D9"/>
          </a:solidFill>
          <a:ln/>
        </p:spPr>
      </p:sp>
      <p:sp>
        <p:nvSpPr>
          <p:cNvPr id="25" name="Text 23"/>
          <p:cNvSpPr/>
          <p:nvPr/>
        </p:nvSpPr>
        <p:spPr>
          <a:xfrm>
            <a:off x="9829800" y="7296150"/>
            <a:ext cx="4572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 spc="-8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Tầm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endParaRPr lang="en-US" sz="2550" dirty="0"/>
          </a:p>
        </p:txBody>
      </p:sp>
      <p:sp>
        <p:nvSpPr>
          <p:cNvPr id="26" name="Text 24"/>
          <p:cNvSpPr/>
          <p:nvPr/>
        </p:nvSpPr>
        <p:spPr>
          <a:xfrm>
            <a:off x="14401800" y="7296150"/>
            <a:ext cx="228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50" dirty="0" spc="11" kern="0">
                <a:solidFill>
                  <a:srgbClr val="E4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dirty="0" spc="4" kern="0">
                <a:solidFill>
                  <a:srgbClr val="E4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250" dirty="0" spc="12" kern="0">
                <a:solidFill>
                  <a:srgbClr val="E4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5" kern="0">
                <a:solidFill>
                  <a:srgbClr val="E4DAF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2250" dirty="0"/>
          </a:p>
        </p:txBody>
      </p:sp>
      <p:sp>
        <p:nvSpPr>
          <p:cNvPr id="27" name="Shape 25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1a222ef4-4254-4f45-9146-b6a4a2c1a0e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2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r>
              <a:rPr lang="en-US" sz="1950" b="1" spc="224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b="1" spc="226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Cách làm</a:t>
            </a:r>
            <a:r>
              <a:rPr lang="en-US" sz="75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việc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81300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Cộng</a:t>
            </a:r>
            <a:r>
              <a:rPr lang="en-US" sz="33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tác,</a:t>
            </a:r>
            <a:r>
              <a:rPr lang="en-US" sz="3300" b="1" dirty="0" spc="-1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3300" b="1" dirty="0" spc="-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33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6004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tiên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r>
              <a:rPr lang="en-US" sz="285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87655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83870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19200" y="65722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9200" y="7010400"/>
            <a:ext cx="701040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8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 chỉ là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5000" y="12954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15240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0820400" y="14859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cộng</a:t>
            </a:r>
            <a:r>
              <a:rPr lang="en-US" sz="315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0820400" y="2133600"/>
            <a:ext cx="60198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25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phiếu việc.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820400" y="2971800"/>
            <a:ext cx="601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100" b="1" dirty="0" spc="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</a:t>
            </a:r>
            <a:r>
              <a:rPr lang="en-US" sz="2100" b="1" dirty="0" spc="-1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thảo</a:t>
            </a:r>
            <a:r>
              <a:rPr lang="en-US" sz="21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25000" y="36957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39243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0820400" y="38862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Ngôn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lập</a:t>
            </a:r>
            <a:r>
              <a:rPr lang="en-US" sz="315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trình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0820400" y="4533900"/>
            <a:ext cx="60198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250" dirty="0" spc="-2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820400" y="5372100"/>
            <a:ext cx="601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Viết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b="1" dirty="0" spc="1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b="1" dirty="0" spc="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b="1" dirty="0" spc="-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100" b="1" dirty="0" spc="-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525000" y="60960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14161C"/>
          </a:solidFill>
          <a:ln/>
        </p:spPr>
      </p:sp>
      <p:sp>
        <p:nvSpPr>
          <p:cNvPr id="24" name="Text 22"/>
          <p:cNvSpPr/>
          <p:nvPr/>
        </p:nvSpPr>
        <p:spPr>
          <a:xfrm>
            <a:off x="9753600" y="63246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900" dirty="0"/>
          </a:p>
        </p:txBody>
      </p:sp>
      <p:sp>
        <p:nvSpPr>
          <p:cNvPr id="25" name="Text 23"/>
          <p:cNvSpPr/>
          <p:nvPr/>
        </p:nvSpPr>
        <p:spPr>
          <a:xfrm>
            <a:off x="10820400" y="62865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Phát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triển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0820400" y="6934200"/>
            <a:ext cx="60198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Đặt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25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2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820400" y="7772400"/>
            <a:ext cx="601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gRPC: dịch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100" b="1" dirty="0" spc="-1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10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b="1" dirty="0" spc="-9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1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100" b="1" dirty="0" spc="-28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5bdb556d-3021-4f35-a59f-e5228a786ac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2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 ·</a:t>
            </a: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4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b="1" spc="226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Vận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hành</a:t>
            </a:r>
            <a:r>
              <a:rPr lang="en-US" sz="6900" dirty="0" spc="-7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dữ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486150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2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3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33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đăng</a:t>
            </a:r>
            <a:r>
              <a:rPr lang="en-US" sz="33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nhập,</a:t>
            </a:r>
            <a:r>
              <a:rPr lang="en-US" sz="33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3300" b="1" dirty="0" spc="-8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33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300" b="1" dirty="0" spc="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05300"/>
            <a:ext cx="7620000" cy="952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4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46735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876550" y="546735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838700" y="546735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572250"/>
            <a:ext cx="7620000" cy="1905000"/>
          </a:xfrm>
          <a:prstGeom prst="roundRect">
            <a:avLst>
              <a:gd name="adj" fmla="val 14000"/>
            </a:avLst>
          </a:prstGeom>
          <a:solidFill>
            <a:srgbClr val="F3DFB8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68389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9200" y="7277100"/>
            <a:ext cx="70104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7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việc: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7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7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thử.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5000" y="12954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15240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0820400" y="14859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315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r>
              <a:rPr lang="en-US" sz="315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1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31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0820400" y="2133600"/>
            <a:ext cx="60198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Chạy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 vụ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đám</a:t>
            </a:r>
            <a:r>
              <a:rPr lang="en-US" sz="22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mây.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820400" y="2971800"/>
            <a:ext cx="601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1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container</a:t>
            </a:r>
            <a:r>
              <a:rPr lang="en-US" sz="2100" b="1" dirty="0" spc="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b="1" dirty="0" spc="-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25000" y="36957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F3DFB8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39243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0820400" y="38862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Xác</a:t>
            </a:r>
            <a:r>
              <a:rPr lang="en-US" sz="315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thực</a:t>
            </a:r>
            <a:r>
              <a:rPr lang="en-US" sz="3150" dirty="0" spc="-3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1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thử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0820400" y="4533900"/>
            <a:ext cx="60198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Đăng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nhập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25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820400" y="5372100"/>
            <a:ext cx="601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0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OAuth2</a:t>
            </a:r>
            <a:r>
              <a:rPr lang="en-US" sz="2100" b="1" dirty="0" spc="-19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OpenID</a:t>
            </a:r>
            <a:r>
              <a:rPr lang="en-US" sz="2100" b="1" dirty="0" spc="-5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Connect;</a:t>
            </a:r>
            <a:r>
              <a:rPr lang="en-US" sz="2100" b="1" dirty="0" spc="-7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unittest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525000" y="60960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F3DFB8"/>
          </a:solidFill>
          <a:ln/>
        </p:spPr>
      </p:sp>
      <p:sp>
        <p:nvSpPr>
          <p:cNvPr id="24" name="Text 22"/>
          <p:cNvSpPr/>
          <p:nvPr/>
        </p:nvSpPr>
        <p:spPr>
          <a:xfrm>
            <a:off x="9753600" y="63246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3900" dirty="0"/>
          </a:p>
        </p:txBody>
      </p:sp>
      <p:sp>
        <p:nvSpPr>
          <p:cNvPr id="25" name="Text 23"/>
          <p:cNvSpPr/>
          <p:nvPr/>
        </p:nvSpPr>
        <p:spPr>
          <a:xfrm>
            <a:off x="10820400" y="62865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31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1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0820400" y="6934200"/>
            <a:ext cx="60198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Phiếu</a:t>
            </a:r>
            <a:r>
              <a:rPr lang="en-US" sz="22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lâu hơn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820400" y="7772400"/>
            <a:ext cx="601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SQLite</a:t>
            </a:r>
            <a:r>
              <a:rPr lang="en-US" sz="2100" b="1" dirty="0" spc="3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b="1" dirty="0" spc="-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thử;</a:t>
            </a:r>
            <a:r>
              <a:rPr lang="en-US" sz="2100" b="1" dirty="0" spc="-21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b="1" dirty="0" spc="-6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100" b="1" dirty="0" spc="-4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b="1" dirty="0" spc="-2" kern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8a56d988-b5ce-47b0-b2fe-d63b19e1312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</a:t>
            </a:r>
            <a:r>
              <a:rPr lang="en-US" sz="1950" b="1" spc="22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2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r>
              <a:rPr lang="en-US" sz="1950" b="1" spc="17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Tự</a:t>
            </a:r>
            <a:r>
              <a:rPr lang="en-US" sz="6900" dirty="0" spc="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động</a:t>
            </a:r>
            <a:r>
              <a:rPr lang="en-US" sz="6900" dirty="0" spc="-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hóa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và</a:t>
            </a:r>
            <a:r>
              <a:rPr lang="en-US" sz="69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nền</a:t>
            </a:r>
            <a:r>
              <a:rPr lang="en-US" sz="69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486150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CI/CD</a:t>
            </a:r>
            <a:r>
              <a:rPr lang="en-US" sz="3300" b="1" dirty="0" spc="-3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3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33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33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3300" b="1" dirty="0" spc="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05300"/>
            <a:ext cx="7620000" cy="95250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-4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8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546735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7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876550" y="546735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7620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9200" y="68389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19200" y="7277100"/>
            <a:ext cx="70104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70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700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thử.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25000" y="1295400"/>
            <a:ext cx="7467600" cy="3905250"/>
          </a:xfrm>
          <a:prstGeom prst="roundRect">
            <a:avLst>
              <a:gd name="adj" fmla="val 5854"/>
            </a:avLst>
          </a:prstGeom>
          <a:solidFill>
            <a:srgbClr val="14161C"/>
          </a:solidFill>
          <a:ln/>
        </p:spPr>
      </p:sp>
      <p:sp>
        <p:nvSpPr>
          <p:cNvPr id="13" name="Text 11"/>
          <p:cNvSpPr/>
          <p:nvPr/>
        </p:nvSpPr>
        <p:spPr>
          <a:xfrm>
            <a:off x="9753600" y="15240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0820400" y="14859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CI/CD</a:t>
            </a:r>
            <a:endParaRPr lang="en-US" sz="3150" dirty="0"/>
          </a:p>
        </p:txBody>
      </p:sp>
      <p:sp>
        <p:nvSpPr>
          <p:cNvPr id="15" name="Text 13"/>
          <p:cNvSpPr/>
          <p:nvPr/>
        </p:nvSpPr>
        <p:spPr>
          <a:xfrm>
            <a:off x="10820400" y="2133600"/>
            <a:ext cx="6019800" cy="857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pull</a:t>
            </a:r>
            <a:r>
              <a:rPr lang="en-US" sz="225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2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250" dirty="0" spc="2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250" dirty="0" spc="-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753600" y="3238500"/>
            <a:ext cx="2028825" cy="1257300"/>
          </a:xfrm>
          <a:prstGeom prst="roundRect">
            <a:avLst>
              <a:gd name="adj" fmla="val 15152"/>
            </a:avLst>
          </a:prstGeom>
          <a:solidFill>
            <a:srgbClr val="272B3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195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1950" dirty="0"/>
          </a:p>
        </p:txBody>
      </p:sp>
      <p:sp>
        <p:nvSpPr>
          <p:cNvPr id="17" name="Connector line-1792339336887-88315849"/>
          <p:cNvSpPr/>
          <p:nvPr/>
        </p:nvSpPr>
        <p:spPr>
          <a:xfrm>
            <a:off x="11839575" y="3867150"/>
            <a:ext cx="3429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12239625" y="3238500"/>
            <a:ext cx="2028825" cy="1257300"/>
          </a:xfrm>
          <a:prstGeom prst="roundRect">
            <a:avLst>
              <a:gd name="adj" fmla="val 1515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CI: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19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95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950" dirty="0"/>
          </a:p>
        </p:txBody>
      </p:sp>
      <p:sp>
        <p:nvSpPr>
          <p:cNvPr id="19" name="Connector line-1792339336901-534470390"/>
          <p:cNvSpPr/>
          <p:nvPr/>
        </p:nvSpPr>
        <p:spPr>
          <a:xfrm>
            <a:off x="14325600" y="3867150"/>
            <a:ext cx="342900" cy="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14725650" y="3238500"/>
            <a:ext cx="2028825" cy="1257300"/>
          </a:xfrm>
          <a:prstGeom prst="roundRect">
            <a:avLst>
              <a:gd name="adj" fmla="val 1515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CD:</a:t>
            </a:r>
            <a:r>
              <a:rPr lang="en-US" sz="19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19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nơi</a:t>
            </a:r>
            <a:r>
              <a:rPr lang="en-US" sz="19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19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sàng</a:t>
            </a:r>
            <a:r>
              <a:rPr lang="en-US" sz="195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9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753600" y="4686300"/>
            <a:ext cx="70104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Actions:</a:t>
            </a:r>
            <a:r>
              <a:rPr lang="en-US" sz="2100" b="1" dirty="0" spc="-1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workflow</a:t>
            </a:r>
            <a:r>
              <a:rPr lang="en-US" sz="21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10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1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525000" y="5391150"/>
            <a:ext cx="7467600" cy="2990850"/>
          </a:xfrm>
          <a:prstGeom prst="roundRect">
            <a:avLst>
              <a:gd name="adj" fmla="val 7643"/>
            </a:avLst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9753600" y="561975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3900" dirty="0"/>
          </a:p>
        </p:txBody>
      </p:sp>
      <p:sp>
        <p:nvSpPr>
          <p:cNvPr id="24" name="Text 22"/>
          <p:cNvSpPr/>
          <p:nvPr/>
        </p:nvSpPr>
        <p:spPr>
          <a:xfrm>
            <a:off x="10820400" y="5581650"/>
            <a:ext cx="6019800" cy="609600"/>
          </a:xfrm>
          <a:prstGeom prst="rect">
            <a:avLst/>
          </a:prstGeom>
          <a:noFill/>
          <a:ln/>
        </p:spPr>
        <p:txBody>
          <a:bodyPr wrap="square" lIns="0" tIns="20002" rIns="0" bIns="-20002" rtlCol="0" anchor="t"/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Cấu</a:t>
            </a:r>
            <a:r>
              <a:rPr lang="en-US" sz="31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r>
              <a:rPr lang="en-US" sz="315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1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r>
              <a:rPr lang="en-US" sz="3150" dirty="0" spc="-3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thuật</a:t>
            </a:r>
            <a:r>
              <a:rPr lang="en-US" sz="315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toán</a:t>
            </a:r>
            <a:endParaRPr lang="en-US" sz="3150" dirty="0"/>
          </a:p>
        </p:txBody>
      </p:sp>
      <p:sp>
        <p:nvSpPr>
          <p:cNvPr id="25" name="Text 23"/>
          <p:cNvSpPr/>
          <p:nvPr/>
        </p:nvSpPr>
        <p:spPr>
          <a:xfrm>
            <a:off x="10820400" y="6286500"/>
            <a:ext cx="601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Tìm mã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-1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mã.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10820400" y="7124700"/>
            <a:ext cx="1238250" cy="685800"/>
          </a:xfrm>
          <a:prstGeom prst="roundRect">
            <a:avLst>
              <a:gd name="adj" fmla="val 4722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20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12211050" y="7124700"/>
            <a:ext cx="1619250" cy="685800"/>
          </a:xfrm>
          <a:prstGeom prst="roundRect">
            <a:avLst>
              <a:gd name="adj" fmla="val 4722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bisect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13982700" y="7124700"/>
            <a:ext cx="1047750" cy="685800"/>
          </a:xfrm>
          <a:prstGeom prst="roundRect">
            <a:avLst>
              <a:gd name="adj" fmla="val 4722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5182850" y="7124700"/>
            <a:ext cx="1333500" cy="685800"/>
          </a:xfrm>
          <a:prstGeom prst="roundRect">
            <a:avLst>
              <a:gd name="adj" fmla="val 47222"/>
            </a:avLst>
          </a:prstGeom>
          <a:solidFill>
            <a:srgbClr val="3DD6A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tuần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b3667654-2e80-409b-9702-2fee93db23a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NHÓM</a:t>
            </a:r>
            <a:r>
              <a:rPr lang="en-US" sz="1950" b="1" spc="227" kern="0" dirty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</a:t>
            </a:r>
            <a:r>
              <a:rPr lang="en-US" sz="1950" b="1" spc="221" kern="0" dirty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24" kern="0" dirty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b="1" spc="226" kern="0" dirty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1950" b="1" spc="225" kern="0" dirty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1950" b="1" spc="226" kern="0" dirty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0" dirty="0" spc="-16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Tầm</a:t>
            </a:r>
            <a:r>
              <a:rPr lang="en-US" sz="750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endParaRPr lang="en-US" sz="7500" dirty="0"/>
          </a:p>
        </p:txBody>
      </p:sp>
      <p:sp>
        <p:nvSpPr>
          <p:cNvPr id="4" name="Text 2"/>
          <p:cNvSpPr/>
          <p:nvPr/>
        </p:nvSpPr>
        <p:spPr>
          <a:xfrm>
            <a:off x="914400" y="2781300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7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Hệ</a:t>
            </a:r>
            <a:r>
              <a:rPr lang="en-US" sz="3300" b="1" dirty="0" spc="-11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thống,</a:t>
            </a:r>
            <a:r>
              <a:rPr lang="en-US" sz="3300" b="1" dirty="0" spc="-1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3300" b="1" dirty="0" spc="-8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3300" b="1" dirty="0" spc="-31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kế,</a:t>
            </a:r>
            <a:r>
              <a:rPr lang="en-US" sz="3300" b="1" dirty="0" spc="-3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6004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8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287655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4838700" y="4953000"/>
            <a:ext cx="1809750" cy="6858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50" b="1" dirty="0" spc="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14400" y="6286500"/>
            <a:ext cx="7620000" cy="2190750"/>
          </a:xfrm>
          <a:prstGeom prst="roundRect">
            <a:avLst>
              <a:gd name="adj" fmla="val 12174"/>
            </a:avLst>
          </a:prstGeom>
          <a:solidFill>
            <a:srgbClr val="E4DAF6"/>
          </a:solidFill>
          <a:ln/>
        </p:spPr>
      </p:sp>
      <p:sp>
        <p:nvSpPr>
          <p:cNvPr id="10" name="Text 8"/>
          <p:cNvSpPr/>
          <p:nvPr/>
        </p:nvSpPr>
        <p:spPr>
          <a:xfrm>
            <a:off x="1219200" y="65722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9200" y="7010400"/>
            <a:ext cx="7010400" cy="1238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11:</a:t>
            </a:r>
            <a:r>
              <a:rPr lang="en-US" sz="270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7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 cụ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như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lạ.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25000" y="12954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E4DAF6"/>
          </a:solidFill>
          <a:ln/>
        </p:spPr>
      </p:sp>
      <p:sp>
        <p:nvSpPr>
          <p:cNvPr id="14" name="Text 12"/>
          <p:cNvSpPr/>
          <p:nvPr/>
        </p:nvSpPr>
        <p:spPr>
          <a:xfrm>
            <a:off x="9753600" y="15240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10820400" y="14859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Thiết</a:t>
            </a:r>
            <a:r>
              <a:rPr lang="en-US" sz="315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r>
              <a:rPr lang="en-US" sz="3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hệ</a:t>
            </a: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</a:t>
            </a:r>
            <a:endParaRPr lang="en-US" sz="3150" dirty="0"/>
          </a:p>
        </p:txBody>
      </p:sp>
      <p:sp>
        <p:nvSpPr>
          <p:cNvPr id="16" name="Text 14"/>
          <p:cNvSpPr/>
          <p:nvPr/>
        </p:nvSpPr>
        <p:spPr>
          <a:xfrm>
            <a:off x="10820400" y="2133600"/>
            <a:ext cx="60198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Ngày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2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mượn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sách,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danh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820400" y="2971800"/>
            <a:ext cx="601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bộ</a:t>
            </a:r>
            <a:r>
              <a:rPr lang="en-US" sz="2100" b="1" dirty="0" spc="-4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r>
              <a:rPr lang="en-US" sz="2100" b="1" dirty="0" spc="-2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</a:t>
            </a:r>
            <a:r>
              <a:rPr lang="en-US" sz="2100" b="1" dirty="0" spc="-19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1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cân</a:t>
            </a:r>
            <a:r>
              <a:rPr lang="en-US" sz="2100" b="1" dirty="0" spc="-2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b="1" dirty="0" spc="-5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25000" y="36957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E4DAF6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39243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0820400" y="38862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Mẫu</a:t>
            </a: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thiết</a:t>
            </a:r>
            <a:r>
              <a:rPr lang="en-US" sz="315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kế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0820400" y="4533900"/>
            <a:ext cx="60198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Truyền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giảm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hàm.</a:t>
            </a:r>
            <a:endParaRPr lang="en-US" sz="2250" dirty="0"/>
          </a:p>
        </p:txBody>
      </p:sp>
      <p:sp>
        <p:nvSpPr>
          <p:cNvPr id="22" name="Text 20"/>
          <p:cNvSpPr/>
          <p:nvPr/>
        </p:nvSpPr>
        <p:spPr>
          <a:xfrm>
            <a:off x="10820400" y="5372100"/>
            <a:ext cx="601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4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dependency</a:t>
            </a:r>
            <a:r>
              <a:rPr lang="en-US" sz="2100" b="1" dirty="0" spc="-7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injection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525000" y="6096000"/>
            <a:ext cx="7467600" cy="2209800"/>
          </a:xfrm>
          <a:prstGeom prst="roundRect">
            <a:avLst>
              <a:gd name="adj" fmla="val 10345"/>
            </a:avLst>
          </a:prstGeom>
          <a:solidFill>
            <a:srgbClr val="E4DAF6"/>
          </a:solidFill>
          <a:ln/>
        </p:spPr>
      </p:sp>
      <p:sp>
        <p:nvSpPr>
          <p:cNvPr id="24" name="Text 22"/>
          <p:cNvSpPr/>
          <p:nvPr/>
        </p:nvSpPr>
        <p:spPr>
          <a:xfrm>
            <a:off x="9753600" y="63246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</a:t>
            </a:r>
            <a:endParaRPr lang="en-US" sz="3900" dirty="0"/>
          </a:p>
        </p:txBody>
      </p:sp>
      <p:sp>
        <p:nvSpPr>
          <p:cNvPr id="25" name="Text 23"/>
          <p:cNvSpPr/>
          <p:nvPr/>
        </p:nvSpPr>
        <p:spPr>
          <a:xfrm>
            <a:off x="10820400" y="62865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31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AI</a:t>
            </a:r>
            <a:endParaRPr lang="en-US" sz="3150" dirty="0"/>
          </a:p>
        </p:txBody>
      </p:sp>
      <p:sp>
        <p:nvSpPr>
          <p:cNvPr id="26" name="Text 24"/>
          <p:cNvSpPr/>
          <p:nvPr/>
        </p:nvSpPr>
        <p:spPr>
          <a:xfrm>
            <a:off x="10820400" y="6934200"/>
            <a:ext cx="6019800" cy="8001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Hiểu</a:t>
            </a:r>
            <a:r>
              <a:rPr lang="en-US" sz="22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2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250" dirty="0"/>
          </a:p>
        </p:txBody>
      </p:sp>
      <p:sp>
        <p:nvSpPr>
          <p:cNvPr id="27" name="Text 25"/>
          <p:cNvSpPr/>
          <p:nvPr/>
        </p:nvSpPr>
        <p:spPr>
          <a:xfrm>
            <a:off x="10820400" y="7772400"/>
            <a:ext cx="601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7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</a:t>
            </a:r>
            <a:r>
              <a:rPr lang="en-US" sz="2100" b="1" dirty="0" spc="-1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r>
              <a:rPr lang="en-US" sz="2100" b="1" dirty="0" spc="-3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100" b="1" dirty="0" spc="-6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b="1" dirty="0" spc="-2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b="1" dirty="0" spc="-4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100" b="1" dirty="0" spc="-3" kern="0">
                <a:solidFill>
                  <a:srgbClr val="6D28D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100" dirty="0"/>
          </a:p>
        </p:txBody>
      </p:sp>
      <p:sp>
        <p:nvSpPr>
          <p:cNvPr id="28" name="Shape 26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39" name="Shape 3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0" name="Moda image moda-export-watermark-017400b8-39b9-401e-8f22-4838ee13b6d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ĐƯỜNG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1950" b="1" spc="21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950" b="1" spc="23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524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3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Toàn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cảnh</a:t>
            </a:r>
            <a:r>
              <a:rPr lang="en-US" sz="6900" dirty="0" spc="-8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mười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9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590800"/>
            <a:ext cx="2286000" cy="4953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 làm</a:t>
            </a: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352800" y="2590800"/>
            <a:ext cx="3086100" cy="4953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3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Vận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80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91300" y="2590800"/>
            <a:ext cx="3619500" cy="495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6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Tự</a:t>
            </a:r>
            <a:r>
              <a:rPr lang="en-US" sz="18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800" b="1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</a:t>
            </a:r>
            <a:r>
              <a:rPr lang="en-US" sz="1800" b="1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r>
              <a:rPr lang="en-US" sz="18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363200" y="2590800"/>
            <a:ext cx="1619250" cy="4953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 spc="-5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Tầm</a:t>
            </a:r>
            <a:r>
              <a:rPr lang="en-US" sz="18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390900"/>
            <a:ext cx="2495550" cy="2286000"/>
          </a:xfrm>
          <a:prstGeom prst="roundRect">
            <a:avLst>
              <a:gd name="adj" fmla="val 10000"/>
            </a:avLst>
          </a:prstGeom>
          <a:solidFill>
            <a:srgbClr val="DDE3FA"/>
          </a:solidFill>
          <a:ln/>
        </p:spPr>
      </p:sp>
      <p:sp>
        <p:nvSpPr>
          <p:cNvPr id="9" name="Text 7"/>
          <p:cNvSpPr/>
          <p:nvPr/>
        </p:nvSpPr>
        <p:spPr>
          <a:xfrm>
            <a:off x="1104900" y="35623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3707130" y="3390900"/>
            <a:ext cx="2495550" cy="2286000"/>
          </a:xfrm>
          <a:prstGeom prst="roundRect">
            <a:avLst>
              <a:gd name="adj" fmla="val 10000"/>
            </a:avLst>
          </a:prstGeom>
          <a:solidFill>
            <a:srgbClr val="DDE3FA"/>
          </a:solidFill>
          <a:ln/>
        </p:spPr>
      </p:sp>
      <p:sp>
        <p:nvSpPr>
          <p:cNvPr id="11" name="Text 9"/>
          <p:cNvSpPr/>
          <p:nvPr/>
        </p:nvSpPr>
        <p:spPr>
          <a:xfrm>
            <a:off x="3897630" y="35623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3300" dirty="0"/>
          </a:p>
        </p:txBody>
      </p:sp>
      <p:sp>
        <p:nvSpPr>
          <p:cNvPr id="12" name="Shape 10"/>
          <p:cNvSpPr/>
          <p:nvPr/>
        </p:nvSpPr>
        <p:spPr>
          <a:xfrm>
            <a:off x="6499860" y="3390900"/>
            <a:ext cx="2495550" cy="2286000"/>
          </a:xfrm>
          <a:prstGeom prst="roundRect">
            <a:avLst>
              <a:gd name="adj" fmla="val 10000"/>
            </a:avLst>
          </a:prstGeom>
          <a:solidFill>
            <a:srgbClr val="DDE3FA"/>
          </a:solidFill>
          <a:ln/>
        </p:spPr>
      </p:sp>
      <p:sp>
        <p:nvSpPr>
          <p:cNvPr id="13" name="Text 11"/>
          <p:cNvSpPr/>
          <p:nvPr/>
        </p:nvSpPr>
        <p:spPr>
          <a:xfrm>
            <a:off x="6690360" y="35623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9292590" y="3390900"/>
            <a:ext cx="2495550" cy="2286000"/>
          </a:xfrm>
          <a:prstGeom prst="roundRect">
            <a:avLst>
              <a:gd name="adj" fmla="val 10000"/>
            </a:avLst>
          </a:prstGeom>
          <a:solidFill>
            <a:srgbClr val="F3DFB8"/>
          </a:solidFill>
          <a:ln/>
        </p:spPr>
      </p:sp>
      <p:sp>
        <p:nvSpPr>
          <p:cNvPr id="15" name="Text 13"/>
          <p:cNvSpPr/>
          <p:nvPr/>
        </p:nvSpPr>
        <p:spPr>
          <a:xfrm>
            <a:off x="9483090" y="35623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300" dirty="0"/>
          </a:p>
        </p:txBody>
      </p:sp>
      <p:sp>
        <p:nvSpPr>
          <p:cNvPr id="16" name="Shape 14"/>
          <p:cNvSpPr/>
          <p:nvPr/>
        </p:nvSpPr>
        <p:spPr>
          <a:xfrm>
            <a:off x="12085320" y="3390900"/>
            <a:ext cx="2495550" cy="2286000"/>
          </a:xfrm>
          <a:prstGeom prst="roundRect">
            <a:avLst>
              <a:gd name="adj" fmla="val 10000"/>
            </a:avLst>
          </a:prstGeom>
          <a:solidFill>
            <a:srgbClr val="F3DFB8"/>
          </a:solidFill>
          <a:ln/>
        </p:spPr>
      </p:sp>
      <p:sp>
        <p:nvSpPr>
          <p:cNvPr id="17" name="Text 15"/>
          <p:cNvSpPr/>
          <p:nvPr/>
        </p:nvSpPr>
        <p:spPr>
          <a:xfrm>
            <a:off x="12275820" y="35623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5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14878050" y="3390900"/>
            <a:ext cx="2495550" cy="2286000"/>
          </a:xfrm>
          <a:prstGeom prst="roundRect">
            <a:avLst>
              <a:gd name="adj" fmla="val 10000"/>
            </a:avLst>
          </a:prstGeom>
          <a:solidFill>
            <a:srgbClr val="F3DFB8"/>
          </a:solidFill>
          <a:ln/>
        </p:spPr>
      </p:sp>
      <p:sp>
        <p:nvSpPr>
          <p:cNvPr id="19" name="Text 17"/>
          <p:cNvSpPr/>
          <p:nvPr/>
        </p:nvSpPr>
        <p:spPr>
          <a:xfrm>
            <a:off x="15068550" y="35623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3300" dirty="0"/>
          </a:p>
        </p:txBody>
      </p:sp>
      <p:sp>
        <p:nvSpPr>
          <p:cNvPr id="20" name="Connector line-1792339428282-589468313"/>
          <p:cNvSpPr/>
          <p:nvPr/>
        </p:nvSpPr>
        <p:spPr>
          <a:xfrm>
            <a:off x="3448050" y="3962400"/>
            <a:ext cx="2286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1" name="Connector line-1792339428282-455026309"/>
          <p:cNvSpPr/>
          <p:nvPr/>
        </p:nvSpPr>
        <p:spPr>
          <a:xfrm>
            <a:off x="6240780" y="3962400"/>
            <a:ext cx="2286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2" name="Connector line-1792339428283-455501030"/>
          <p:cNvSpPr/>
          <p:nvPr/>
        </p:nvSpPr>
        <p:spPr>
          <a:xfrm>
            <a:off x="9033510" y="3962400"/>
            <a:ext cx="2286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3" name="Connector line-1792339428283-471846636"/>
          <p:cNvSpPr/>
          <p:nvPr/>
        </p:nvSpPr>
        <p:spPr>
          <a:xfrm>
            <a:off x="11826240" y="3962400"/>
            <a:ext cx="2286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4" name="Connector line-1792339428283-832233530"/>
          <p:cNvSpPr/>
          <p:nvPr/>
        </p:nvSpPr>
        <p:spPr>
          <a:xfrm>
            <a:off x="14618970" y="3962400"/>
            <a:ext cx="2286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104900" y="4495800"/>
            <a:ext cx="2114550" cy="10668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10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100" dirty="0"/>
          </a:p>
        </p:txBody>
      </p:sp>
      <p:sp>
        <p:nvSpPr>
          <p:cNvPr id="26" name="Text 24"/>
          <p:cNvSpPr/>
          <p:nvPr/>
        </p:nvSpPr>
        <p:spPr>
          <a:xfrm>
            <a:off x="3897630" y="4495800"/>
            <a:ext cx="2114550" cy="10668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1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690360" y="4495800"/>
            <a:ext cx="2114550" cy="10668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Phát</a:t>
            </a:r>
            <a:r>
              <a:rPr lang="en-US" sz="21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483090" y="4495800"/>
            <a:ext cx="2114550" cy="10668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b="1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 và</a:t>
            </a:r>
            <a:r>
              <a:rPr lang="en-US" sz="2100" b="1" dirty="0" spc="2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trữ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12275820" y="4495800"/>
            <a:ext cx="2114550" cy="10668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Xác</a:t>
            </a:r>
            <a:r>
              <a:rPr lang="en-US" sz="2100" b="1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endParaRPr lang="en-US" sz="2100" dirty="0"/>
          </a:p>
        </p:txBody>
      </p:sp>
      <p:sp>
        <p:nvSpPr>
          <p:cNvPr id="30" name="Text 28"/>
          <p:cNvSpPr/>
          <p:nvPr/>
        </p:nvSpPr>
        <p:spPr>
          <a:xfrm>
            <a:off x="15068550" y="4495800"/>
            <a:ext cx="2114550" cy="10668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100" dirty="0"/>
          </a:p>
        </p:txBody>
      </p:sp>
      <p:sp>
        <p:nvSpPr>
          <p:cNvPr id="31" name="Connector line-1792339428297-335439761"/>
          <p:cNvSpPr/>
          <p:nvPr/>
        </p:nvSpPr>
        <p:spPr>
          <a:xfrm>
            <a:off x="16125825" y="5676900"/>
            <a:ext cx="0" cy="34290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32" name="Connector line-1792339428297-494610064"/>
          <p:cNvSpPr/>
          <p:nvPr/>
        </p:nvSpPr>
        <p:spPr>
          <a:xfrm flipH="1">
            <a:off x="2162175" y="6019800"/>
            <a:ext cx="1396365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none"/>
          </a:ln>
        </p:spPr>
      </p:sp>
      <p:sp>
        <p:nvSpPr>
          <p:cNvPr id="33" name="Connector line-1792339428297-147182829"/>
          <p:cNvSpPr/>
          <p:nvPr/>
        </p:nvSpPr>
        <p:spPr>
          <a:xfrm>
            <a:off x="2162175" y="6019800"/>
            <a:ext cx="0" cy="34290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14400" y="6477000"/>
            <a:ext cx="2495550" cy="2286000"/>
          </a:xfrm>
          <a:prstGeom prst="roundRect">
            <a:avLst>
              <a:gd name="adj" fmla="val 10000"/>
            </a:avLst>
          </a:prstGeom>
          <a:solidFill>
            <a:srgbClr val="CFE8E2"/>
          </a:solidFill>
          <a:ln/>
        </p:spPr>
      </p:sp>
      <p:sp>
        <p:nvSpPr>
          <p:cNvPr id="35" name="Text 33"/>
          <p:cNvSpPr/>
          <p:nvPr/>
        </p:nvSpPr>
        <p:spPr>
          <a:xfrm>
            <a:off x="1104900" y="66484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3300" dirty="0"/>
          </a:p>
        </p:txBody>
      </p:sp>
      <p:sp>
        <p:nvSpPr>
          <p:cNvPr id="36" name="Shape 34"/>
          <p:cNvSpPr/>
          <p:nvPr/>
        </p:nvSpPr>
        <p:spPr>
          <a:xfrm>
            <a:off x="3707130" y="6477000"/>
            <a:ext cx="2495550" cy="2286000"/>
          </a:xfrm>
          <a:prstGeom prst="roundRect">
            <a:avLst>
              <a:gd name="adj" fmla="val 10000"/>
            </a:avLst>
          </a:prstGeom>
          <a:solidFill>
            <a:srgbClr val="CFE8E2"/>
          </a:solidFill>
          <a:ln/>
        </p:spPr>
      </p:sp>
      <p:sp>
        <p:nvSpPr>
          <p:cNvPr id="37" name="Text 35"/>
          <p:cNvSpPr/>
          <p:nvPr/>
        </p:nvSpPr>
        <p:spPr>
          <a:xfrm>
            <a:off x="3897630" y="66484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8</a:t>
            </a:r>
            <a:endParaRPr lang="en-US" sz="3300" dirty="0"/>
          </a:p>
        </p:txBody>
      </p:sp>
      <p:sp>
        <p:nvSpPr>
          <p:cNvPr id="38" name="Shape 36"/>
          <p:cNvSpPr/>
          <p:nvPr/>
        </p:nvSpPr>
        <p:spPr>
          <a:xfrm>
            <a:off x="6499860" y="6477000"/>
            <a:ext cx="2495550" cy="2286000"/>
          </a:xfrm>
          <a:prstGeom prst="roundRect">
            <a:avLst>
              <a:gd name="adj" fmla="val 10000"/>
            </a:avLst>
          </a:prstGeom>
          <a:solidFill>
            <a:srgbClr val="E4DAF6"/>
          </a:solidFill>
          <a:ln/>
        </p:spPr>
      </p:sp>
      <p:sp>
        <p:nvSpPr>
          <p:cNvPr id="39" name="Text 37"/>
          <p:cNvSpPr/>
          <p:nvPr/>
        </p:nvSpPr>
        <p:spPr>
          <a:xfrm>
            <a:off x="6690360" y="66484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9</a:t>
            </a:r>
            <a:endParaRPr lang="en-US" sz="3300" dirty="0"/>
          </a:p>
        </p:txBody>
      </p:sp>
      <p:sp>
        <p:nvSpPr>
          <p:cNvPr id="40" name="Shape 38"/>
          <p:cNvSpPr/>
          <p:nvPr/>
        </p:nvSpPr>
        <p:spPr>
          <a:xfrm>
            <a:off x="9292590" y="6477000"/>
            <a:ext cx="2495550" cy="2286000"/>
          </a:xfrm>
          <a:prstGeom prst="roundRect">
            <a:avLst>
              <a:gd name="adj" fmla="val 10000"/>
            </a:avLst>
          </a:prstGeom>
          <a:solidFill>
            <a:srgbClr val="E4DAF6"/>
          </a:solidFill>
          <a:ln/>
        </p:spPr>
      </p:sp>
      <p:sp>
        <p:nvSpPr>
          <p:cNvPr id="41" name="Text 39"/>
          <p:cNvSpPr/>
          <p:nvPr/>
        </p:nvSpPr>
        <p:spPr>
          <a:xfrm>
            <a:off x="9483090" y="66484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10</a:t>
            </a:r>
            <a:endParaRPr lang="en-US" sz="3300" dirty="0"/>
          </a:p>
        </p:txBody>
      </p:sp>
      <p:sp>
        <p:nvSpPr>
          <p:cNvPr id="42" name="Shape 40"/>
          <p:cNvSpPr/>
          <p:nvPr/>
        </p:nvSpPr>
        <p:spPr>
          <a:xfrm>
            <a:off x="12085320" y="6477000"/>
            <a:ext cx="2495550" cy="2286000"/>
          </a:xfrm>
          <a:prstGeom prst="roundRect">
            <a:avLst>
              <a:gd name="adj" fmla="val 10000"/>
            </a:avLst>
          </a:prstGeom>
          <a:solidFill>
            <a:srgbClr val="E4DAF6"/>
          </a:solidFill>
          <a:ln/>
        </p:spPr>
      </p:sp>
      <p:sp>
        <p:nvSpPr>
          <p:cNvPr id="43" name="Text 41"/>
          <p:cNvSpPr/>
          <p:nvPr/>
        </p:nvSpPr>
        <p:spPr>
          <a:xfrm>
            <a:off x="12275820" y="6648450"/>
            <a:ext cx="800100" cy="80010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11</a:t>
            </a:r>
            <a:endParaRPr lang="en-US" sz="3300" dirty="0"/>
          </a:p>
        </p:txBody>
      </p:sp>
      <p:sp>
        <p:nvSpPr>
          <p:cNvPr id="44" name="Connector line-1792339428306-77221715"/>
          <p:cNvSpPr/>
          <p:nvPr/>
        </p:nvSpPr>
        <p:spPr>
          <a:xfrm>
            <a:off x="3448050" y="7048500"/>
            <a:ext cx="2286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45" name="Connector line-1792339428306-79298275"/>
          <p:cNvSpPr/>
          <p:nvPr/>
        </p:nvSpPr>
        <p:spPr>
          <a:xfrm>
            <a:off x="6240780" y="7048500"/>
            <a:ext cx="2286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46" name="Connector line-1792339428306-439604099"/>
          <p:cNvSpPr/>
          <p:nvPr/>
        </p:nvSpPr>
        <p:spPr>
          <a:xfrm>
            <a:off x="9033510" y="7048500"/>
            <a:ext cx="2286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47" name="Connector line-1792339428307-292652747"/>
          <p:cNvSpPr/>
          <p:nvPr/>
        </p:nvSpPr>
        <p:spPr>
          <a:xfrm>
            <a:off x="11826240" y="7048500"/>
            <a:ext cx="228600" cy="0"/>
          </a:xfrm>
          <a:prstGeom prst="line">
            <a:avLst/>
          </a:prstGeom>
          <a:noFill/>
          <a:ln w="38100">
            <a:solidFill>
              <a:srgbClr val="6B6A66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1104900" y="7581900"/>
            <a:ext cx="2114550" cy="10668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CI/CD</a:t>
            </a:r>
            <a:endParaRPr lang="en-US" sz="2100" dirty="0"/>
          </a:p>
        </p:txBody>
      </p:sp>
      <p:sp>
        <p:nvSpPr>
          <p:cNvPr id="49" name="Text 47"/>
          <p:cNvSpPr/>
          <p:nvPr/>
        </p:nvSpPr>
        <p:spPr>
          <a:xfrm>
            <a:off x="3897630" y="7581900"/>
            <a:ext cx="2114550" cy="11239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Cấu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1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 toán</a:t>
            </a:r>
            <a:endParaRPr lang="en-US" sz="2100" dirty="0"/>
          </a:p>
        </p:txBody>
      </p:sp>
      <p:sp>
        <p:nvSpPr>
          <p:cNvPr id="50" name="Text 48"/>
          <p:cNvSpPr/>
          <p:nvPr/>
        </p:nvSpPr>
        <p:spPr>
          <a:xfrm>
            <a:off x="6690360" y="7581900"/>
            <a:ext cx="2114550" cy="10668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1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endParaRPr lang="en-US" sz="2100" dirty="0"/>
          </a:p>
        </p:txBody>
      </p:sp>
      <p:sp>
        <p:nvSpPr>
          <p:cNvPr id="51" name="Text 49"/>
          <p:cNvSpPr/>
          <p:nvPr/>
        </p:nvSpPr>
        <p:spPr>
          <a:xfrm>
            <a:off x="9483090" y="7581900"/>
            <a:ext cx="2114550" cy="10668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100" b="1" dirty="0" spc="-3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12275820" y="7581900"/>
            <a:ext cx="2114550" cy="106680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Công</a:t>
            </a:r>
            <a:r>
              <a:rPr lang="en-US" sz="21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endParaRPr lang="en-US" sz="2100" dirty="0"/>
          </a:p>
        </p:txBody>
      </p:sp>
      <p:sp>
        <p:nvSpPr>
          <p:cNvPr id="53" name="Shape 51"/>
          <p:cNvSpPr/>
          <p:nvPr/>
        </p:nvSpPr>
        <p:spPr>
          <a:xfrm>
            <a:off x="14878050" y="6477000"/>
            <a:ext cx="2495550" cy="2286000"/>
          </a:xfrm>
          <a:prstGeom prst="roundRect">
            <a:avLst>
              <a:gd name="adj" fmla="val 10000"/>
            </a:avLst>
          </a:prstGeom>
          <a:solidFill>
            <a:srgbClr val="F8D9D0"/>
          </a:solidFill>
          <a:ln/>
        </p:spPr>
      </p:sp>
      <p:sp>
        <p:nvSpPr>
          <p:cNvPr id="54" name="Text 52"/>
          <p:cNvSpPr/>
          <p:nvPr/>
        </p:nvSpPr>
        <p:spPr>
          <a:xfrm>
            <a:off x="15106650" y="6743700"/>
            <a:ext cx="2095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15106650" y="7200900"/>
            <a:ext cx="2038350" cy="1428750"/>
          </a:xfrm>
          <a:prstGeom prst="rect">
            <a:avLst/>
          </a:prstGeom>
          <a:noFill/>
          <a:ln/>
        </p:spPr>
        <p:txBody>
          <a:bodyPr wrap="square" lIns="0" tIns="14669" rIns="0" bIns="-14669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en-US" sz="2100" b="1" dirty="0" spc="-7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100" b="1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b="1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nguồn;</a:t>
            </a:r>
            <a:r>
              <a:rPr lang="en-US" sz="21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1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là</a:t>
            </a:r>
            <a:r>
              <a:rPr lang="en-US" sz="21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2100" dirty="0"/>
          </a:p>
        </p:txBody>
      </p:sp>
      <p:sp>
        <p:nvSpPr>
          <p:cNvPr id="56" name="Shape 5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67" name="Shape 6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68" name="Moda image moda-export-watermark-38c56171-a645-448b-a0af-67abdccff7d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950" b="1" spc="213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950" b="1" spc="1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3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486150"/>
            <a:ext cx="8191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5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Lộ</a:t>
            </a:r>
            <a:r>
              <a:rPr lang="en-US" sz="3300" b="1" dirty="0" spc="5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trình,</a:t>
            </a:r>
            <a:r>
              <a:rPr lang="en-US" sz="3300" b="1" dirty="0" spc="-1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30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30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3300" b="1" dirty="0" spc="-10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nghề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4305300"/>
            <a:ext cx="7620000" cy="1428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8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r>
              <a:rPr lang="en-US" sz="28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85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8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85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gộp</a:t>
            </a:r>
            <a:r>
              <a:rPr lang="en-US" sz="28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nguồn.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914400" y="6572250"/>
            <a:ext cx="7620000" cy="1905000"/>
          </a:xfrm>
          <a:prstGeom prst="roundRect">
            <a:avLst>
              <a:gd name="adj" fmla="val 14000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19200" y="683895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GHI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19200" y="7277100"/>
            <a:ext cx="7010400" cy="10477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bài,</a:t>
            </a:r>
            <a:endParaRPr lang="en-US" sz="2700" dirty="0"/>
          </a:p>
          <a:p>
            <a:pPr algn="l" indent="0" marL="0">
              <a:lnSpc>
                <a:spcPts val="3645"/>
              </a:lnSpc>
              <a:buNone/>
            </a:pP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nguồn.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25000" y="1295400"/>
            <a:ext cx="7467600" cy="1657350"/>
          </a:xfrm>
          <a:prstGeom prst="roundRect">
            <a:avLst>
              <a:gd name="adj" fmla="val 13793"/>
            </a:avLst>
          </a:prstGeom>
          <a:solidFill>
            <a:srgbClr val="14161C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178117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!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10668000" y="1524000"/>
            <a:ext cx="619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chuẩn</a:t>
            </a: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nghề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0668000" y="2152650"/>
            <a:ext cx="6191250" cy="7239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 minh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họa,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</a:t>
            </a:r>
            <a:r>
              <a:rPr lang="en-US" sz="2250" dirty="0" spc="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buộc.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525000" y="3105150"/>
            <a:ext cx="7467600" cy="1657350"/>
          </a:xfrm>
          <a:prstGeom prst="roundRect">
            <a:avLst>
              <a:gd name="adj" fmla="val 13793"/>
            </a:avLst>
          </a:prstGeom>
          <a:solidFill>
            <a:srgbClr val="14161C"/>
          </a:solidFill>
          <a:ln/>
        </p:spPr>
      </p:sp>
      <p:sp>
        <p:nvSpPr>
          <p:cNvPr id="15" name="Text 13"/>
          <p:cNvSpPr/>
          <p:nvPr/>
        </p:nvSpPr>
        <p:spPr>
          <a:xfrm>
            <a:off x="9753600" y="35909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!</a:t>
            </a:r>
            <a:endParaRPr lang="en-US" sz="3300" dirty="0"/>
          </a:p>
        </p:txBody>
      </p:sp>
      <p:sp>
        <p:nvSpPr>
          <p:cNvPr id="16" name="Text 14"/>
          <p:cNvSpPr/>
          <p:nvPr/>
        </p:nvSpPr>
        <p:spPr>
          <a:xfrm>
            <a:off x="10668000" y="3333750"/>
            <a:ext cx="619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 có thứ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315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bắt</a:t>
            </a:r>
            <a:r>
              <a:rPr lang="en-US" sz="315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0668000" y="3962400"/>
            <a:ext cx="6191250" cy="7239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thứ</a:t>
            </a:r>
            <a:r>
              <a:rPr lang="en-US" sz="225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bắt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buộc.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9525000" y="4914900"/>
            <a:ext cx="7467600" cy="1657350"/>
          </a:xfrm>
          <a:prstGeom prst="roundRect">
            <a:avLst>
              <a:gd name="adj" fmla="val 13793"/>
            </a:avLst>
          </a:prstGeom>
          <a:solidFill>
            <a:srgbClr val="14161C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540067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!</a:t>
            </a:r>
            <a:endParaRPr lang="en-US" sz="3300" dirty="0"/>
          </a:p>
        </p:txBody>
      </p:sp>
      <p:sp>
        <p:nvSpPr>
          <p:cNvPr id="20" name="Text 18"/>
          <p:cNvSpPr/>
          <p:nvPr/>
        </p:nvSpPr>
        <p:spPr>
          <a:xfrm>
            <a:off x="10668000" y="5143500"/>
            <a:ext cx="619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150" dirty="0" spc="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nghĩa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senior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0668000" y="5772150"/>
            <a:ext cx="6191250" cy="7239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25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25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senior.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9525000" y="6724650"/>
            <a:ext cx="7467600" cy="1657350"/>
          </a:xfrm>
          <a:prstGeom prst="roundRect">
            <a:avLst>
              <a:gd name="adj" fmla="val 13793"/>
            </a:avLst>
          </a:prstGeom>
          <a:solidFill>
            <a:srgbClr val="14161C"/>
          </a:solidFill>
          <a:ln/>
        </p:spPr>
      </p:sp>
      <p:sp>
        <p:nvSpPr>
          <p:cNvPr id="23" name="Text 21"/>
          <p:cNvSpPr/>
          <p:nvPr/>
        </p:nvSpPr>
        <p:spPr>
          <a:xfrm>
            <a:off x="9753600" y="7210425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FF6A4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!</a:t>
            </a:r>
            <a:endParaRPr lang="en-US" sz="3300" dirty="0"/>
          </a:p>
        </p:txBody>
      </p:sp>
      <p:sp>
        <p:nvSpPr>
          <p:cNvPr id="24" name="Text 22"/>
          <p:cNvSpPr/>
          <p:nvPr/>
        </p:nvSpPr>
        <p:spPr>
          <a:xfrm>
            <a:off x="10668000" y="6953250"/>
            <a:ext cx="619125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Công</a:t>
            </a:r>
            <a:r>
              <a:rPr lang="en-US" sz="315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r>
              <a:rPr lang="en-US" sz="315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 là ví</a:t>
            </a:r>
            <a:r>
              <a:rPr lang="en-US" sz="315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</a:t>
            </a:r>
            <a:endParaRPr lang="en-US" sz="3150" dirty="0"/>
          </a:p>
        </p:txBody>
      </p:sp>
      <p:sp>
        <p:nvSpPr>
          <p:cNvPr id="25" name="Text 23"/>
          <p:cNvSpPr/>
          <p:nvPr/>
        </p:nvSpPr>
        <p:spPr>
          <a:xfrm>
            <a:off x="10668000" y="7581900"/>
            <a:ext cx="6191250" cy="7239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t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dirty="0" spc="1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250" dirty="0" spc="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25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25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liệu;</a:t>
            </a:r>
            <a:r>
              <a:rPr lang="en-US" sz="2250" dirty="0" spc="-4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REST,</a:t>
            </a:r>
            <a:r>
              <a:rPr lang="en-US" sz="2250" dirty="0" spc="1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JWT</a:t>
            </a:r>
            <a:r>
              <a:rPr lang="en-US" sz="225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kiến</a:t>
            </a:r>
            <a:r>
              <a:rPr lang="en-US" sz="225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endParaRPr lang="en-US" sz="2250" dirty="0"/>
          </a:p>
        </p:txBody>
      </p:sp>
      <p:sp>
        <p:nvSpPr>
          <p:cNvPr id="26" name="Shape 24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08/10</a:t>
            </a:r>
            <a:endParaRPr lang="en-US" sz="1650" dirty="0"/>
          </a:p>
        </p:txBody>
      </p:sp>
      <p:sp>
        <p:nvSpPr>
          <p:cNvPr id="37" name="Shape 3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8" name="Moda image moda-export-watermark-aa6ed769-cfc1-4d5f-8e6f-39f1345a9d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22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0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8001000" cy="2286000"/>
          </a:xfrm>
          <a:prstGeom prst="rect">
            <a:avLst/>
          </a:prstGeom>
          <a:noFill/>
          <a:ln/>
        </p:spPr>
        <p:txBody>
          <a:bodyPr wrap="square" lIns="0" tIns="52578" rIns="0" bIns="-52578" rtlCol="0" anchor="t"/>
          <a:lstStyle/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endParaRPr lang="en-US" sz="6900" dirty="0"/>
          </a:p>
          <a:p>
            <a:pPr algn="l" indent="0" marL="0">
              <a:lnSpc>
                <a:spcPts val="7452"/>
              </a:lnSpc>
              <a:buNone/>
            </a:pP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486150"/>
            <a:ext cx="7620000" cy="1047750"/>
          </a:xfrm>
          <a:prstGeom prst="rect">
            <a:avLst/>
          </a:prstGeom>
          <a:noFill/>
          <a:ln/>
        </p:spPr>
        <p:txBody>
          <a:bodyPr wrap="square" lIns="0" tIns="6334" rIns="0" bIns="-6334" rtlCol="0" anchor="t"/>
          <a:lstStyle/>
          <a:p>
            <a:pPr algn="l" indent="0" marL="0">
              <a:lnSpc>
                <a:spcPts val="3990"/>
              </a:lnSpc>
              <a:buNone/>
            </a:pP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8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8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8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8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5143500"/>
            <a:ext cx="7620000" cy="3333750"/>
          </a:xfrm>
          <a:prstGeom prst="roundRect">
            <a:avLst>
              <a:gd name="adj" fmla="val 8000"/>
            </a:avLst>
          </a:prstGeom>
          <a:solidFill>
            <a:srgbClr val="F8D9D0"/>
          </a:solidFill>
          <a:ln/>
        </p:spPr>
      </p:sp>
      <p:sp>
        <p:nvSpPr>
          <p:cNvPr id="6" name="Text 4"/>
          <p:cNvSpPr/>
          <p:nvPr/>
        </p:nvSpPr>
        <p:spPr>
          <a:xfrm>
            <a:off x="1219200" y="5448300"/>
            <a:ext cx="4762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02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22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endParaRPr lang="en-US" sz="1800" dirty="0"/>
          </a:p>
        </p:txBody>
      </p:sp>
      <p:sp>
        <p:nvSpPr>
          <p:cNvPr id="7" name="Text richtext-1792339497449-225661862"/>
          <p:cNvSpPr/>
          <p:nvPr/>
        </p:nvSpPr>
        <p:spPr>
          <a:xfrm>
            <a:off x="1219200" y="5943600"/>
            <a:ext cx="7239000" cy="2762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marL="323850" indent="-231371">
              <a:lnSpc>
                <a:spcPts val="3443"/>
              </a:lnSpc>
              <a:spcAft>
                <a:spcPts val="2400"/>
              </a:spcAft>
              <a:buSzPct val="100000"/>
              <a:buFont typeface="Arial"/>
              <a:buChar char="•"/>
            </a:pP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SQLite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 hệ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hơn: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spcAft>
                <a:spcPts val="2400"/>
              </a:spcAft>
              <a:buSzPct val="100000"/>
              <a:buFont typeface="Arial"/>
              <a:buChar char="•"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Kiểm thử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đổi: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  <a:p>
            <a:pPr algn="l" marL="323850" indent="-231371">
              <a:lnSpc>
                <a:spcPts val="3443"/>
              </a:lnSpc>
              <a:buSzPct val="100000"/>
              <a:buFont typeface="Arial"/>
              <a:buChar char="•"/>
            </a:pP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55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hội:</a:t>
            </a:r>
            <a:r>
              <a:rPr lang="en-US" sz="2550" dirty="0" spc="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9144000" y="914400"/>
            <a:ext cx="8229600" cy="7848600"/>
          </a:xfrm>
          <a:prstGeom prst="roundRect">
            <a:avLst>
              <a:gd name="adj" fmla="val 339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1295400"/>
            <a:ext cx="7467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800" b="1" spc="223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 THEO</a:t>
            </a:r>
            <a:r>
              <a:rPr lang="en-US" sz="1800" b="1" spc="22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525000" y="1809750"/>
            <a:ext cx="7467600" cy="2057400"/>
          </a:xfrm>
          <a:prstGeom prst="roundRect">
            <a:avLst>
              <a:gd name="adj" fmla="val 11111"/>
            </a:avLst>
          </a:prstGeom>
          <a:solidFill>
            <a:srgbClr val="F3DFB8"/>
          </a:solidFill>
          <a:ln/>
        </p:spPr>
      </p:sp>
      <p:sp>
        <p:nvSpPr>
          <p:cNvPr id="11" name="Text 9"/>
          <p:cNvSpPr/>
          <p:nvPr/>
        </p:nvSpPr>
        <p:spPr>
          <a:xfrm>
            <a:off x="9753600" y="203835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10820400" y="200025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Cơ</a:t>
            </a:r>
            <a:r>
              <a:rPr lang="en-US" sz="315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sở</a:t>
            </a:r>
            <a:r>
              <a:rPr lang="en-US" sz="31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1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150" dirty="0"/>
          </a:p>
        </p:txBody>
      </p:sp>
      <p:sp>
        <p:nvSpPr>
          <p:cNvPr id="13" name="Text 11"/>
          <p:cNvSpPr/>
          <p:nvPr/>
        </p:nvSpPr>
        <p:spPr>
          <a:xfrm>
            <a:off x="10820400" y="2647950"/>
            <a:ext cx="601980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6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Python: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210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lớn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 như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PostgreSQL.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9525000" y="4038600"/>
            <a:ext cx="7467600" cy="2057400"/>
          </a:xfrm>
          <a:prstGeom prst="roundRect">
            <a:avLst>
              <a:gd name="adj" fmla="val 11111"/>
            </a:avLst>
          </a:prstGeom>
          <a:solidFill>
            <a:srgbClr val="CFE8E2"/>
          </a:solidFill>
          <a:ln/>
        </p:spPr>
      </p:sp>
      <p:sp>
        <p:nvSpPr>
          <p:cNvPr id="15" name="Text 13"/>
          <p:cNvSpPr/>
          <p:nvPr/>
        </p:nvSpPr>
        <p:spPr>
          <a:xfrm>
            <a:off x="9753600" y="426720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7</a:t>
            </a:r>
            <a:endParaRPr lang="en-US" sz="3900" dirty="0"/>
          </a:p>
        </p:txBody>
      </p:sp>
      <p:sp>
        <p:nvSpPr>
          <p:cNvPr id="16" name="Text 14"/>
          <p:cNvSpPr/>
          <p:nvPr/>
        </p:nvSpPr>
        <p:spPr>
          <a:xfrm>
            <a:off x="10820400" y="422910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CI/CD</a:t>
            </a:r>
            <a:endParaRPr lang="en-US" sz="3150" dirty="0"/>
          </a:p>
        </p:txBody>
      </p:sp>
      <p:sp>
        <p:nvSpPr>
          <p:cNvPr id="17" name="Text 15"/>
          <p:cNvSpPr/>
          <p:nvPr/>
        </p:nvSpPr>
        <p:spPr>
          <a:xfrm>
            <a:off x="10820400" y="4876800"/>
            <a:ext cx="601980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GitHub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Actions:</a:t>
            </a:r>
            <a:r>
              <a:rPr lang="en-US" sz="2100" dirty="0" spc="-2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10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pull</a:t>
            </a:r>
            <a:r>
              <a:rPr lang="en-US" sz="210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request.</a:t>
            </a:r>
            <a:endParaRPr lang="en-US" sz="2100" dirty="0"/>
          </a:p>
        </p:txBody>
      </p:sp>
      <p:sp>
        <p:nvSpPr>
          <p:cNvPr id="18" name="Shape 16"/>
          <p:cNvSpPr/>
          <p:nvPr/>
        </p:nvSpPr>
        <p:spPr>
          <a:xfrm>
            <a:off x="9525000" y="6267450"/>
            <a:ext cx="7467600" cy="2057400"/>
          </a:xfrm>
          <a:prstGeom prst="roundRect">
            <a:avLst>
              <a:gd name="adj" fmla="val 11111"/>
            </a:avLst>
          </a:prstGeom>
          <a:solidFill>
            <a:srgbClr val="F3DFB8"/>
          </a:solidFill>
          <a:ln/>
        </p:spPr>
      </p:sp>
      <p:sp>
        <p:nvSpPr>
          <p:cNvPr id="19" name="Text 17"/>
          <p:cNvSpPr/>
          <p:nvPr/>
        </p:nvSpPr>
        <p:spPr>
          <a:xfrm>
            <a:off x="9753600" y="6496050"/>
            <a:ext cx="838200" cy="8382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3900" dirty="0"/>
          </a:p>
        </p:txBody>
      </p:sp>
      <p:sp>
        <p:nvSpPr>
          <p:cNvPr id="20" name="Text 18"/>
          <p:cNvSpPr/>
          <p:nvPr/>
        </p:nvSpPr>
        <p:spPr>
          <a:xfrm>
            <a:off x="10820400" y="6457950"/>
            <a:ext cx="6019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Máy</a:t>
            </a:r>
            <a:r>
              <a:rPr lang="en-US" sz="315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chủ</a:t>
            </a:r>
            <a:r>
              <a:rPr lang="en-US" sz="315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web</a:t>
            </a:r>
            <a:r>
              <a:rPr lang="en-US" sz="3150" dirty="0" spc="-3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315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lưu</a:t>
            </a:r>
            <a:r>
              <a:rPr lang="en-US" sz="315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trữ</a:t>
            </a:r>
            <a:endParaRPr lang="en-US" sz="3150" dirty="0"/>
          </a:p>
        </p:txBody>
      </p:sp>
      <p:sp>
        <p:nvSpPr>
          <p:cNvPr id="21" name="Text 19"/>
          <p:cNvSpPr/>
          <p:nvPr/>
        </p:nvSpPr>
        <p:spPr>
          <a:xfrm>
            <a:off x="10820400" y="7105650"/>
            <a:ext cx="6019800" cy="1143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Kubernetes:</a:t>
            </a:r>
            <a:r>
              <a:rPr lang="en-US" sz="21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 container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10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 hỏng.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6B6A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14fffc5f-cc7d-4cdf-84a3-7d0ae53292c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62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1950" b="1" spc="18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195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95400"/>
            <a:ext cx="11430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khóa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28900"/>
            <a:ext cx="527685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19200" y="2800350"/>
            <a:ext cx="466725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1219200" y="4076700"/>
            <a:ext cx="466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Application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Programming</a:t>
            </a:r>
            <a:r>
              <a:rPr lang="en-US" sz="18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Interface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19200" y="4476750"/>
            <a:ext cx="4667250" cy="8001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400" b="1" dirty="0" spc="-4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40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00" b="1" dirty="0" spc="6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b="1" dirty="0" spc="27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19200" y="5353050"/>
            <a:ext cx="4667250" cy="1181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1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ước</a:t>
            </a:r>
            <a:r>
              <a:rPr lang="en-US" sz="2100" dirty="0" spc="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100" dirty="0" spc="-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6496050" y="2628900"/>
            <a:ext cx="527685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00850" y="2800350"/>
            <a:ext cx="466725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24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JWT</a:t>
            </a:r>
            <a:endParaRPr lang="en-US" sz="8400" dirty="0"/>
          </a:p>
        </p:txBody>
      </p:sp>
      <p:sp>
        <p:nvSpPr>
          <p:cNvPr id="11" name="Text 9"/>
          <p:cNvSpPr/>
          <p:nvPr/>
        </p:nvSpPr>
        <p:spPr>
          <a:xfrm>
            <a:off x="6800850" y="4076700"/>
            <a:ext cx="466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JSON</a:t>
            </a:r>
            <a:r>
              <a:rPr lang="en-US" sz="180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r>
              <a:rPr lang="en-US" sz="1800" dirty="0" spc="-4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Token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00850" y="4476750"/>
            <a:ext cx="4667250" cy="8001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-2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token</a:t>
            </a:r>
            <a:r>
              <a:rPr lang="en-US" sz="2400" b="1" dirty="0" spc="-19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800850" y="5353050"/>
            <a:ext cx="4667250" cy="1181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Mang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nhận,</a:t>
            </a: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 ký;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100" dirty="0" spc="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100" dirty="0" spc="-1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12077700" y="2628900"/>
            <a:ext cx="5276850" cy="4000500"/>
          </a:xfrm>
          <a:prstGeom prst="roundRect">
            <a:avLst>
              <a:gd name="adj" fmla="val 6667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82500" y="2800350"/>
            <a:ext cx="4667250" cy="1314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0" dirty="0" spc="-90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PKCE</a:t>
            </a:r>
            <a:endParaRPr lang="en-US" sz="8400" dirty="0"/>
          </a:p>
        </p:txBody>
      </p:sp>
      <p:sp>
        <p:nvSpPr>
          <p:cNvPr id="16" name="Text 14"/>
          <p:cNvSpPr/>
          <p:nvPr/>
        </p:nvSpPr>
        <p:spPr>
          <a:xfrm>
            <a:off x="12382500" y="4076700"/>
            <a:ext cx="4667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Proof</a:t>
            </a:r>
            <a:r>
              <a:rPr lang="en-US" sz="1800" dirty="0" spc="-3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Key</a:t>
            </a: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for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Code</a:t>
            </a:r>
            <a:r>
              <a:rPr lang="en-US" sz="180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Exchange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82500" y="4476750"/>
            <a:ext cx="4667250" cy="8001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b="1" dirty="0" spc="2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chứng</a:t>
            </a:r>
            <a:r>
              <a:rPr lang="en-US" sz="240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00" b="1" dirty="0" spc="-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4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00" b="1" dirty="0" spc="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00" b="1" dirty="0" spc="-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382500" y="5353050"/>
            <a:ext cx="4667250" cy="11811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Chống</a:t>
            </a:r>
            <a:r>
              <a:rPr lang="en-US" sz="2100" dirty="0" spc="-3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kẻ</a:t>
            </a:r>
            <a:r>
              <a:rPr lang="en-US" sz="2100" dirty="0" spc="-18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xấu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chặn</a:t>
            </a:r>
            <a:r>
              <a:rPr lang="en-US" sz="2100" dirty="0" spc="-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ủy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100" dirty="0" spc="-2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100" dirty="0" spc="9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đem đổi</a:t>
            </a:r>
            <a:r>
              <a:rPr lang="en-US" sz="2100" dirty="0" spc="-1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100" dirty="0" spc="-1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100" dirty="0" spc="-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cập.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914400" y="6877050"/>
            <a:ext cx="16459200" cy="2000250"/>
          </a:xfrm>
          <a:prstGeom prst="roundRect">
            <a:avLst>
              <a:gd name="adj" fmla="val 13333"/>
            </a:avLst>
          </a:prstGeom>
          <a:solidFill>
            <a:srgbClr val="1E212B"/>
          </a:solidFill>
          <a:ln w="19050">
            <a:solidFill>
              <a:srgbClr val="2E32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9200" y="7124700"/>
            <a:ext cx="66675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19200" y="7562850"/>
            <a:ext cx="1584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ByteByteGo:</a:t>
            </a:r>
            <a:r>
              <a:rPr lang="en-US" sz="240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mười</a:t>
            </a:r>
            <a:r>
              <a:rPr lang="en-US" sz="24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r>
              <a:rPr lang="en-US" sz="2400" dirty="0" spc="-5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4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liệu:</a:t>
            </a:r>
            <a:r>
              <a:rPr lang="en-US" sz="24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gRPC,</a:t>
            </a:r>
            <a:r>
              <a:rPr lang="en-US" sz="24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Kubernetes,</a:t>
            </a:r>
            <a:r>
              <a:rPr lang="en-US" sz="2400" dirty="0" spc="-4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OWASP,</a:t>
            </a:r>
            <a:r>
              <a:rPr lang="en-US" sz="2400" dirty="0" spc="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Python,</a:t>
            </a:r>
            <a:r>
              <a:rPr lang="en-US" sz="240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Redis,</a:t>
            </a:r>
            <a:r>
              <a:rPr lang="en-US" sz="24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GitHub.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219200" y="8153400"/>
            <a:ext cx="158496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100" dirty="0" spc="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100" dirty="0" spc="-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00" dirty="0" spc="-1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100" dirty="0" spc="0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2026-10-19.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100" dirty="0" spc="12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-5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100" dirty="0" spc="3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100" dirty="0" spc="-6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</a:t>
            </a:r>
            <a:r>
              <a:rPr lang="en-US" sz="2100" dirty="0" spc="-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100" dirty="0" spc="4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00" dirty="0" spc="1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100" dirty="0" spc="-7" kern="0">
                <a:solidFill>
                  <a:srgbClr val="C4C8D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 chạy.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9810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3239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668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0097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26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6955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0384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13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24275" y="9439275"/>
            <a:ext cx="133350" cy="13335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67175" y="9439275"/>
            <a:ext cx="133350" cy="13335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14400" y="9696450"/>
            <a:ext cx="76200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4" name="Shape 3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Moda image moda-export-watermark-0527a4f0-7922-4a0e-98e1-d621743ba18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2026-10-19T13:46:57Z</dcterms:created>
  <dcterms:modified xsi:type="dcterms:W3CDTF">2026-10-19T13:46:57Z</dcterms:modified>
</cp:coreProperties>
</file>