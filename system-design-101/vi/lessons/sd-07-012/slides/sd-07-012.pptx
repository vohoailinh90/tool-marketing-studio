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81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Connector line-1792381393098-89604705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Mua,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1393113-770036951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87000" y="4191000"/>
            <a:ext cx="19050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382250" y="4743450"/>
            <a:ext cx="1714500" cy="857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 thanh</a:t>
            </a:r>
            <a:r>
              <a:rPr lang="en-US" sz="225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d01bddc-4afe-4fec-b56d-7a80e24a5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nhiều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đêm,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bc38f34-3a9c-4e66-b118-25bb805b36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NÚT</a:t>
            </a:r>
            <a:r>
              <a:rPr lang="en-US" sz="1800" b="1" spc="28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bán,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endParaRPr lang="en-US" sz="2100" dirty="0"/>
          </a:p>
        </p:txBody>
      </p:sp>
      <p:sp>
        <p:nvSpPr>
          <p:cNvPr id="7" name="Connector line-1792381394880-667637072"/>
          <p:cNvSpPr/>
          <p:nvPr/>
        </p:nvSpPr>
        <p:spPr>
          <a:xfrm>
            <a:off x="32004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Connector line-1792381394880-179631209"/>
          <p:cNvSpPr/>
          <p:nvPr/>
        </p:nvSpPr>
        <p:spPr>
          <a:xfrm>
            <a:off x="91440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9" name="Connector line-1792381394880-224011986"/>
          <p:cNvSpPr/>
          <p:nvPr/>
        </p:nvSpPr>
        <p:spPr>
          <a:xfrm>
            <a:off x="150876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3962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950" dirty="0"/>
          </a:p>
        </p:txBody>
      </p:sp>
      <p:sp>
        <p:nvSpPr>
          <p:cNvPr id="11" name="Connector line-1792381394882-145857487"/>
          <p:cNvSpPr/>
          <p:nvPr/>
        </p:nvSpPr>
        <p:spPr>
          <a:xfrm>
            <a:off x="3200400" y="4381500"/>
            <a:ext cx="57531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267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5295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thẻ</a:t>
            </a:r>
            <a:endParaRPr lang="en-US" sz="1950" dirty="0"/>
          </a:p>
        </p:txBody>
      </p:sp>
      <p:sp>
        <p:nvSpPr>
          <p:cNvPr id="14" name="Connector line-1792381394886-684774855"/>
          <p:cNvSpPr/>
          <p:nvPr/>
        </p:nvSpPr>
        <p:spPr>
          <a:xfrm>
            <a:off x="9144000" y="5715000"/>
            <a:ext cx="57531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5600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9448800" y="6629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endParaRPr lang="en-US" sz="1950" dirty="0"/>
          </a:p>
        </p:txBody>
      </p:sp>
      <p:sp>
        <p:nvSpPr>
          <p:cNvPr id="17" name="Connector line-1792381394889-815516130"/>
          <p:cNvSpPr/>
          <p:nvPr/>
        </p:nvSpPr>
        <p:spPr>
          <a:xfrm>
            <a:off x="9334500" y="7048500"/>
            <a:ext cx="57531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0" y="6934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0" y="114300"/>
                </a:moveTo>
                <a:lnTo>
                  <a:pt x="209550" y="0"/>
                </a:lnTo>
                <a:lnTo>
                  <a:pt x="209550" y="22860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7715250"/>
            <a:ext cx="164592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71525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d2f3ad3-7355-42f4-af2b-bc0f32bea4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GHI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6" name="Connector line-1792381395700-647555033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2400" dirty="0"/>
          </a:p>
        </p:txBody>
      </p:sp>
      <p:sp>
        <p:nvSpPr>
          <p:cNvPr id="10" name="Connector line-1792381395704-595683180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6E3C8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24f6579-9beb-43f1-b360-1723948071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800" b="1" spc="3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26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6900" dirty="0"/>
          </a:p>
        </p:txBody>
      </p:sp>
      <p:sp>
        <p:nvSpPr>
          <p:cNvPr id="4" name="Connector line-1792381396480-188509493"/>
          <p:cNvSpPr/>
          <p:nvPr/>
        </p:nvSpPr>
        <p:spPr>
          <a:xfrm>
            <a:off x="2628900" y="3810000"/>
            <a:ext cx="13030200" cy="0"/>
          </a:xfrm>
          <a:prstGeom prst="line">
            <a:avLst/>
          </a:prstGeom>
          <a:noFill/>
          <a:ln w="762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43150" y="35242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0" y="3524250"/>
            <a:ext cx="571500" cy="571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15373350" y="35242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33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74295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9446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7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3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chứa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4295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446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477000"/>
            <a:ext cx="156972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7ddf4f3-87ad-48be-aadc-18781c9b40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 cái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dòng, không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cũ;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 hằng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 đối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luận,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0db3c1f-0cf4-40c7-beab-f9fec77f0d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7" name="Text richtext-1792381398446-663219062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thanh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nhận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100" b="1" spc="1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1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10" name="Text richtext-1792381398466-312093621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luận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3622159-55bd-4181-9995-b00624c1ac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1399279-650518087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PSP;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0c9b2b9-92fb-4f44-8e04-27c30a252d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thông tin mới.</a:t>
            </a:r>
            <a:endParaRPr lang="en-US" sz="1950" dirty="0"/>
          </a:p>
        </p:txBody>
      </p:sp>
      <p:sp>
        <p:nvSpPr>
          <p:cNvPr id="16" name="Connector line-1792381400121-972772188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1400123-444528528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cebcc4-340c-4009-8b5d-cd85853e3b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2026-10-19T04:25:19Z</dcterms:created>
  <dcterms:modified xsi:type="dcterms:W3CDTF">2026-10-19T04:25:19Z</dcterms:modified>
</cp:coreProperties>
</file>