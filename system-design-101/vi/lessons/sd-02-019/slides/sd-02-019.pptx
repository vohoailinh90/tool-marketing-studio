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CI/CD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Netflix:</a:t>
            </a:r>
            <a:r>
              <a:rPr lang="en-US" sz="75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tám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 thay</a:t>
            </a:r>
            <a:r>
              <a:rPr lang="en-US" sz="30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3000" dirty="0" spc="4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30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đâu?</a:t>
            </a:r>
            <a:endParaRPr lang="en-US" sz="3000" dirty="0"/>
          </a:p>
        </p:txBody>
      </p:sp>
      <p:sp>
        <p:nvSpPr>
          <p:cNvPr id="5" name="Connector line-1792379576915-653037751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4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</a:t>
            </a:r>
            <a:r>
              <a:rPr lang="en-US" sz="315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hoạch,</a:t>
            </a:r>
            <a:r>
              <a:rPr lang="en-US" sz="315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315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Build,</a:t>
            </a:r>
            <a:r>
              <a:rPr lang="en-US" sz="3150" dirty="0" spc="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đóng</a:t>
            </a:r>
            <a:r>
              <a:rPr lang="en-US" sz="3150" dirty="0" spc="-1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3150" dirty="0" spc="-2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thử,</a:t>
            </a:r>
            <a:r>
              <a:rPr lang="en-US" sz="315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triển</a:t>
            </a:r>
            <a:r>
              <a:rPr lang="en-US" sz="31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Giám</a:t>
            </a:r>
            <a:r>
              <a:rPr lang="en-US" sz="3150" dirty="0" spc="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sát,</a:t>
            </a:r>
            <a:r>
              <a:rPr lang="en-US" sz="315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31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cố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6022ec2e-006c-4ca9-b373-18563f65ec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chặng</a:t>
            </a:r>
            <a:r>
              <a:rPr lang="en-US" sz="48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chuỗi</a:t>
            </a:r>
            <a:r>
              <a:rPr lang="en-US" sz="48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CI/CD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5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sau?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53834441-3283-4d29-b76f-3e445ff96aa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1–2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KẾ</a:t>
            </a:r>
            <a:r>
              <a:rPr lang="en-US" sz="1950" b="1" spc="27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r>
              <a:rPr lang="en-US" sz="1950" b="1" spc="2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 cần làm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95750"/>
            <a:ext cx="4953000" cy="2286000"/>
          </a:xfrm>
          <a:prstGeom prst="roundRect">
            <a:avLst>
              <a:gd name="adj" fmla="val 13333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3815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 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1910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Lập</a:t>
            </a:r>
            <a:r>
              <a:rPr lang="en-US" sz="345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hoạch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10896600" y="295275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7600" y="31623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JIRA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277600" y="354330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Lên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endParaRPr lang="en-US" sz="3000" dirty="0"/>
          </a:p>
        </p:txBody>
      </p:sp>
      <p:sp>
        <p:nvSpPr>
          <p:cNvPr id="10" name="Connector line-1792379579962-252216847"/>
          <p:cNvSpPr/>
          <p:nvPr/>
        </p:nvSpPr>
        <p:spPr>
          <a:xfrm flipV="1">
            <a:off x="5867400" y="3619500"/>
            <a:ext cx="5029200" cy="142875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0896600" y="457200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277600" y="47815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CONFLUENCE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277600" y="516255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Viết tài liệu</a:t>
            </a:r>
            <a:endParaRPr lang="en-US" sz="3000" dirty="0"/>
          </a:p>
        </p:txBody>
      </p:sp>
      <p:sp>
        <p:nvSpPr>
          <p:cNvPr id="14" name="Connector line-1792379579966-184188371"/>
          <p:cNvSpPr/>
          <p:nvPr/>
        </p:nvSpPr>
        <p:spPr>
          <a:xfrm>
            <a:off x="5867400" y="5238750"/>
            <a:ext cx="5029200" cy="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0896600" y="619125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F8D9D0"/>
          </a:solidFill>
          <a:ln/>
        </p:spPr>
      </p:sp>
      <p:sp>
        <p:nvSpPr>
          <p:cNvPr id="16" name="Text 14"/>
          <p:cNvSpPr/>
          <p:nvPr/>
        </p:nvSpPr>
        <p:spPr>
          <a:xfrm>
            <a:off x="11277600" y="64008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80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VIẾT</a:t>
            </a:r>
            <a:r>
              <a:rPr lang="en-US" sz="180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277600" y="678180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3000" dirty="0"/>
          </a:p>
        </p:txBody>
      </p:sp>
      <p:sp>
        <p:nvSpPr>
          <p:cNvPr id="18" name="Connector line-1792379579971-42747942"/>
          <p:cNvSpPr/>
          <p:nvPr/>
        </p:nvSpPr>
        <p:spPr>
          <a:xfrm>
            <a:off x="5867400" y="5429250"/>
            <a:ext cx="5029200" cy="142875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 03/10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19193d56-4621-43a6-b6fd-c24f809162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 3–4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</a:t>
            </a:r>
            <a:r>
              <a:rPr lang="en-US" sz="1950" b="1" spc="2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 nguồn</a:t>
            </a:r>
            <a:r>
              <a:rPr lang="en-US" sz="66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6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AMI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1800" b="1" spc="17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2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3300" dirty="0" spc="0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3300" dirty="0" spc="-4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</a:t>
            </a:r>
            <a:endParaRPr lang="en-US" sz="3300" dirty="0"/>
          </a:p>
        </p:txBody>
      </p:sp>
      <p:sp>
        <p:nvSpPr>
          <p:cNvPr id="7" name="Connector line-1792379580813-122313601"/>
          <p:cNvSpPr/>
          <p:nvPr/>
        </p:nvSpPr>
        <p:spPr>
          <a:xfrm>
            <a:off x="6029325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19875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62775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BUILD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962775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10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Gradle,</a:t>
            </a:r>
            <a:r>
              <a:rPr lang="en-US" sz="3300" dirty="0" spc="0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plugin</a:t>
            </a:r>
            <a:r>
              <a:rPr lang="en-US" sz="3300" dirty="0" spc="-4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3300" dirty="0" spc="-2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endParaRPr lang="en-US" sz="3300" dirty="0"/>
          </a:p>
        </p:txBody>
      </p:sp>
      <p:sp>
        <p:nvSpPr>
          <p:cNvPr id="11" name="Connector line-1792379580817-723370945"/>
          <p:cNvSpPr/>
          <p:nvPr/>
        </p:nvSpPr>
        <p:spPr>
          <a:xfrm>
            <a:off x="11734800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232535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7C93FF"/>
          </a:solidFill>
          <a:ln/>
        </p:spPr>
      </p:sp>
      <p:sp>
        <p:nvSpPr>
          <p:cNvPr id="13" name="Text 11"/>
          <p:cNvSpPr/>
          <p:nvPr/>
        </p:nvSpPr>
        <p:spPr>
          <a:xfrm>
            <a:off x="1266825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80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80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ĐÓNG</a:t>
            </a:r>
            <a:r>
              <a:rPr lang="en-US" sz="180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66825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AMI</a:t>
            </a:r>
            <a:r>
              <a:rPr lang="en-US" sz="3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33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33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14400" y="6858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r>
              <a:rPr lang="en-US" sz="25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 chung</a:t>
            </a:r>
            <a:r>
              <a:rPr lang="en-US" sz="25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AMI.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623f5109-b3af-4216-a2df-c971887f31d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5–6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2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</a:t>
            </a:r>
            <a:r>
              <a:rPr lang="en-US" sz="66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thật,</a:t>
            </a:r>
            <a:r>
              <a:rPr lang="en-US" sz="66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 dần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26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22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226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4384" rIns="0" bIns="-24384" rtlCol="0" anchor="t"/>
          <a:lstStyle/>
          <a:p>
            <a:pPr algn="l" indent="0" marL="0">
              <a:lnSpc>
                <a:spcPts val="5376"/>
              </a:lnSpc>
              <a:buNone/>
            </a:pP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Gây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hỗn</a:t>
            </a:r>
            <a:r>
              <a:rPr lang="en-US" sz="48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loạn</a:t>
            </a:r>
            <a:r>
              <a:rPr lang="en-US" sz="48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r>
              <a:rPr lang="en-US" sz="48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đang</a:t>
            </a: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 6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4384" rIns="0" bIns="-24384" rtlCol="0" anchor="t"/>
          <a:lstStyle/>
          <a:p>
            <a:pPr algn="l" indent="0" marL="0">
              <a:lnSpc>
                <a:spcPts val="5376"/>
              </a:lnSpc>
              <a:buNone/>
            </a:pPr>
            <a:r>
              <a:rPr lang="en-US" sz="4800" dirty="0" spc="-5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Spinnaker,</a:t>
            </a:r>
            <a:r>
              <a:rPr lang="en-US" sz="4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48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canary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Canary: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nhỏ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e017f789-94c4-4c45-978a-2b402f3c8b3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 7–8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GIÁM</a:t>
            </a:r>
            <a:r>
              <a:rPr lang="en-US" sz="1950" b="1" spc="23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1950" b="1" spc="2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Sau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Atlas: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27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7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4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Kayenta: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7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7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PagerDuty: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2b5be338-839d-4dbc-aba2-1e150a5dbe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7" kern="0">
                <a:solidFill>
                  <a:srgbClr val="F8D9D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Canary</a:t>
            </a: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máy?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Kayenta</a:t>
            </a: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sánh</a:t>
            </a:r>
            <a:r>
              <a:rPr lang="en-US" sz="345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34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lâu?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nói.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771525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“mỗi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gì” là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822b1d9a-f4be-496f-8588-9f4ce9d1140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6576" rIns="0" bIns="-36576" rtlCol="0" anchor="t"/>
          <a:lstStyle/>
          <a:p>
            <a:pPr algn="l" indent="0" marL="0">
              <a:lnSpc>
                <a:spcPts val="8064"/>
              </a:lnSpc>
              <a:buNone/>
            </a:pPr>
            <a:r>
              <a:rPr lang="en-US" sz="72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Canary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nhiều: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quay</a:t>
            </a:r>
            <a:r>
              <a:rPr lang="en-US" sz="7200" dirty="0" spc="-7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7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đâu?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90500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Kayenta</a:t>
            </a:r>
            <a:endParaRPr lang="en-US" sz="2700" dirty="0"/>
          </a:p>
        </p:txBody>
      </p:sp>
      <p:sp>
        <p:nvSpPr>
          <p:cNvPr id="5" name="Connector line-1792379625659-16510225"/>
          <p:cNvSpPr/>
          <p:nvPr/>
        </p:nvSpPr>
        <p:spPr>
          <a:xfrm>
            <a:off x="371475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733425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E6DF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Spinnaker</a:t>
            </a:r>
            <a:endParaRPr lang="en-US" sz="2700" dirty="0"/>
          </a:p>
        </p:txBody>
      </p:sp>
      <p:sp>
        <p:nvSpPr>
          <p:cNvPr id="7" name="Connector line-1792379625661-479135565"/>
          <p:cNvSpPr/>
          <p:nvPr/>
        </p:nvSpPr>
        <p:spPr>
          <a:xfrm>
            <a:off x="914400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76350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canary</a:t>
            </a:r>
            <a:endParaRPr lang="en-US" sz="2700" dirty="0"/>
          </a:p>
        </p:txBody>
      </p:sp>
      <p:sp>
        <p:nvSpPr>
          <p:cNvPr id="9" name="Connector line-1792379625663-493746596"/>
          <p:cNvSpPr/>
          <p:nvPr/>
        </p:nvSpPr>
        <p:spPr>
          <a:xfrm>
            <a:off x="1457325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4000500" y="4572000"/>
            <a:ext cx="48577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Tỉ</a:t>
            </a:r>
            <a:r>
              <a:rPr lang="en-US" sz="22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2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2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2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2250" dirty="0"/>
          </a:p>
        </p:txBody>
      </p:sp>
      <p:sp>
        <p:nvSpPr>
          <p:cNvPr id="11" name="Connector line-1792379625665-143075804"/>
          <p:cNvSpPr/>
          <p:nvPr/>
        </p:nvSpPr>
        <p:spPr>
          <a:xfrm>
            <a:off x="3810000" y="5143500"/>
            <a:ext cx="5238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429750" y="5715000"/>
            <a:ext cx="48577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2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Dừng,</a:t>
            </a:r>
            <a:r>
              <a:rPr lang="en-US" sz="22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2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AMI</a:t>
            </a:r>
            <a:r>
              <a:rPr lang="en-US" sz="2250" b="1" dirty="0" spc="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250" dirty="0"/>
          </a:p>
        </p:txBody>
      </p:sp>
      <p:sp>
        <p:nvSpPr>
          <p:cNvPr id="13" name="Connector line-1792379625668-168388308"/>
          <p:cNvSpPr/>
          <p:nvPr/>
        </p:nvSpPr>
        <p:spPr>
          <a:xfrm>
            <a:off x="9239250" y="6286500"/>
            <a:ext cx="5238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429750" y="6858000"/>
            <a:ext cx="48577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6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Về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15" name="Connector line-1792379625670-860522283"/>
          <p:cNvSpPr/>
          <p:nvPr/>
        </p:nvSpPr>
        <p:spPr>
          <a:xfrm flipH="1">
            <a:off x="9239250" y="7429500"/>
            <a:ext cx="5238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lgDash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2039600" y="8286750"/>
            <a:ext cx="5334000" cy="7620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hình,</a:t>
            </a:r>
            <a:r>
              <a:rPr lang="en-US" sz="225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liệu:</a:t>
            </a:r>
            <a:r>
              <a:rPr lang="en-US" sz="22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250" b="1" dirty="0" spc="-2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r>
              <a:rPr lang="en-US" sz="22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bc199724-7058-4968-b768-7ae638191af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52400" cy="3429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Giám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sát</a:t>
            </a:r>
            <a:r>
              <a:rPr lang="en-US" sz="72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cố</a:t>
            </a:r>
            <a:r>
              <a:rPr lang="en-US" sz="72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tạo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72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72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hoạch.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428750" y="6858000"/>
            <a:ext cx="142875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6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vòng.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4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1e022168-4a8a-4a62-add4-314abf2ccae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7650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250" dirty="0" spc="-2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Integration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tích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25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CD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Delivery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chuyển</a:t>
                      </a: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25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AMI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Amazon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Machine</a:t>
                      </a:r>
                      <a:r>
                        <a:rPr lang="en-US" sz="2250" dirty="0" spc="-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Image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ảnh</a:t>
                      </a:r>
                      <a:r>
                        <a:rPr lang="en-US" sz="225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ảo</a:t>
                      </a:r>
                      <a:r>
                        <a:rPr lang="en-US" sz="2250" dirty="0" spc="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đóng</a:t>
                      </a: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sẵn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69151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73342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7867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b665fa70-65cc-4b72-92ed-ce0ca6a1df2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2026-10-19T05:31:11Z</dcterms:created>
  <dcterms:modified xsi:type="dcterms:W3CDTF">2026-10-19T05:31:11Z</dcterms:modified>
</cp:coreProperties>
</file>