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37338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VPN: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r>
              <a:rPr lang="en-US" sz="81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476875"/>
            <a:ext cx="68580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8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hầm.</a:t>
            </a:r>
            <a:r>
              <a:rPr lang="en-US" sz="2850" dirty="0" spc="-4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8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 VPN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 ở</a:t>
            </a:r>
            <a:r>
              <a:rPr lang="en-US" sz="285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850" dirty="0"/>
          </a:p>
        </p:txBody>
      </p:sp>
      <p:sp>
        <p:nvSpPr>
          <p:cNvPr id="5" name="Connector line-1792338499192-847007857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42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4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trục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2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hầm không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8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763250" y="25717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1650" b="1" spc="20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649200" y="287655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7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18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hầm</a:t>
            </a:r>
            <a:endParaRPr lang="en-US" sz="1800" dirty="0"/>
          </a:p>
        </p:txBody>
      </p:sp>
      <p:sp>
        <p:nvSpPr>
          <p:cNvPr id="15" name="Connector line-1792338499212-508022095"/>
          <p:cNvSpPr/>
          <p:nvPr/>
        </p:nvSpPr>
        <p:spPr>
          <a:xfrm>
            <a:off x="10953750" y="3286125"/>
            <a:ext cx="62484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0782300" y="3114675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7" name="Shape 15"/>
          <p:cNvSpPr/>
          <p:nvPr/>
        </p:nvSpPr>
        <p:spPr>
          <a:xfrm>
            <a:off x="17030700" y="3114675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8" name="Shape 16"/>
          <p:cNvSpPr/>
          <p:nvPr/>
        </p:nvSpPr>
        <p:spPr>
          <a:xfrm>
            <a:off x="13935075" y="3143250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2300" y="3590925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897100" y="3590925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6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763250" y="44767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16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172950" y="47815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hầm</a:t>
            </a:r>
            <a:r>
              <a:rPr lang="en-US" sz="1800" dirty="0" spc="8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18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18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endParaRPr lang="en-US" sz="1800" dirty="0"/>
          </a:p>
        </p:txBody>
      </p:sp>
      <p:sp>
        <p:nvSpPr>
          <p:cNvPr id="23" name="Connector line-1792338499220-285907131"/>
          <p:cNvSpPr/>
          <p:nvPr/>
        </p:nvSpPr>
        <p:spPr>
          <a:xfrm>
            <a:off x="10953750" y="5191125"/>
            <a:ext cx="62484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782300" y="5019675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5" name="Shape 23"/>
          <p:cNvSpPr/>
          <p:nvPr/>
        </p:nvSpPr>
        <p:spPr>
          <a:xfrm>
            <a:off x="17030700" y="5019675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6" name="Shape 24"/>
          <p:cNvSpPr/>
          <p:nvPr/>
        </p:nvSpPr>
        <p:spPr>
          <a:xfrm>
            <a:off x="13935075" y="5048250"/>
            <a:ext cx="285750" cy="28575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7" name="Text 25"/>
          <p:cNvSpPr/>
          <p:nvPr/>
        </p:nvSpPr>
        <p:spPr>
          <a:xfrm>
            <a:off x="10782300" y="5495925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897100" y="5495925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763250" y="638175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VPN</a:t>
            </a:r>
            <a:r>
              <a:rPr lang="en-US" sz="165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 TƯ</a:t>
            </a:r>
            <a:r>
              <a:rPr lang="en-US" sz="1650" b="1" spc="20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16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1696700" y="668655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mọi</a:t>
            </a:r>
            <a:r>
              <a:rPr lang="en-US" sz="180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1800" dirty="0" spc="-1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180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hầm</a:t>
            </a:r>
            <a:endParaRPr lang="en-US" sz="1800" dirty="0"/>
          </a:p>
        </p:txBody>
      </p:sp>
      <p:sp>
        <p:nvSpPr>
          <p:cNvPr id="31" name="Connector line-1792338499231-276773363"/>
          <p:cNvSpPr/>
          <p:nvPr/>
        </p:nvSpPr>
        <p:spPr>
          <a:xfrm>
            <a:off x="10953750" y="7096125"/>
            <a:ext cx="31242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32" name="Connector line-1792338499231-128892948"/>
          <p:cNvSpPr/>
          <p:nvPr/>
        </p:nvSpPr>
        <p:spPr>
          <a:xfrm>
            <a:off x="14077950" y="7096125"/>
            <a:ext cx="3124200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0782300" y="6924675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3906500" y="6924675"/>
            <a:ext cx="342900" cy="3429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35" name="Shape 33"/>
          <p:cNvSpPr/>
          <p:nvPr/>
        </p:nvSpPr>
        <p:spPr>
          <a:xfrm>
            <a:off x="17030700" y="6924675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Text 34"/>
          <p:cNvSpPr/>
          <p:nvPr/>
        </p:nvSpPr>
        <p:spPr>
          <a:xfrm>
            <a:off x="10782300" y="7400925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2649200" y="7400925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 gian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5278100" y="7400925"/>
            <a:ext cx="2095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f608c0bd-28b3-4737-ac38-beee71639ce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VPN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78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3095625"/>
            <a:ext cx="7429500" cy="22860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 ba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cùng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 ở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810250"/>
            <a:ext cx="7429500" cy="2571750"/>
          </a:xfrm>
          <a:prstGeom prst="roundRect">
            <a:avLst>
              <a:gd name="adj" fmla="val 963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1722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6667500"/>
            <a:ext cx="66675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8953500" y="3048000"/>
            <a:ext cx="8420100" cy="5810250"/>
          </a:xfrm>
          <a:prstGeom prst="roundRect">
            <a:avLst>
              <a:gd name="adj" fmla="val 459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34500" y="33528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65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582150" y="4105275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9582150" y="4181475"/>
            <a:ext cx="647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477500" y="4181475"/>
            <a:ext cx="657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Đầu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kia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ai?</a:t>
            </a:r>
            <a:endParaRPr lang="en-US" sz="2700" dirty="0"/>
          </a:p>
        </p:txBody>
      </p:sp>
      <p:sp>
        <p:nvSpPr>
          <p:cNvPr id="13" name="Connector line-1792338790405-47773670"/>
          <p:cNvSpPr/>
          <p:nvPr/>
        </p:nvSpPr>
        <p:spPr>
          <a:xfrm>
            <a:off x="9334500" y="5000625"/>
            <a:ext cx="7658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582150" y="5248275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9582150" y="5324475"/>
            <a:ext cx="647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477500" y="5324475"/>
            <a:ext cx="657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Địa chỉ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hầm?</a:t>
            </a:r>
            <a:endParaRPr lang="en-US" sz="2700" dirty="0"/>
          </a:p>
        </p:txBody>
      </p:sp>
      <p:sp>
        <p:nvSpPr>
          <p:cNvPr id="17" name="Connector line-1792338790410-548417771"/>
          <p:cNvSpPr/>
          <p:nvPr/>
        </p:nvSpPr>
        <p:spPr>
          <a:xfrm>
            <a:off x="9334500" y="6143625"/>
            <a:ext cx="7658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582150" y="6391275"/>
            <a:ext cx="647700" cy="647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150" y="6467475"/>
            <a:ext cx="647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0477500" y="6467475"/>
            <a:ext cx="657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Hầm ở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nào?</a:t>
            </a:r>
            <a:endParaRPr lang="en-US" sz="2700" dirty="0"/>
          </a:p>
        </p:txBody>
      </p:sp>
      <p:sp>
        <p:nvSpPr>
          <p:cNvPr id="21" name="Connector line-1792338790415-47672823"/>
          <p:cNvSpPr/>
          <p:nvPr/>
        </p:nvSpPr>
        <p:spPr>
          <a:xfrm>
            <a:off x="9334500" y="7286625"/>
            <a:ext cx="7658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582150" y="7534275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Text 21"/>
          <p:cNvSpPr/>
          <p:nvPr/>
        </p:nvSpPr>
        <p:spPr>
          <a:xfrm>
            <a:off x="9582150" y="7610475"/>
            <a:ext cx="647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0477500" y="7610475"/>
            <a:ext cx="657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Vào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rồi,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2700" dirty="0"/>
          </a:p>
        </p:txBody>
      </p:sp>
      <p:sp>
        <p:nvSpPr>
          <p:cNvPr id="25" name="Connector line-1792338790421-4208544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adb51c47-440d-4501-bdce-8f104d914b7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90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cập</a:t>
            </a: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5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xa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819400"/>
            <a:ext cx="762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</a:t>
            </a:r>
            <a:r>
              <a:rPr lang="en-US" sz="2700" b="1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3581400"/>
            <a:ext cx="7524750" cy="1905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quan.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lẻ,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cổng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mạng.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676900"/>
            <a:ext cx="47625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6769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Cổng</a:t>
            </a:r>
            <a:r>
              <a:rPr lang="en-US" sz="195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195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1950" dirty="0" spc="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dải của</a:t>
            </a:r>
            <a:r>
              <a:rPr lang="en-US" sz="1950" dirty="0" spc="-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1950" dirty="0" spc="-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7429500" cy="2286000"/>
          </a:xfrm>
          <a:prstGeom prst="roundRect">
            <a:avLst>
              <a:gd name="adj" fmla="val 10833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8580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DẢI</a:t>
            </a:r>
            <a:r>
              <a:rPr lang="en-US" sz="1800" b="1" spc="2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2771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strongSwan: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local_ts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 10.1.0.0/16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95400" y="781050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OpenVPN: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push</a:t>
            </a:r>
            <a:r>
              <a:rPr lang="en-US" sz="21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95400" y="83058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/16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950" dirty="0" spc="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9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8953500" y="914400"/>
            <a:ext cx="8420100" cy="7905750"/>
          </a:xfrm>
          <a:prstGeom prst="roundRect">
            <a:avLst>
              <a:gd name="adj" fmla="val 33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34500" y="12192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9334500" y="1809750"/>
            <a:ext cx="219075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9334500" y="1809750"/>
            <a:ext cx="2190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4420850" y="1809750"/>
            <a:ext cx="257175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4420850" y="1809750"/>
            <a:ext cx="2571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mạng</a:t>
            </a:r>
            <a:endParaRPr lang="en-US" sz="2100" dirty="0"/>
          </a:p>
        </p:txBody>
      </p:sp>
      <p:sp>
        <p:nvSpPr>
          <p:cNvPr id="19" name="Connector line-1792338896111-763732619"/>
          <p:cNvSpPr/>
          <p:nvPr/>
        </p:nvSpPr>
        <p:spPr>
          <a:xfrm>
            <a:off x="11525250" y="2209800"/>
            <a:ext cx="2895600" cy="0"/>
          </a:xfrm>
          <a:prstGeom prst="line">
            <a:avLst/>
          </a:prstGeom>
          <a:noFill/>
          <a:ln w="762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1544300" y="177165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7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180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34500" y="28194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6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3563600" y="281940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9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10.1.0.0/16</a:t>
            </a:r>
            <a:endParaRPr lang="en-US" sz="1950" dirty="0"/>
          </a:p>
        </p:txBody>
      </p:sp>
      <p:sp>
        <p:nvSpPr>
          <p:cNvPr id="23" name="Connector line-1792338896118-694726714"/>
          <p:cNvSpPr/>
          <p:nvPr/>
        </p:nvSpPr>
        <p:spPr>
          <a:xfrm>
            <a:off x="9334500" y="3543300"/>
            <a:ext cx="7658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9334500" y="38481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b="1" spc="1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LẺ</a:t>
            </a:r>
            <a:r>
              <a:rPr lang="en-US" sz="165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65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9334500" y="4591050"/>
            <a:ext cx="2857500" cy="723900"/>
          </a:xfrm>
          <a:prstGeom prst="roundRect">
            <a:avLst>
              <a:gd name="adj" fmla="val 26316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34500" y="459105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10.1.5.9</a:t>
            </a:r>
            <a:endParaRPr lang="en-US" sz="2400" dirty="0"/>
          </a:p>
        </p:txBody>
      </p:sp>
      <p:sp>
        <p:nvSpPr>
          <p:cNvPr id="27" name="Connector line-1792338896123-931758778"/>
          <p:cNvSpPr/>
          <p:nvPr/>
        </p:nvSpPr>
        <p:spPr>
          <a:xfrm>
            <a:off x="12382500" y="4953000"/>
            <a:ext cx="1905000" cy="0"/>
          </a:xfrm>
          <a:prstGeom prst="line">
            <a:avLst/>
          </a:prstGeom>
          <a:noFill/>
          <a:ln w="6667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4478000" y="4591050"/>
            <a:ext cx="2514600" cy="7239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9" name="Text 27"/>
          <p:cNvSpPr/>
          <p:nvPr/>
        </p:nvSpPr>
        <p:spPr>
          <a:xfrm>
            <a:off x="14478000" y="4591050"/>
            <a:ext cx="2514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2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334500" y="5924550"/>
            <a:ext cx="2857500" cy="723900"/>
          </a:xfrm>
          <a:prstGeom prst="roundRect">
            <a:avLst>
              <a:gd name="adj" fmla="val 26316"/>
            </a:avLst>
          </a:prstGeom>
          <a:solidFill>
            <a:srgbClr val="E8E0CF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34500" y="592455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203.0.113.10</a:t>
            </a:r>
            <a:endParaRPr lang="en-US" sz="2250" dirty="0"/>
          </a:p>
        </p:txBody>
      </p:sp>
      <p:sp>
        <p:nvSpPr>
          <p:cNvPr id="32" name="Connector line-1792338896128-533202327"/>
          <p:cNvSpPr/>
          <p:nvPr/>
        </p:nvSpPr>
        <p:spPr>
          <a:xfrm>
            <a:off x="12382500" y="6286500"/>
            <a:ext cx="190500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4478000" y="5924550"/>
            <a:ext cx="2514600" cy="7239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478000" y="5924550"/>
            <a:ext cx="2514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334500" y="7239000"/>
            <a:ext cx="7658100" cy="1143000"/>
          </a:xfrm>
          <a:prstGeom prst="rect">
            <a:avLst/>
          </a:prstGeom>
          <a:noFill/>
          <a:ln/>
        </p:spPr>
        <p:txBody>
          <a:bodyPr wrap="square" lIns="0" tIns="1143" rIns="0" bIns="-1143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 của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10.1.0.0/16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hầm,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 lại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endParaRPr lang="en-US" sz="1800" dirty="0"/>
          </a:p>
        </p:txBody>
      </p:sp>
      <p:sp>
        <p:nvSpPr>
          <p:cNvPr id="36" name="Connector line-1792338896134-13654160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bc0b9566-c495-4c38-b631-6a43b9f3651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90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Nối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819400"/>
            <a:ext cx="762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Site-to-site:</a:t>
            </a:r>
            <a:r>
              <a:rPr lang="en-US" sz="27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7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7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3581400"/>
            <a:ext cx="7524750" cy="1905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phòng,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nơi</a:t>
            </a: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7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7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676900"/>
            <a:ext cx="44767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676900"/>
            <a:ext cx="4476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9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6667500"/>
            <a:ext cx="7429500" cy="2190750"/>
          </a:xfrm>
          <a:prstGeom prst="roundRect">
            <a:avLst>
              <a:gd name="adj" fmla="val 11304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9723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1800" b="1" spc="28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4295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strongSwan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10.1.0.0/16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10.2.0.0/16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95400" y="803910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local_ts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1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remote_ts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953500" y="914400"/>
            <a:ext cx="8420100" cy="7905750"/>
          </a:xfrm>
          <a:prstGeom prst="roundRect">
            <a:avLst>
              <a:gd name="adj" fmla="val 3373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34500" y="12192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MẠNG,</a:t>
            </a: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334500" y="1762125"/>
            <a:ext cx="2952750" cy="2857500"/>
          </a:xfrm>
          <a:prstGeom prst="roundRect">
            <a:avLst>
              <a:gd name="adj" fmla="val 8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25000" y="1933575"/>
            <a:ext cx="2571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8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10.1.0.0/16</a:t>
            </a:r>
            <a:endParaRPr lang="en-US" sz="1800" dirty="0"/>
          </a:p>
        </p:txBody>
      </p:sp>
      <p:sp>
        <p:nvSpPr>
          <p:cNvPr id="16" name="Connector line-1792338939809-90352668"/>
          <p:cNvSpPr/>
          <p:nvPr/>
        </p:nvSpPr>
        <p:spPr>
          <a:xfrm>
            <a:off x="9810750" y="2762250"/>
            <a:ext cx="1238250" cy="57150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17" name="Connector line-1792338939809-166785602"/>
          <p:cNvSpPr/>
          <p:nvPr/>
        </p:nvSpPr>
        <p:spPr>
          <a:xfrm>
            <a:off x="9810750" y="3333750"/>
            <a:ext cx="1238250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18" name="Connector line-1792338939809-920995454"/>
          <p:cNvSpPr/>
          <p:nvPr/>
        </p:nvSpPr>
        <p:spPr>
          <a:xfrm flipV="1">
            <a:off x="9810750" y="3333750"/>
            <a:ext cx="1238250" cy="57150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658350" y="2609850"/>
            <a:ext cx="304800" cy="3048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0" name="Shape 18"/>
          <p:cNvSpPr/>
          <p:nvPr/>
        </p:nvSpPr>
        <p:spPr>
          <a:xfrm>
            <a:off x="9658350" y="3181350"/>
            <a:ext cx="304800" cy="3048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1" name="Shape 19"/>
          <p:cNvSpPr/>
          <p:nvPr/>
        </p:nvSpPr>
        <p:spPr>
          <a:xfrm>
            <a:off x="9658350" y="3752850"/>
            <a:ext cx="304800" cy="3048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49000" y="3028950"/>
            <a:ext cx="10477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0" y="3028950"/>
            <a:ext cx="1047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4039850" y="1762125"/>
            <a:ext cx="2952750" cy="2857500"/>
          </a:xfrm>
          <a:prstGeom prst="roundRect">
            <a:avLst>
              <a:gd name="adj" fmla="val 8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230350" y="1933575"/>
            <a:ext cx="2571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8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10.2.0.0/16</a:t>
            </a:r>
            <a:endParaRPr lang="en-US" sz="1800" dirty="0"/>
          </a:p>
        </p:txBody>
      </p:sp>
      <p:sp>
        <p:nvSpPr>
          <p:cNvPr id="26" name="Connector line-1792338939816-650074644"/>
          <p:cNvSpPr/>
          <p:nvPr/>
        </p:nvSpPr>
        <p:spPr>
          <a:xfrm flipV="1">
            <a:off x="15278100" y="2762250"/>
            <a:ext cx="1181100" cy="57150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27" name="Connector line-1792338939816-110982981"/>
          <p:cNvSpPr/>
          <p:nvPr/>
        </p:nvSpPr>
        <p:spPr>
          <a:xfrm>
            <a:off x="15278100" y="3333750"/>
            <a:ext cx="1181100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28" name="Connector line-1792338939816-679146539"/>
          <p:cNvSpPr/>
          <p:nvPr/>
        </p:nvSpPr>
        <p:spPr>
          <a:xfrm>
            <a:off x="15278100" y="3333750"/>
            <a:ext cx="1181100" cy="57150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6459200" y="2609850"/>
            <a:ext cx="304800" cy="3048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6459200" y="3181350"/>
            <a:ext cx="304800" cy="3048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16459200" y="3752850"/>
            <a:ext cx="304800" cy="3048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4230350" y="3028950"/>
            <a:ext cx="1047750" cy="6096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33" name="Text 31"/>
          <p:cNvSpPr/>
          <p:nvPr/>
        </p:nvSpPr>
        <p:spPr>
          <a:xfrm>
            <a:off x="14230350" y="3028950"/>
            <a:ext cx="1047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endParaRPr lang="en-US" sz="1950" dirty="0"/>
          </a:p>
        </p:txBody>
      </p:sp>
      <p:sp>
        <p:nvSpPr>
          <p:cNvPr id="34" name="Connector line-1792338939818-279459898"/>
          <p:cNvSpPr/>
          <p:nvPr/>
        </p:nvSpPr>
        <p:spPr>
          <a:xfrm>
            <a:off x="12096750" y="3333750"/>
            <a:ext cx="2133600" cy="0"/>
          </a:xfrm>
          <a:prstGeom prst="line">
            <a:avLst/>
          </a:prstGeom>
          <a:noFill/>
          <a:ln w="762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12211050" y="28575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đường</a:t>
            </a:r>
            <a:r>
              <a:rPr lang="en-US" sz="18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hầm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334500" y="47625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local_ts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remote_ts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3849350" y="47625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local_ts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remote_ts</a:t>
            </a:r>
            <a:endParaRPr lang="en-US" sz="1650" dirty="0"/>
          </a:p>
        </p:txBody>
      </p:sp>
      <p:sp>
        <p:nvSpPr>
          <p:cNvPr id="38" name="Connector line-1792338939825-635971302"/>
          <p:cNvSpPr/>
          <p:nvPr/>
        </p:nvSpPr>
        <p:spPr>
          <a:xfrm>
            <a:off x="9334500" y="5429250"/>
            <a:ext cx="76581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9334500" y="5695950"/>
            <a:ext cx="7658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OPENVPN:</a:t>
            </a: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650" b="1" spc="21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650" b="1" spc="20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b="1" spc="18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650" b="1" spc="212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1096625" y="6191250"/>
            <a:ext cx="152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route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3716000" y="6191250"/>
            <a:ext cx="1524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iroute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334500" y="6629400"/>
            <a:ext cx="2095500" cy="7239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43" name="Text 41"/>
          <p:cNvSpPr/>
          <p:nvPr/>
        </p:nvSpPr>
        <p:spPr>
          <a:xfrm>
            <a:off x="9334500" y="6629400"/>
            <a:ext cx="2095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19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44" name="Connector line-1792338939833-797820843"/>
          <p:cNvSpPr/>
          <p:nvPr/>
        </p:nvSpPr>
        <p:spPr>
          <a:xfrm>
            <a:off x="11506200" y="6991350"/>
            <a:ext cx="70485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2287250" y="6629400"/>
            <a:ext cx="1809750" cy="7239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6" name="Text 44"/>
          <p:cNvSpPr/>
          <p:nvPr/>
        </p:nvSpPr>
        <p:spPr>
          <a:xfrm>
            <a:off x="12287250" y="6629400"/>
            <a:ext cx="1809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OpenVPN</a:t>
            </a:r>
            <a:endParaRPr lang="en-US" sz="1950" dirty="0"/>
          </a:p>
        </p:txBody>
      </p:sp>
      <p:sp>
        <p:nvSpPr>
          <p:cNvPr id="47" name="Connector line-1792338939835-103419724"/>
          <p:cNvSpPr/>
          <p:nvPr/>
        </p:nvSpPr>
        <p:spPr>
          <a:xfrm>
            <a:off x="14173200" y="6991350"/>
            <a:ext cx="609600" cy="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14859000" y="6629400"/>
            <a:ext cx="2133600" cy="7239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49" name="Text 47"/>
          <p:cNvSpPr/>
          <p:nvPr/>
        </p:nvSpPr>
        <p:spPr>
          <a:xfrm>
            <a:off x="14859000" y="6629400"/>
            <a:ext cx="2133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19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9334500" y="7620000"/>
            <a:ext cx="7658100" cy="952500"/>
          </a:xfrm>
          <a:prstGeom prst="rect">
            <a:avLst/>
          </a:prstGeom>
          <a:noFill/>
          <a:ln/>
        </p:spPr>
        <p:txBody>
          <a:bodyPr wrap="square" lIns="0" tIns="1143" rIns="0" bIns="-1143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 spc="-2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dirty="0" spc="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OpenVPN;</a:t>
            </a:r>
            <a:r>
              <a:rPr lang="en-US" sz="180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iroute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800" dirty="0" spc="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1800" dirty="0"/>
          </a:p>
        </p:txBody>
      </p:sp>
      <p:sp>
        <p:nvSpPr>
          <p:cNvPr id="51" name="Connector line-1792338939840-7148361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3" name="Shape 5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4" name="Shape 5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5" name="Shape 53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6" name="Shape 5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d34cc6a6-ef09-4efe-beb3-cc6263784d2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905750" cy="26670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VPN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095750"/>
            <a:ext cx="762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7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b="1" dirty="0" spc="-2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b="1" dirty="0" spc="-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27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b="1" dirty="0" spc="-1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4819650"/>
            <a:ext cx="7524750" cy="1619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vào.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534150"/>
            <a:ext cx="4762500" cy="571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65341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Danh sách</a:t>
            </a:r>
            <a:r>
              <a:rPr lang="en-US" sz="1950" dirty="0" spc="-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195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1950" dirty="0" spc="1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195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7391400"/>
            <a:ext cx="7429500" cy="1466850"/>
          </a:xfrm>
          <a:prstGeom prst="roundRect">
            <a:avLst>
              <a:gd name="adj" fmla="val 16883"/>
            </a:avLst>
          </a:prstGeom>
          <a:solidFill>
            <a:srgbClr val="CFE8E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75819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1800" b="1" spc="28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9629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WireGuard:</a:t>
            </a:r>
            <a:r>
              <a:rPr lang="en-US" sz="22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AllowedIPs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0.0.0.0/0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95400" y="83820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OpenVPN:</a:t>
            </a:r>
            <a:r>
              <a:rPr lang="en-US" sz="21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redirect-gateway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953500" y="914400"/>
            <a:ext cx="8420100" cy="7905750"/>
          </a:xfrm>
          <a:prstGeom prst="roundRect">
            <a:avLst>
              <a:gd name="adj" fmla="val 33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34500" y="12192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ĐI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334500" y="1809750"/>
            <a:ext cx="20955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9334500" y="180975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668250" y="1809750"/>
            <a:ext cx="219075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2668250" y="1809750"/>
            <a:ext cx="2190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VPN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5659100" y="1809750"/>
            <a:ext cx="13335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5659100" y="1809750"/>
            <a:ext cx="1333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endParaRPr lang="en-US" sz="1950" dirty="0"/>
          </a:p>
        </p:txBody>
      </p:sp>
      <p:sp>
        <p:nvSpPr>
          <p:cNvPr id="20" name="Connector line-1792339056435-325636248"/>
          <p:cNvSpPr/>
          <p:nvPr/>
        </p:nvSpPr>
        <p:spPr>
          <a:xfrm>
            <a:off x="11430000" y="2190750"/>
            <a:ext cx="123825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21" name="Connector line-1792339056435-184415059"/>
          <p:cNvSpPr/>
          <p:nvPr/>
        </p:nvSpPr>
        <p:spPr>
          <a:xfrm>
            <a:off x="14859000" y="2190750"/>
            <a:ext cx="8001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22" name="Connector line-1792339056436-785647357"/>
          <p:cNvSpPr/>
          <p:nvPr/>
        </p:nvSpPr>
        <p:spPr>
          <a:xfrm>
            <a:off x="9334500" y="2876550"/>
            <a:ext cx="5524500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23" name="Connector line-1792339056436-151576131"/>
          <p:cNvSpPr/>
          <p:nvPr/>
        </p:nvSpPr>
        <p:spPr>
          <a:xfrm>
            <a:off x="15049500" y="2876550"/>
            <a:ext cx="1943100" cy="0"/>
          </a:xfrm>
          <a:prstGeom prst="line">
            <a:avLst/>
          </a:prstGeom>
          <a:noFill/>
          <a:ln w="2857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9334500" y="3028950"/>
            <a:ext cx="552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hầm</a:t>
            </a:r>
            <a:r>
              <a:rPr lang="en-US" sz="18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800" b="1" dirty="0" spc="-1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180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8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049500" y="3028950"/>
            <a:ext cx="1943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650" dirty="0"/>
          </a:p>
        </p:txBody>
      </p:sp>
      <p:sp>
        <p:nvSpPr>
          <p:cNvPr id="26" name="Connector line-1792339056440-163876091"/>
          <p:cNvSpPr/>
          <p:nvPr/>
        </p:nvSpPr>
        <p:spPr>
          <a:xfrm>
            <a:off x="9334500" y="3657600"/>
            <a:ext cx="7658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9334500" y="3905250"/>
            <a:ext cx="7658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6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def1: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NỬA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0.0.0.0/1</a:t>
            </a:r>
            <a:r>
              <a:rPr lang="en-US" sz="1650" b="1" spc="1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128.0.0.0/1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334500" y="4610100"/>
            <a:ext cx="2857500" cy="685800"/>
          </a:xfrm>
          <a:prstGeom prst="roundRect">
            <a:avLst>
              <a:gd name="adj" fmla="val 2777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34500" y="4610100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10.20.30.40</a:t>
            </a:r>
            <a:endParaRPr lang="en-US" sz="2250" dirty="0"/>
          </a:p>
        </p:txBody>
      </p:sp>
      <p:sp>
        <p:nvSpPr>
          <p:cNvPr id="30" name="Connector line-1792339056444-230716224"/>
          <p:cNvSpPr/>
          <p:nvPr/>
        </p:nvSpPr>
        <p:spPr>
          <a:xfrm>
            <a:off x="12382500" y="4953000"/>
            <a:ext cx="1905000" cy="0"/>
          </a:xfrm>
          <a:prstGeom prst="line">
            <a:avLst/>
          </a:prstGeom>
          <a:noFill/>
          <a:ln w="6667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4478000" y="4610100"/>
            <a:ext cx="25146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32" name="Text 30"/>
          <p:cNvSpPr/>
          <p:nvPr/>
        </p:nvSpPr>
        <p:spPr>
          <a:xfrm>
            <a:off x="14478000" y="46101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1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334500" y="5610225"/>
            <a:ext cx="2857500" cy="685800"/>
          </a:xfrm>
          <a:prstGeom prst="roundRect">
            <a:avLst>
              <a:gd name="adj" fmla="val 2777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34500" y="5610225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203.0.113.10</a:t>
            </a:r>
            <a:endParaRPr lang="en-US" sz="2250" dirty="0"/>
          </a:p>
        </p:txBody>
      </p:sp>
      <p:sp>
        <p:nvSpPr>
          <p:cNvPr id="35" name="Connector line-1792339056447-599904305"/>
          <p:cNvSpPr/>
          <p:nvPr/>
        </p:nvSpPr>
        <p:spPr>
          <a:xfrm>
            <a:off x="12382500" y="5953125"/>
            <a:ext cx="1905000" cy="0"/>
          </a:xfrm>
          <a:prstGeom prst="line">
            <a:avLst/>
          </a:prstGeom>
          <a:noFill/>
          <a:ln w="6667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4478000" y="5610225"/>
            <a:ext cx="2514600" cy="6858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37" name="Text 35"/>
          <p:cNvSpPr/>
          <p:nvPr/>
        </p:nvSpPr>
        <p:spPr>
          <a:xfrm>
            <a:off x="14478000" y="5610225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vào</a:t>
            </a:r>
            <a:r>
              <a:rPr lang="en-US" sz="21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334500" y="6610350"/>
            <a:ext cx="2857500" cy="685800"/>
          </a:xfrm>
          <a:prstGeom prst="roundRect">
            <a:avLst>
              <a:gd name="adj" fmla="val 27778"/>
            </a:avLst>
          </a:prstGeom>
          <a:solidFill>
            <a:srgbClr val="E8E0CF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34500" y="6610350"/>
            <a:ext cx="285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198.51.100.7</a:t>
            </a:r>
            <a:endParaRPr lang="en-US" sz="2250" dirty="0"/>
          </a:p>
        </p:txBody>
      </p:sp>
      <p:sp>
        <p:nvSpPr>
          <p:cNvPr id="40" name="Connector line-1792339056451-180530186"/>
          <p:cNvSpPr/>
          <p:nvPr/>
        </p:nvSpPr>
        <p:spPr>
          <a:xfrm>
            <a:off x="12382500" y="6953250"/>
            <a:ext cx="190500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4478000" y="6610350"/>
            <a:ext cx="2514600" cy="6858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478000" y="661035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9334500" y="7543800"/>
            <a:ext cx="7658100" cy="1143000"/>
          </a:xfrm>
          <a:prstGeom prst="rect">
            <a:avLst/>
          </a:prstGeom>
          <a:noFill/>
          <a:ln/>
        </p:spPr>
        <p:txBody>
          <a:bodyPr wrap="square" lIns="0" tIns="1143" rIns="0" bIns="-1143" rtlCol="0" anchor="t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198.51.100.7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giả</a:t>
            </a:r>
            <a:r>
              <a:rPr lang="en-US" sz="18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180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/32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18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hầm,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nó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hầm.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endParaRPr lang="en-US" sz="1800" dirty="0"/>
          </a:p>
        </p:txBody>
      </p:sp>
      <p:sp>
        <p:nvSpPr>
          <p:cNvPr id="44" name="Connector line-1792339056457-32015392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6" name="Shape 4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7" name="Shape 4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8" name="Shape 4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9" name="Shape 47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Shape 4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a371a7fb-afac-4b9d-bc02-ed307b5c0d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1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950" b="1" spc="28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1950" b="1" spc="29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spc="26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Khác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1714500" y="2857500"/>
            <a:ext cx="3714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715000" y="285750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620250" y="2857500"/>
            <a:ext cx="3905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CHỈ</a:t>
            </a:r>
            <a:r>
              <a:rPr lang="en-US" sz="1650" b="1" spc="181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811250" y="2857500"/>
            <a:ext cx="3562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650" b="1" spc="21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20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323850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3962400"/>
            <a:ext cx="266700" cy="266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714500" y="3238500"/>
            <a:ext cx="3714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25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5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-3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715000" y="3238500"/>
            <a:ext cx="361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cổng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620250" y="3238500"/>
            <a:ext cx="3905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chỉ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dải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5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3811250" y="3238500"/>
            <a:ext cx="3429000" cy="1714500"/>
          </a:xfrm>
          <a:prstGeom prst="rect">
            <a:avLst/>
          </a:prstGeom>
          <a:noFill/>
          <a:ln/>
        </p:spPr>
        <p:txBody>
          <a:bodyPr wrap="square" lIns="0" tIns="1222" rIns="0" bIns="-1222" rtlCol="0" anchor="ctr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local_ts</a:t>
            </a:r>
            <a:endParaRPr lang="en-US" sz="1950" dirty="0"/>
          </a:p>
          <a:p>
            <a:pPr algn="l" indent="0" marL="0">
              <a:lnSpc>
                <a:spcPts val="2828"/>
              </a:lnSpc>
              <a:buNone/>
            </a:pPr>
            <a:r>
              <a:rPr lang="en-US" sz="195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510540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5829300"/>
            <a:ext cx="266700" cy="266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6" name="Text 14"/>
          <p:cNvSpPr/>
          <p:nvPr/>
        </p:nvSpPr>
        <p:spPr>
          <a:xfrm>
            <a:off x="1714500" y="5105400"/>
            <a:ext cx="37147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5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5715000" y="5105400"/>
            <a:ext cx="361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cổng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kia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620250" y="5105400"/>
            <a:ext cx="3905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dải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5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3811250" y="5105400"/>
            <a:ext cx="3429000" cy="1714500"/>
          </a:xfrm>
          <a:prstGeom prst="rect">
            <a:avLst/>
          </a:prstGeom>
          <a:noFill/>
          <a:ln/>
        </p:spPr>
        <p:txBody>
          <a:bodyPr wrap="square" lIns="0" tIns="1222" rIns="0" bIns="-1222" rtlCol="0" anchor="ctr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local_ts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9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remote_ts</a:t>
            </a:r>
            <a:endParaRPr lang="en-US" sz="1950" dirty="0"/>
          </a:p>
          <a:p>
            <a:pPr algn="l" indent="0" marL="0">
              <a:lnSpc>
                <a:spcPts val="2828"/>
              </a:lnSpc>
              <a:buNone/>
            </a:pPr>
            <a:r>
              <a:rPr lang="en-US" sz="195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95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iroute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697230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7696200"/>
            <a:ext cx="266700" cy="266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1714500" y="6972300"/>
            <a:ext cx="3714750" cy="1714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VPN</a:t>
            </a:r>
            <a:r>
              <a:rPr lang="en-US" sz="25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5715000" y="6972300"/>
            <a:ext cx="3619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gian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620250" y="6972300"/>
            <a:ext cx="3905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mọi</a:t>
            </a:r>
            <a:r>
              <a:rPr lang="en-US" sz="25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3811250" y="6972300"/>
            <a:ext cx="3429000" cy="1714500"/>
          </a:xfrm>
          <a:prstGeom prst="rect">
            <a:avLst/>
          </a:prstGeom>
          <a:noFill/>
          <a:ln/>
        </p:spPr>
        <p:txBody>
          <a:bodyPr wrap="square" lIns="0" tIns="1222" rIns="0" bIns="-1222" rtlCol="0" anchor="ctr"/>
          <a:lstStyle/>
          <a:p>
            <a:pPr algn="l" indent="0" marL="0">
              <a:lnSpc>
                <a:spcPts val="2828"/>
              </a:lnSpc>
              <a:buNone/>
            </a:pPr>
            <a:r>
              <a:rPr lang="en-US" sz="19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AllowedIPs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0.0.0.0/0</a:t>
            </a:r>
            <a:endParaRPr lang="en-US" sz="1950" dirty="0"/>
          </a:p>
          <a:p>
            <a:pPr algn="l" indent="0" marL="0">
              <a:lnSpc>
                <a:spcPts val="2828"/>
              </a:lnSpc>
              <a:buNone/>
            </a:pPr>
            <a:r>
              <a:rPr lang="en-US" sz="195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redirect-gateway</a:t>
            </a:r>
            <a:endParaRPr lang="en-US" sz="1950" dirty="0"/>
          </a:p>
        </p:txBody>
      </p:sp>
      <p:sp>
        <p:nvSpPr>
          <p:cNvPr id="26" name="Connector line-1792339286240-267678292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0c6662eb-3e3b-40b7-9a44-2576eccdffe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TRỤC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HAI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90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Hầm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75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819400"/>
            <a:ext cx="762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chở,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chọn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3581400"/>
            <a:ext cx="7524750" cy="1905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Hầm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chở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Ethernet, tùy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 bị.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5676900"/>
            <a:ext cx="4476750" cy="6096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676900"/>
            <a:ext cx="4476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19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19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hầm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19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19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7429500" cy="2286000"/>
          </a:xfrm>
          <a:prstGeom prst="roundRect">
            <a:avLst>
              <a:gd name="adj" fmla="val 10833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8580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</a:t>
            </a:r>
            <a:r>
              <a:rPr lang="en-US" sz="180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endParaRPr lang="en-US" sz="1800" dirty="0"/>
          </a:p>
        </p:txBody>
      </p:sp>
      <p:sp>
        <p:nvSpPr>
          <p:cNvPr id="10" name="Text richtext-1792363619655-937715599"/>
          <p:cNvSpPr/>
          <p:nvPr/>
        </p:nvSpPr>
        <p:spPr>
          <a:xfrm>
            <a:off x="1295400" y="7315200"/>
            <a:ext cx="6667500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Cũng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tun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tap.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WireGuard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953500" y="914400"/>
            <a:ext cx="8420100" cy="7905750"/>
          </a:xfrm>
          <a:prstGeom prst="roundRect">
            <a:avLst>
              <a:gd name="adj" fmla="val 33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34500" y="1257300"/>
            <a:ext cx="19050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500" y="125730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tun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1525250" y="1276350"/>
            <a:ext cx="5467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chở</a:t>
            </a:r>
            <a:r>
              <a:rPr lang="en-US" sz="33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1525250" y="1866900"/>
            <a:ext cx="5467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OpenVPN: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(mặc</a:t>
            </a:r>
            <a:r>
              <a:rPr lang="en-US" sz="19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334500" y="2495550"/>
            <a:ext cx="7658100" cy="1619250"/>
          </a:xfrm>
          <a:prstGeom prst="roundRect">
            <a:avLst>
              <a:gd name="adj" fmla="val 11765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9620250" y="27051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620250" y="3124200"/>
            <a:ext cx="7086600" cy="9144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gửi:</a:t>
            </a:r>
            <a:endParaRPr lang="en-US" sz="225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0x45,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</a:t>
            </a:r>
            <a:endParaRPr lang="en-US" sz="2250" dirty="0"/>
          </a:p>
        </p:txBody>
      </p:sp>
      <p:sp>
        <p:nvSpPr>
          <p:cNvPr id="19" name="Connector line-1792363619689-76184148"/>
          <p:cNvSpPr/>
          <p:nvPr/>
        </p:nvSpPr>
        <p:spPr>
          <a:xfrm>
            <a:off x="9334500" y="4457700"/>
            <a:ext cx="7658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0" y="4781550"/>
            <a:ext cx="1905000" cy="914400"/>
          </a:xfrm>
          <a:prstGeom prst="roundRect">
            <a:avLst>
              <a:gd name="adj" fmla="val 50000"/>
            </a:avLst>
          </a:prstGeom>
          <a:solidFill>
            <a:srgbClr val="6B6A66"/>
          </a:solidFill>
          <a:ln/>
        </p:spPr>
      </p:sp>
      <p:sp>
        <p:nvSpPr>
          <p:cNvPr id="21" name="Text 19"/>
          <p:cNvSpPr/>
          <p:nvPr/>
        </p:nvSpPr>
        <p:spPr>
          <a:xfrm>
            <a:off x="9334500" y="4781550"/>
            <a:ext cx="190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tap</a:t>
            </a:r>
            <a:endParaRPr lang="en-US" sz="4500" dirty="0"/>
          </a:p>
        </p:txBody>
      </p:sp>
      <p:sp>
        <p:nvSpPr>
          <p:cNvPr id="22" name="Text 20"/>
          <p:cNvSpPr/>
          <p:nvPr/>
        </p:nvSpPr>
        <p:spPr>
          <a:xfrm>
            <a:off x="11525250" y="4800600"/>
            <a:ext cx="54673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chở</a:t>
            </a:r>
            <a:r>
              <a:rPr lang="en-US" sz="33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33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Ethernet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11525250" y="5391150"/>
            <a:ext cx="5467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OpenVPN: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tap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(bắc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Ethernet)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334500" y="6019800"/>
            <a:ext cx="7658100" cy="1866900"/>
          </a:xfrm>
          <a:prstGeom prst="roundRect">
            <a:avLst>
              <a:gd name="adj" fmla="val 10204"/>
            </a:avLst>
          </a:prstGeom>
          <a:solidFill>
            <a:srgbClr val="E8E0CF"/>
          </a:solidFill>
          <a:ln/>
        </p:spPr>
      </p:sp>
      <p:sp>
        <p:nvSpPr>
          <p:cNvPr id="25" name="Text 23"/>
          <p:cNvSpPr/>
          <p:nvPr/>
        </p:nvSpPr>
        <p:spPr>
          <a:xfrm>
            <a:off x="9620250" y="62293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620250" y="664845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Ethernet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250" dirty="0" spc="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10.28.0.7.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334500" y="8248650"/>
            <a:ext cx="7658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giả.</a:t>
            </a:r>
            <a:endParaRPr lang="en-US" sz="1800" dirty="0"/>
          </a:p>
        </p:txBody>
      </p:sp>
      <p:sp>
        <p:nvSpPr>
          <p:cNvPr id="28" name="Connector line-1792363619700-29395701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a7ad1ecc-52e2-436b-b0df-200ee3211f1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Hầm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chọn</a:t>
            </a:r>
            <a:r>
              <a:rPr lang="en-US" sz="75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7500" dirty="0" spc="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8194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550" dirty="0" spc="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đó,</a:t>
            </a:r>
            <a:r>
              <a:rPr lang="en-US" sz="25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5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5276850" cy="5238750"/>
          </a:xfrm>
          <a:prstGeom prst="roundRect">
            <a:avLst>
              <a:gd name="adj" fmla="val 4727"/>
            </a:avLst>
          </a:prstGeom>
          <a:solidFill>
            <a:srgbClr val="1E212B"/>
          </a:solidFill>
          <a:ln/>
        </p:spPr>
      </p:sp>
      <p:sp>
        <p:nvSpPr>
          <p:cNvPr id="6" name="Connector line-1792363421726-696020487"/>
          <p:cNvSpPr/>
          <p:nvPr/>
        </p:nvSpPr>
        <p:spPr>
          <a:xfrm>
            <a:off x="1409700" y="4000500"/>
            <a:ext cx="4495800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200150" y="3895725"/>
            <a:ext cx="209550" cy="2095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0150" y="4286250"/>
            <a:ext cx="4705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1800" b="1" spc="23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0150" y="4667250"/>
            <a:ext cx="470535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Hầm</a:t>
            </a: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3000" dirty="0"/>
          </a:p>
        </p:txBody>
      </p:sp>
      <p:sp>
        <p:nvSpPr>
          <p:cNvPr id="10" name="Text richtext-1792363421734-908038452"/>
          <p:cNvSpPr/>
          <p:nvPr/>
        </p:nvSpPr>
        <p:spPr>
          <a:xfrm>
            <a:off x="1200150" y="5676900"/>
            <a:ext cx="4705350" cy="1619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marL="266700" indent="-190541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VPN tự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 vào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2100" dirty="0" spc="-4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210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Zero</a:t>
            </a:r>
            <a:r>
              <a:rPr lang="en-US" sz="2100" dirty="0" spc="-2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Trust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1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00150" y="7810500"/>
            <a:ext cx="17145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1200150" y="7810500"/>
            <a:ext cx="171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800" dirty="0"/>
          </a:p>
        </p:txBody>
      </p:sp>
      <p:sp>
        <p:nvSpPr>
          <p:cNvPr id="13" name="Connector line-1792363421755-948396391"/>
          <p:cNvSpPr/>
          <p:nvPr/>
        </p:nvSpPr>
        <p:spPr>
          <a:xfrm>
            <a:off x="2971800" y="8115300"/>
            <a:ext cx="9715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3295650" y="7953375"/>
            <a:ext cx="323850" cy="3238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Connector line-1792363421755-836916759"/>
          <p:cNvSpPr/>
          <p:nvPr/>
        </p:nvSpPr>
        <p:spPr>
          <a:xfrm>
            <a:off x="3381375" y="8039100"/>
            <a:ext cx="152400" cy="1524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6" name="Connector line-1792363421755-328848746"/>
          <p:cNvSpPr/>
          <p:nvPr/>
        </p:nvSpPr>
        <p:spPr>
          <a:xfrm flipH="1">
            <a:off x="3381375" y="8039100"/>
            <a:ext cx="152400" cy="15240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000500" y="7810500"/>
            <a:ext cx="1905000" cy="6096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0500" y="7810500"/>
            <a:ext cx="190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650" b="1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650" b="1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496050" y="3619500"/>
            <a:ext cx="5276850" cy="5238750"/>
          </a:xfrm>
          <a:prstGeom prst="roundRect">
            <a:avLst>
              <a:gd name="adj" fmla="val 4727"/>
            </a:avLst>
          </a:prstGeom>
          <a:solidFill>
            <a:srgbClr val="1E212B"/>
          </a:solidFill>
          <a:ln/>
        </p:spPr>
      </p:sp>
      <p:sp>
        <p:nvSpPr>
          <p:cNvPr id="20" name="Connector line-1792363421758-404026434"/>
          <p:cNvSpPr/>
          <p:nvPr/>
        </p:nvSpPr>
        <p:spPr>
          <a:xfrm>
            <a:off x="6991350" y="4000500"/>
            <a:ext cx="4495800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6781800" y="3895725"/>
            <a:ext cx="209550" cy="2095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1800" y="4286250"/>
            <a:ext cx="4705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VỀ</a:t>
            </a: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 VI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81800" y="4667250"/>
            <a:ext cx="470535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Gói</a:t>
            </a:r>
            <a:r>
              <a:rPr lang="en-US" sz="30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30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thẳng</a:t>
            </a:r>
            <a:endParaRPr lang="en-US" sz="3000" dirty="0"/>
          </a:p>
        </p:txBody>
      </p:sp>
      <p:sp>
        <p:nvSpPr>
          <p:cNvPr id="24" name="Text richtext-1792363421764-142561792"/>
          <p:cNvSpPr/>
          <p:nvPr/>
        </p:nvSpPr>
        <p:spPr>
          <a:xfrm>
            <a:off x="6781800" y="5676900"/>
            <a:ext cx="4705350" cy="1619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marL="266700" indent="-190541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-5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Tuyến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thắng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block-local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kill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switch.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781800" y="7429500"/>
            <a:ext cx="4705350" cy="609600"/>
          </a:xfrm>
          <a:prstGeom prst="rect">
            <a:avLst/>
          </a:prstGeom>
          <a:noFill/>
          <a:ln/>
        </p:spPr>
        <p:txBody>
          <a:bodyPr wrap="square" lIns="0" tIns="3667" rIns="0" bIns="-3667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lần: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10.1.0.0/16 qua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hầm,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10.1.5.0/24</a:t>
            </a:r>
            <a:r>
              <a:rPr lang="en-US" sz="1650" dirty="0" spc="2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6781800" y="8115300"/>
            <a:ext cx="2286000" cy="533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7" name="Text 25"/>
          <p:cNvSpPr/>
          <p:nvPr/>
        </p:nvSpPr>
        <p:spPr>
          <a:xfrm>
            <a:off x="6781800" y="811530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10.1.5.9</a:t>
            </a:r>
            <a:r>
              <a:rPr lang="en-US" sz="16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6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9201150" y="8115300"/>
            <a:ext cx="2286000" cy="533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01150" y="8115300"/>
            <a:ext cx="228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10.1.6.9</a:t>
            </a:r>
            <a:r>
              <a:rPr lang="en-US" sz="16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6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2077700" y="3619500"/>
            <a:ext cx="5276850" cy="5238750"/>
          </a:xfrm>
          <a:prstGeom prst="roundRect">
            <a:avLst>
              <a:gd name="adj" fmla="val 4727"/>
            </a:avLst>
          </a:prstGeom>
          <a:solidFill>
            <a:srgbClr val="1E212B"/>
          </a:solidFill>
          <a:ln/>
        </p:spPr>
      </p:sp>
      <p:sp>
        <p:nvSpPr>
          <p:cNvPr id="31" name="Connector line-1792363421779-37734143"/>
          <p:cNvSpPr/>
          <p:nvPr/>
        </p:nvSpPr>
        <p:spPr>
          <a:xfrm>
            <a:off x="12573000" y="4000500"/>
            <a:ext cx="4495800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2363450" y="3895725"/>
            <a:ext cx="209550" cy="2095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63450" y="4286250"/>
            <a:ext cx="4705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VPN</a:t>
            </a:r>
            <a:r>
              <a:rPr lang="en-US" sz="18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363450" y="4667250"/>
            <a:ext cx="4705350" cy="952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Chỉ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30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vệ</a:t>
            </a: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đoạn</a:t>
            </a:r>
            <a:r>
              <a:rPr lang="en-US" sz="30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3000" dirty="0"/>
          </a:p>
        </p:txBody>
      </p:sp>
      <p:sp>
        <p:nvSpPr>
          <p:cNvPr id="35" name="Text richtext-1792363421783-272599429"/>
          <p:cNvSpPr/>
          <p:nvPr/>
        </p:nvSpPr>
        <p:spPr>
          <a:xfrm>
            <a:off x="12363450" y="5676900"/>
            <a:ext cx="4705350" cy="1619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marL="266700" indent="-190541">
              <a:lnSpc>
                <a:spcPts val="2835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1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1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100" dirty="0"/>
          </a:p>
          <a:p>
            <a:pPr algn="l" marL="266700" indent="-190541">
              <a:lnSpc>
                <a:spcPts val="2835"/>
              </a:lnSpc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Giấu</a:t>
            </a:r>
            <a:r>
              <a:rPr lang="en-US" sz="2100" dirty="0" spc="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đảm.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2363450" y="758190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3744575" y="758190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5640050" y="75819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endParaRPr lang="en-US" sz="1650" dirty="0"/>
          </a:p>
        </p:txBody>
      </p:sp>
      <p:sp>
        <p:nvSpPr>
          <p:cNvPr id="39" name="Connector line-1792363421795-281376040"/>
          <p:cNvSpPr/>
          <p:nvPr/>
        </p:nvSpPr>
        <p:spPr>
          <a:xfrm>
            <a:off x="12553950" y="8096250"/>
            <a:ext cx="200025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40" name="Connector line-1792363421795-182696195"/>
          <p:cNvSpPr/>
          <p:nvPr/>
        </p:nvSpPr>
        <p:spPr>
          <a:xfrm>
            <a:off x="14554200" y="8096250"/>
            <a:ext cx="203835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12420600" y="7962900"/>
            <a:ext cx="266700" cy="2667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14401800" y="7943850"/>
            <a:ext cx="304800" cy="3048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43" name="Shape 41"/>
          <p:cNvSpPr/>
          <p:nvPr/>
        </p:nvSpPr>
        <p:spPr>
          <a:xfrm>
            <a:off x="16459200" y="7962900"/>
            <a:ext cx="266700" cy="2667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Text 42"/>
          <p:cNvSpPr/>
          <p:nvPr/>
        </p:nvSpPr>
        <p:spPr>
          <a:xfrm>
            <a:off x="12601575" y="83820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8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4620875" y="83820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18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</a:t>
            </a:r>
            <a:endParaRPr lang="en-US" sz="1800" dirty="0"/>
          </a:p>
        </p:txBody>
      </p:sp>
      <p:sp>
        <p:nvSpPr>
          <p:cNvPr id="46" name="Connector line-1792363421799-62249174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9" name="Shape 4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0" name="Shape 4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1" name="Shape 4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2" name="Shape 5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3" name="Shape 5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4" name="Shape 52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11c2de07-23b3-440a-a613-a4023b5ac9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144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819400"/>
            <a:ext cx="9144000" cy="1809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xách</a:t>
            </a:r>
            <a:r>
              <a:rPr lang="en-US" sz="25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AllowedIPs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=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10.1.0.0/16</a:t>
            </a:r>
            <a:r>
              <a:rPr lang="en-US" sz="25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 cộng.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hầm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không?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Muốn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 VPN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 cá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762500"/>
            <a:ext cx="9144000" cy="4095750"/>
          </a:xfrm>
          <a:prstGeom prst="roundRect">
            <a:avLst>
              <a:gd name="adj" fmla="val 651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5400" y="5191125"/>
            <a:ext cx="3238500" cy="533400"/>
          </a:xfrm>
          <a:prstGeom prst="roundRect">
            <a:avLst>
              <a:gd name="adj" fmla="val 28571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5191125"/>
            <a:ext cx="323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AllowedIPs</a:t>
            </a:r>
            <a:r>
              <a:rPr lang="en-US" sz="18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18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10.1.0.0/16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95400" y="6191250"/>
            <a:ext cx="238125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191250"/>
            <a:ext cx="2381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xách</a:t>
            </a: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667500" y="5334000"/>
            <a:ext cx="3009900" cy="800100"/>
          </a:xfrm>
          <a:prstGeom prst="roundRect">
            <a:avLst>
              <a:gd name="adj" fmla="val 2381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7500" y="5334000"/>
            <a:ext cx="3009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dải</a:t>
            </a:r>
            <a:r>
              <a:rPr lang="en-US" sz="19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10.1.0.0/16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667500" y="7524750"/>
            <a:ext cx="3009900" cy="800100"/>
          </a:xfrm>
          <a:prstGeom prst="roundRect">
            <a:avLst>
              <a:gd name="adj" fmla="val 23810"/>
            </a:avLst>
          </a:prstGeom>
          <a:solidFill>
            <a:srgbClr val="E8E0CF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7500" y="7524750"/>
            <a:ext cx="30099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18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8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endParaRPr lang="en-US" sz="1800" dirty="0"/>
          </a:p>
        </p:txBody>
      </p:sp>
      <p:sp>
        <p:nvSpPr>
          <p:cNvPr id="14" name="Connector line-1792363487088-633898092"/>
          <p:cNvSpPr/>
          <p:nvPr/>
        </p:nvSpPr>
        <p:spPr>
          <a:xfrm flipV="1">
            <a:off x="3733800" y="5772150"/>
            <a:ext cx="2857500" cy="666750"/>
          </a:xfrm>
          <a:prstGeom prst="line">
            <a:avLst/>
          </a:prstGeom>
          <a:noFill/>
          <a:ln w="6667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63487088-937030655"/>
          <p:cNvSpPr/>
          <p:nvPr/>
        </p:nvSpPr>
        <p:spPr>
          <a:xfrm>
            <a:off x="3733800" y="6762750"/>
            <a:ext cx="2857500" cy="100965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05375" y="7010400"/>
            <a:ext cx="514350" cy="5143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4905375" y="7010400"/>
            <a:ext cx="5143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10591800" y="914400"/>
            <a:ext cx="6781800" cy="7905750"/>
          </a:xfrm>
          <a:prstGeom prst="roundRect">
            <a:avLst>
              <a:gd name="adj" fmla="val 3933"/>
            </a:avLst>
          </a:prstGeom>
          <a:solidFill>
            <a:srgbClr val="1F3FD1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10900" y="1485900"/>
            <a:ext cx="647700" cy="647700"/>
          </a:xfrm>
          <a:prstGeom prst="ellipse">
            <a:avLst/>
          </a:prstGeom>
          <a:solidFill>
            <a:srgbClr val="1F3FD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82350" y="1676400"/>
            <a:ext cx="323850" cy="257175"/>
          </a:xfrm>
          <a:custGeom>
            <a:avLst/>
            <a:gdLst/>
            <a:ahLst/>
            <a:cxnLst/>
            <a:rect l="l" t="t" r="r" b="b"/>
            <a:pathLst>
              <a:path w="323850" h="257175">
                <a:moveTo>
                  <a:pt x="0" y="133350"/>
                </a:moveTo>
                <a:lnTo>
                  <a:pt x="114300" y="257175"/>
                </a:lnTo>
                <a:lnTo>
                  <a:pt x="323850" y="0"/>
                </a:lnTo>
              </a:path>
            </a:pathLst>
          </a:custGeom>
          <a:ln w="571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0" y="24955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76" kern="0" dirty="0">
                <a:solidFill>
                  <a:srgbClr val="C9D3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99" kern="0" dirty="0">
                <a:solidFill>
                  <a:srgbClr val="C9D3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972800" y="2819400"/>
            <a:ext cx="6019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10972800" y="4191000"/>
            <a:ext cx="60198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5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10.1.0.0/16, nên</a:t>
            </a:r>
            <a:r>
              <a:rPr lang="en-US" sz="240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dirty="0" spc="3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thẳng.</a:t>
            </a:r>
            <a:endParaRPr lang="en-US" sz="2400" dirty="0"/>
          </a:p>
        </p:txBody>
      </p:sp>
      <p:sp>
        <p:nvSpPr>
          <p:cNvPr id="24" name="Connector line-1792363487109-830049462"/>
          <p:cNvSpPr/>
          <p:nvPr/>
        </p:nvSpPr>
        <p:spPr>
          <a:xfrm>
            <a:off x="10972800" y="5448300"/>
            <a:ext cx="6019800" cy="0"/>
          </a:xfrm>
          <a:prstGeom prst="line">
            <a:avLst/>
          </a:prstGeom>
          <a:noFill/>
          <a:ln w="19050">
            <a:solidFill>
              <a:srgbClr val="8FA2EE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0972800" y="5695950"/>
            <a:ext cx="6019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C9D3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1650" b="1" spc="222" kern="0" dirty="0">
                <a:solidFill>
                  <a:srgbClr val="C9D3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650" b="1" spc="226" kern="0" dirty="0">
                <a:solidFill>
                  <a:srgbClr val="C9D3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r>
              <a:rPr lang="en-US" sz="1650" b="1" spc="227" kern="0" dirty="0">
                <a:solidFill>
                  <a:srgbClr val="C9D3F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 TƯ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972800" y="6115050"/>
            <a:ext cx="60198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thành</a:t>
            </a:r>
            <a:r>
              <a:rPr lang="en-US" sz="24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0.0.0.0/0,</a:t>
            </a:r>
            <a:r>
              <a:rPr lang="en-US" sz="2400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VPN.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972800" y="7258050"/>
            <a:ext cx="6019800" cy="9525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không,</a:t>
            </a:r>
            <a:r>
              <a:rPr lang="en-US" sz="2100" dirty="0" spc="-1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 tới</a:t>
            </a:r>
            <a:r>
              <a:rPr lang="en-US" sz="2100" dirty="0" spc="-1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1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6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100" dirty="0" spc="-1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hầm.</a:t>
            </a:r>
            <a:endParaRPr lang="en-US" sz="2100" dirty="0"/>
          </a:p>
        </p:txBody>
      </p:sp>
      <p:sp>
        <p:nvSpPr>
          <p:cNvPr id="28" name="Connector line-1792363487118-45790403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0122cd42-ccb4-4821-98c9-997e4a7d531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14625"/>
            <a:ext cx="5334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5" name="Connector line-1792363576091-42004456"/>
          <p:cNvSpPr/>
          <p:nvPr/>
        </p:nvSpPr>
        <p:spPr>
          <a:xfrm>
            <a:off x="1428750" y="2990850"/>
            <a:ext cx="4533900" cy="0"/>
          </a:xfrm>
          <a:prstGeom prst="line">
            <a:avLst/>
          </a:prstGeom>
          <a:noFill/>
          <a:ln w="28575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71575" y="29051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0150" y="3209925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VPN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200150" y="3876675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Virtual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Private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00150" y="4286250"/>
            <a:ext cx="4762500" cy="7239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ảo:</a:t>
            </a:r>
            <a:r>
              <a:rPr lang="en-US" sz="19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hầm mã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cộng.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477000" y="2714625"/>
            <a:ext cx="5334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1" name="Connector line-1792363576101-834745322"/>
          <p:cNvSpPr/>
          <p:nvPr/>
        </p:nvSpPr>
        <p:spPr>
          <a:xfrm>
            <a:off x="6991350" y="2990850"/>
            <a:ext cx="4533900" cy="0"/>
          </a:xfrm>
          <a:prstGeom prst="line">
            <a:avLst/>
          </a:prstGeom>
          <a:noFill/>
          <a:ln w="28575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734175" y="29051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2750" y="3209925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IPsec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6762750" y="3876675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762750" y="4286250"/>
            <a:ext cx="4762500" cy="7239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19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Internet: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2039600" y="2714625"/>
            <a:ext cx="5334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7" name="Connector line-1792363576108-274717620"/>
          <p:cNvSpPr/>
          <p:nvPr/>
        </p:nvSpPr>
        <p:spPr>
          <a:xfrm>
            <a:off x="12553950" y="2990850"/>
            <a:ext cx="4533900" cy="0"/>
          </a:xfrm>
          <a:prstGeom prst="line">
            <a:avLst/>
          </a:prstGeom>
          <a:noFill/>
          <a:ln w="28575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2296775" y="29051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25350" y="3209925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2325350" y="3876675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325350" y="4286250"/>
            <a:ext cx="4762500" cy="7239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Internet: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9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950" dirty="0" spc="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400" y="5286375"/>
            <a:ext cx="5334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23" name="Connector line-1792363576115-268560758"/>
          <p:cNvSpPr/>
          <p:nvPr/>
        </p:nvSpPr>
        <p:spPr>
          <a:xfrm>
            <a:off x="1428750" y="5562600"/>
            <a:ext cx="4533900" cy="0"/>
          </a:xfrm>
          <a:prstGeom prst="line">
            <a:avLst/>
          </a:prstGeom>
          <a:noFill/>
          <a:ln w="28575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171575" y="54768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0150" y="5781675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9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3900" dirty="0"/>
          </a:p>
        </p:txBody>
      </p:sp>
      <p:sp>
        <p:nvSpPr>
          <p:cNvPr id="26" name="Text 24"/>
          <p:cNvSpPr/>
          <p:nvPr/>
        </p:nvSpPr>
        <p:spPr>
          <a:xfrm>
            <a:off x="1200150" y="6448425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200150" y="6858000"/>
            <a:ext cx="4762500" cy="7239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8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9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95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477000" y="5286375"/>
            <a:ext cx="5334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29" name="Connector line-1792363576123-931483015"/>
          <p:cNvSpPr/>
          <p:nvPr/>
        </p:nvSpPr>
        <p:spPr>
          <a:xfrm>
            <a:off x="6991350" y="5562600"/>
            <a:ext cx="4533900" cy="0"/>
          </a:xfrm>
          <a:prstGeom prst="line">
            <a:avLst/>
          </a:prstGeom>
          <a:noFill/>
          <a:ln w="28575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6734175" y="54768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2750" y="5781675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3900" dirty="0"/>
          </a:p>
        </p:txBody>
      </p:sp>
      <p:sp>
        <p:nvSpPr>
          <p:cNvPr id="32" name="Text 30"/>
          <p:cNvSpPr/>
          <p:nvPr/>
        </p:nvSpPr>
        <p:spPr>
          <a:xfrm>
            <a:off x="6762750" y="6448425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Mozilla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762750" y="6858000"/>
            <a:ext cx="4762500" cy="7239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5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 của MDN</a:t>
            </a:r>
            <a:r>
              <a:rPr lang="en-US" sz="1950" dirty="0" spc="-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Docs,</a:t>
            </a:r>
            <a:r>
              <a:rPr lang="en-US" sz="19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dirty="0" spc="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9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web.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2039600" y="5286375"/>
            <a:ext cx="533400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35" name="Text 33"/>
          <p:cNvSpPr/>
          <p:nvPr/>
        </p:nvSpPr>
        <p:spPr>
          <a:xfrm>
            <a:off x="12325350" y="55245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MÀU</a:t>
            </a:r>
            <a:r>
              <a:rPr lang="en-US" sz="1650" b="1" spc="21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22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2344400" y="5981700"/>
            <a:ext cx="228600" cy="2286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37" name="Text 35"/>
          <p:cNvSpPr/>
          <p:nvPr/>
        </p:nvSpPr>
        <p:spPr>
          <a:xfrm>
            <a:off x="12744450" y="592455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8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Truy</a:t>
            </a:r>
            <a:r>
              <a:rPr lang="en-US" sz="195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cập từ</a:t>
            </a:r>
            <a:r>
              <a:rPr lang="en-US" sz="1950" dirty="0" spc="-2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xa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2344400" y="6381750"/>
            <a:ext cx="228600" cy="2286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9" name="Text 37"/>
          <p:cNvSpPr/>
          <p:nvPr/>
        </p:nvSpPr>
        <p:spPr>
          <a:xfrm>
            <a:off x="12744450" y="632460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Nối</a:t>
            </a:r>
            <a:r>
              <a:rPr lang="en-US" sz="195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195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2344400" y="6781800"/>
            <a:ext cx="228600" cy="228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41" name="Text 39"/>
          <p:cNvSpPr/>
          <p:nvPr/>
        </p:nvSpPr>
        <p:spPr>
          <a:xfrm>
            <a:off x="12744450" y="672465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VPN</a:t>
            </a:r>
            <a:r>
              <a:rPr lang="en-US" sz="1950" dirty="0" spc="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r>
              <a:rPr lang="en-US" sz="1950" dirty="0" spc="-4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</a:t>
            </a:r>
            <a:r>
              <a:rPr lang="en-US" sz="195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 nhân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2344400" y="7181850"/>
            <a:ext cx="228600" cy="2286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Text 41"/>
          <p:cNvSpPr/>
          <p:nvPr/>
        </p:nvSpPr>
        <p:spPr>
          <a:xfrm>
            <a:off x="12744450" y="712470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7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dirty="0" spc="0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dirty="0" spc="-3" kern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914400" y="79248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914400" y="826770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 ·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OpenVPN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WireGuard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Linux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strongSwan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MDN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21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Zero</a:t>
            </a:r>
            <a:r>
              <a:rPr lang="en-US" sz="21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Trust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914400" y="8763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 Hình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họa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47" name="Connector line-1792363576145-89310156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9" name="Shape 4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0" name="Shape 4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1" name="Shape 4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2" name="Shape 5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3" name="Shape 5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4" name="Shape 5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5" name="Shape 53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6" name="Shape 5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7" name="Shape 55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8" name="Text 56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2b936524-efa2-453d-891e-524d5f4a9d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2026-10-18T23:14:56Z</dcterms:created>
  <dcterms:modified xsi:type="dcterms:W3CDTF">2026-10-18T23:14:56Z</dcterms:modified>
</cp:coreProperties>
</file>