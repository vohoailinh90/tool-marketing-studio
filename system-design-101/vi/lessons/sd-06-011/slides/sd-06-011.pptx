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Memcached</a:t>
            </a:r>
            <a:r>
              <a:rPr lang="en-US" sz="8100" dirty="0" spc="-8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Redis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memcached:</a:t>
            </a:r>
            <a:r>
              <a:rPr lang="en-US" sz="28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8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trị.</a:t>
            </a:r>
            <a:r>
              <a:rPr lang="en-US" sz="285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Redis:</a:t>
            </a:r>
            <a:r>
              <a:rPr lang="en-US" sz="28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8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6191250"/>
            <a:ext cx="5181600" cy="2286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Giống nhau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6553200" y="6191250"/>
            <a:ext cx="5181600" cy="2286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Khác</a:t>
            </a:r>
            <a:r>
              <a:rPr lang="en-US" sz="39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nhau,</a:t>
            </a:r>
            <a:r>
              <a:rPr lang="en-US" sz="3900" dirty="0" spc="1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39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2192000" y="6191250"/>
            <a:ext cx="5181600" cy="2286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Bitmap</a:t>
            </a:r>
            <a:r>
              <a:rPr lang="en-US" sz="39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3900" dirty="0" spc="-1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Redis</a:t>
            </a:r>
            <a:endParaRPr lang="en-US" sz="3900" dirty="0"/>
          </a:p>
        </p:txBody>
      </p:sp>
      <p:sp>
        <p:nvSpPr>
          <p:cNvPr id="8" name="Shape 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9" name="Moda image moda-export-watermark-ea1c5349-076a-46b9-904e-e687fb28c64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Redis:</a:t>
            </a:r>
            <a:r>
              <a:rPr lang="en-US" sz="63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memcached</a:t>
            </a:r>
            <a:r>
              <a:rPr lang="en-US" sz="63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phức</a:t>
            </a: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tạp</a:t>
            </a:r>
            <a:r>
              <a:rPr lang="en-US" sz="63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8001000" cy="4000500"/>
          </a:xfrm>
          <a:prstGeom prst="roundRect">
            <a:avLst>
              <a:gd name="adj" fmla="val 5714"/>
            </a:avLst>
          </a:prstGeom>
          <a:solidFill>
            <a:srgbClr val="E8E0CF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619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MEMCACHED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4286250"/>
            <a:ext cx="7239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Chỉ</a:t>
            </a:r>
            <a:r>
              <a:rPr lang="en-US" sz="34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đặt</a:t>
            </a:r>
            <a:r>
              <a:rPr lang="en-US" sz="3450" dirty="0" spc="-3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3450" dirty="0" spc="-1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lấy.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9372600" y="3238500"/>
            <a:ext cx="8001000" cy="4000500"/>
          </a:xfrm>
          <a:prstGeom prst="roundRect">
            <a:avLst>
              <a:gd name="adj" fmla="val 5714"/>
            </a:avLst>
          </a:prstGeom>
          <a:solidFill>
            <a:srgbClr val="1F3FD1"/>
          </a:solidFill>
          <a:ln/>
        </p:spPr>
      </p:sp>
      <p:sp>
        <p:nvSpPr>
          <p:cNvPr id="8" name="Text 6"/>
          <p:cNvSpPr/>
          <p:nvPr/>
        </p:nvSpPr>
        <p:spPr>
          <a:xfrm>
            <a:off x="9791700" y="3619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791700" y="4286250"/>
            <a:ext cx="7239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Thao</a:t>
            </a:r>
            <a:r>
              <a:rPr lang="en-US" sz="3450" dirty="0" spc="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tác</a:t>
            </a:r>
            <a:r>
              <a:rPr lang="en-US" sz="3450" dirty="0" spc="-17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trên</a:t>
            </a:r>
            <a:r>
              <a:rPr lang="en-US" sz="3450" dirty="0" spc="-7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list,</a:t>
            </a:r>
            <a:r>
              <a:rPr lang="en-US" sz="3450" dirty="0" spc="-1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set</a:t>
            </a:r>
            <a:r>
              <a:rPr lang="en-US" sz="3450" dirty="0" spc="-3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3450" dirty="0" spc="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các</a:t>
            </a:r>
            <a:r>
              <a:rPr lang="en-US" sz="3450" dirty="0" spc="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cấu</a:t>
            </a:r>
            <a:r>
              <a:rPr lang="en-US" sz="3450" dirty="0" spc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trúc</a:t>
            </a:r>
            <a:r>
              <a:rPr lang="en-US" sz="345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có</a:t>
            </a:r>
            <a:r>
              <a:rPr lang="en-US" sz="3450" dirty="0" spc="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thứ tự.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914400" y="79057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4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40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4" name="Shape 1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5" name="Shape 1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0" name="Text 18"/>
          <p:cNvSpPr/>
          <p:nvPr/>
        </p:nvSpPr>
        <p:spPr>
          <a:xfrm>
            <a:off x="34480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49267cb7-8e0b-4c6b-8398-c59d0575421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GIỐNG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238250"/>
            <a:ext cx="114300" cy="25717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1238250"/>
            <a:ext cx="160401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Cả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9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nhớ,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Đẩy</a:t>
            </a:r>
            <a:r>
              <a:rPr lang="en-US" sz="300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khóa</a:t>
            </a:r>
            <a:r>
              <a:rPr lang="en-US" sz="300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cũ</a:t>
            </a:r>
            <a:r>
              <a:rPr lang="en-US" sz="300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khi</a:t>
            </a:r>
            <a:r>
              <a:rPr lang="en-US" sz="30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đầy:</a:t>
            </a:r>
            <a:r>
              <a:rPr lang="en-US" sz="300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memcached</a:t>
            </a:r>
            <a:r>
              <a:rPr lang="en-US" sz="30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làm</a:t>
            </a:r>
            <a:r>
              <a:rPr lang="en-US" sz="30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sẵn,</a:t>
            </a:r>
            <a:r>
              <a:rPr lang="en-US" sz="3000" dirty="0" spc="-2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Redis</a:t>
            </a:r>
            <a:r>
              <a:rPr lang="en-US" sz="300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phải</a:t>
            </a:r>
            <a:r>
              <a:rPr lang="en-US" sz="300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cấu</a:t>
            </a:r>
            <a:r>
              <a:rPr lang="en-US" sz="30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hình.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7" name="Shape 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8" name="Shape 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9" name="Shape 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0" name="Shape 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1" name="Shape 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2" name="Shape 1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3" name="Shape 1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4" name="Shape 1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5" name="Text 13"/>
          <p:cNvSpPr/>
          <p:nvPr/>
        </p:nvSpPr>
        <p:spPr>
          <a:xfrm>
            <a:off x="34480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03/09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f902acea-cadc-4b7e-b2e5-7198d448d4c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NHAU,</a:t>
            </a:r>
            <a:r>
              <a:rPr lang="en-US" sz="1950" b="1" spc="27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biệt</a:t>
            </a:r>
            <a:r>
              <a:rPr lang="en-US" sz="63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4953000" y="27622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MEMCACHED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239500" y="27622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323850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238500"/>
            <a:ext cx="114300" cy="1143000"/>
          </a:xfrm>
          <a:prstGeom prst="rect">
            <a:avLst/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3600450"/>
            <a:ext cx="342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Giá</a:t>
            </a:r>
            <a:r>
              <a:rPr lang="en-US" sz="2400" dirty="0" spc="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953000" y="3476625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Khối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byte,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1239500" y="3476625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Hash,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list,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set,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sorted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set,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bitmap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14400" y="457200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4572000"/>
            <a:ext cx="114300" cy="1143000"/>
          </a:xfrm>
          <a:prstGeom prst="rect">
            <a:avLst/>
          </a:prstGeom>
          <a:solidFill>
            <a:srgbClr val="7C9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4933950"/>
            <a:ext cx="342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Giá</a:t>
            </a:r>
            <a:r>
              <a:rPr lang="en-US" sz="2400" dirty="0" spc="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trị</a:t>
            </a:r>
            <a:r>
              <a:rPr lang="en-US" sz="2400" dirty="0" spc="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</a:t>
            </a:r>
            <a:r>
              <a:rPr lang="en-US" sz="240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MiB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953000" y="4810125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(mặc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2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MiB)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1239500" y="4810125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590550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5905500"/>
            <a:ext cx="114300" cy="1143000"/>
          </a:xfrm>
          <a:prstGeom prst="rect">
            <a:avLst/>
          </a:prstGeom>
          <a:solidFill>
            <a:srgbClr val="7C93FF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500" y="6267450"/>
            <a:ext cx="342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Khởi</a:t>
            </a:r>
            <a:r>
              <a:rPr lang="en-US" sz="2400" dirty="0" spc="-9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động</a:t>
            </a:r>
            <a:r>
              <a:rPr lang="en-US" sz="240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lại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953000" y="6143625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1239500" y="6143625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lại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chụp</a:t>
            </a:r>
            <a:r>
              <a:rPr lang="en-US" sz="22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14400" y="723900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7239000"/>
            <a:ext cx="114300" cy="1143000"/>
          </a:xfrm>
          <a:prstGeom prst="rect">
            <a:avLst/>
          </a:prstGeom>
          <a:solidFill>
            <a:srgbClr val="7C93FF"/>
          </a:solidFill>
          <a:ln/>
        </p:spPr>
      </p:sp>
      <p:sp>
        <p:nvSpPr>
          <p:cNvPr id="23" name="Text 21"/>
          <p:cNvSpPr/>
          <p:nvPr/>
        </p:nvSpPr>
        <p:spPr>
          <a:xfrm>
            <a:off x="1333500" y="7600950"/>
            <a:ext cx="342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Luồng</a:t>
            </a:r>
            <a:r>
              <a:rPr lang="en-US" sz="2400" dirty="0" spc="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xử</a:t>
            </a:r>
            <a:r>
              <a:rPr lang="en-US" sz="2400" dirty="0" spc="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lý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953000" y="7477125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1239500" y="7477125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 chính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7" name="Shape 2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8" name="Shape 2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9" name="Shape 2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0" name="Shape 2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1" name="Shape 2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2" name="Shape 3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3" name="Shape 3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4" name="Shape 3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5" name="Text 33"/>
          <p:cNvSpPr/>
          <p:nvPr/>
        </p:nvSpPr>
        <p:spPr>
          <a:xfrm>
            <a:off x="34480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72680986-fda1-44d8-9a50-5cbd568ef36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BITMAP</a:t>
            </a:r>
            <a:r>
              <a:rPr lang="en-US" sz="1950" b="1" spc="28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3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63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bit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164592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125</a:t>
            </a:r>
            <a:r>
              <a:rPr lang="en-US" sz="18000" dirty="0" spc="-3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nghìn</a:t>
            </a:r>
            <a:r>
              <a:rPr lang="en-US" sz="18000" dirty="0" spc="-4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byte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30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dùng,</a:t>
            </a:r>
            <a:r>
              <a:rPr lang="en-US" sz="30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300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nghìn</a:t>
            </a:r>
            <a:r>
              <a:rPr lang="en-US" sz="30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7239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3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Redis</a:t>
            </a:r>
            <a:r>
              <a:rPr lang="en-US" sz="2850" dirty="0" spc="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báo</a:t>
            </a:r>
            <a:r>
              <a:rPr lang="en-US" sz="285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dùng</a:t>
            </a:r>
            <a:r>
              <a:rPr lang="en-US" sz="2850" dirty="0" spc="-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khoảng</a:t>
            </a:r>
            <a:r>
              <a:rPr lang="en-US" sz="285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164</a:t>
            </a:r>
            <a:r>
              <a:rPr lang="en-US" sz="285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nghìn</a:t>
            </a:r>
            <a:r>
              <a:rPr lang="en-US" sz="2850" dirty="0" spc="-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byte.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8" name="Shape 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9" name="Shape 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0" name="Shape 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1" name="Shape 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2" name="Shape 1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3" name="Shape 1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4" name="Shape 1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6" name="Text 14"/>
          <p:cNvSpPr/>
          <p:nvPr/>
        </p:nvSpPr>
        <p:spPr>
          <a:xfrm>
            <a:off x="34480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e6a4cc49-21ab-467d-a5c1-3c792140c75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143250"/>
            <a:ext cx="666750" cy="66675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286125"/>
            <a:ext cx="66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190750" y="3190875"/>
            <a:ext cx="1485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nhỏ: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memcached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đủ.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14400" y="4381500"/>
            <a:ext cx="1645920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4667250"/>
            <a:ext cx="666750" cy="66675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810125"/>
            <a:ext cx="66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190750" y="4714875"/>
            <a:ext cx="1485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 cấu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MiB:</a:t>
            </a:r>
            <a:r>
              <a:rPr lang="en-US" sz="28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Redis.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14400" y="5905500"/>
            <a:ext cx="1645920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6191250"/>
            <a:ext cx="666750" cy="66675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6334125"/>
            <a:ext cx="66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190750" y="6238875"/>
            <a:ext cx="1485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 dữ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lại:</a:t>
            </a:r>
            <a:r>
              <a:rPr lang="en-US" sz="28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Redis,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kỹ.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7715250"/>
            <a:ext cx="666750" cy="66675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7858125"/>
            <a:ext cx="66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190750" y="7762875"/>
            <a:ext cx="1485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hạn: chỉ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8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8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độ.</a:t>
            </a:r>
            <a:endParaRPr lang="en-US" sz="2850" dirty="0"/>
          </a:p>
        </p:txBody>
      </p:sp>
      <p:sp>
        <p:nvSpPr>
          <p:cNvPr id="20" name="Shape 1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2" name="Shape 2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3" name="Shape 2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4" name="Shape 2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5" name="Shape 2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7" name="Shape 2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8" name="Shape 2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9" name="Text 27"/>
          <p:cNvSpPr/>
          <p:nvPr/>
        </p:nvSpPr>
        <p:spPr>
          <a:xfrm>
            <a:off x="34480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b8ff919d-9020-4ad1-af12-2d7fb9433e1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Đếm</a:t>
            </a:r>
            <a:r>
              <a:rPr lang="en-US" sz="63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lượt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thích,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lấy</a:t>
            </a: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</a:t>
            </a: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3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5334000" y="2762250"/>
            <a:ext cx="590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ĐẾM</a:t>
            </a:r>
            <a:r>
              <a:rPr lang="en-US" sz="1950" b="1" spc="20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620500" y="27622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6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950" b="1" spc="21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18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1950" b="1" spc="18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3238500"/>
            <a:ext cx="16459200" cy="2190750"/>
          </a:xfrm>
          <a:prstGeom prst="roundRect">
            <a:avLst>
              <a:gd name="adj" fmla="val 869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238500"/>
            <a:ext cx="114300" cy="21907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4095750"/>
            <a:ext cx="381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memcached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334000" y="38100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incr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620500" y="3810000"/>
            <a:ext cx="5524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sắp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xếp:</a:t>
            </a:r>
            <a:r>
              <a:rPr lang="en-US" sz="2400" dirty="0" spc="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tự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sắp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14400" y="5715000"/>
            <a:ext cx="16459200" cy="2190750"/>
          </a:xfrm>
          <a:prstGeom prst="roundRect">
            <a:avLst>
              <a:gd name="adj" fmla="val 8696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715000"/>
            <a:ext cx="114300" cy="21907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6572250"/>
            <a:ext cx="381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Redis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5334000" y="62865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Sorted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set: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ZINCRBY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4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620500" y="6286500"/>
            <a:ext cx="5524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sorted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set: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ZREVRANGE</a:t>
            </a:r>
            <a:r>
              <a:rPr lang="en-US" sz="24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...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0" name="Shape 1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2" name="Shape 2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4" name="Shape 2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5" name="Text 23"/>
          <p:cNvSpPr/>
          <p:nvPr/>
        </p:nvSpPr>
        <p:spPr>
          <a:xfrm>
            <a:off x="34480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a91a76a9-a43e-4a21-9d92-b0be31a2d9e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1950" b="1" spc="28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 chạy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Bài</a:t>
            </a:r>
            <a:r>
              <a:rPr lang="en-US" sz="3000" dirty="0" spc="-7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nguồn:</a:t>
            </a:r>
            <a:r>
              <a:rPr lang="en-US" sz="3000" dirty="0" spc="-1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r>
              <a:rPr lang="en-US" sz="300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hình</a:t>
            </a:r>
            <a:r>
              <a:rPr lang="en-US" sz="3000" dirty="0" spc="-28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3000" dirty="0" spc="-1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bốn</a:t>
            </a:r>
            <a:r>
              <a:rPr lang="en-US" sz="300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ví</a:t>
            </a:r>
            <a:r>
              <a:rPr lang="en-US" sz="300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62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Bài</a:t>
            </a:r>
            <a:r>
              <a:rPr lang="en-US" sz="300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này:</a:t>
            </a:r>
            <a:r>
              <a:rPr lang="en-US" sz="300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chạy</a:t>
            </a:r>
            <a:r>
              <a:rPr lang="en-US" sz="300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cả</a:t>
            </a:r>
            <a:r>
              <a:rPr lang="en-US" sz="30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hai</a:t>
            </a:r>
            <a:r>
              <a:rPr lang="en-US" sz="300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phần</a:t>
            </a:r>
            <a:r>
              <a:rPr lang="en-US" sz="300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mềm,</a:t>
            </a:r>
            <a:r>
              <a:rPr lang="en-US" sz="300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đo</a:t>
            </a:r>
            <a:r>
              <a:rPr lang="en-US" sz="30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ví</a:t>
            </a:r>
            <a:r>
              <a:rPr lang="en-US" sz="30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dụ</a:t>
            </a:r>
            <a:r>
              <a:rPr lang="en-US" sz="30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bitmap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6477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4A4E5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6" kern="0">
                <a:solidFill>
                  <a:srgbClr val="9AA0B5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Không</a:t>
            </a:r>
            <a:r>
              <a:rPr lang="en-US" sz="3000" dirty="0" spc="0" kern="0">
                <a:solidFill>
                  <a:srgbClr val="9AA0B5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bàn:</a:t>
            </a:r>
            <a:r>
              <a:rPr lang="en-US" sz="3000" dirty="0" spc="-5" kern="0">
                <a:solidFill>
                  <a:srgbClr val="9AA0B5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tốc</a:t>
            </a:r>
            <a:r>
              <a:rPr lang="en-US" sz="3000" dirty="0" spc="4" kern="0">
                <a:solidFill>
                  <a:srgbClr val="9AA0B5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độ,</a:t>
            </a:r>
            <a:r>
              <a:rPr lang="en-US" sz="3000" dirty="0" spc="6" kern="0">
                <a:solidFill>
                  <a:srgbClr val="9AA0B5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sao</a:t>
            </a:r>
            <a:r>
              <a:rPr lang="en-US" sz="3000" dirty="0" spc="-9" kern="0">
                <a:solidFill>
                  <a:srgbClr val="9AA0B5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chép</a:t>
            </a:r>
            <a:r>
              <a:rPr lang="en-US" sz="3000" dirty="0" spc="0" kern="0">
                <a:solidFill>
                  <a:srgbClr val="9AA0B5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dữ liệu,</a:t>
            </a:r>
            <a:r>
              <a:rPr lang="en-US" sz="3000" dirty="0" spc="-9" kern="0">
                <a:solidFill>
                  <a:srgbClr val="9AA0B5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chạy</a:t>
            </a:r>
            <a:r>
              <a:rPr lang="en-US" sz="3000" dirty="0" spc="4" kern="0">
                <a:solidFill>
                  <a:srgbClr val="9AA0B5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cụm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8" name="Shape 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9" name="Shape 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0" name="Shape 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1" name="Shape 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2" name="Shape 1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3" name="Shape 1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4" name="Shape 1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5" name="Shape 1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6" name="Text 14"/>
          <p:cNvSpPr/>
          <p:nvPr/>
        </p:nvSpPr>
        <p:spPr>
          <a:xfrm>
            <a:off x="34480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8fb501d8-bdb6-46c4-964b-7f3e2058430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2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51816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MiB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4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mebibyte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53200" y="1333500"/>
            <a:ext cx="51816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MB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megabyte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192000" y="1333500"/>
            <a:ext cx="51816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RDB</a:t>
            </a:r>
            <a:r>
              <a:rPr lang="en-US" sz="24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chụp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429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4000500"/>
            <a:ext cx="8001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100" b="1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2100" b="1" dirty="0" spc="-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nguồn)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372600" y="4000500"/>
            <a:ext cx="8001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2100" b="1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7.0.15 (README)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5143500"/>
            <a:ext cx="8001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memcached</a:t>
            </a:r>
            <a:r>
              <a:rPr lang="en-US" sz="2100" b="1" dirty="0" spc="-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1.6.24</a:t>
            </a:r>
            <a:r>
              <a:rPr lang="en-US" sz="2100" b="1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(README)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372600" y="5143500"/>
            <a:ext cx="8001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memcached</a:t>
            </a:r>
            <a:r>
              <a:rPr lang="en-US" sz="2100" b="1" dirty="0" spc="-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1.6.24</a:t>
            </a:r>
            <a:r>
              <a:rPr lang="en-US" sz="2100" b="1" dirty="0" spc="-6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(mô</a:t>
            </a:r>
            <a:r>
              <a:rPr lang="en-US" sz="2100" b="1" dirty="0" spc="-7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100" b="1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100" b="1" dirty="0" spc="5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thức)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4" name="Shape 1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Shape 1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34480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6dbb6e8d-93ec-4200-84be-b97664cdb36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2026-10-19T12:34:24Z</dcterms:created>
  <dcterms:modified xsi:type="dcterms:W3CDTF">2026-10-19T12:34:24Z</dcterms:modified>
</cp:coreProperties>
</file>