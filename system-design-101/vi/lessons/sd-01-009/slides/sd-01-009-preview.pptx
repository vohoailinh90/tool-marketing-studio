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8288000" cy="10287000"/>
  <p:notesSz cx="10287000" cy="18288000"/>
  <p:embeddedFontLst>
    <p:embeddedFont>
      <p:font typeface="Be Vietnam Pro"/>
      <p:regular r:id="rId19"/>
      <p:bold r:id="rId17"/>
    </p:embeddedFont>
    <p:embeddedFont>
      <p:font typeface="Bricolage Grotesque ExtraBold"/>
      <p:regular r:id="rId18"/>
    </p:embeddedFont>
    <p:embeddedFont>
      <p:font typeface="Be Vietnam Pro ExtraBold"/>
      <p:regular r:id="rId2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7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524000"/>
            <a:ext cx="8191500" cy="3238500"/>
          </a:xfrm>
          <a:prstGeom prst="rect">
            <a:avLst/>
          </a:prstGeom>
          <a:noFill/>
          <a:ln/>
        </p:spPr>
        <p:txBody>
          <a:bodyPr wrap="square" lIns="0" tIns="60613" rIns="0" bIns="-60613" rtlCol="0" anchor="t"/>
          <a:lstStyle/>
          <a:p>
            <a:pPr algn="l" indent="0" marL="0">
              <a:lnSpc>
                <a:spcPts val="7422"/>
              </a:lnSpc>
              <a:buNone/>
            </a:pPr>
            <a:r>
              <a:rPr lang="en-US" sz="7069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Vì</a:t>
            </a:r>
            <a:r>
              <a:rPr lang="en-US" sz="7069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sao</a:t>
            </a:r>
            <a:r>
              <a:rPr lang="en-US" sz="7069" dirty="0" spc="-5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HTTP/2</a:t>
            </a:r>
            <a:r>
              <a:rPr lang="en-US" sz="7069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nhanh</a:t>
            </a:r>
            <a:r>
              <a:rPr lang="en-US" sz="7069" dirty="0" spc="-4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hơn</a:t>
            </a:r>
            <a:r>
              <a:rPr lang="en-US" sz="7069" dirty="0" spc="-4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HTTP/1?</a:t>
            </a:r>
            <a:endParaRPr lang="en-US" sz="7069" dirty="0"/>
          </a:p>
        </p:txBody>
      </p:sp>
      <p:sp>
        <p:nvSpPr>
          <p:cNvPr id="4" name="Text 2"/>
          <p:cNvSpPr/>
          <p:nvPr/>
        </p:nvSpPr>
        <p:spPr>
          <a:xfrm>
            <a:off x="914400" y="5143500"/>
            <a:ext cx="7810500" cy="1619250"/>
          </a:xfrm>
          <a:prstGeom prst="rect">
            <a:avLst/>
          </a:prstGeom>
          <a:noFill/>
          <a:ln/>
        </p:spPr>
        <p:txBody>
          <a:bodyPr wrap="square" lIns="0" tIns="9700" rIns="0" bIns="-9700" rtlCol="0" anchor="t"/>
          <a:lstStyle/>
          <a:p>
            <a:pPr algn="l" indent="0" marL="0">
              <a:lnSpc>
                <a:spcPts val="3443"/>
              </a:lnSpc>
              <a:buNone/>
            </a:pPr>
            <a:r>
              <a:rPr lang="en-US" sz="2550" dirty="0" spc="-2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HTTP/2</a:t>
            </a:r>
            <a:r>
              <a:rPr lang="en-US" sz="25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nhanh hơn nhờ</a:t>
            </a:r>
            <a:r>
              <a:rPr lang="en-US" sz="2550" dirty="0" spc="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r>
              <a:rPr lang="en-US" sz="25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r>
              <a:rPr lang="en-US" sz="2550" dirty="0" spc="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đóng</a:t>
            </a:r>
            <a:r>
              <a:rPr lang="en-US" sz="2550" dirty="0" spc="-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gói</a:t>
            </a:r>
            <a:r>
              <a:rPr lang="en-US" sz="2550" dirty="0" spc="-1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4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gửi</a:t>
            </a:r>
            <a:r>
              <a:rPr lang="en-US" sz="25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thông</a:t>
            </a:r>
            <a:r>
              <a:rPr lang="en-US" sz="2550" dirty="0" spc="1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điệp,</a:t>
            </a:r>
            <a:r>
              <a:rPr lang="en-US" sz="25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 nhờ</a:t>
            </a:r>
            <a:r>
              <a:rPr lang="en-US" sz="2550" dirty="0" spc="-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mẹo</a:t>
            </a:r>
            <a:r>
              <a:rPr lang="en-US" sz="2550" dirty="0" spc="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</a:t>
            </a:r>
            <a:r>
              <a:rPr lang="en-US" sz="25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lẻ.</a:t>
            </a:r>
            <a:endParaRPr lang="en-US" sz="2550" dirty="0"/>
          </a:p>
        </p:txBody>
      </p:sp>
      <p:sp>
        <p:nvSpPr>
          <p:cNvPr id="5" name="Connector line-1792293487321-7888022"/>
          <p:cNvSpPr/>
          <p:nvPr/>
        </p:nvSpPr>
        <p:spPr>
          <a:xfrm>
            <a:off x="914400" y="7239000"/>
            <a:ext cx="7810500" cy="0"/>
          </a:xfrm>
          <a:prstGeom prst="line">
            <a:avLst/>
          </a:prstGeom>
          <a:noFill/>
          <a:ln w="19050">
            <a:solidFill>
              <a:srgbClr val="2D3140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914400" y="7467600"/>
            <a:ext cx="7810500" cy="762000"/>
          </a:xfrm>
          <a:prstGeom prst="rect">
            <a:avLst/>
          </a:prstGeom>
          <a:noFill/>
          <a:ln/>
        </p:spPr>
        <p:txBody>
          <a:bodyPr wrap="square" lIns="0" tIns="7414" rIns="0" bIns="-7414" rtlCol="0" anchor="t"/>
          <a:lstStyle/>
          <a:p>
            <a:pPr algn="l" indent="0" marL="0">
              <a:lnSpc>
                <a:spcPts val="2633"/>
              </a:lnSpc>
              <a:buNone/>
            </a:pPr>
            <a:r>
              <a:rPr lang="en-US" sz="1950" dirty="0" spc="1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Nhưng</a:t>
            </a:r>
            <a:r>
              <a:rPr lang="en-US" sz="1950" dirty="0" spc="-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vài</a:t>
            </a:r>
            <a:r>
              <a:rPr lang="en-US" sz="19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tính</a:t>
            </a:r>
            <a:r>
              <a:rPr lang="en-US" sz="19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năng</a:t>
            </a:r>
            <a:r>
              <a:rPr lang="en-US" sz="1950" dirty="0" spc="-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hay</a:t>
            </a:r>
            <a:r>
              <a:rPr lang="en-US" sz="195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19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nêu</a:t>
            </a:r>
            <a:r>
              <a:rPr lang="en-US" sz="1950" dirty="0" spc="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1950" dirty="0" spc="-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thay</a:t>
            </a:r>
            <a:r>
              <a:rPr lang="en-US" sz="1950" dirty="0" spc="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đổi,</a:t>
            </a:r>
            <a:r>
              <a:rPr lang="en-US" sz="1950" dirty="0" spc="-1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“nhanh</a:t>
            </a:r>
            <a:r>
              <a:rPr lang="en-US" sz="19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hơn”</a:t>
            </a:r>
            <a:r>
              <a:rPr lang="en-US" sz="19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còn tùy</a:t>
            </a:r>
            <a:r>
              <a:rPr lang="en-US" sz="19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tình huống.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9525000" y="2381250"/>
            <a:ext cx="7848600" cy="5048250"/>
          </a:xfrm>
          <a:prstGeom prst="roundRect">
            <a:avLst>
              <a:gd name="adj" fmla="val 10566"/>
            </a:avLst>
          </a:prstGeom>
          <a:solidFill>
            <a:srgbClr val="1E212B"/>
          </a:solidFill>
          <a:ln w="28575">
            <a:solidFill>
              <a:srgbClr val="5B607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906000" y="255270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197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1800" b="1" spc="225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 NỐI</a:t>
            </a:r>
            <a:r>
              <a:rPr lang="en-US" sz="1800" b="1" spc="204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TCP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9906000" y="3143250"/>
            <a:ext cx="7086600" cy="1143000"/>
          </a:xfrm>
          <a:prstGeom prst="roundRect">
            <a:avLst>
              <a:gd name="adj" fmla="val 25000"/>
            </a:avLst>
          </a:prstGeom>
          <a:solidFill>
            <a:srgbClr val="14161C"/>
          </a:solidFill>
          <a:ln/>
        </p:spPr>
      </p:sp>
      <p:sp>
        <p:nvSpPr>
          <p:cNvPr id="10" name="Shape 8"/>
          <p:cNvSpPr/>
          <p:nvPr/>
        </p:nvSpPr>
        <p:spPr>
          <a:xfrm>
            <a:off x="9906000" y="4476750"/>
            <a:ext cx="7086600" cy="1143000"/>
          </a:xfrm>
          <a:prstGeom prst="roundRect">
            <a:avLst>
              <a:gd name="adj" fmla="val 25000"/>
            </a:avLst>
          </a:prstGeom>
          <a:solidFill>
            <a:srgbClr val="14161C"/>
          </a:solidFill>
          <a:ln/>
        </p:spPr>
      </p:sp>
      <p:sp>
        <p:nvSpPr>
          <p:cNvPr id="11" name="Shape 9"/>
          <p:cNvSpPr/>
          <p:nvPr/>
        </p:nvSpPr>
        <p:spPr>
          <a:xfrm>
            <a:off x="9906000" y="5810250"/>
            <a:ext cx="7086600" cy="1143000"/>
          </a:xfrm>
          <a:prstGeom prst="roundRect">
            <a:avLst>
              <a:gd name="adj" fmla="val 25000"/>
            </a:avLst>
          </a:prstGeom>
          <a:solidFill>
            <a:srgbClr val="14161C"/>
          </a:solidFill>
          <a:ln/>
        </p:spPr>
      </p:sp>
      <p:sp>
        <p:nvSpPr>
          <p:cNvPr id="12" name="Shape 10"/>
          <p:cNvSpPr/>
          <p:nvPr/>
        </p:nvSpPr>
        <p:spPr>
          <a:xfrm>
            <a:off x="10191750" y="3352800"/>
            <a:ext cx="1143000" cy="723900"/>
          </a:xfrm>
          <a:prstGeom prst="roundRect">
            <a:avLst>
              <a:gd name="adj" fmla="val 21053"/>
            </a:avLst>
          </a:prstGeom>
          <a:solidFill>
            <a:srgbClr val="3DD6A0"/>
          </a:solidFill>
          <a:ln/>
        </p:spPr>
      </p:sp>
      <p:sp>
        <p:nvSpPr>
          <p:cNvPr id="13" name="Shape 11"/>
          <p:cNvSpPr/>
          <p:nvPr/>
        </p:nvSpPr>
        <p:spPr>
          <a:xfrm>
            <a:off x="12001500" y="3352800"/>
            <a:ext cx="1143000" cy="723900"/>
          </a:xfrm>
          <a:prstGeom prst="roundRect">
            <a:avLst>
              <a:gd name="adj" fmla="val 21053"/>
            </a:avLst>
          </a:prstGeom>
          <a:solidFill>
            <a:srgbClr val="3DD6A0"/>
          </a:solidFill>
          <a:ln/>
        </p:spPr>
      </p:sp>
      <p:sp>
        <p:nvSpPr>
          <p:cNvPr id="14" name="Shape 12"/>
          <p:cNvSpPr/>
          <p:nvPr/>
        </p:nvSpPr>
        <p:spPr>
          <a:xfrm>
            <a:off x="14097000" y="3352800"/>
            <a:ext cx="1143000" cy="723900"/>
          </a:xfrm>
          <a:prstGeom prst="roundRect">
            <a:avLst>
              <a:gd name="adj" fmla="val 21053"/>
            </a:avLst>
          </a:prstGeom>
          <a:solidFill>
            <a:srgbClr val="3DD6A0"/>
          </a:solidFill>
          <a:ln/>
        </p:spPr>
      </p:sp>
      <p:sp>
        <p:nvSpPr>
          <p:cNvPr id="15" name="Shape 13"/>
          <p:cNvSpPr/>
          <p:nvPr/>
        </p:nvSpPr>
        <p:spPr>
          <a:xfrm>
            <a:off x="10953750" y="4686300"/>
            <a:ext cx="1143000" cy="723900"/>
          </a:xfrm>
          <a:prstGeom prst="roundRect">
            <a:avLst>
              <a:gd name="adj" fmla="val 21053"/>
            </a:avLst>
          </a:prstGeom>
          <a:solidFill>
            <a:srgbClr val="1FA77B"/>
          </a:solidFill>
          <a:ln/>
        </p:spPr>
      </p:sp>
      <p:sp>
        <p:nvSpPr>
          <p:cNvPr id="16" name="Shape 14"/>
          <p:cNvSpPr/>
          <p:nvPr/>
        </p:nvSpPr>
        <p:spPr>
          <a:xfrm>
            <a:off x="13049250" y="4686300"/>
            <a:ext cx="1143000" cy="723900"/>
          </a:xfrm>
          <a:prstGeom prst="roundRect">
            <a:avLst>
              <a:gd name="adj" fmla="val 21053"/>
            </a:avLst>
          </a:prstGeom>
          <a:solidFill>
            <a:srgbClr val="1FA77B"/>
          </a:solidFill>
          <a:ln/>
        </p:spPr>
      </p:sp>
      <p:sp>
        <p:nvSpPr>
          <p:cNvPr id="17" name="Shape 15"/>
          <p:cNvSpPr/>
          <p:nvPr/>
        </p:nvSpPr>
        <p:spPr>
          <a:xfrm>
            <a:off x="15049500" y="4686300"/>
            <a:ext cx="1143000" cy="723900"/>
          </a:xfrm>
          <a:prstGeom prst="roundRect">
            <a:avLst>
              <a:gd name="adj" fmla="val 21053"/>
            </a:avLst>
          </a:prstGeom>
          <a:solidFill>
            <a:srgbClr val="1FA77B"/>
          </a:solidFill>
          <a:ln/>
        </p:spPr>
      </p:sp>
      <p:sp>
        <p:nvSpPr>
          <p:cNvPr id="18" name="Shape 16"/>
          <p:cNvSpPr/>
          <p:nvPr/>
        </p:nvSpPr>
        <p:spPr>
          <a:xfrm>
            <a:off x="10477500" y="6019800"/>
            <a:ext cx="1143000" cy="723900"/>
          </a:xfrm>
          <a:prstGeom prst="roundRect">
            <a:avLst>
              <a:gd name="adj" fmla="val 21053"/>
            </a:avLst>
          </a:prstGeom>
          <a:solidFill>
            <a:srgbClr val="0F766E"/>
          </a:solidFill>
          <a:ln/>
        </p:spPr>
      </p:sp>
      <p:sp>
        <p:nvSpPr>
          <p:cNvPr id="19" name="Shape 17"/>
          <p:cNvSpPr/>
          <p:nvPr/>
        </p:nvSpPr>
        <p:spPr>
          <a:xfrm>
            <a:off x="12573000" y="6019800"/>
            <a:ext cx="1143000" cy="723900"/>
          </a:xfrm>
          <a:prstGeom prst="roundRect">
            <a:avLst>
              <a:gd name="adj" fmla="val 21053"/>
            </a:avLst>
          </a:prstGeom>
          <a:solidFill>
            <a:srgbClr val="0F766E"/>
          </a:solidFill>
          <a:ln/>
        </p:spPr>
      </p:sp>
      <p:sp>
        <p:nvSpPr>
          <p:cNvPr id="20" name="Shape 18"/>
          <p:cNvSpPr/>
          <p:nvPr/>
        </p:nvSpPr>
        <p:spPr>
          <a:xfrm>
            <a:off x="14668500" y="6019800"/>
            <a:ext cx="1143000" cy="723900"/>
          </a:xfrm>
          <a:prstGeom prst="roundRect">
            <a:avLst>
              <a:gd name="adj" fmla="val 21053"/>
            </a:avLst>
          </a:prstGeom>
          <a:solidFill>
            <a:srgbClr val="0F766E"/>
          </a:solidFill>
          <a:ln/>
        </p:spPr>
      </p:sp>
      <p:sp>
        <p:nvSpPr>
          <p:cNvPr id="21" name="Text 19"/>
          <p:cNvSpPr/>
          <p:nvPr/>
        </p:nvSpPr>
        <p:spPr>
          <a:xfrm>
            <a:off x="9906000" y="7581900"/>
            <a:ext cx="70866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Mỗi làn</a:t>
            </a:r>
            <a:r>
              <a:rPr lang="en-US" sz="195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195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19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luồng;</a:t>
            </a:r>
            <a:r>
              <a:rPr lang="en-US" sz="195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19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khung</a:t>
            </a:r>
            <a:r>
              <a:rPr lang="en-US" sz="19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xen</a:t>
            </a:r>
            <a:r>
              <a:rPr lang="en-US" sz="1950" dirty="0" spc="-3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kẽ</a:t>
            </a:r>
            <a:r>
              <a:rPr lang="en-US" sz="19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nhau.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914400" y="97155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system-design-101</a:t>
            </a:r>
            <a:r>
              <a:rPr lang="en-US" sz="165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API</a:t>
            </a:r>
            <a:r>
              <a:rPr lang="en-US" sz="1650" dirty="0" spc="-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65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phát</a:t>
            </a:r>
            <a:r>
              <a:rPr lang="en-US" sz="1650" dirty="0" spc="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triển</a:t>
            </a:r>
            <a:r>
              <a:rPr lang="en-US" sz="1650" dirty="0" spc="-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web</a:t>
            </a:r>
            <a:endParaRPr lang="en-US" sz="1650" dirty="0"/>
          </a:p>
        </p:txBody>
      </p:sp>
      <p:sp>
        <p:nvSpPr>
          <p:cNvPr id="23" name="Shape 2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4" name="Moda image moda-export-watermark-ef8ac484-94f9-4ddf-8a27-13501a1363f7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143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5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Ý</a:t>
            </a:r>
            <a:r>
              <a:rPr lang="en-US" sz="1800" b="1" spc="30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CHÍNH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428750"/>
            <a:ext cx="16459200" cy="3714750"/>
          </a:xfrm>
          <a:prstGeom prst="rect">
            <a:avLst/>
          </a:prstGeom>
          <a:noFill/>
          <a:ln/>
        </p:spPr>
        <p:txBody>
          <a:bodyPr wrap="square" lIns="0" tIns="59436" rIns="0" bIns="-59436" rtlCol="0" anchor="t"/>
          <a:lstStyle/>
          <a:p>
            <a:pPr algn="l" indent="0" marL="0">
              <a:lnSpc>
                <a:spcPts val="7632"/>
              </a:lnSpc>
              <a:buNone/>
            </a:pPr>
            <a:r>
              <a:rPr lang="en-US" sz="7200" dirty="0" spc="-6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HTTP/2</a:t>
            </a:r>
            <a:r>
              <a:rPr lang="en-US" sz="72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nhanh</a:t>
            </a:r>
            <a:r>
              <a:rPr lang="en-US" sz="7200" dirty="0" spc="-4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hơn</a:t>
            </a:r>
            <a:r>
              <a:rPr lang="en-US" sz="72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nhờ</a:t>
            </a:r>
            <a:r>
              <a:rPr lang="en-US" sz="7200" dirty="0" spc="1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đổi</a:t>
            </a:r>
            <a:r>
              <a:rPr lang="en-US" sz="72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cách</a:t>
            </a:r>
            <a:r>
              <a:rPr lang="en-US" sz="7200" dirty="0" spc="1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đóng</a:t>
            </a:r>
            <a:r>
              <a:rPr lang="en-US" sz="7200" dirty="0" spc="-4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gói</a:t>
            </a:r>
            <a:r>
              <a:rPr lang="en-US" sz="7200" dirty="0" spc="-7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7200" dirty="0" spc="3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gửi</a:t>
            </a:r>
            <a:r>
              <a:rPr lang="en-US" sz="72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thông</a:t>
            </a:r>
            <a:r>
              <a:rPr lang="en-US" sz="7200" dirty="0" spc="1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điệp,</a:t>
            </a:r>
            <a:r>
              <a:rPr lang="en-US" sz="72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</a:t>
            </a:r>
            <a:pPr algn="l" indent="0" marL="0">
              <a:lnSpc>
                <a:spcPts val="7632"/>
              </a:lnSpc>
              <a:buNone/>
            </a:pPr>
            <a:r>
              <a:rPr lang="en-US" sz="7200" dirty="0" spc="-3" kern="0">
                <a:solidFill>
                  <a:srgbClr val="8A867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không nhờ</a:t>
            </a:r>
            <a:r>
              <a:rPr lang="en-US" sz="7200" dirty="0" spc="-11" kern="0">
                <a:solidFill>
                  <a:srgbClr val="8A867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7200" dirty="0" spc="0" kern="0">
                <a:solidFill>
                  <a:srgbClr val="8A867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mẹo</a:t>
            </a:r>
            <a:r>
              <a:rPr lang="en-US" sz="7200" dirty="0" spc="3" kern="0">
                <a:solidFill>
                  <a:srgbClr val="8A867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riêng</a:t>
            </a:r>
            <a:r>
              <a:rPr lang="en-US" sz="7200" dirty="0" spc="0" kern="0">
                <a:solidFill>
                  <a:srgbClr val="8A867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lẻ.</a:t>
            </a:r>
            <a:endParaRPr lang="en-US" sz="7200" dirty="0"/>
          </a:p>
        </p:txBody>
      </p:sp>
      <p:sp>
        <p:nvSpPr>
          <p:cNvPr id="4" name="Shape 2"/>
          <p:cNvSpPr/>
          <p:nvPr/>
        </p:nvSpPr>
        <p:spPr>
          <a:xfrm>
            <a:off x="914400" y="6096000"/>
            <a:ext cx="5334000" cy="2095500"/>
          </a:xfrm>
          <a:prstGeom prst="roundRect">
            <a:avLst>
              <a:gd name="adj" fmla="val 12727"/>
            </a:avLst>
          </a:prstGeom>
          <a:solidFill>
            <a:srgbClr val="E8E0CF"/>
          </a:solidFill>
          <a:ln/>
        </p:spPr>
      </p:sp>
      <p:sp>
        <p:nvSpPr>
          <p:cNvPr id="5" name="Shape 3"/>
          <p:cNvSpPr/>
          <p:nvPr/>
        </p:nvSpPr>
        <p:spPr>
          <a:xfrm>
            <a:off x="6477000" y="6096000"/>
            <a:ext cx="5334000" cy="2095500"/>
          </a:xfrm>
          <a:prstGeom prst="roundRect">
            <a:avLst>
              <a:gd name="adj" fmla="val 12727"/>
            </a:avLst>
          </a:prstGeom>
          <a:solidFill>
            <a:srgbClr val="E8E0CF"/>
          </a:solidFill>
          <a:ln/>
        </p:spPr>
      </p:sp>
      <p:sp>
        <p:nvSpPr>
          <p:cNvPr id="6" name="Shape 4"/>
          <p:cNvSpPr/>
          <p:nvPr/>
        </p:nvSpPr>
        <p:spPr>
          <a:xfrm>
            <a:off x="12039600" y="6096000"/>
            <a:ext cx="5334000" cy="2095500"/>
          </a:xfrm>
          <a:prstGeom prst="roundRect">
            <a:avLst>
              <a:gd name="adj" fmla="val 12727"/>
            </a:avLst>
          </a:prstGeom>
          <a:solidFill>
            <a:srgbClr val="E8E0CF"/>
          </a:solidFill>
          <a:ln/>
        </p:spPr>
      </p:sp>
      <p:sp>
        <p:nvSpPr>
          <p:cNvPr id="7" name="Shape 5"/>
          <p:cNvSpPr/>
          <p:nvPr/>
        </p:nvSpPr>
        <p:spPr>
          <a:xfrm>
            <a:off x="1295400" y="6419850"/>
            <a:ext cx="209550" cy="209550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8" name="Shape 6"/>
          <p:cNvSpPr/>
          <p:nvPr/>
        </p:nvSpPr>
        <p:spPr>
          <a:xfrm>
            <a:off x="1581150" y="6419850"/>
            <a:ext cx="209550" cy="20955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9" name="Shape 7"/>
          <p:cNvSpPr/>
          <p:nvPr/>
        </p:nvSpPr>
        <p:spPr>
          <a:xfrm>
            <a:off x="1866900" y="6419850"/>
            <a:ext cx="209550" cy="2095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0" name="Text 8"/>
          <p:cNvSpPr/>
          <p:nvPr/>
        </p:nvSpPr>
        <p:spPr>
          <a:xfrm>
            <a:off x="2247900" y="6381750"/>
            <a:ext cx="3810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</a:t>
            </a:r>
            <a:r>
              <a:rPr lang="en-US" sz="1650" b="1" spc="20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CẢI</a:t>
            </a:r>
            <a:r>
              <a:rPr lang="en-US" sz="1650" b="1" spc="226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TIẾN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1295400" y="6877050"/>
            <a:ext cx="4667250" cy="1143000"/>
          </a:xfrm>
          <a:prstGeom prst="rect">
            <a:avLst/>
          </a:prstGeom>
          <a:noFill/>
          <a:ln/>
        </p:spPr>
        <p:txBody>
          <a:bodyPr wrap="square" lIns="0" tIns="16764" rIns="0" bIns="-16764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4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Khung</a:t>
            </a:r>
            <a:r>
              <a:rPr lang="en-US" sz="24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nhị</a:t>
            </a:r>
            <a:r>
              <a:rPr lang="en-US" sz="24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phân,</a:t>
            </a:r>
            <a:r>
              <a:rPr lang="en-US" sz="240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ghép</a:t>
            </a:r>
            <a:r>
              <a:rPr lang="en-US" sz="24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luồng,</a:t>
            </a:r>
            <a:r>
              <a:rPr lang="en-US" sz="240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nén</a:t>
            </a:r>
            <a:r>
              <a:rPr lang="en-US" sz="24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header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6858000" y="6419850"/>
            <a:ext cx="209550" cy="209550"/>
          </a:xfrm>
          <a:prstGeom prst="ellipse">
            <a:avLst/>
          </a:prstGeom>
          <a:solidFill>
            <a:srgbClr val="1F3FD1"/>
          </a:solidFill>
          <a:ln/>
        </p:spPr>
      </p:sp>
      <p:sp>
        <p:nvSpPr>
          <p:cNvPr id="13" name="Shape 11"/>
          <p:cNvSpPr/>
          <p:nvPr/>
        </p:nvSpPr>
        <p:spPr>
          <a:xfrm>
            <a:off x="7143750" y="6419850"/>
            <a:ext cx="209550" cy="209550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14" name="Text 12"/>
          <p:cNvSpPr/>
          <p:nvPr/>
        </p:nvSpPr>
        <p:spPr>
          <a:xfrm>
            <a:off x="7524750" y="6381750"/>
            <a:ext cx="3810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</a:t>
            </a:r>
            <a:r>
              <a:rPr lang="en-US" sz="1650" b="1" spc="207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 CẬP</a:t>
            </a:r>
            <a:r>
              <a:rPr lang="en-US" sz="1650" b="1" spc="18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NHẬT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6858000" y="6877050"/>
            <a:ext cx="4667250" cy="1143000"/>
          </a:xfrm>
          <a:prstGeom prst="rect">
            <a:avLst/>
          </a:prstGeom>
          <a:noFill/>
          <a:ln/>
        </p:spPr>
        <p:txBody>
          <a:bodyPr wrap="square" lIns="0" tIns="16764" rIns="0" bIns="-16764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4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Ưu</a:t>
            </a:r>
            <a:r>
              <a:rPr lang="en-US" sz="24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tiên</a:t>
            </a:r>
            <a:r>
              <a:rPr lang="en-US" sz="24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luồng,</a:t>
            </a:r>
            <a:r>
              <a:rPr lang="en-US" sz="240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Server</a:t>
            </a:r>
            <a:r>
              <a:rPr lang="en-US" sz="24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Push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12420600" y="6419850"/>
            <a:ext cx="209550" cy="20955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17" name="Text 15"/>
          <p:cNvSpPr/>
          <p:nvPr/>
        </p:nvSpPr>
        <p:spPr>
          <a:xfrm>
            <a:off x="12801600" y="6381750"/>
            <a:ext cx="3810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4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</a:t>
            </a:r>
            <a:r>
              <a:rPr lang="en-US" sz="1650" b="1" spc="22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GIỚI</a:t>
            </a:r>
            <a:r>
              <a:rPr lang="en-US" sz="1650" b="1" spc="223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12420600" y="6877050"/>
            <a:ext cx="4667250" cy="1143000"/>
          </a:xfrm>
          <a:prstGeom prst="rect">
            <a:avLst/>
          </a:prstGeom>
          <a:noFill/>
          <a:ln/>
        </p:spPr>
        <p:txBody>
          <a:bodyPr wrap="square" lIns="0" tIns="16764" rIns="0" bIns="-16764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400" b="1" dirty="0" spc="-4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Vẫn</a:t>
            </a:r>
            <a:r>
              <a:rPr lang="en-US" sz="240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400" b="1" dirty="0" spc="-2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4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nối</a:t>
            </a:r>
            <a:r>
              <a:rPr lang="en-US" sz="2400" b="1" dirty="0" spc="-2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TCP</a:t>
            </a:r>
            <a:endParaRPr lang="en-US" sz="2400" dirty="0"/>
          </a:p>
        </p:txBody>
      </p:sp>
      <p:sp>
        <p:nvSpPr>
          <p:cNvPr id="19" name="Connector line-1792293504372-714032895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20" name="Shape 18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219200" y="9391650"/>
            <a:ext cx="190500" cy="1905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31" name="Text 29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02/10</a:t>
            </a:r>
            <a:endParaRPr lang="en-US" sz="1650" dirty="0"/>
          </a:p>
        </p:txBody>
      </p:sp>
      <p:sp>
        <p:nvSpPr>
          <p:cNvPr id="32" name="Shape 3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3" name="Moda image moda-export-watermark-eddd7ca5-8c67-4dc4-9381-c8edef634ce7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3335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75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CẢI</a:t>
            </a:r>
            <a:r>
              <a:rPr lang="en-US" sz="1800" b="1" spc="299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TIẾN</a:t>
            </a:r>
            <a:r>
              <a:rPr lang="en-US" sz="1800" b="1" spc="308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</a:t>
            </a:r>
            <a:r>
              <a:rPr lang="en-US" sz="1800" b="1" spc="292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1800" b="1" spc="300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HTTP/1.1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900" dirty="0" spc="2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Khung nhị</a:t>
            </a:r>
            <a:r>
              <a:rPr lang="en-US" sz="6900" dirty="0" spc="3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phân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762250"/>
            <a:ext cx="8001000" cy="4667250"/>
          </a:xfrm>
          <a:prstGeom prst="roundRect">
            <a:avLst>
              <a:gd name="adj" fmla="val 5714"/>
            </a:avLst>
          </a:prstGeom>
          <a:solidFill>
            <a:srgbClr val="E8E0CF"/>
          </a:solidFill>
          <a:ln/>
        </p:spPr>
      </p:sp>
      <p:sp>
        <p:nvSpPr>
          <p:cNvPr id="5" name="Shape 3"/>
          <p:cNvSpPr/>
          <p:nvPr/>
        </p:nvSpPr>
        <p:spPr>
          <a:xfrm>
            <a:off x="9372600" y="2762250"/>
            <a:ext cx="8001000" cy="4667250"/>
          </a:xfrm>
          <a:prstGeom prst="roundRect">
            <a:avLst>
              <a:gd name="adj" fmla="val 5714"/>
            </a:avLst>
          </a:prstGeom>
          <a:solidFill>
            <a:srgbClr val="F3DFB8"/>
          </a:solidFill>
          <a:ln/>
        </p:spPr>
      </p:sp>
      <p:sp>
        <p:nvSpPr>
          <p:cNvPr id="6" name="Text 4"/>
          <p:cNvSpPr/>
          <p:nvPr/>
        </p:nvSpPr>
        <p:spPr>
          <a:xfrm>
            <a:off x="1295400" y="3105150"/>
            <a:ext cx="7239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18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THAY</a:t>
            </a:r>
            <a:r>
              <a:rPr lang="en-US" sz="1650" b="1" spc="22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VÌ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1295400" y="3619500"/>
            <a:ext cx="7239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300" dirty="0" spc="-13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Văn</a:t>
            </a:r>
            <a:r>
              <a:rPr lang="en-US" sz="63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bản</a:t>
            </a:r>
            <a:endParaRPr lang="en-US" sz="6300" dirty="0"/>
          </a:p>
        </p:txBody>
      </p:sp>
      <p:sp>
        <p:nvSpPr>
          <p:cNvPr id="8" name="Shape 6"/>
          <p:cNvSpPr/>
          <p:nvPr/>
        </p:nvSpPr>
        <p:spPr>
          <a:xfrm>
            <a:off x="1295400" y="5143500"/>
            <a:ext cx="7239000" cy="857250"/>
          </a:xfrm>
          <a:prstGeom prst="roundRect">
            <a:avLst>
              <a:gd name="adj" fmla="val 22222"/>
            </a:avLst>
          </a:prstGeom>
          <a:solidFill>
            <a:srgbClr val="CFC7B4"/>
          </a:solidFill>
          <a:ln/>
        </p:spPr>
      </p:sp>
      <p:sp>
        <p:nvSpPr>
          <p:cNvPr id="9" name="Text 7"/>
          <p:cNvSpPr/>
          <p:nvPr/>
        </p:nvSpPr>
        <p:spPr>
          <a:xfrm>
            <a:off x="1295400" y="6286500"/>
            <a:ext cx="7239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240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thông</a:t>
            </a:r>
            <a:r>
              <a:rPr lang="en-US" sz="2400" b="1" dirty="0" spc="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điệp</a:t>
            </a:r>
            <a:r>
              <a:rPr lang="en-US" sz="24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liền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9753600" y="3105150"/>
            <a:ext cx="7239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16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HTTP/2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9753600" y="3619500"/>
            <a:ext cx="7239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3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Khung</a:t>
            </a:r>
            <a:r>
              <a:rPr lang="en-US" sz="63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nhị</a:t>
            </a:r>
            <a:r>
              <a:rPr lang="en-US" sz="6300" dirty="0" spc="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phân</a:t>
            </a:r>
            <a:endParaRPr lang="en-US" sz="6300" dirty="0"/>
          </a:p>
        </p:txBody>
      </p:sp>
      <p:sp>
        <p:nvSpPr>
          <p:cNvPr id="12" name="Shape 10"/>
          <p:cNvSpPr/>
          <p:nvPr/>
        </p:nvSpPr>
        <p:spPr>
          <a:xfrm>
            <a:off x="9753600" y="5143500"/>
            <a:ext cx="1619250" cy="857250"/>
          </a:xfrm>
          <a:prstGeom prst="roundRect">
            <a:avLst>
              <a:gd name="adj" fmla="val 22222"/>
            </a:avLst>
          </a:prstGeom>
          <a:solidFill>
            <a:srgbClr val="B45309"/>
          </a:solidFill>
          <a:ln/>
        </p:spPr>
      </p:sp>
      <p:sp>
        <p:nvSpPr>
          <p:cNvPr id="13" name="Shape 11"/>
          <p:cNvSpPr/>
          <p:nvPr/>
        </p:nvSpPr>
        <p:spPr>
          <a:xfrm>
            <a:off x="11620500" y="5143500"/>
            <a:ext cx="1619250" cy="857250"/>
          </a:xfrm>
          <a:prstGeom prst="roundRect">
            <a:avLst>
              <a:gd name="adj" fmla="val 22222"/>
            </a:avLst>
          </a:prstGeom>
          <a:solidFill>
            <a:srgbClr val="B45309"/>
          </a:solidFill>
          <a:ln/>
        </p:spPr>
      </p:sp>
      <p:sp>
        <p:nvSpPr>
          <p:cNvPr id="14" name="Shape 12"/>
          <p:cNvSpPr/>
          <p:nvPr/>
        </p:nvSpPr>
        <p:spPr>
          <a:xfrm>
            <a:off x="13487400" y="5143500"/>
            <a:ext cx="1619250" cy="857250"/>
          </a:xfrm>
          <a:prstGeom prst="roundRect">
            <a:avLst>
              <a:gd name="adj" fmla="val 22222"/>
            </a:avLst>
          </a:prstGeom>
          <a:solidFill>
            <a:srgbClr val="B45309"/>
          </a:solidFill>
          <a:ln/>
        </p:spPr>
      </p:sp>
      <p:sp>
        <p:nvSpPr>
          <p:cNvPr id="15" name="Shape 13"/>
          <p:cNvSpPr/>
          <p:nvPr/>
        </p:nvSpPr>
        <p:spPr>
          <a:xfrm>
            <a:off x="15354300" y="5143500"/>
            <a:ext cx="1619250" cy="857250"/>
          </a:xfrm>
          <a:prstGeom prst="roundRect">
            <a:avLst>
              <a:gd name="adj" fmla="val 22222"/>
            </a:avLst>
          </a:prstGeom>
          <a:solidFill>
            <a:srgbClr val="B45309"/>
          </a:solidFill>
          <a:ln/>
        </p:spPr>
      </p:sp>
      <p:sp>
        <p:nvSpPr>
          <p:cNvPr id="16" name="Text 14"/>
          <p:cNvSpPr/>
          <p:nvPr/>
        </p:nvSpPr>
        <p:spPr>
          <a:xfrm>
            <a:off x="9753600" y="6286500"/>
            <a:ext cx="7239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Chia</a:t>
            </a:r>
            <a:r>
              <a:rPr lang="en-US" sz="24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thành</a:t>
            </a:r>
            <a:r>
              <a:rPr lang="en-US" sz="24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24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khung</a:t>
            </a:r>
            <a:r>
              <a:rPr lang="en-US" sz="240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(frame)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914400" y="7772400"/>
            <a:ext cx="16459200" cy="95250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/>
        </p:spPr>
      </p:sp>
      <p:sp>
        <p:nvSpPr>
          <p:cNvPr id="18" name="Text 16"/>
          <p:cNvSpPr/>
          <p:nvPr/>
        </p:nvSpPr>
        <p:spPr>
          <a:xfrm>
            <a:off x="1428750" y="7772400"/>
            <a:ext cx="15430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240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xử</a:t>
            </a:r>
            <a:r>
              <a:rPr lang="en-US" sz="24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</a:t>
            </a:r>
            <a:r>
              <a:rPr lang="en-US" sz="24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hiệu</a:t>
            </a:r>
            <a:r>
              <a:rPr lang="en-US" sz="240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</a:t>
            </a:r>
            <a:r>
              <a:rPr lang="en-US" sz="24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hơn,</a:t>
            </a:r>
            <a:r>
              <a:rPr lang="en-US" sz="2400" b="1" dirty="0" spc="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nhưng</a:t>
            </a:r>
            <a:r>
              <a:rPr lang="en-US" sz="2400" b="1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40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40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400" b="1" dirty="0" spc="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trực</a:t>
            </a:r>
            <a:r>
              <a:rPr lang="en-US" sz="24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tiếp</a:t>
            </a:r>
            <a:r>
              <a:rPr lang="en-US" sz="2400" b="1" dirty="0" spc="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được.</a:t>
            </a:r>
            <a:endParaRPr lang="en-US" sz="2400" dirty="0"/>
          </a:p>
        </p:txBody>
      </p:sp>
      <p:sp>
        <p:nvSpPr>
          <p:cNvPr id="19" name="Connector line-1792293522281-396241835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20" name="Shape 18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543050" y="9391650"/>
            <a:ext cx="190500" cy="1905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31" name="Text 29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03/10</a:t>
            </a:r>
            <a:endParaRPr lang="en-US" sz="1650" dirty="0"/>
          </a:p>
        </p:txBody>
      </p:sp>
      <p:sp>
        <p:nvSpPr>
          <p:cNvPr id="32" name="Shape 3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3" name="Moda image moda-export-watermark-13a1c23a-8f51-4b8a-8796-83546c1c0c4a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3335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75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CẢI</a:t>
            </a:r>
            <a:r>
              <a:rPr lang="en-US" sz="1800" b="1" spc="299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TIẾN</a:t>
            </a:r>
            <a:r>
              <a:rPr lang="en-US" sz="1800" b="1" spc="300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301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</a:t>
            </a:r>
            <a:r>
              <a:rPr lang="en-US" sz="1800" b="1" spc="303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YÊU</a:t>
            </a:r>
            <a:r>
              <a:rPr lang="en-US" sz="1800" b="1" spc="283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</a:t>
            </a:r>
            <a:r>
              <a:rPr lang="en-US" sz="1800" b="1" spc="304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SONG SONG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900" dirty="0" spc="6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Ghép</a:t>
            </a:r>
            <a:r>
              <a:rPr lang="en-US" sz="6900" dirty="0" spc="2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luồng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3143250"/>
            <a:ext cx="2857500" cy="9525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3143250"/>
            <a:ext cx="2857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87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Yêu</a:t>
            </a:r>
            <a:r>
              <a:rPr lang="en-US" sz="2400" b="1" dirty="0" spc="0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 1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914400" y="4572000"/>
            <a:ext cx="2857500" cy="952500"/>
          </a:xfrm>
          <a:prstGeom prst="roundRect">
            <a:avLst>
              <a:gd name="adj" fmla="val 50000"/>
            </a:avLst>
          </a:prstGeom>
          <a:solidFill>
            <a:srgbClr val="2AA595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4572000"/>
            <a:ext cx="2857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87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Yêu</a:t>
            </a:r>
            <a:r>
              <a:rPr lang="en-US" sz="2400" b="1" dirty="0" spc="0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</a:t>
            </a:r>
            <a:r>
              <a:rPr lang="en-US" sz="2400" b="1" dirty="0" spc="4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914400" y="6000750"/>
            <a:ext cx="2857500" cy="952500"/>
          </a:xfrm>
          <a:prstGeom prst="roundRect">
            <a:avLst>
              <a:gd name="adj" fmla="val 50000"/>
            </a:avLst>
          </a:prstGeom>
          <a:solidFill>
            <a:srgbClr val="8FD3C6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6000750"/>
            <a:ext cx="2857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8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Yêu</a:t>
            </a:r>
            <a:r>
              <a:rPr lang="en-US" sz="24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</a:t>
            </a:r>
            <a:r>
              <a:rPr lang="en-US" sz="24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</a:t>
            </a:r>
            <a:endParaRPr lang="en-US" sz="2400" dirty="0"/>
          </a:p>
        </p:txBody>
      </p:sp>
      <p:sp>
        <p:nvSpPr>
          <p:cNvPr id="10" name="Connector line-1792293541450-855868608"/>
          <p:cNvSpPr/>
          <p:nvPr/>
        </p:nvSpPr>
        <p:spPr>
          <a:xfrm>
            <a:off x="3905250" y="3619500"/>
            <a:ext cx="1333500" cy="1143000"/>
          </a:xfrm>
          <a:prstGeom prst="line">
            <a:avLst/>
          </a:prstGeom>
          <a:noFill/>
          <a:ln w="47625">
            <a:solidFill>
              <a:srgbClr val="0F766E"/>
            </a:solidFill>
            <a:prstDash val="solid"/>
            <a:headEnd type="none"/>
            <a:tailEnd type="triangle"/>
          </a:ln>
        </p:spPr>
      </p:sp>
      <p:sp>
        <p:nvSpPr>
          <p:cNvPr id="11" name="Connector line-1792293541450-744900962"/>
          <p:cNvSpPr/>
          <p:nvPr/>
        </p:nvSpPr>
        <p:spPr>
          <a:xfrm>
            <a:off x="3905250" y="5048250"/>
            <a:ext cx="1333500" cy="0"/>
          </a:xfrm>
          <a:prstGeom prst="line">
            <a:avLst/>
          </a:prstGeom>
          <a:noFill/>
          <a:ln w="47625">
            <a:solidFill>
              <a:srgbClr val="2AA595"/>
            </a:solidFill>
            <a:prstDash val="solid"/>
            <a:headEnd type="none"/>
            <a:tailEnd type="triangle"/>
          </a:ln>
        </p:spPr>
      </p:sp>
      <p:sp>
        <p:nvSpPr>
          <p:cNvPr id="12" name="Connector line-1792293541450-593087547"/>
          <p:cNvSpPr/>
          <p:nvPr/>
        </p:nvSpPr>
        <p:spPr>
          <a:xfrm flipV="1">
            <a:off x="3905250" y="5334000"/>
            <a:ext cx="1333500" cy="1143000"/>
          </a:xfrm>
          <a:prstGeom prst="line">
            <a:avLst/>
          </a:prstGeom>
          <a:noFill/>
          <a:ln w="47625">
            <a:solidFill>
              <a:srgbClr val="8FD3C6"/>
            </a:solidFill>
            <a:prstDash val="solid"/>
            <a:headEnd type="none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5429250" y="3448050"/>
            <a:ext cx="7048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197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1800" b="1" spc="225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 NỐI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5429250" y="3905250"/>
            <a:ext cx="7048500" cy="2286000"/>
          </a:xfrm>
          <a:prstGeom prst="roundRect">
            <a:avLst>
              <a:gd name="adj" fmla="val 20000"/>
            </a:avLst>
          </a:prstGeom>
          <a:solidFill>
            <a:srgbClr val="FBF8F2"/>
          </a:solidFill>
          <a:ln w="38100">
            <a:solidFill>
              <a:srgbClr val="0F766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715000" y="4667250"/>
            <a:ext cx="609600" cy="762000"/>
          </a:xfrm>
          <a:prstGeom prst="roundRect">
            <a:avLst>
              <a:gd name="adj" fmla="val 21875"/>
            </a:avLst>
          </a:prstGeom>
          <a:solidFill>
            <a:srgbClr val="0F766E"/>
          </a:solidFill>
          <a:ln/>
        </p:spPr>
      </p:sp>
      <p:sp>
        <p:nvSpPr>
          <p:cNvPr id="16" name="Shape 14"/>
          <p:cNvSpPr/>
          <p:nvPr/>
        </p:nvSpPr>
        <p:spPr>
          <a:xfrm>
            <a:off x="6477000" y="4667250"/>
            <a:ext cx="609600" cy="762000"/>
          </a:xfrm>
          <a:prstGeom prst="roundRect">
            <a:avLst>
              <a:gd name="adj" fmla="val 21875"/>
            </a:avLst>
          </a:prstGeom>
          <a:solidFill>
            <a:srgbClr val="2AA595"/>
          </a:solidFill>
          <a:ln/>
        </p:spPr>
      </p:sp>
      <p:sp>
        <p:nvSpPr>
          <p:cNvPr id="17" name="Shape 15"/>
          <p:cNvSpPr/>
          <p:nvPr/>
        </p:nvSpPr>
        <p:spPr>
          <a:xfrm>
            <a:off x="7239000" y="4667250"/>
            <a:ext cx="609600" cy="762000"/>
          </a:xfrm>
          <a:prstGeom prst="roundRect">
            <a:avLst>
              <a:gd name="adj" fmla="val 21875"/>
            </a:avLst>
          </a:prstGeom>
          <a:solidFill>
            <a:srgbClr val="8FD3C6"/>
          </a:solidFill>
          <a:ln/>
        </p:spPr>
      </p:sp>
      <p:sp>
        <p:nvSpPr>
          <p:cNvPr id="18" name="Shape 16"/>
          <p:cNvSpPr/>
          <p:nvPr/>
        </p:nvSpPr>
        <p:spPr>
          <a:xfrm>
            <a:off x="8001000" y="4667250"/>
            <a:ext cx="609600" cy="762000"/>
          </a:xfrm>
          <a:prstGeom prst="roundRect">
            <a:avLst>
              <a:gd name="adj" fmla="val 21875"/>
            </a:avLst>
          </a:prstGeom>
          <a:solidFill>
            <a:srgbClr val="0F766E"/>
          </a:solidFill>
          <a:ln/>
        </p:spPr>
      </p:sp>
      <p:sp>
        <p:nvSpPr>
          <p:cNvPr id="19" name="Shape 17"/>
          <p:cNvSpPr/>
          <p:nvPr/>
        </p:nvSpPr>
        <p:spPr>
          <a:xfrm>
            <a:off x="8763000" y="4667250"/>
            <a:ext cx="609600" cy="762000"/>
          </a:xfrm>
          <a:prstGeom prst="roundRect">
            <a:avLst>
              <a:gd name="adj" fmla="val 21875"/>
            </a:avLst>
          </a:prstGeom>
          <a:solidFill>
            <a:srgbClr val="8FD3C6"/>
          </a:solidFill>
          <a:ln/>
        </p:spPr>
      </p:sp>
      <p:sp>
        <p:nvSpPr>
          <p:cNvPr id="20" name="Shape 18"/>
          <p:cNvSpPr/>
          <p:nvPr/>
        </p:nvSpPr>
        <p:spPr>
          <a:xfrm>
            <a:off x="9525000" y="4667250"/>
            <a:ext cx="609600" cy="762000"/>
          </a:xfrm>
          <a:prstGeom prst="roundRect">
            <a:avLst>
              <a:gd name="adj" fmla="val 21875"/>
            </a:avLst>
          </a:prstGeom>
          <a:solidFill>
            <a:srgbClr val="2AA595"/>
          </a:solidFill>
          <a:ln/>
        </p:spPr>
      </p:sp>
      <p:sp>
        <p:nvSpPr>
          <p:cNvPr id="21" name="Shape 19"/>
          <p:cNvSpPr/>
          <p:nvPr/>
        </p:nvSpPr>
        <p:spPr>
          <a:xfrm>
            <a:off x="10287000" y="4667250"/>
            <a:ext cx="609600" cy="762000"/>
          </a:xfrm>
          <a:prstGeom prst="roundRect">
            <a:avLst>
              <a:gd name="adj" fmla="val 21875"/>
            </a:avLst>
          </a:prstGeom>
          <a:solidFill>
            <a:srgbClr val="0F766E"/>
          </a:solidFill>
          <a:ln/>
        </p:spPr>
      </p:sp>
      <p:sp>
        <p:nvSpPr>
          <p:cNvPr id="22" name="Shape 20"/>
          <p:cNvSpPr/>
          <p:nvPr/>
        </p:nvSpPr>
        <p:spPr>
          <a:xfrm>
            <a:off x="11049000" y="4667250"/>
            <a:ext cx="609600" cy="762000"/>
          </a:xfrm>
          <a:prstGeom prst="roundRect">
            <a:avLst>
              <a:gd name="adj" fmla="val 21875"/>
            </a:avLst>
          </a:prstGeom>
          <a:solidFill>
            <a:srgbClr val="2AA595"/>
          </a:solidFill>
          <a:ln/>
        </p:spPr>
      </p:sp>
      <p:sp>
        <p:nvSpPr>
          <p:cNvPr id="23" name="Shape 21"/>
          <p:cNvSpPr/>
          <p:nvPr/>
        </p:nvSpPr>
        <p:spPr>
          <a:xfrm>
            <a:off x="11811000" y="4667250"/>
            <a:ext cx="419100" cy="762000"/>
          </a:xfrm>
          <a:prstGeom prst="roundRect">
            <a:avLst>
              <a:gd name="adj" fmla="val 31818"/>
            </a:avLst>
          </a:prstGeom>
          <a:solidFill>
            <a:srgbClr val="8FD3C6"/>
          </a:solidFill>
          <a:ln/>
        </p:spPr>
      </p:sp>
      <p:sp>
        <p:nvSpPr>
          <p:cNvPr id="24" name="Text 22"/>
          <p:cNvSpPr/>
          <p:nvPr/>
        </p:nvSpPr>
        <p:spPr>
          <a:xfrm>
            <a:off x="5429250" y="6381750"/>
            <a:ext cx="7048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50" b="1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Các</a:t>
            </a:r>
            <a:r>
              <a:rPr lang="en-US" sz="22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khung</a:t>
            </a:r>
            <a:r>
              <a:rPr lang="en-US" sz="2250" b="1" dirty="0" spc="-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xen</a:t>
            </a:r>
            <a:r>
              <a:rPr lang="en-US" sz="2250" b="1" dirty="0" spc="-2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kẽ</a:t>
            </a:r>
            <a:r>
              <a:rPr lang="en-US" sz="22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nhau</a:t>
            </a:r>
            <a:endParaRPr lang="en-US" sz="2250" dirty="0"/>
          </a:p>
        </p:txBody>
      </p:sp>
      <p:sp>
        <p:nvSpPr>
          <p:cNvPr id="25" name="Connector line-1792293541456-503012273"/>
          <p:cNvSpPr/>
          <p:nvPr/>
        </p:nvSpPr>
        <p:spPr>
          <a:xfrm>
            <a:off x="12592050" y="5048250"/>
            <a:ext cx="1047750" cy="0"/>
          </a:xfrm>
          <a:prstGeom prst="line">
            <a:avLst/>
          </a:prstGeom>
          <a:noFill/>
          <a:ln w="57150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13792200" y="4476750"/>
            <a:ext cx="3581400" cy="114300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/>
        </p:spPr>
      </p:sp>
      <p:sp>
        <p:nvSpPr>
          <p:cNvPr id="27" name="Text 25"/>
          <p:cNvSpPr/>
          <p:nvPr/>
        </p:nvSpPr>
        <p:spPr>
          <a:xfrm>
            <a:off x="13792200" y="4476750"/>
            <a:ext cx="3581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Server</a:t>
            </a:r>
            <a:endParaRPr lang="en-US" sz="2700" dirty="0"/>
          </a:p>
        </p:txBody>
      </p:sp>
      <p:sp>
        <p:nvSpPr>
          <p:cNvPr id="28" name="Shape 26"/>
          <p:cNvSpPr/>
          <p:nvPr/>
        </p:nvSpPr>
        <p:spPr>
          <a:xfrm>
            <a:off x="914400" y="7524750"/>
            <a:ext cx="16459200" cy="1047750"/>
          </a:xfrm>
          <a:prstGeom prst="roundRect">
            <a:avLst>
              <a:gd name="adj" fmla="val 43636"/>
            </a:avLst>
          </a:prstGeom>
          <a:solidFill>
            <a:srgbClr val="14161C"/>
          </a:solidFill>
          <a:ln/>
        </p:spPr>
      </p:sp>
      <p:sp>
        <p:nvSpPr>
          <p:cNvPr id="29" name="Text 27"/>
          <p:cNvSpPr/>
          <p:nvPr/>
        </p:nvSpPr>
        <p:spPr>
          <a:xfrm>
            <a:off x="1428750" y="7524750"/>
            <a:ext cx="154305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255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luồng</a:t>
            </a:r>
            <a:r>
              <a:rPr lang="en-US" sz="25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chậm</a:t>
            </a:r>
            <a:r>
              <a:rPr lang="en-US" sz="255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5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chặn</a:t>
            </a:r>
            <a:r>
              <a:rPr lang="en-US" sz="255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luồng</a:t>
            </a:r>
            <a:r>
              <a:rPr lang="en-US" sz="25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khác.</a:t>
            </a:r>
            <a:endParaRPr lang="en-US" sz="2550" dirty="0"/>
          </a:p>
        </p:txBody>
      </p:sp>
      <p:sp>
        <p:nvSpPr>
          <p:cNvPr id="30" name="Connector line-1792293541461-531089292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31" name="Shape 29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866900" y="9391650"/>
            <a:ext cx="190500" cy="1905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42" name="Text 40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04/10</a:t>
            </a:r>
            <a:endParaRPr lang="en-US" sz="1650" dirty="0"/>
          </a:p>
        </p:txBody>
      </p:sp>
      <p:sp>
        <p:nvSpPr>
          <p:cNvPr id="43" name="Shape 4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4" name="Moda image moda-export-watermark-368171b4-39d7-4163-a722-27b08512715b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3335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GHÉP LUỒNG</a:t>
            </a:r>
            <a:r>
              <a:rPr lang="en-US" sz="1800" b="1" spc="299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308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</a:t>
            </a:r>
            <a:r>
              <a:rPr lang="en-US" sz="1800" b="1" spc="292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1800" b="1" spc="300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HTTP/1.1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900" dirty="0" spc="-1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Một</a:t>
            </a:r>
            <a:r>
              <a:rPr lang="en-US" sz="6900" dirty="0" spc="-3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kết</a:t>
            </a:r>
            <a:r>
              <a:rPr lang="en-US" sz="69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nối,</a:t>
            </a:r>
            <a:r>
              <a:rPr lang="en-US" sz="6900" dirty="0" spc="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nhiều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luồng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4000500" y="2590800"/>
            <a:ext cx="6477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3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HTTP/1.1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10706100" y="25908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16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HTTP/2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914400" y="2971800"/>
            <a:ext cx="2819400" cy="1428750"/>
          </a:xfrm>
          <a:prstGeom prst="roundRect">
            <a:avLst>
              <a:gd name="adj" fmla="val 18667"/>
            </a:avLst>
          </a:prstGeom>
          <a:solidFill>
            <a:srgbClr val="0F766E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971800"/>
            <a:ext cx="28194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59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Gửi</a:t>
            </a:r>
            <a:r>
              <a:rPr lang="en-US" sz="2400" b="1" dirty="0" spc="-8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song song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000500" y="2971800"/>
            <a:ext cx="6477000" cy="1428750"/>
          </a:xfrm>
          <a:prstGeom prst="roundRect">
            <a:avLst>
              <a:gd name="adj" fmla="val 18667"/>
            </a:avLst>
          </a:prstGeom>
          <a:solidFill>
            <a:srgbClr val="E8E0CF"/>
          </a:solidFill>
          <a:ln/>
        </p:spPr>
      </p:sp>
      <p:sp>
        <p:nvSpPr>
          <p:cNvPr id="9" name="Text 7"/>
          <p:cNvSpPr/>
          <p:nvPr/>
        </p:nvSpPr>
        <p:spPr>
          <a:xfrm>
            <a:off x="4343400" y="2971800"/>
            <a:ext cx="5810250" cy="1428750"/>
          </a:xfrm>
          <a:prstGeom prst="rect">
            <a:avLst/>
          </a:prstGeom>
          <a:noFill/>
          <a:ln/>
        </p:spPr>
        <p:txBody>
          <a:bodyPr wrap="square" lIns="0" tIns="16764" rIns="0" bIns="-16764" rtlCol="0" anchor="ctr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4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Pipelining</a:t>
            </a:r>
            <a:r>
              <a:rPr lang="en-US" sz="2400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4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400" dirty="0" spc="-3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nối,</a:t>
            </a:r>
            <a:r>
              <a:rPr lang="en-US" sz="240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response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</a:t>
            </a:r>
            <a:r>
              <a:rPr lang="en-US" sz="24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10706100" y="2971800"/>
            <a:ext cx="6667500" cy="1428750"/>
          </a:xfrm>
          <a:prstGeom prst="roundRect">
            <a:avLst>
              <a:gd name="adj" fmla="val 18667"/>
            </a:avLst>
          </a:prstGeom>
          <a:solidFill>
            <a:srgbClr val="CFE8E2"/>
          </a:solidFill>
          <a:ln/>
        </p:spPr>
      </p:sp>
      <p:sp>
        <p:nvSpPr>
          <p:cNvPr id="11" name="Text 9"/>
          <p:cNvSpPr/>
          <p:nvPr/>
        </p:nvSpPr>
        <p:spPr>
          <a:xfrm>
            <a:off x="11049000" y="2971800"/>
            <a:ext cx="6000750" cy="1428750"/>
          </a:xfrm>
          <a:prstGeom prst="rect">
            <a:avLst/>
          </a:prstGeom>
          <a:noFill/>
          <a:ln/>
        </p:spPr>
        <p:txBody>
          <a:bodyPr wrap="square" lIns="0" tIns="16764" rIns="0" bIns="-16764" rtlCol="0" anchor="ctr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4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Nhiều</a:t>
            </a:r>
            <a:r>
              <a:rPr lang="en-US" sz="24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luồng</a:t>
            </a:r>
            <a:r>
              <a:rPr lang="en-US" sz="240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song song</a:t>
            </a:r>
            <a:r>
              <a:rPr lang="en-US" sz="2400" b="1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40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400" b="1" dirty="0" spc="-3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4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nối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914400" y="4591050"/>
            <a:ext cx="2819400" cy="1428750"/>
          </a:xfrm>
          <a:prstGeom prst="roundRect">
            <a:avLst>
              <a:gd name="adj" fmla="val 18667"/>
            </a:avLst>
          </a:prstGeom>
          <a:solidFill>
            <a:srgbClr val="0F766E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591050"/>
            <a:ext cx="28194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Số</a:t>
            </a:r>
            <a:r>
              <a:rPr lang="en-US" sz="2400" b="1" dirty="0" spc="-30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400" b="1" dirty="0" spc="-3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nối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4000500" y="4591050"/>
            <a:ext cx="6477000" cy="1428750"/>
          </a:xfrm>
          <a:prstGeom prst="roundRect">
            <a:avLst>
              <a:gd name="adj" fmla="val 18667"/>
            </a:avLst>
          </a:prstGeom>
          <a:solidFill>
            <a:srgbClr val="E8E0CF"/>
          </a:solidFill>
          <a:ln/>
        </p:spPr>
      </p:sp>
      <p:sp>
        <p:nvSpPr>
          <p:cNvPr id="15" name="Text 13"/>
          <p:cNvSpPr/>
          <p:nvPr/>
        </p:nvSpPr>
        <p:spPr>
          <a:xfrm>
            <a:off x="4343400" y="4591050"/>
            <a:ext cx="5810250" cy="1428750"/>
          </a:xfrm>
          <a:prstGeom prst="rect">
            <a:avLst/>
          </a:prstGeom>
          <a:noFill/>
          <a:ln/>
        </p:spPr>
        <p:txBody>
          <a:bodyPr wrap="square" lIns="0" tIns="16764" rIns="0" bIns="-16764" rtlCol="0" anchor="ctr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40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Client</a:t>
            </a:r>
            <a:r>
              <a:rPr lang="en-US" sz="240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thường</a:t>
            </a:r>
            <a:r>
              <a:rPr lang="en-US" sz="240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mở</a:t>
            </a: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</a:t>
            </a:r>
            <a:r>
              <a:rPr lang="en-US" sz="2400" dirty="0" spc="-3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nối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10706100" y="4591050"/>
            <a:ext cx="6667500" cy="1428750"/>
          </a:xfrm>
          <a:prstGeom prst="roundRect">
            <a:avLst>
              <a:gd name="adj" fmla="val 18667"/>
            </a:avLst>
          </a:prstGeom>
          <a:solidFill>
            <a:srgbClr val="CFE8E2"/>
          </a:solidFill>
          <a:ln/>
        </p:spPr>
      </p:sp>
      <p:sp>
        <p:nvSpPr>
          <p:cNvPr id="17" name="Text 15"/>
          <p:cNvSpPr/>
          <p:nvPr/>
        </p:nvSpPr>
        <p:spPr>
          <a:xfrm>
            <a:off x="11049000" y="4591050"/>
            <a:ext cx="6000750" cy="1428750"/>
          </a:xfrm>
          <a:prstGeom prst="rect">
            <a:avLst/>
          </a:prstGeom>
          <a:noFill/>
          <a:ln/>
        </p:spPr>
        <p:txBody>
          <a:bodyPr wrap="square" lIns="0" tIns="16764" rIns="0" bIns="-16764" rtlCol="0" anchor="ctr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40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4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 mở nhiều</a:t>
            </a:r>
            <a:r>
              <a:rPr lang="en-US" sz="2400" b="1" dirty="0" spc="-2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4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nối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914400" y="6210300"/>
            <a:ext cx="2819400" cy="1428750"/>
          </a:xfrm>
          <a:prstGeom prst="roundRect">
            <a:avLst>
              <a:gd name="adj" fmla="val 18667"/>
            </a:avLst>
          </a:prstGeom>
          <a:solidFill>
            <a:srgbClr val="0F766E"/>
          </a:solidFill>
          <a:ln/>
        </p:spPr>
      </p:sp>
      <p:sp>
        <p:nvSpPr>
          <p:cNvPr id="19" name="Text 17"/>
          <p:cNvSpPr/>
          <p:nvPr/>
        </p:nvSpPr>
        <p:spPr>
          <a:xfrm>
            <a:off x="914400" y="6210300"/>
            <a:ext cx="28194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3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Chặn</a:t>
            </a:r>
            <a:r>
              <a:rPr lang="en-US" sz="2400" b="1" dirty="0" spc="1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</a:t>
            </a:r>
            <a:r>
              <a:rPr lang="en-US" sz="2400" b="1" dirty="0" spc="-6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hàng</a:t>
            </a:r>
            <a:endParaRPr lang="en-US" sz="2400" dirty="0"/>
          </a:p>
        </p:txBody>
      </p:sp>
      <p:sp>
        <p:nvSpPr>
          <p:cNvPr id="20" name="Shape 18"/>
          <p:cNvSpPr/>
          <p:nvPr/>
        </p:nvSpPr>
        <p:spPr>
          <a:xfrm>
            <a:off x="4000500" y="6210300"/>
            <a:ext cx="6477000" cy="1428750"/>
          </a:xfrm>
          <a:prstGeom prst="roundRect">
            <a:avLst>
              <a:gd name="adj" fmla="val 18667"/>
            </a:avLst>
          </a:prstGeom>
          <a:solidFill>
            <a:srgbClr val="E8E0CF"/>
          </a:solidFill>
          <a:ln/>
        </p:spPr>
      </p:sp>
      <p:sp>
        <p:nvSpPr>
          <p:cNvPr id="21" name="Text 19"/>
          <p:cNvSpPr/>
          <p:nvPr/>
        </p:nvSpPr>
        <p:spPr>
          <a:xfrm>
            <a:off x="4343400" y="6210300"/>
            <a:ext cx="5810250" cy="1428750"/>
          </a:xfrm>
          <a:prstGeom prst="rect">
            <a:avLst/>
          </a:prstGeom>
          <a:noFill/>
          <a:ln/>
        </p:spPr>
        <p:txBody>
          <a:bodyPr wrap="square" lIns="0" tIns="16764" rIns="0" bIns="-16764" rtlCol="0" anchor="ctr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400" dirty="0" spc="-3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Vẫn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bị chặn</a:t>
            </a:r>
            <a:r>
              <a:rPr lang="en-US" sz="2400" dirty="0" spc="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</a:t>
            </a:r>
            <a:r>
              <a:rPr lang="en-US" sz="24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hàng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40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tầng</a:t>
            </a:r>
            <a:r>
              <a:rPr lang="en-US" sz="2400" dirty="0" spc="2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ứng</a:t>
            </a:r>
            <a:r>
              <a:rPr lang="en-US" sz="24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</a:t>
            </a:r>
            <a:endParaRPr lang="en-US" sz="2400" dirty="0"/>
          </a:p>
        </p:txBody>
      </p:sp>
      <p:sp>
        <p:nvSpPr>
          <p:cNvPr id="22" name="Shape 20"/>
          <p:cNvSpPr/>
          <p:nvPr/>
        </p:nvSpPr>
        <p:spPr>
          <a:xfrm>
            <a:off x="10706100" y="6210300"/>
            <a:ext cx="6667500" cy="1428750"/>
          </a:xfrm>
          <a:prstGeom prst="roundRect">
            <a:avLst>
              <a:gd name="adj" fmla="val 18667"/>
            </a:avLst>
          </a:prstGeom>
          <a:solidFill>
            <a:srgbClr val="CFE8E2"/>
          </a:solidFill>
          <a:ln/>
        </p:spPr>
      </p:sp>
      <p:sp>
        <p:nvSpPr>
          <p:cNvPr id="23" name="Text 21"/>
          <p:cNvSpPr/>
          <p:nvPr/>
        </p:nvSpPr>
        <p:spPr>
          <a:xfrm>
            <a:off x="11049000" y="6210300"/>
            <a:ext cx="6000750" cy="1428750"/>
          </a:xfrm>
          <a:prstGeom prst="rect">
            <a:avLst/>
          </a:prstGeom>
          <a:noFill/>
          <a:ln/>
        </p:spPr>
        <p:txBody>
          <a:bodyPr wrap="square" lIns="0" tIns="16764" rIns="0" bIns="-16764" rtlCol="0" anchor="ctr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40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24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luồng</a:t>
            </a:r>
            <a:r>
              <a:rPr lang="en-US" sz="24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chậm</a:t>
            </a:r>
            <a:r>
              <a:rPr lang="en-US" sz="240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4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chặn</a:t>
            </a:r>
            <a:r>
              <a:rPr lang="en-US" sz="24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luồng</a:t>
            </a:r>
            <a:r>
              <a:rPr lang="en-US" sz="24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</a:t>
            </a:r>
            <a:endParaRPr lang="en-US" sz="2400" dirty="0"/>
          </a:p>
        </p:txBody>
      </p:sp>
      <p:sp>
        <p:nvSpPr>
          <p:cNvPr id="24" name="Connector line-1792293560135-573322880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25" name="Shape 23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190750" y="9391650"/>
            <a:ext cx="190500" cy="1905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36" name="Text 34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05/10</a:t>
            </a:r>
            <a:endParaRPr lang="en-US" sz="1650" dirty="0"/>
          </a:p>
        </p:txBody>
      </p:sp>
      <p:sp>
        <p:nvSpPr>
          <p:cNvPr id="37" name="Shape 3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8" name="Moda image moda-export-watermark-b98e15b6-3e9f-4495-a6d0-bf74463bc199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3335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75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CẢI</a:t>
            </a:r>
            <a:r>
              <a:rPr lang="en-US" sz="1800" b="1" spc="299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TIẾN</a:t>
            </a:r>
            <a:r>
              <a:rPr lang="en-US" sz="1800" b="1" spc="30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302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HEADER</a:t>
            </a:r>
            <a:r>
              <a:rPr lang="en-US" sz="1800" b="1" spc="297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LẶP LẠI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900" dirty="0" spc="8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Nén</a:t>
            </a:r>
            <a:r>
              <a:rPr lang="en-US" sz="6900" dirty="0" spc="5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header</a:t>
            </a:r>
            <a:r>
              <a:rPr lang="en-US" sz="6900" dirty="0" spc="-99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(HPACK)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914400" y="2819400"/>
            <a:ext cx="6858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18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TRƯỚC</a:t>
            </a:r>
            <a:r>
              <a:rPr lang="en-US" sz="1650" b="1" spc="228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b="1" spc="223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HEADER</a:t>
            </a:r>
            <a:r>
              <a:rPr lang="en-US" sz="1650" b="1" spc="228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GIỐNG</a:t>
            </a:r>
            <a:r>
              <a:rPr lang="en-US" sz="1650" b="1" spc="225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NHAU</a:t>
            </a:r>
            <a:r>
              <a:rPr lang="en-US" sz="1650" b="1" spc="223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LẶP</a:t>
            </a:r>
            <a:r>
              <a:rPr lang="en-US" sz="1650" b="1" spc="225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10515600" y="2819400"/>
            <a:ext cx="6858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1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SAU</a:t>
            </a:r>
            <a:r>
              <a:rPr lang="en-US" sz="1650" b="1" spc="192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HPACK</a:t>
            </a:r>
            <a:r>
              <a:rPr lang="en-US" sz="1650" b="1" spc="228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b="1" spc="20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BỚT</a:t>
            </a:r>
            <a:r>
              <a:rPr lang="en-US" sz="1650" b="1" spc="223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LẶP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914400" y="3295650"/>
            <a:ext cx="6858000" cy="1047750"/>
          </a:xfrm>
          <a:prstGeom prst="roundRect">
            <a:avLst>
              <a:gd name="adj" fmla="val 25455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04900" y="3429000"/>
            <a:ext cx="4000500" cy="781050"/>
          </a:xfrm>
          <a:prstGeom prst="roundRect">
            <a:avLst>
              <a:gd name="adj" fmla="val 24390"/>
            </a:avLst>
          </a:prstGeom>
          <a:solidFill>
            <a:srgbClr val="F8D9D0"/>
          </a:solidFill>
          <a:ln/>
        </p:spPr>
      </p:sp>
      <p:sp>
        <p:nvSpPr>
          <p:cNvPr id="8" name="Text 6"/>
          <p:cNvSpPr/>
          <p:nvPr/>
        </p:nvSpPr>
        <p:spPr>
          <a:xfrm>
            <a:off x="1104900" y="3429000"/>
            <a:ext cx="4000500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5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Header</a:t>
            </a:r>
            <a:r>
              <a:rPr lang="en-US" sz="2100" b="1" dirty="0" spc="-7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giống</a:t>
            </a:r>
            <a:r>
              <a:rPr lang="en-US" sz="2100" b="1" dirty="0" spc="-1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nhau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5257800" y="3429000"/>
            <a:ext cx="2324100" cy="781050"/>
          </a:xfrm>
          <a:prstGeom prst="roundRect">
            <a:avLst>
              <a:gd name="adj" fmla="val 24390"/>
            </a:avLst>
          </a:prstGeom>
          <a:solidFill>
            <a:srgbClr val="E8E0CF"/>
          </a:solidFill>
          <a:ln/>
        </p:spPr>
      </p:sp>
      <p:sp>
        <p:nvSpPr>
          <p:cNvPr id="10" name="Text 8"/>
          <p:cNvSpPr/>
          <p:nvPr/>
        </p:nvSpPr>
        <p:spPr>
          <a:xfrm>
            <a:off x="5257800" y="3429000"/>
            <a:ext cx="2324100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Phần</a:t>
            </a:r>
            <a:r>
              <a:rPr lang="en-US" sz="21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914400" y="4629150"/>
            <a:ext cx="6858000" cy="1047750"/>
          </a:xfrm>
          <a:prstGeom prst="roundRect">
            <a:avLst>
              <a:gd name="adj" fmla="val 25455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04900" y="4762500"/>
            <a:ext cx="4000500" cy="781050"/>
          </a:xfrm>
          <a:prstGeom prst="roundRect">
            <a:avLst>
              <a:gd name="adj" fmla="val 24390"/>
            </a:avLst>
          </a:prstGeom>
          <a:solidFill>
            <a:srgbClr val="F8D9D0"/>
          </a:solidFill>
          <a:ln/>
        </p:spPr>
      </p:sp>
      <p:sp>
        <p:nvSpPr>
          <p:cNvPr id="13" name="Text 11"/>
          <p:cNvSpPr/>
          <p:nvPr/>
        </p:nvSpPr>
        <p:spPr>
          <a:xfrm>
            <a:off x="1104900" y="4762500"/>
            <a:ext cx="4000500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5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Header</a:t>
            </a:r>
            <a:r>
              <a:rPr lang="en-US" sz="2100" b="1" dirty="0" spc="-7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giống</a:t>
            </a:r>
            <a:r>
              <a:rPr lang="en-US" sz="2100" b="1" dirty="0" spc="-1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nhau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5257800" y="4762500"/>
            <a:ext cx="2324100" cy="781050"/>
          </a:xfrm>
          <a:prstGeom prst="roundRect">
            <a:avLst>
              <a:gd name="adj" fmla="val 24390"/>
            </a:avLst>
          </a:prstGeom>
          <a:solidFill>
            <a:srgbClr val="E8E0CF"/>
          </a:solidFill>
          <a:ln/>
        </p:spPr>
      </p:sp>
      <p:sp>
        <p:nvSpPr>
          <p:cNvPr id="15" name="Text 13"/>
          <p:cNvSpPr/>
          <p:nvPr/>
        </p:nvSpPr>
        <p:spPr>
          <a:xfrm>
            <a:off x="5257800" y="4762500"/>
            <a:ext cx="2324100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Phần</a:t>
            </a:r>
            <a:r>
              <a:rPr lang="en-US" sz="21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914400" y="5962650"/>
            <a:ext cx="6858000" cy="1047750"/>
          </a:xfrm>
          <a:prstGeom prst="roundRect">
            <a:avLst>
              <a:gd name="adj" fmla="val 25455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04900" y="6096000"/>
            <a:ext cx="4000500" cy="781050"/>
          </a:xfrm>
          <a:prstGeom prst="roundRect">
            <a:avLst>
              <a:gd name="adj" fmla="val 24390"/>
            </a:avLst>
          </a:prstGeom>
          <a:solidFill>
            <a:srgbClr val="F8D9D0"/>
          </a:solidFill>
          <a:ln/>
        </p:spPr>
      </p:sp>
      <p:sp>
        <p:nvSpPr>
          <p:cNvPr id="18" name="Text 16"/>
          <p:cNvSpPr/>
          <p:nvPr/>
        </p:nvSpPr>
        <p:spPr>
          <a:xfrm>
            <a:off x="1104900" y="6096000"/>
            <a:ext cx="4000500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5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Header</a:t>
            </a:r>
            <a:r>
              <a:rPr lang="en-US" sz="2100" b="1" dirty="0" spc="-7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giống</a:t>
            </a:r>
            <a:r>
              <a:rPr lang="en-US" sz="2100" b="1" dirty="0" spc="-1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nhau</a:t>
            </a:r>
            <a:endParaRPr lang="en-US" sz="2100" dirty="0"/>
          </a:p>
        </p:txBody>
      </p:sp>
      <p:sp>
        <p:nvSpPr>
          <p:cNvPr id="19" name="Shape 17"/>
          <p:cNvSpPr/>
          <p:nvPr/>
        </p:nvSpPr>
        <p:spPr>
          <a:xfrm>
            <a:off x="5257800" y="6096000"/>
            <a:ext cx="2324100" cy="781050"/>
          </a:xfrm>
          <a:prstGeom prst="roundRect">
            <a:avLst>
              <a:gd name="adj" fmla="val 24390"/>
            </a:avLst>
          </a:prstGeom>
          <a:solidFill>
            <a:srgbClr val="E8E0CF"/>
          </a:solidFill>
          <a:ln/>
        </p:spPr>
      </p:sp>
      <p:sp>
        <p:nvSpPr>
          <p:cNvPr id="20" name="Text 18"/>
          <p:cNvSpPr/>
          <p:nvPr/>
        </p:nvSpPr>
        <p:spPr>
          <a:xfrm>
            <a:off x="5257800" y="6096000"/>
            <a:ext cx="2324100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Phần</a:t>
            </a:r>
            <a:r>
              <a:rPr lang="en-US" sz="21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</a:t>
            </a:r>
            <a:endParaRPr lang="en-US" sz="2100" dirty="0"/>
          </a:p>
        </p:txBody>
      </p:sp>
      <p:sp>
        <p:nvSpPr>
          <p:cNvPr id="21" name="Connector line-1792293588006-472135770"/>
          <p:cNvSpPr/>
          <p:nvPr/>
        </p:nvSpPr>
        <p:spPr>
          <a:xfrm>
            <a:off x="8001000" y="5143500"/>
            <a:ext cx="2286000" cy="0"/>
          </a:xfrm>
          <a:prstGeom prst="line">
            <a:avLst/>
          </a:prstGeom>
          <a:noFill/>
          <a:ln w="76200">
            <a:solidFill>
              <a:srgbClr val="E8472B"/>
            </a:solidFill>
            <a:prstDash val="solid"/>
            <a:headEnd type="none"/>
            <a:tailEnd type="triangle" w="sm" len="sm"/>
          </a:ln>
        </p:spPr>
      </p:sp>
      <p:sp>
        <p:nvSpPr>
          <p:cNvPr id="22" name="Shape 20"/>
          <p:cNvSpPr/>
          <p:nvPr/>
        </p:nvSpPr>
        <p:spPr>
          <a:xfrm>
            <a:off x="8286750" y="4191000"/>
            <a:ext cx="1714500" cy="60960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</p:sp>
      <p:sp>
        <p:nvSpPr>
          <p:cNvPr id="23" name="Text 21"/>
          <p:cNvSpPr/>
          <p:nvPr/>
        </p:nvSpPr>
        <p:spPr>
          <a:xfrm>
            <a:off x="8286750" y="4191000"/>
            <a:ext cx="17145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dirty="0" spc="-48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HPACK</a:t>
            </a:r>
            <a:endParaRPr lang="en-US" sz="2250" dirty="0"/>
          </a:p>
        </p:txBody>
      </p:sp>
      <p:sp>
        <p:nvSpPr>
          <p:cNvPr id="24" name="Shape 22"/>
          <p:cNvSpPr/>
          <p:nvPr/>
        </p:nvSpPr>
        <p:spPr>
          <a:xfrm>
            <a:off x="10515600" y="3295650"/>
            <a:ext cx="4476750" cy="1047750"/>
          </a:xfrm>
          <a:prstGeom prst="roundRect">
            <a:avLst>
              <a:gd name="adj" fmla="val 25455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706100" y="3429000"/>
            <a:ext cx="1619250" cy="781050"/>
          </a:xfrm>
          <a:prstGeom prst="roundRect">
            <a:avLst>
              <a:gd name="adj" fmla="val 24390"/>
            </a:avLst>
          </a:prstGeom>
          <a:solidFill>
            <a:srgbClr val="E8472B"/>
          </a:solidFill>
          <a:ln/>
        </p:spPr>
      </p:sp>
      <p:sp>
        <p:nvSpPr>
          <p:cNvPr id="26" name="Text 24"/>
          <p:cNvSpPr/>
          <p:nvPr/>
        </p:nvSpPr>
        <p:spPr>
          <a:xfrm>
            <a:off x="10706100" y="3429000"/>
            <a:ext cx="1619250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5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Header</a:t>
            </a:r>
            <a:endParaRPr lang="en-US" sz="2100" dirty="0"/>
          </a:p>
        </p:txBody>
      </p:sp>
      <p:sp>
        <p:nvSpPr>
          <p:cNvPr id="27" name="Shape 25"/>
          <p:cNvSpPr/>
          <p:nvPr/>
        </p:nvSpPr>
        <p:spPr>
          <a:xfrm>
            <a:off x="12477750" y="3429000"/>
            <a:ext cx="2324100" cy="781050"/>
          </a:xfrm>
          <a:prstGeom prst="roundRect">
            <a:avLst>
              <a:gd name="adj" fmla="val 24390"/>
            </a:avLst>
          </a:prstGeom>
          <a:solidFill>
            <a:srgbClr val="E8E0CF"/>
          </a:solidFill>
          <a:ln/>
        </p:spPr>
      </p:sp>
      <p:sp>
        <p:nvSpPr>
          <p:cNvPr id="28" name="Text 26"/>
          <p:cNvSpPr/>
          <p:nvPr/>
        </p:nvSpPr>
        <p:spPr>
          <a:xfrm>
            <a:off x="12477750" y="3429000"/>
            <a:ext cx="2324100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Phần</a:t>
            </a:r>
            <a:r>
              <a:rPr lang="en-US" sz="21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</a:t>
            </a:r>
            <a:endParaRPr lang="en-US" sz="2100" dirty="0"/>
          </a:p>
        </p:txBody>
      </p:sp>
      <p:sp>
        <p:nvSpPr>
          <p:cNvPr id="29" name="Shape 27"/>
          <p:cNvSpPr/>
          <p:nvPr/>
        </p:nvSpPr>
        <p:spPr>
          <a:xfrm>
            <a:off x="10515600" y="4629150"/>
            <a:ext cx="4476750" cy="1047750"/>
          </a:xfrm>
          <a:prstGeom prst="roundRect">
            <a:avLst>
              <a:gd name="adj" fmla="val 25455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706100" y="4762500"/>
            <a:ext cx="1619250" cy="781050"/>
          </a:xfrm>
          <a:prstGeom prst="roundRect">
            <a:avLst>
              <a:gd name="adj" fmla="val 24390"/>
            </a:avLst>
          </a:prstGeom>
          <a:solidFill>
            <a:srgbClr val="E8472B"/>
          </a:solidFill>
          <a:ln/>
        </p:spPr>
      </p:sp>
      <p:sp>
        <p:nvSpPr>
          <p:cNvPr id="31" name="Text 29"/>
          <p:cNvSpPr/>
          <p:nvPr/>
        </p:nvSpPr>
        <p:spPr>
          <a:xfrm>
            <a:off x="10706100" y="4762500"/>
            <a:ext cx="1619250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5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Header</a:t>
            </a:r>
            <a:endParaRPr lang="en-US" sz="2100" dirty="0"/>
          </a:p>
        </p:txBody>
      </p:sp>
      <p:sp>
        <p:nvSpPr>
          <p:cNvPr id="32" name="Shape 30"/>
          <p:cNvSpPr/>
          <p:nvPr/>
        </p:nvSpPr>
        <p:spPr>
          <a:xfrm>
            <a:off x="12477750" y="4762500"/>
            <a:ext cx="2324100" cy="781050"/>
          </a:xfrm>
          <a:prstGeom prst="roundRect">
            <a:avLst>
              <a:gd name="adj" fmla="val 24390"/>
            </a:avLst>
          </a:prstGeom>
          <a:solidFill>
            <a:srgbClr val="E8E0CF"/>
          </a:solidFill>
          <a:ln/>
        </p:spPr>
      </p:sp>
      <p:sp>
        <p:nvSpPr>
          <p:cNvPr id="33" name="Text 31"/>
          <p:cNvSpPr/>
          <p:nvPr/>
        </p:nvSpPr>
        <p:spPr>
          <a:xfrm>
            <a:off x="12477750" y="4762500"/>
            <a:ext cx="2324100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Phần</a:t>
            </a:r>
            <a:r>
              <a:rPr lang="en-US" sz="21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</a:t>
            </a:r>
            <a:endParaRPr lang="en-US" sz="2100" dirty="0"/>
          </a:p>
        </p:txBody>
      </p:sp>
      <p:sp>
        <p:nvSpPr>
          <p:cNvPr id="34" name="Shape 32"/>
          <p:cNvSpPr/>
          <p:nvPr/>
        </p:nvSpPr>
        <p:spPr>
          <a:xfrm>
            <a:off x="10515600" y="5962650"/>
            <a:ext cx="4476750" cy="1047750"/>
          </a:xfrm>
          <a:prstGeom prst="roundRect">
            <a:avLst>
              <a:gd name="adj" fmla="val 25455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0706100" y="6096000"/>
            <a:ext cx="1619250" cy="781050"/>
          </a:xfrm>
          <a:prstGeom prst="roundRect">
            <a:avLst>
              <a:gd name="adj" fmla="val 24390"/>
            </a:avLst>
          </a:prstGeom>
          <a:solidFill>
            <a:srgbClr val="E8472B"/>
          </a:solidFill>
          <a:ln/>
        </p:spPr>
      </p:sp>
      <p:sp>
        <p:nvSpPr>
          <p:cNvPr id="36" name="Text 34"/>
          <p:cNvSpPr/>
          <p:nvPr/>
        </p:nvSpPr>
        <p:spPr>
          <a:xfrm>
            <a:off x="10706100" y="6096000"/>
            <a:ext cx="1619250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5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Header</a:t>
            </a:r>
            <a:endParaRPr lang="en-US" sz="2100" dirty="0"/>
          </a:p>
        </p:txBody>
      </p:sp>
      <p:sp>
        <p:nvSpPr>
          <p:cNvPr id="37" name="Shape 35"/>
          <p:cNvSpPr/>
          <p:nvPr/>
        </p:nvSpPr>
        <p:spPr>
          <a:xfrm>
            <a:off x="12477750" y="6096000"/>
            <a:ext cx="2324100" cy="781050"/>
          </a:xfrm>
          <a:prstGeom prst="roundRect">
            <a:avLst>
              <a:gd name="adj" fmla="val 24390"/>
            </a:avLst>
          </a:prstGeom>
          <a:solidFill>
            <a:srgbClr val="E8E0CF"/>
          </a:solidFill>
          <a:ln/>
        </p:spPr>
      </p:sp>
      <p:sp>
        <p:nvSpPr>
          <p:cNvPr id="38" name="Text 36"/>
          <p:cNvSpPr/>
          <p:nvPr/>
        </p:nvSpPr>
        <p:spPr>
          <a:xfrm>
            <a:off x="12477750" y="6096000"/>
            <a:ext cx="2324100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Phần</a:t>
            </a:r>
            <a:r>
              <a:rPr lang="en-US" sz="21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</a:t>
            </a:r>
            <a:endParaRPr lang="en-US" sz="2100" dirty="0"/>
          </a:p>
        </p:txBody>
      </p:sp>
      <p:sp>
        <p:nvSpPr>
          <p:cNvPr id="39" name="Shape 37"/>
          <p:cNvSpPr/>
          <p:nvPr/>
        </p:nvSpPr>
        <p:spPr>
          <a:xfrm>
            <a:off x="914400" y="7581900"/>
            <a:ext cx="16459200" cy="95250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/>
        </p:spPr>
      </p:sp>
      <p:sp>
        <p:nvSpPr>
          <p:cNvPr id="40" name="Text 38"/>
          <p:cNvSpPr/>
          <p:nvPr/>
        </p:nvSpPr>
        <p:spPr>
          <a:xfrm>
            <a:off x="1428750" y="7581900"/>
            <a:ext cx="15430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Giảm</a:t>
            </a:r>
            <a:r>
              <a:rPr lang="en-US" sz="255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 header</a:t>
            </a:r>
            <a:r>
              <a:rPr lang="en-US" sz="25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lặp</a:t>
            </a:r>
            <a:r>
              <a:rPr lang="en-US" sz="25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r>
              <a:rPr lang="en-US" sz="2550" b="1" dirty="0" spc="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giữa</a:t>
            </a:r>
            <a:r>
              <a:rPr lang="en-US" sz="25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2550" b="1" dirty="0" spc="-2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yêu</a:t>
            </a:r>
            <a:r>
              <a:rPr lang="en-US" sz="25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cầu,</a:t>
            </a:r>
            <a:r>
              <a:rPr lang="en-US" sz="2550" b="1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550" b="1" dirty="0" spc="4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gửi</a:t>
            </a:r>
            <a:r>
              <a:rPr lang="en-US" sz="25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ít</a:t>
            </a:r>
            <a:r>
              <a:rPr lang="en-US" sz="2550" b="1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byte</a:t>
            </a:r>
            <a:r>
              <a:rPr lang="en-US" sz="25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hơn.</a:t>
            </a:r>
            <a:endParaRPr lang="en-US" sz="2550" dirty="0"/>
          </a:p>
        </p:txBody>
      </p:sp>
      <p:sp>
        <p:nvSpPr>
          <p:cNvPr id="41" name="Connector line-1792293588024-776881300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42" name="Shape 40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2514600" y="9391650"/>
            <a:ext cx="190500" cy="1905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53" name="Text 51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06/10</a:t>
            </a:r>
            <a:endParaRPr lang="en-US" sz="1650" dirty="0"/>
          </a:p>
        </p:txBody>
      </p:sp>
      <p:sp>
        <p:nvSpPr>
          <p:cNvPr id="54" name="Shape 5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55" name="Moda image moda-export-watermark-45f5b015-e744-494f-985d-121fa1712cc4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3335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76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CẦN</a:t>
            </a:r>
            <a:r>
              <a:rPr lang="en-US" sz="1800" b="1" spc="28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CẬP</a:t>
            </a:r>
            <a:r>
              <a:rPr lang="en-US" sz="1800" b="1" spc="263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NHẬT</a:t>
            </a:r>
            <a:r>
              <a:rPr lang="en-US" sz="1800" b="1" spc="29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30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 TÍNH</a:t>
            </a:r>
            <a:r>
              <a:rPr lang="en-US" sz="1800" b="1" spc="29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NĂNG</a:t>
            </a:r>
            <a:r>
              <a:rPr lang="en-US" sz="1800" b="1" spc="258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HAY</a:t>
            </a:r>
            <a:r>
              <a:rPr lang="en-US" sz="1800" b="1" spc="30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1800" b="1" spc="30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NÊU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3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Hai</a:t>
            </a:r>
            <a:r>
              <a:rPr lang="en-US" sz="6300" dirty="0" spc="2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điều</a:t>
            </a:r>
            <a:r>
              <a:rPr lang="en-US" sz="6300" dirty="0" spc="1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đã</a:t>
            </a:r>
            <a:r>
              <a:rPr lang="en-US" sz="63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thay</a:t>
            </a:r>
            <a:r>
              <a:rPr lang="en-US" sz="6300" dirty="0" spc="1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đổi</a:t>
            </a:r>
            <a:endParaRPr lang="en-US" sz="6300" dirty="0"/>
          </a:p>
        </p:txBody>
      </p:sp>
      <p:sp>
        <p:nvSpPr>
          <p:cNvPr id="4" name="Shape 2"/>
          <p:cNvSpPr/>
          <p:nvPr/>
        </p:nvSpPr>
        <p:spPr>
          <a:xfrm>
            <a:off x="5143500" y="2705100"/>
            <a:ext cx="5810250" cy="72390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/>
        </p:spPr>
      </p:sp>
      <p:sp>
        <p:nvSpPr>
          <p:cNvPr id="5" name="Text 3"/>
          <p:cNvSpPr/>
          <p:nvPr/>
        </p:nvSpPr>
        <p:spPr>
          <a:xfrm>
            <a:off x="5143500" y="2705100"/>
            <a:ext cx="581025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2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Là</a:t>
            </a:r>
            <a:r>
              <a:rPr lang="en-US" sz="24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11182350" y="2705100"/>
            <a:ext cx="6191250" cy="72390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/>
        </p:spPr>
      </p:sp>
      <p:sp>
        <p:nvSpPr>
          <p:cNvPr id="7" name="Text 5"/>
          <p:cNvSpPr/>
          <p:nvPr/>
        </p:nvSpPr>
        <p:spPr>
          <a:xfrm>
            <a:off x="11182350" y="2705100"/>
            <a:ext cx="619125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Hiện</a:t>
            </a:r>
            <a:r>
              <a:rPr lang="en-US" sz="2400" b="1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nay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914400" y="3657600"/>
            <a:ext cx="4000500" cy="1809750"/>
          </a:xfrm>
          <a:prstGeom prst="roundRect">
            <a:avLst>
              <a:gd name="adj" fmla="val 14737"/>
            </a:avLst>
          </a:prstGeom>
          <a:solidFill>
            <a:srgbClr val="1F3FD1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3657600"/>
            <a:ext cx="4000500" cy="1809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dirty="0" spc="0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Ưu</a:t>
            </a:r>
            <a:r>
              <a:rPr lang="en-US" sz="2850" dirty="0" spc="-5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tiên</a:t>
            </a:r>
            <a:r>
              <a:rPr lang="en-US" sz="2850" dirty="0" spc="-6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luồng</a:t>
            </a:r>
            <a:endParaRPr lang="en-US" sz="2850" dirty="0"/>
          </a:p>
        </p:txBody>
      </p:sp>
      <p:sp>
        <p:nvSpPr>
          <p:cNvPr id="10" name="Shape 8"/>
          <p:cNvSpPr/>
          <p:nvPr/>
        </p:nvSpPr>
        <p:spPr>
          <a:xfrm>
            <a:off x="914400" y="5695950"/>
            <a:ext cx="4000500" cy="1809750"/>
          </a:xfrm>
          <a:prstGeom prst="roundRect">
            <a:avLst>
              <a:gd name="adj" fmla="val 14737"/>
            </a:avLst>
          </a:prstGeom>
          <a:solidFill>
            <a:srgbClr val="B45309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5695950"/>
            <a:ext cx="4000500" cy="1809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dirty="0" spc="-10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Server</a:t>
            </a:r>
            <a:r>
              <a:rPr lang="en-US" sz="2850" dirty="0" spc="-2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Push</a:t>
            </a:r>
            <a:endParaRPr lang="en-US" sz="2850" dirty="0"/>
          </a:p>
        </p:txBody>
      </p:sp>
      <p:sp>
        <p:nvSpPr>
          <p:cNvPr id="12" name="Shape 10"/>
          <p:cNvSpPr/>
          <p:nvPr/>
        </p:nvSpPr>
        <p:spPr>
          <a:xfrm>
            <a:off x="5143500" y="3657600"/>
            <a:ext cx="5810250" cy="1809750"/>
          </a:xfrm>
          <a:prstGeom prst="roundRect">
            <a:avLst>
              <a:gd name="adj" fmla="val 14737"/>
            </a:avLst>
          </a:prstGeom>
          <a:solidFill>
            <a:srgbClr val="DDE3FA"/>
          </a:solidFill>
          <a:ln/>
        </p:spPr>
      </p:sp>
      <p:sp>
        <p:nvSpPr>
          <p:cNvPr id="13" name="Shape 11"/>
          <p:cNvSpPr/>
          <p:nvPr/>
        </p:nvSpPr>
        <p:spPr>
          <a:xfrm>
            <a:off x="11182350" y="3657600"/>
            <a:ext cx="6191250" cy="1809750"/>
          </a:xfrm>
          <a:prstGeom prst="roundRect">
            <a:avLst>
              <a:gd name="adj" fmla="val 14737"/>
            </a:avLst>
          </a:prstGeom>
          <a:solidFill>
            <a:srgbClr val="FBF8F2"/>
          </a:solidFill>
          <a:ln w="38100">
            <a:solidFill>
              <a:srgbClr val="1F3FD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143500" y="5695950"/>
            <a:ext cx="5810250" cy="1809750"/>
          </a:xfrm>
          <a:prstGeom prst="roundRect">
            <a:avLst>
              <a:gd name="adj" fmla="val 14737"/>
            </a:avLst>
          </a:prstGeom>
          <a:solidFill>
            <a:srgbClr val="F3DFB8"/>
          </a:solidFill>
          <a:ln/>
        </p:spPr>
      </p:sp>
      <p:sp>
        <p:nvSpPr>
          <p:cNvPr id="15" name="Shape 13"/>
          <p:cNvSpPr/>
          <p:nvPr/>
        </p:nvSpPr>
        <p:spPr>
          <a:xfrm>
            <a:off x="11182350" y="5695950"/>
            <a:ext cx="6191250" cy="1809750"/>
          </a:xfrm>
          <a:prstGeom prst="roundRect">
            <a:avLst>
              <a:gd name="adj" fmla="val 14737"/>
            </a:avLst>
          </a:prstGeom>
          <a:solidFill>
            <a:srgbClr val="FBF8F2"/>
          </a:solidFill>
          <a:ln w="38100">
            <a:solidFill>
              <a:srgbClr val="B4530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524500" y="3657600"/>
            <a:ext cx="5143500" cy="180975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ctr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Cơ</a:t>
            </a:r>
            <a:r>
              <a:rPr lang="en-US" sz="25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chế</a:t>
            </a:r>
            <a:r>
              <a:rPr lang="en-US" sz="25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báo</a:t>
            </a:r>
            <a:r>
              <a:rPr lang="en-US" sz="2550" b="1" dirty="0" spc="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mức</a:t>
            </a:r>
            <a:r>
              <a:rPr lang="en-US" sz="2550" b="1" dirty="0" spc="4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ưu</a:t>
            </a: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tiên</a:t>
            </a: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 bản</a:t>
            </a:r>
            <a:r>
              <a:rPr lang="en-US" sz="2550" b="1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</a:t>
            </a:r>
            <a:endParaRPr lang="en-US" sz="2550" dirty="0"/>
          </a:p>
        </p:txBody>
      </p:sp>
      <p:sp>
        <p:nvSpPr>
          <p:cNvPr id="17" name="Text 15"/>
          <p:cNvSpPr/>
          <p:nvPr/>
        </p:nvSpPr>
        <p:spPr>
          <a:xfrm>
            <a:off x="11563350" y="3657600"/>
            <a:ext cx="5429250" cy="180975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ctr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Bị</a:t>
            </a:r>
            <a:r>
              <a:rPr lang="en-US" sz="2550" b="1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đánh</a:t>
            </a:r>
            <a:r>
              <a:rPr lang="en-US" sz="25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dấu</a:t>
            </a:r>
            <a:r>
              <a:rPr lang="en-US" sz="2550" b="1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deprecated;</a:t>
            </a:r>
            <a:r>
              <a:rPr lang="en-US" sz="2550" b="1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RFC</a:t>
            </a:r>
            <a:r>
              <a:rPr lang="en-US" sz="25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9218</a:t>
            </a:r>
            <a:r>
              <a:rPr lang="en-US" sz="255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5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chuẩn</a:t>
            </a:r>
            <a:r>
              <a:rPr lang="en-US" sz="255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thay</a:t>
            </a:r>
            <a:r>
              <a:rPr lang="en-US" sz="25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thế</a:t>
            </a:r>
            <a:endParaRPr lang="en-US" sz="2550" dirty="0"/>
          </a:p>
        </p:txBody>
      </p:sp>
      <p:sp>
        <p:nvSpPr>
          <p:cNvPr id="18" name="Text 16"/>
          <p:cNvSpPr/>
          <p:nvPr/>
        </p:nvSpPr>
        <p:spPr>
          <a:xfrm>
            <a:off x="5524500" y="5695950"/>
            <a:ext cx="5143500" cy="180975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ctr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b="1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Server</a:t>
            </a:r>
            <a:r>
              <a:rPr lang="en-US" sz="2550" b="1" dirty="0" spc="4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gửi</a:t>
            </a:r>
            <a:r>
              <a:rPr lang="en-US" sz="2550" b="1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</a:t>
            </a: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2550" b="1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nguyên</a:t>
            </a:r>
            <a:r>
              <a:rPr lang="en-US" sz="25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client</a:t>
            </a:r>
            <a:r>
              <a:rPr lang="en-US" sz="2550" b="1" dirty="0" spc="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25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endParaRPr lang="en-US" sz="2550" dirty="0"/>
          </a:p>
        </p:txBody>
      </p:sp>
      <p:sp>
        <p:nvSpPr>
          <p:cNvPr id="19" name="Text 17"/>
          <p:cNvSpPr/>
          <p:nvPr/>
        </p:nvSpPr>
        <p:spPr>
          <a:xfrm>
            <a:off x="11563350" y="5695950"/>
            <a:ext cx="5429250" cy="180975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ctr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b="1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Chrome</a:t>
            </a:r>
            <a:r>
              <a:rPr lang="en-US" sz="255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tắt</a:t>
            </a: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mặc</a:t>
            </a:r>
            <a:r>
              <a:rPr lang="en-US" sz="2550" b="1" dirty="0" spc="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 bản</a:t>
            </a:r>
            <a:r>
              <a:rPr lang="en-US" sz="25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106</a:t>
            </a:r>
            <a:endParaRPr lang="en-US" sz="2550" dirty="0"/>
          </a:p>
        </p:txBody>
      </p:sp>
      <p:sp>
        <p:nvSpPr>
          <p:cNvPr id="20" name="Shape 18"/>
          <p:cNvSpPr/>
          <p:nvPr/>
        </p:nvSpPr>
        <p:spPr>
          <a:xfrm>
            <a:off x="914400" y="7848600"/>
            <a:ext cx="16459200" cy="85725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/>
        </p:spPr>
      </p:sp>
      <p:sp>
        <p:nvSpPr>
          <p:cNvPr id="21" name="Text 19"/>
          <p:cNvSpPr/>
          <p:nvPr/>
        </p:nvSpPr>
        <p:spPr>
          <a:xfrm>
            <a:off x="1428750" y="7848600"/>
            <a:ext cx="154305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Bài</a:t>
            </a:r>
            <a:r>
              <a:rPr lang="en-US" sz="240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 liệt</a:t>
            </a:r>
            <a:r>
              <a:rPr lang="en-US" sz="2400" b="1" dirty="0" spc="-3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kê</a:t>
            </a:r>
            <a:r>
              <a:rPr lang="en-US" sz="24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</a:t>
            </a:r>
            <a:r>
              <a:rPr lang="en-US" sz="24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 như</a:t>
            </a:r>
            <a:r>
              <a:rPr lang="en-US" sz="24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tính</a:t>
            </a:r>
            <a:r>
              <a:rPr lang="en-US" sz="240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năng</a:t>
            </a:r>
            <a:r>
              <a:rPr lang="en-US" sz="24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240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HTTP/2</a:t>
            </a:r>
            <a:r>
              <a:rPr lang="en-US" sz="24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nhanh.</a:t>
            </a:r>
            <a:endParaRPr lang="en-US" sz="2400" dirty="0"/>
          </a:p>
        </p:txBody>
      </p:sp>
      <p:sp>
        <p:nvSpPr>
          <p:cNvPr id="22" name="Connector line-1792293609476-943936494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23" name="Shape 21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838450" y="9391650"/>
            <a:ext cx="190500" cy="1905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34" name="Text 32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07/10</a:t>
            </a:r>
            <a:endParaRPr lang="en-US" sz="1650" dirty="0"/>
          </a:p>
        </p:txBody>
      </p:sp>
      <p:sp>
        <p:nvSpPr>
          <p:cNvPr id="35" name="Shape 3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6" name="Moda image moda-export-watermark-a03d93f3-a585-4b87-8539-8997ba484f5b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8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GIỚI</a:t>
            </a:r>
            <a:r>
              <a:rPr lang="en-US" sz="1800" b="1" spc="301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1800" b="1" spc="282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1800" b="1" spc="302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952500"/>
          </a:xfrm>
          <a:prstGeom prst="rect">
            <a:avLst/>
          </a:prstGeom>
          <a:noFill/>
          <a:ln/>
        </p:spPr>
        <p:txBody>
          <a:bodyPr wrap="square" lIns="0" tIns="51435" rIns="0" bIns="-51435" rtlCol="0" anchor="ctr"/>
          <a:lstStyle/>
          <a:p>
            <a:pPr algn="l" indent="0" marL="0">
              <a:lnSpc>
                <a:spcPts val="6300"/>
              </a:lnSpc>
              <a:buNone/>
            </a:pPr>
            <a:r>
              <a:rPr lang="en-US" sz="6000" dirty="0" spc="-5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HTTP/2</a:t>
            </a:r>
            <a:r>
              <a:rPr lang="en-US" sz="6000" dirty="0" spc="-4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vẫn</a:t>
            </a:r>
            <a:r>
              <a:rPr lang="en-US" sz="60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chạy</a:t>
            </a:r>
            <a:r>
              <a:rPr lang="en-US" sz="6000" dirty="0" spc="-1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trên</a:t>
            </a:r>
            <a:r>
              <a:rPr lang="en-US" sz="600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</a:t>
            </a:r>
            <a:pPr algn="l" indent="0" marL="0">
              <a:lnSpc>
                <a:spcPts val="6300"/>
              </a:lnSpc>
              <a:buNone/>
            </a:pPr>
            <a:r>
              <a:rPr lang="en-US" sz="6000" dirty="0" spc="-14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một</a:t>
            </a:r>
            <a:r>
              <a:rPr lang="en-US" sz="6000" dirty="0" spc="-36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kết</a:t>
            </a:r>
            <a:r>
              <a:rPr lang="en-US" sz="6000" dirty="0" spc="2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nối</a:t>
            </a:r>
            <a:r>
              <a:rPr lang="en-US" sz="6000" dirty="0" spc="-36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TCP</a:t>
            </a:r>
            <a:endParaRPr lang="en-US" sz="6000" dirty="0"/>
          </a:p>
        </p:txBody>
      </p:sp>
      <p:sp>
        <p:nvSpPr>
          <p:cNvPr id="4" name="Connector line-1792293647364-146587367"/>
          <p:cNvSpPr/>
          <p:nvPr/>
        </p:nvSpPr>
        <p:spPr>
          <a:xfrm>
            <a:off x="1428750" y="3048000"/>
            <a:ext cx="15430500" cy="0"/>
          </a:xfrm>
          <a:prstGeom prst="line">
            <a:avLst/>
          </a:prstGeom>
          <a:noFill/>
          <a:ln w="57150">
            <a:solidFill>
              <a:srgbClr val="2D3140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2933700" y="2838450"/>
            <a:ext cx="419100" cy="419100"/>
          </a:xfrm>
          <a:prstGeom prst="ellipse">
            <a:avLst/>
          </a:prstGeom>
          <a:solidFill>
            <a:srgbClr val="3DD6A0"/>
          </a:solidFill>
          <a:ln/>
        </p:spPr>
      </p:sp>
      <p:sp>
        <p:nvSpPr>
          <p:cNvPr id="6" name="Shape 4"/>
          <p:cNvSpPr/>
          <p:nvPr/>
        </p:nvSpPr>
        <p:spPr>
          <a:xfrm>
            <a:off x="8934450" y="2838450"/>
            <a:ext cx="419100" cy="419100"/>
          </a:xfrm>
          <a:prstGeom prst="ellipse">
            <a:avLst/>
          </a:prstGeom>
          <a:solidFill>
            <a:srgbClr val="3DD6A0"/>
          </a:solidFill>
          <a:ln/>
        </p:spPr>
      </p:sp>
      <p:sp>
        <p:nvSpPr>
          <p:cNvPr id="7" name="Shape 5"/>
          <p:cNvSpPr/>
          <p:nvPr/>
        </p:nvSpPr>
        <p:spPr>
          <a:xfrm>
            <a:off x="14935200" y="2838450"/>
            <a:ext cx="419100" cy="419100"/>
          </a:xfrm>
          <a:prstGeom prst="ellipse">
            <a:avLst/>
          </a:prstGeom>
          <a:solidFill>
            <a:srgbClr val="3DD6A0"/>
          </a:solidFill>
          <a:ln/>
        </p:spPr>
      </p:sp>
      <p:sp>
        <p:nvSpPr>
          <p:cNvPr id="8" name="Text 6"/>
          <p:cNvSpPr/>
          <p:nvPr/>
        </p:nvSpPr>
        <p:spPr>
          <a:xfrm>
            <a:off x="2933700" y="2838450"/>
            <a:ext cx="4191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dirty="0" spc="-5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1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8934450" y="2838450"/>
            <a:ext cx="4191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dirty="0" spc="5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2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14935200" y="2838450"/>
            <a:ext cx="4191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dirty="0" spc="2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3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857250" y="3543300"/>
            <a:ext cx="4572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700" b="1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Mất</a:t>
            </a:r>
            <a:r>
              <a:rPr lang="en-US" sz="270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gói</a:t>
            </a:r>
            <a:r>
              <a:rPr lang="en-US" sz="27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6858000" y="3543300"/>
            <a:ext cx="4572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700" b="1" dirty="0" spc="-4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TCP</a:t>
            </a:r>
            <a:r>
              <a:rPr lang="en-US" sz="27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70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</a:t>
            </a:r>
            <a:r>
              <a:rPr lang="en-US" sz="2700" b="1" dirty="0" spc="-3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70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nối</a:t>
            </a:r>
            <a:r>
              <a:rPr lang="en-US" sz="27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chờ</a:t>
            </a:r>
            <a:r>
              <a:rPr lang="en-US" sz="2700" b="1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truyền</a:t>
            </a:r>
            <a:r>
              <a:rPr lang="en-US" sz="27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endParaRPr lang="en-US" sz="2700" dirty="0"/>
          </a:p>
        </p:txBody>
      </p:sp>
      <p:sp>
        <p:nvSpPr>
          <p:cNvPr id="13" name="Text 11"/>
          <p:cNvSpPr/>
          <p:nvPr/>
        </p:nvSpPr>
        <p:spPr>
          <a:xfrm>
            <a:off x="12858750" y="3543300"/>
            <a:ext cx="4572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70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Mọi</a:t>
            </a:r>
            <a:r>
              <a:rPr lang="en-US" sz="27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luồng cùng</a:t>
            </a:r>
            <a:r>
              <a:rPr lang="en-US" sz="27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chậm</a:t>
            </a:r>
            <a:endParaRPr lang="en-US" sz="2700" dirty="0"/>
          </a:p>
        </p:txBody>
      </p:sp>
      <p:sp>
        <p:nvSpPr>
          <p:cNvPr id="14" name="Shape 12"/>
          <p:cNvSpPr/>
          <p:nvPr/>
        </p:nvSpPr>
        <p:spPr>
          <a:xfrm>
            <a:off x="914400" y="4953000"/>
            <a:ext cx="10477500" cy="3143250"/>
          </a:xfrm>
          <a:prstGeom prst="roundRect">
            <a:avLst>
              <a:gd name="adj" fmla="val 12121"/>
            </a:avLst>
          </a:prstGeom>
          <a:solidFill>
            <a:srgbClr val="1E212B"/>
          </a:solidFill>
          <a:ln w="28575">
            <a:solidFill>
              <a:srgbClr val="5B607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95400" y="5143500"/>
            <a:ext cx="666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197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1800" b="1" spc="225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 NỐI</a:t>
            </a:r>
            <a:r>
              <a:rPr lang="en-US" sz="1800" b="1" spc="204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TCP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104900" y="5715000"/>
            <a:ext cx="10096500" cy="609600"/>
          </a:xfrm>
          <a:prstGeom prst="roundRect">
            <a:avLst>
              <a:gd name="adj" fmla="val 31250"/>
            </a:avLst>
          </a:prstGeom>
          <a:solidFill>
            <a:srgbClr val="14161C"/>
          </a:solidFill>
          <a:ln/>
        </p:spPr>
      </p:sp>
      <p:sp>
        <p:nvSpPr>
          <p:cNvPr id="17" name="Shape 15"/>
          <p:cNvSpPr/>
          <p:nvPr/>
        </p:nvSpPr>
        <p:spPr>
          <a:xfrm>
            <a:off x="1104900" y="6515100"/>
            <a:ext cx="10096500" cy="609600"/>
          </a:xfrm>
          <a:prstGeom prst="roundRect">
            <a:avLst>
              <a:gd name="adj" fmla="val 31250"/>
            </a:avLst>
          </a:prstGeom>
          <a:solidFill>
            <a:srgbClr val="14161C"/>
          </a:solidFill>
          <a:ln/>
        </p:spPr>
      </p:sp>
      <p:sp>
        <p:nvSpPr>
          <p:cNvPr id="18" name="Shape 16"/>
          <p:cNvSpPr/>
          <p:nvPr/>
        </p:nvSpPr>
        <p:spPr>
          <a:xfrm>
            <a:off x="1104900" y="7315200"/>
            <a:ext cx="10096500" cy="609600"/>
          </a:xfrm>
          <a:prstGeom prst="roundRect">
            <a:avLst>
              <a:gd name="adj" fmla="val 31250"/>
            </a:avLst>
          </a:prstGeom>
          <a:solidFill>
            <a:srgbClr val="14161C"/>
          </a:solidFill>
          <a:ln/>
        </p:spPr>
      </p:sp>
      <p:sp>
        <p:nvSpPr>
          <p:cNvPr id="19" name="Shape 17"/>
          <p:cNvSpPr/>
          <p:nvPr/>
        </p:nvSpPr>
        <p:spPr>
          <a:xfrm>
            <a:off x="1295400" y="5829300"/>
            <a:ext cx="1047750" cy="381000"/>
          </a:xfrm>
          <a:prstGeom prst="roundRect">
            <a:avLst>
              <a:gd name="adj" fmla="val 30000"/>
            </a:avLst>
          </a:prstGeom>
          <a:solidFill>
            <a:srgbClr val="3DD6A0"/>
          </a:solidFill>
          <a:ln/>
        </p:spPr>
      </p:sp>
      <p:sp>
        <p:nvSpPr>
          <p:cNvPr id="20" name="Shape 18"/>
          <p:cNvSpPr/>
          <p:nvPr/>
        </p:nvSpPr>
        <p:spPr>
          <a:xfrm>
            <a:off x="2514600" y="5829300"/>
            <a:ext cx="1047750" cy="381000"/>
          </a:xfrm>
          <a:prstGeom prst="roundRect">
            <a:avLst>
              <a:gd name="adj" fmla="val 30000"/>
            </a:avLst>
          </a:prstGeom>
          <a:solidFill>
            <a:srgbClr val="3DD6A0"/>
          </a:solidFill>
          <a:ln/>
        </p:spPr>
      </p:sp>
      <p:sp>
        <p:nvSpPr>
          <p:cNvPr id="21" name="Shape 19"/>
          <p:cNvSpPr/>
          <p:nvPr/>
        </p:nvSpPr>
        <p:spPr>
          <a:xfrm>
            <a:off x="1295400" y="6629400"/>
            <a:ext cx="1047750" cy="381000"/>
          </a:xfrm>
          <a:prstGeom prst="roundRect">
            <a:avLst>
              <a:gd name="adj" fmla="val 30000"/>
            </a:avLst>
          </a:prstGeom>
          <a:solidFill>
            <a:srgbClr val="3DD6A0"/>
          </a:solidFill>
          <a:ln/>
        </p:spPr>
      </p:sp>
      <p:sp>
        <p:nvSpPr>
          <p:cNvPr id="22" name="Shape 20"/>
          <p:cNvSpPr/>
          <p:nvPr/>
        </p:nvSpPr>
        <p:spPr>
          <a:xfrm>
            <a:off x="2514600" y="6629400"/>
            <a:ext cx="1047750" cy="381000"/>
          </a:xfrm>
          <a:prstGeom prst="roundRect">
            <a:avLst>
              <a:gd name="adj" fmla="val 30000"/>
            </a:avLst>
          </a:prstGeom>
          <a:solidFill>
            <a:srgbClr val="3DD6A0"/>
          </a:solidFill>
          <a:ln/>
        </p:spPr>
      </p:sp>
      <p:sp>
        <p:nvSpPr>
          <p:cNvPr id="23" name="Shape 21"/>
          <p:cNvSpPr/>
          <p:nvPr/>
        </p:nvSpPr>
        <p:spPr>
          <a:xfrm>
            <a:off x="1295400" y="7429500"/>
            <a:ext cx="1047750" cy="381000"/>
          </a:xfrm>
          <a:prstGeom prst="roundRect">
            <a:avLst>
              <a:gd name="adj" fmla="val 30000"/>
            </a:avLst>
          </a:prstGeom>
          <a:solidFill>
            <a:srgbClr val="3DD6A0"/>
          </a:solidFill>
          <a:ln/>
        </p:spPr>
      </p:sp>
      <p:sp>
        <p:nvSpPr>
          <p:cNvPr id="24" name="Shape 22"/>
          <p:cNvSpPr/>
          <p:nvPr/>
        </p:nvSpPr>
        <p:spPr>
          <a:xfrm>
            <a:off x="2514600" y="7429500"/>
            <a:ext cx="1047750" cy="381000"/>
          </a:xfrm>
          <a:prstGeom prst="roundRect">
            <a:avLst>
              <a:gd name="adj" fmla="val 30000"/>
            </a:avLst>
          </a:prstGeom>
          <a:solidFill>
            <a:srgbClr val="3DD6A0"/>
          </a:solidFill>
          <a:ln/>
        </p:spPr>
      </p:sp>
      <p:sp>
        <p:nvSpPr>
          <p:cNvPr id="25" name="Shape 23"/>
          <p:cNvSpPr/>
          <p:nvPr/>
        </p:nvSpPr>
        <p:spPr>
          <a:xfrm>
            <a:off x="3733800" y="6629400"/>
            <a:ext cx="1047750" cy="381000"/>
          </a:xfrm>
          <a:prstGeom prst="roundRect">
            <a:avLst>
              <a:gd name="adj" fmla="val 30000"/>
            </a:avLst>
          </a:prstGeom>
          <a:solidFill>
            <a:srgbClr val="FF6A4D"/>
          </a:solidFill>
          <a:ln/>
        </p:spPr>
      </p:sp>
      <p:sp>
        <p:nvSpPr>
          <p:cNvPr id="26" name="Text 24"/>
          <p:cNvSpPr/>
          <p:nvPr/>
        </p:nvSpPr>
        <p:spPr>
          <a:xfrm>
            <a:off x="3733800" y="6629400"/>
            <a:ext cx="10477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✕</a:t>
            </a:r>
            <a:endParaRPr lang="en-US" sz="2100" dirty="0"/>
          </a:p>
        </p:txBody>
      </p:sp>
      <p:sp>
        <p:nvSpPr>
          <p:cNvPr id="27" name="Shape 25"/>
          <p:cNvSpPr/>
          <p:nvPr/>
        </p:nvSpPr>
        <p:spPr>
          <a:xfrm>
            <a:off x="3733800" y="5829300"/>
            <a:ext cx="1047750" cy="381000"/>
          </a:xfrm>
          <a:prstGeom prst="roundRect">
            <a:avLst>
              <a:gd name="adj" fmla="val 30000"/>
            </a:avLst>
          </a:prstGeom>
          <a:noFill/>
          <a:ln w="28575">
            <a:solidFill>
              <a:srgbClr val="5B6070"/>
            </a:solidFill>
            <a:prstDash val="dash"/>
          </a:ln>
        </p:spPr>
      </p:sp>
      <p:sp>
        <p:nvSpPr>
          <p:cNvPr id="28" name="Shape 26"/>
          <p:cNvSpPr/>
          <p:nvPr/>
        </p:nvSpPr>
        <p:spPr>
          <a:xfrm>
            <a:off x="4953000" y="5829300"/>
            <a:ext cx="1047750" cy="381000"/>
          </a:xfrm>
          <a:prstGeom prst="roundRect">
            <a:avLst>
              <a:gd name="adj" fmla="val 30000"/>
            </a:avLst>
          </a:prstGeom>
          <a:noFill/>
          <a:ln w="28575">
            <a:solidFill>
              <a:srgbClr val="5B6070"/>
            </a:solidFill>
            <a:prstDash val="dash"/>
          </a:ln>
        </p:spPr>
      </p:sp>
      <p:sp>
        <p:nvSpPr>
          <p:cNvPr id="29" name="Shape 27"/>
          <p:cNvSpPr/>
          <p:nvPr/>
        </p:nvSpPr>
        <p:spPr>
          <a:xfrm>
            <a:off x="6172200" y="5829300"/>
            <a:ext cx="1047750" cy="381000"/>
          </a:xfrm>
          <a:prstGeom prst="roundRect">
            <a:avLst>
              <a:gd name="adj" fmla="val 30000"/>
            </a:avLst>
          </a:prstGeom>
          <a:noFill/>
          <a:ln w="28575">
            <a:solidFill>
              <a:srgbClr val="5B6070"/>
            </a:solidFill>
            <a:prstDash val="dash"/>
          </a:ln>
        </p:spPr>
      </p:sp>
      <p:sp>
        <p:nvSpPr>
          <p:cNvPr id="30" name="Shape 28"/>
          <p:cNvSpPr/>
          <p:nvPr/>
        </p:nvSpPr>
        <p:spPr>
          <a:xfrm>
            <a:off x="4953000" y="6629400"/>
            <a:ext cx="1047750" cy="381000"/>
          </a:xfrm>
          <a:prstGeom prst="roundRect">
            <a:avLst>
              <a:gd name="adj" fmla="val 30000"/>
            </a:avLst>
          </a:prstGeom>
          <a:noFill/>
          <a:ln w="28575">
            <a:solidFill>
              <a:srgbClr val="5B6070"/>
            </a:solidFill>
            <a:prstDash val="dash"/>
          </a:ln>
        </p:spPr>
      </p:sp>
      <p:sp>
        <p:nvSpPr>
          <p:cNvPr id="31" name="Shape 29"/>
          <p:cNvSpPr/>
          <p:nvPr/>
        </p:nvSpPr>
        <p:spPr>
          <a:xfrm>
            <a:off x="6172200" y="6629400"/>
            <a:ext cx="1047750" cy="381000"/>
          </a:xfrm>
          <a:prstGeom prst="roundRect">
            <a:avLst>
              <a:gd name="adj" fmla="val 30000"/>
            </a:avLst>
          </a:prstGeom>
          <a:noFill/>
          <a:ln w="28575">
            <a:solidFill>
              <a:srgbClr val="5B6070"/>
            </a:solidFill>
            <a:prstDash val="dash"/>
          </a:ln>
        </p:spPr>
      </p:sp>
      <p:sp>
        <p:nvSpPr>
          <p:cNvPr id="32" name="Shape 30"/>
          <p:cNvSpPr/>
          <p:nvPr/>
        </p:nvSpPr>
        <p:spPr>
          <a:xfrm>
            <a:off x="3733800" y="7429500"/>
            <a:ext cx="1047750" cy="381000"/>
          </a:xfrm>
          <a:prstGeom prst="roundRect">
            <a:avLst>
              <a:gd name="adj" fmla="val 30000"/>
            </a:avLst>
          </a:prstGeom>
          <a:noFill/>
          <a:ln w="28575">
            <a:solidFill>
              <a:srgbClr val="5B6070"/>
            </a:solidFill>
            <a:prstDash val="dash"/>
          </a:ln>
        </p:spPr>
      </p:sp>
      <p:sp>
        <p:nvSpPr>
          <p:cNvPr id="33" name="Shape 31"/>
          <p:cNvSpPr/>
          <p:nvPr/>
        </p:nvSpPr>
        <p:spPr>
          <a:xfrm>
            <a:off x="4953000" y="7429500"/>
            <a:ext cx="1047750" cy="381000"/>
          </a:xfrm>
          <a:prstGeom prst="roundRect">
            <a:avLst>
              <a:gd name="adj" fmla="val 30000"/>
            </a:avLst>
          </a:prstGeom>
          <a:noFill/>
          <a:ln w="28575">
            <a:solidFill>
              <a:srgbClr val="5B6070"/>
            </a:solidFill>
            <a:prstDash val="dash"/>
          </a:ln>
        </p:spPr>
      </p:sp>
      <p:sp>
        <p:nvSpPr>
          <p:cNvPr id="34" name="Shape 32"/>
          <p:cNvSpPr/>
          <p:nvPr/>
        </p:nvSpPr>
        <p:spPr>
          <a:xfrm>
            <a:off x="6172200" y="7429500"/>
            <a:ext cx="1047750" cy="381000"/>
          </a:xfrm>
          <a:prstGeom prst="roundRect">
            <a:avLst>
              <a:gd name="adj" fmla="val 30000"/>
            </a:avLst>
          </a:prstGeom>
          <a:noFill/>
          <a:ln w="28575">
            <a:solidFill>
              <a:srgbClr val="5B6070"/>
            </a:solidFill>
            <a:prstDash val="dash"/>
          </a:ln>
        </p:spPr>
      </p:sp>
      <p:sp>
        <p:nvSpPr>
          <p:cNvPr id="35" name="Text 33"/>
          <p:cNvSpPr/>
          <p:nvPr/>
        </p:nvSpPr>
        <p:spPr>
          <a:xfrm>
            <a:off x="7620000" y="6515100"/>
            <a:ext cx="3429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b="1" dirty="0" spc="5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Cả</a:t>
            </a:r>
            <a:r>
              <a:rPr lang="en-US" sz="2250" b="1" dirty="0" spc="0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</a:t>
            </a:r>
            <a:r>
              <a:rPr lang="en-US" sz="2250" b="1" dirty="0" spc="-5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luồng</a:t>
            </a:r>
            <a:r>
              <a:rPr lang="en-US" sz="2250" b="1" dirty="0" spc="-2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cùng</a:t>
            </a:r>
            <a:r>
              <a:rPr lang="en-US" sz="2250" b="1" dirty="0" spc="1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chờ</a:t>
            </a:r>
            <a:endParaRPr lang="en-US" sz="2250" dirty="0"/>
          </a:p>
        </p:txBody>
      </p:sp>
      <p:sp>
        <p:nvSpPr>
          <p:cNvPr id="36" name="Shape 34"/>
          <p:cNvSpPr/>
          <p:nvPr/>
        </p:nvSpPr>
        <p:spPr>
          <a:xfrm>
            <a:off x="11811000" y="4953000"/>
            <a:ext cx="5562600" cy="1428750"/>
          </a:xfrm>
          <a:prstGeom prst="roundRect">
            <a:avLst>
              <a:gd name="adj" fmla="val 18667"/>
            </a:avLst>
          </a:prstGeom>
          <a:solidFill>
            <a:srgbClr val="1E212B"/>
          </a:solidFill>
          <a:ln w="19050">
            <a:solidFill>
              <a:srgbClr val="5B607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2153900" y="4953000"/>
            <a:ext cx="4953000" cy="142875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ctr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Đặc</a:t>
            </a:r>
            <a:r>
              <a:rPr lang="en-US" sz="24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</a:t>
            </a:r>
            <a:r>
              <a:rPr lang="en-US" sz="240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HTTP/2</a:t>
            </a:r>
            <a:r>
              <a:rPr lang="en-US" sz="240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24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</a:t>
            </a:r>
            <a:r>
              <a:rPr lang="en-US" sz="2400" b="1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rằng</a:t>
            </a:r>
            <a:r>
              <a:rPr lang="en-US" sz="24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</a:t>
            </a:r>
            <a:r>
              <a:rPr lang="en-US" sz="240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4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giải</a:t>
            </a:r>
            <a:r>
              <a:rPr lang="en-US" sz="2400" b="1" dirty="0" spc="-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quyết</a:t>
            </a:r>
            <a:r>
              <a:rPr lang="en-US" sz="2400" b="1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chuyện</a:t>
            </a:r>
            <a:r>
              <a:rPr lang="en-US" sz="240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này.</a:t>
            </a:r>
            <a:endParaRPr lang="en-US" sz="2400" dirty="0"/>
          </a:p>
        </p:txBody>
      </p:sp>
      <p:sp>
        <p:nvSpPr>
          <p:cNvPr id="38" name="Shape 36"/>
          <p:cNvSpPr/>
          <p:nvPr/>
        </p:nvSpPr>
        <p:spPr>
          <a:xfrm>
            <a:off x="11811000" y="6667500"/>
            <a:ext cx="5562600" cy="1428750"/>
          </a:xfrm>
          <a:prstGeom prst="roundRect">
            <a:avLst>
              <a:gd name="adj" fmla="val 18667"/>
            </a:avLst>
          </a:prstGeom>
          <a:solidFill>
            <a:srgbClr val="3DD6A0"/>
          </a:solidFill>
          <a:ln/>
        </p:spPr>
      </p:sp>
      <p:sp>
        <p:nvSpPr>
          <p:cNvPr id="39" name="Text 37"/>
          <p:cNvSpPr/>
          <p:nvPr/>
        </p:nvSpPr>
        <p:spPr>
          <a:xfrm>
            <a:off x="12153900" y="6667500"/>
            <a:ext cx="4953000" cy="142875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ctr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b="1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HTTP/3</a:t>
            </a:r>
            <a:r>
              <a:rPr lang="en-US" sz="240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2400" b="1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4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QUIC</a:t>
            </a:r>
            <a:r>
              <a:rPr lang="en-US" sz="2400" b="1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40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tránh</a:t>
            </a:r>
            <a:r>
              <a:rPr lang="en-US" sz="24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nó.</a:t>
            </a:r>
            <a:endParaRPr lang="en-US" sz="2400" dirty="0"/>
          </a:p>
        </p:txBody>
      </p:sp>
      <p:sp>
        <p:nvSpPr>
          <p:cNvPr id="40" name="Connector line-1792293647396-703156113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2D3140"/>
            </a:solidFill>
            <a:prstDash val="solid"/>
            <a:headEnd type="none"/>
            <a:tailEnd type="none"/>
          </a:ln>
        </p:spPr>
      </p:sp>
      <p:sp>
        <p:nvSpPr>
          <p:cNvPr id="41" name="Shape 39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B607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B607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B607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3162300" y="9391650"/>
            <a:ext cx="190500" cy="1905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52" name="Text 50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08/10</a:t>
            </a:r>
            <a:endParaRPr lang="en-US" sz="1650" dirty="0"/>
          </a:p>
        </p:txBody>
      </p:sp>
      <p:sp>
        <p:nvSpPr>
          <p:cNvPr id="53" name="Shape 5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54" name="Moda image moda-export-watermark-e79fb616-fd6e-4ec5-97f2-df36ee9a910a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143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7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TÓM</a:t>
            </a:r>
            <a:r>
              <a:rPr lang="en-US" sz="1800" b="1" spc="297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r>
              <a:rPr lang="en-US" sz="1800" b="1" spc="30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5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</a:t>
            </a:r>
            <a:r>
              <a:rPr lang="en-US" sz="1800" b="1" spc="28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CẢI</a:t>
            </a:r>
            <a:r>
              <a:rPr lang="en-US" sz="1800" b="1" spc="29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Nhanh</a:t>
            </a:r>
            <a:r>
              <a:rPr lang="en-US" sz="6000" dirty="0" spc="-3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hơn,</a:t>
            </a:r>
            <a:r>
              <a:rPr lang="en-US" sz="60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nhưng</a:t>
            </a:r>
            <a:r>
              <a:rPr lang="en-US" sz="60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còn</a:t>
            </a:r>
            <a:r>
              <a:rPr lang="en-US" sz="60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tùy</a:t>
            </a:r>
            <a:r>
              <a:rPr lang="en-US" sz="6000" dirty="0" spc="-1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tình</a:t>
            </a:r>
            <a:r>
              <a:rPr lang="en-US" sz="60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huống</a:t>
            </a:r>
            <a:endParaRPr lang="en-US" sz="6000" dirty="0"/>
          </a:p>
        </p:txBody>
      </p:sp>
      <p:sp>
        <p:nvSpPr>
          <p:cNvPr id="4" name="Shape 2"/>
          <p:cNvSpPr/>
          <p:nvPr/>
        </p:nvSpPr>
        <p:spPr>
          <a:xfrm>
            <a:off x="914400" y="2762250"/>
            <a:ext cx="5334000" cy="2571750"/>
          </a:xfrm>
          <a:prstGeom prst="roundRect">
            <a:avLst>
              <a:gd name="adj" fmla="val 10370"/>
            </a:avLst>
          </a:prstGeom>
          <a:solidFill>
            <a:srgbClr val="F3DFB8"/>
          </a:solidFill>
          <a:ln/>
        </p:spPr>
      </p:sp>
      <p:sp>
        <p:nvSpPr>
          <p:cNvPr id="5" name="Shape 3"/>
          <p:cNvSpPr/>
          <p:nvPr/>
        </p:nvSpPr>
        <p:spPr>
          <a:xfrm>
            <a:off x="6477000" y="2762250"/>
            <a:ext cx="5334000" cy="2571750"/>
          </a:xfrm>
          <a:prstGeom prst="roundRect">
            <a:avLst>
              <a:gd name="adj" fmla="val 10370"/>
            </a:avLst>
          </a:prstGeom>
          <a:solidFill>
            <a:srgbClr val="CFE8E2"/>
          </a:solidFill>
          <a:ln/>
        </p:spPr>
      </p:sp>
      <p:sp>
        <p:nvSpPr>
          <p:cNvPr id="6" name="Shape 4"/>
          <p:cNvSpPr/>
          <p:nvPr/>
        </p:nvSpPr>
        <p:spPr>
          <a:xfrm>
            <a:off x="12039600" y="2762250"/>
            <a:ext cx="5334000" cy="2571750"/>
          </a:xfrm>
          <a:prstGeom prst="roundRect">
            <a:avLst>
              <a:gd name="adj" fmla="val 10370"/>
            </a:avLst>
          </a:prstGeom>
          <a:solidFill>
            <a:srgbClr val="F8D9D0"/>
          </a:solidFill>
          <a:ln/>
        </p:spPr>
      </p:sp>
      <p:sp>
        <p:nvSpPr>
          <p:cNvPr id="7" name="Text 5"/>
          <p:cNvSpPr/>
          <p:nvPr/>
        </p:nvSpPr>
        <p:spPr>
          <a:xfrm>
            <a:off x="1238250" y="2914650"/>
            <a:ext cx="13335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102" dirty="0" spc="-1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8102" dirty="0"/>
          </a:p>
        </p:txBody>
      </p:sp>
      <p:sp>
        <p:nvSpPr>
          <p:cNvPr id="8" name="Text 6"/>
          <p:cNvSpPr/>
          <p:nvPr/>
        </p:nvSpPr>
        <p:spPr>
          <a:xfrm>
            <a:off x="6800850" y="2914650"/>
            <a:ext cx="13335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102" dirty="0" spc="2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8102" dirty="0"/>
          </a:p>
        </p:txBody>
      </p:sp>
      <p:sp>
        <p:nvSpPr>
          <p:cNvPr id="9" name="Text 7"/>
          <p:cNvSpPr/>
          <p:nvPr/>
        </p:nvSpPr>
        <p:spPr>
          <a:xfrm>
            <a:off x="12363450" y="2914650"/>
            <a:ext cx="13335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102" dirty="0" spc="3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8102" dirty="0"/>
          </a:p>
        </p:txBody>
      </p:sp>
      <p:sp>
        <p:nvSpPr>
          <p:cNvPr id="10" name="Text 8"/>
          <p:cNvSpPr/>
          <p:nvPr/>
        </p:nvSpPr>
        <p:spPr>
          <a:xfrm>
            <a:off x="1238250" y="4248150"/>
            <a:ext cx="46672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Khung</a:t>
            </a:r>
            <a:r>
              <a:rPr lang="en-US" sz="28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nhị</a:t>
            </a:r>
            <a:r>
              <a:rPr lang="en-US" sz="28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phân</a:t>
            </a:r>
            <a:endParaRPr lang="en-US" sz="2850" dirty="0"/>
          </a:p>
        </p:txBody>
      </p:sp>
      <p:sp>
        <p:nvSpPr>
          <p:cNvPr id="11" name="Text 9"/>
          <p:cNvSpPr/>
          <p:nvPr/>
        </p:nvSpPr>
        <p:spPr>
          <a:xfrm>
            <a:off x="1238250" y="4724400"/>
            <a:ext cx="46672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0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Thông</a:t>
            </a:r>
            <a:r>
              <a:rPr lang="en-US" sz="2100" dirty="0" spc="17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điệp</a:t>
            </a:r>
            <a:r>
              <a:rPr lang="en-US" sz="2100" dirty="0" spc="-1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chia thành</a:t>
            </a:r>
            <a:r>
              <a:rPr lang="en-US" sz="2100" dirty="0" spc="0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khung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6800850" y="4248150"/>
            <a:ext cx="46672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Ghép</a:t>
            </a:r>
            <a:r>
              <a:rPr lang="en-US" sz="28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luồng</a:t>
            </a:r>
            <a:endParaRPr lang="en-US" sz="2850" dirty="0"/>
          </a:p>
        </p:txBody>
      </p:sp>
      <p:sp>
        <p:nvSpPr>
          <p:cNvPr id="13" name="Text 11"/>
          <p:cNvSpPr/>
          <p:nvPr/>
        </p:nvSpPr>
        <p:spPr>
          <a:xfrm>
            <a:off x="6800850" y="4724400"/>
            <a:ext cx="46672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2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Nhiều</a:t>
            </a:r>
            <a:r>
              <a:rPr lang="en-US" sz="2100" dirty="0" spc="-19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yêu</a:t>
            </a:r>
            <a:r>
              <a:rPr lang="en-US" sz="2100" dirty="0" spc="-2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cầu,</a:t>
            </a:r>
            <a:r>
              <a:rPr lang="en-US" sz="2100" dirty="0" spc="-7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100" dirty="0" spc="-29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100" dirty="0" spc="-1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nối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12363450" y="4248150"/>
            <a:ext cx="46672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Nén</a:t>
            </a:r>
            <a:r>
              <a:rPr lang="en-US" sz="285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header</a:t>
            </a:r>
            <a:endParaRPr lang="en-US" sz="2850" dirty="0"/>
          </a:p>
        </p:txBody>
      </p:sp>
      <p:sp>
        <p:nvSpPr>
          <p:cNvPr id="15" name="Text 13"/>
          <p:cNvSpPr/>
          <p:nvPr/>
        </p:nvSpPr>
        <p:spPr>
          <a:xfrm>
            <a:off x="12363450" y="4724400"/>
            <a:ext cx="46672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-46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HPACK</a:t>
            </a:r>
            <a:r>
              <a:rPr lang="en-US" sz="2100" dirty="0" spc="-6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bớt</a:t>
            </a:r>
            <a:r>
              <a:rPr lang="en-US" sz="2100" dirty="0" spc="-5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header</a:t>
            </a:r>
            <a:r>
              <a:rPr lang="en-US" sz="2100" dirty="0" spc="-4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lặp</a:t>
            </a:r>
            <a:r>
              <a:rPr lang="en-US" sz="2100" dirty="0" spc="-2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914400" y="5715000"/>
            <a:ext cx="16459200" cy="1047750"/>
          </a:xfrm>
          <a:prstGeom prst="roundRect">
            <a:avLst>
              <a:gd name="adj" fmla="val 43636"/>
            </a:avLst>
          </a:prstGeom>
          <a:solidFill>
            <a:srgbClr val="14161C"/>
          </a:solidFill>
          <a:ln/>
        </p:spPr>
      </p:sp>
      <p:sp>
        <p:nvSpPr>
          <p:cNvPr id="17" name="Text 15"/>
          <p:cNvSpPr/>
          <p:nvPr/>
        </p:nvSpPr>
        <p:spPr>
          <a:xfrm>
            <a:off x="1428750" y="5715000"/>
            <a:ext cx="15430500" cy="104775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ctr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b="1" dirty="0" spc="-4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Vẫn</a:t>
            </a:r>
            <a:r>
              <a:rPr lang="en-US" sz="240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400" b="1" dirty="0" spc="-2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4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nối</a:t>
            </a:r>
            <a:r>
              <a:rPr lang="en-US" sz="2400" b="1" dirty="0" spc="-2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TCP:</a:t>
            </a:r>
            <a:r>
              <a:rPr lang="en-US" sz="240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mất</a:t>
            </a:r>
            <a:r>
              <a:rPr lang="en-US" sz="240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gói</a:t>
            </a:r>
            <a:r>
              <a:rPr lang="en-US" sz="24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40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4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24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mọi</a:t>
            </a:r>
            <a:r>
              <a:rPr lang="en-US" sz="240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luồng</a:t>
            </a:r>
            <a:r>
              <a:rPr lang="en-US" sz="24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cùng</a:t>
            </a:r>
            <a:r>
              <a:rPr lang="en-US" sz="24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chờ.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914400" y="7048500"/>
            <a:ext cx="16459200" cy="1238250"/>
          </a:xfrm>
          <a:prstGeom prst="roundRect">
            <a:avLst>
              <a:gd name="adj" fmla="val 36923"/>
            </a:avLst>
          </a:prstGeom>
          <a:solidFill>
            <a:srgbClr val="FBF8F2"/>
          </a:solidFill>
          <a:ln w="38100">
            <a:solidFill>
              <a:srgbClr val="14161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428750" y="7048500"/>
            <a:ext cx="15430500" cy="1238250"/>
          </a:xfrm>
          <a:prstGeom prst="rect">
            <a:avLst/>
          </a:prstGeom>
          <a:noFill/>
          <a:ln/>
        </p:spPr>
        <p:txBody>
          <a:bodyPr wrap="square" lIns="0" tIns="15383" rIns="0" bIns="-15383" rtlCol="0" anchor="ctr"/>
          <a:lstStyle/>
          <a:p>
            <a:pPr algn="l" indent="0" marL="0">
              <a:lnSpc>
                <a:spcPts val="3705"/>
              </a:lnSpc>
              <a:buNone/>
            </a:pPr>
            <a:r>
              <a:rPr lang="en-US" sz="2850" b="1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Hãy</a:t>
            </a:r>
            <a:r>
              <a:rPr lang="en-US" sz="2850" b="1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</a:t>
            </a:r>
            <a:r>
              <a:rPr lang="en-US" sz="2850" b="1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8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tình</a:t>
            </a:r>
            <a:r>
              <a:rPr lang="en-US" sz="28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huống</a:t>
            </a:r>
            <a:r>
              <a:rPr lang="en-US" sz="285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thật</a:t>
            </a:r>
            <a:r>
              <a:rPr lang="en-US" sz="2850" b="1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thay</a:t>
            </a:r>
            <a:r>
              <a:rPr lang="en-US" sz="28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vì</a:t>
            </a:r>
            <a:r>
              <a:rPr lang="en-US" sz="285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mặc</a:t>
            </a:r>
            <a:r>
              <a:rPr lang="en-US" sz="2850" b="1" dirty="0" spc="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285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HTTP/2</a:t>
            </a:r>
            <a:r>
              <a:rPr lang="en-US" sz="28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luôn</a:t>
            </a:r>
            <a:r>
              <a:rPr lang="en-US" sz="28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nhanh</a:t>
            </a:r>
            <a:r>
              <a:rPr lang="en-US" sz="28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hơn.</a:t>
            </a:r>
            <a:endParaRPr lang="en-US" sz="2850" dirty="0"/>
          </a:p>
        </p:txBody>
      </p:sp>
      <p:sp>
        <p:nvSpPr>
          <p:cNvPr id="20" name="Connector line-1792293668668-922774033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21" name="Shape 19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486150" y="9391650"/>
            <a:ext cx="190500" cy="1905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32" name="Text 30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09/10</a:t>
            </a:r>
            <a:endParaRPr lang="en-US" sz="1650" dirty="0"/>
          </a:p>
        </p:txBody>
      </p:sp>
      <p:sp>
        <p:nvSpPr>
          <p:cNvPr id="33" name="Shape 3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4" name="Moda image moda-export-watermark-c0004c12-8c5c-4c76-85f4-b0fe28fcba34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143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1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TỪ</a:t>
            </a:r>
            <a:r>
              <a:rPr lang="en-US" sz="1800" b="1" spc="300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</a:t>
            </a:r>
            <a:r>
              <a:rPr lang="en-US" sz="1800" b="1" spc="208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TẮT</a:t>
            </a:r>
            <a:r>
              <a:rPr lang="en-US" sz="1800" b="1" spc="301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300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 ĐỐI</a:t>
            </a:r>
            <a:r>
              <a:rPr lang="en-US" sz="1800" b="1" spc="302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876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700" dirty="0" spc="-4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Từ</a:t>
            </a:r>
            <a:r>
              <a:rPr lang="en-US" sz="57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viết</a:t>
            </a:r>
            <a:r>
              <a:rPr lang="en-US" sz="5700" dirty="0" spc="-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tắt</a:t>
            </a:r>
            <a:r>
              <a:rPr lang="en-US" sz="5700" dirty="0" spc="-6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57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nguồn</a:t>
            </a:r>
            <a:endParaRPr lang="en-US" sz="5700" dirty="0"/>
          </a:p>
        </p:txBody>
      </p:sp>
      <p:sp>
        <p:nvSpPr>
          <p:cNvPr id="4" name="Shape 2"/>
          <p:cNvSpPr/>
          <p:nvPr/>
        </p:nvSpPr>
        <p:spPr>
          <a:xfrm>
            <a:off x="914400" y="2495550"/>
            <a:ext cx="6286500" cy="5334000"/>
          </a:xfrm>
          <a:prstGeom prst="roundRect">
            <a:avLst>
              <a:gd name="adj" fmla="val 4286"/>
            </a:avLst>
          </a:prstGeom>
          <a:solidFill>
            <a:srgbClr val="F3EEE3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2762250"/>
            <a:ext cx="5524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7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</a:t>
            </a:r>
            <a:r>
              <a:rPr lang="en-US" sz="1650" b="1" spc="22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1650" b="1" spc="227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1295400" y="3219450"/>
            <a:ext cx="5524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ByteByteGo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295400" y="3543300"/>
            <a:ext cx="5524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3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bài</a:t>
            </a:r>
            <a:r>
              <a:rPr lang="en-US" sz="1800" dirty="0" spc="-4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1800" dirty="0" spc="-10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tại</a:t>
            </a:r>
            <a:r>
              <a:rPr lang="en-US" sz="1800" dirty="0" spc="0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commit cố</a:t>
            </a:r>
            <a:r>
              <a:rPr lang="en-US" sz="1800" dirty="0" spc="14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95400" y="4000500"/>
            <a:ext cx="5524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 spc="-2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RFC</a:t>
            </a:r>
            <a:r>
              <a:rPr lang="en-US" sz="21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9112 ·</a:t>
            </a:r>
            <a:r>
              <a:rPr lang="en-US" sz="21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§9.3.2–9.4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1295400" y="4324350"/>
            <a:ext cx="5524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3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pipelining</a:t>
            </a:r>
            <a:r>
              <a:rPr lang="en-US" sz="1800" dirty="0" spc="-11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dirty="0" spc="-1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</a:t>
            </a:r>
            <a:r>
              <a:rPr lang="en-US" sz="1800" dirty="0" spc="2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do</a:t>
            </a:r>
            <a:r>
              <a:rPr lang="en-US" sz="1800" dirty="0" spc="-2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1800" dirty="0" spc="-3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</a:t>
            </a:r>
            <a:r>
              <a:rPr lang="en-US" sz="1800" dirty="0" spc="-26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1800" dirty="0" spc="-2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nối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95400" y="4781550"/>
            <a:ext cx="5524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 spc="-2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RFC</a:t>
            </a:r>
            <a:r>
              <a:rPr lang="en-US" sz="21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9113</a:t>
            </a:r>
            <a:r>
              <a:rPr lang="en-US" sz="21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100" b="1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RFC</a:t>
            </a:r>
            <a:r>
              <a:rPr lang="en-US" sz="21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7541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295400" y="5105400"/>
            <a:ext cx="5524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15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đặc</a:t>
            </a:r>
            <a:r>
              <a:rPr lang="en-US" sz="1800" dirty="0" spc="-13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</a:t>
            </a:r>
            <a:r>
              <a:rPr lang="en-US" sz="1800" dirty="0" spc="-14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HTTP/2</a:t>
            </a:r>
            <a:r>
              <a:rPr lang="en-US" sz="1800" dirty="0" spc="-12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dirty="0" spc="-34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HPACK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295400" y="5562600"/>
            <a:ext cx="5524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MDN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1295400" y="5886450"/>
            <a:ext cx="5524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5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Evolution</a:t>
            </a:r>
            <a:r>
              <a:rPr lang="en-US" sz="1800" dirty="0" spc="2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of</a:t>
            </a:r>
            <a:r>
              <a:rPr lang="en-US" sz="1800" dirty="0" spc="-2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HTTP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295400" y="6343650"/>
            <a:ext cx="5524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Chrome</a:t>
            </a:r>
            <a:r>
              <a:rPr lang="en-US" sz="21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100" b="1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RFC</a:t>
            </a:r>
            <a:r>
              <a:rPr lang="en-US" sz="21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9218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1295400" y="6667500"/>
            <a:ext cx="5524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27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tắt</a:t>
            </a:r>
            <a:r>
              <a:rPr lang="en-US" sz="1800" dirty="0" spc="-2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Server Push;</a:t>
            </a:r>
            <a:r>
              <a:rPr lang="en-US" sz="1800" dirty="0" spc="-1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chuẩn</a:t>
            </a:r>
            <a:r>
              <a:rPr lang="en-US" sz="1800" dirty="0" spc="17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ưu</a:t>
            </a:r>
            <a:r>
              <a:rPr lang="en-US" sz="1800" dirty="0" spc="-3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tiên</a:t>
            </a:r>
            <a:r>
              <a:rPr lang="en-US" sz="1800" dirty="0" spc="-5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thay</a:t>
            </a:r>
            <a:r>
              <a:rPr lang="en-US" sz="1800" dirty="0" spc="-2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thế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14400" y="8191500"/>
            <a:ext cx="16459200" cy="666750"/>
          </a:xfrm>
          <a:prstGeom prst="rect">
            <a:avLst/>
          </a:prstGeom>
          <a:noFill/>
          <a:ln/>
        </p:spPr>
        <p:txBody>
          <a:bodyPr wrap="square" lIns="0" tIns="6858" rIns="0" bIns="-6858" rtlCol="0" anchor="t"/>
          <a:lstStyle/>
          <a:p>
            <a:pPr algn="l" indent="0" marL="0">
              <a:lnSpc>
                <a:spcPts val="2430"/>
              </a:lnSpc>
              <a:buNone/>
            </a:pP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Đã</a:t>
            </a:r>
            <a:r>
              <a:rPr lang="en-US" sz="1800" dirty="0" spc="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180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1800" dirty="0" spc="-1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ngày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2026-10-13. Hai</a:t>
            </a:r>
            <a:r>
              <a:rPr lang="en-US" sz="1800" dirty="0" spc="-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trang</a:t>
            </a:r>
            <a:r>
              <a:rPr lang="en-US" sz="1800" dirty="0" spc="-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Chrome</a:t>
            </a:r>
            <a:r>
              <a:rPr lang="en-US" sz="180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dirty="0" spc="-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RFC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9218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mở</a:t>
            </a:r>
            <a:r>
              <a:rPr lang="en-US" sz="1800" dirty="0" spc="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được;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nội</a:t>
            </a:r>
            <a:r>
              <a:rPr lang="en-US" sz="180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dung</a:t>
            </a:r>
            <a:r>
              <a:rPr lang="en-US" sz="1800" dirty="0" spc="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</a:t>
            </a:r>
            <a:r>
              <a:rPr lang="en-US" sz="1800" dirty="0" spc="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trích</a:t>
            </a:r>
            <a:r>
              <a:rPr lang="en-US" sz="1800" dirty="0" spc="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đoạn</a:t>
            </a:r>
            <a:r>
              <a:rPr lang="en-US" sz="180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tìm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kiếm.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7620000" y="2495550"/>
            <a:ext cx="18097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dirty="0" spc="1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HTTP</a:t>
            </a:r>
            <a:endParaRPr lang="en-US" sz="3300" dirty="0"/>
          </a:p>
        </p:txBody>
      </p:sp>
      <p:sp>
        <p:nvSpPr>
          <p:cNvPr id="18" name="Text 16"/>
          <p:cNvSpPr/>
          <p:nvPr/>
        </p:nvSpPr>
        <p:spPr>
          <a:xfrm>
            <a:off x="9525000" y="2457450"/>
            <a:ext cx="78486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3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HyperText</a:t>
            </a:r>
            <a:r>
              <a:rPr lang="en-US" sz="1650" dirty="0" spc="-2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Transfer</a:t>
            </a:r>
            <a:r>
              <a:rPr lang="en-US" sz="1650" dirty="0" spc="-1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Protocol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9525000" y="2762250"/>
            <a:ext cx="78486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Quy</a:t>
            </a:r>
            <a:r>
              <a:rPr lang="en-US" sz="2100" b="1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ước</a:t>
            </a:r>
            <a:r>
              <a:rPr lang="en-US" sz="2100" b="1" dirty="0" spc="3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gửi</a:t>
            </a:r>
            <a:r>
              <a:rPr lang="en-US" sz="2100" b="1" dirty="0" spc="-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yêu</a:t>
            </a:r>
            <a:r>
              <a:rPr lang="en-US" sz="21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</a:t>
            </a:r>
            <a:r>
              <a:rPr lang="en-US" sz="2100" b="1" dirty="0" spc="-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100" b="1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21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endParaRPr lang="en-US" sz="2100" dirty="0"/>
          </a:p>
        </p:txBody>
      </p:sp>
      <p:sp>
        <p:nvSpPr>
          <p:cNvPr id="20" name="Connector line-1792293699992-543381889"/>
          <p:cNvSpPr/>
          <p:nvPr/>
        </p:nvSpPr>
        <p:spPr>
          <a:xfrm>
            <a:off x="7620000" y="3295650"/>
            <a:ext cx="9753600" cy="0"/>
          </a:xfrm>
          <a:prstGeom prst="line">
            <a:avLst/>
          </a:prstGeom>
          <a:noFill/>
          <a:ln w="19050">
            <a:solidFill>
              <a:srgbClr val="2D3140"/>
            </a:solidFill>
            <a:prstDash val="solid"/>
            <a:headEnd type="none"/>
            <a:tailEnd type="none"/>
          </a:ln>
        </p:spPr>
      </p:sp>
      <p:sp>
        <p:nvSpPr>
          <p:cNvPr id="21" name="Text 19"/>
          <p:cNvSpPr/>
          <p:nvPr/>
        </p:nvSpPr>
        <p:spPr>
          <a:xfrm>
            <a:off x="7620000" y="3390900"/>
            <a:ext cx="18097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dirty="0" spc="-72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HPACK</a:t>
            </a:r>
            <a:endParaRPr lang="en-US" sz="3300" dirty="0"/>
          </a:p>
        </p:txBody>
      </p:sp>
      <p:sp>
        <p:nvSpPr>
          <p:cNvPr id="22" name="Text 20"/>
          <p:cNvSpPr/>
          <p:nvPr/>
        </p:nvSpPr>
        <p:spPr>
          <a:xfrm>
            <a:off x="9525000" y="3352800"/>
            <a:ext cx="78486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Header</a:t>
            </a:r>
            <a:r>
              <a:rPr lang="en-US" sz="165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Compression</a:t>
            </a:r>
            <a:r>
              <a:rPr lang="en-US" sz="1650" dirty="0" spc="-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for</a:t>
            </a: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HTTP/2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9525000" y="3657600"/>
            <a:ext cx="78486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Nén</a:t>
            </a:r>
            <a:r>
              <a:rPr lang="en-US" sz="210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header</a:t>
            </a:r>
            <a:r>
              <a:rPr lang="en-US" sz="21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lặp</a:t>
            </a:r>
            <a:r>
              <a:rPr lang="en-US" sz="21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r>
              <a:rPr lang="en-US" sz="2100" b="1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giữa</a:t>
            </a:r>
            <a:r>
              <a:rPr lang="en-US" sz="21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2100" b="1" dirty="0" spc="-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yêu</a:t>
            </a:r>
            <a:r>
              <a:rPr lang="en-US" sz="21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</a:t>
            </a:r>
            <a:endParaRPr lang="en-US" sz="2100" dirty="0"/>
          </a:p>
        </p:txBody>
      </p:sp>
      <p:sp>
        <p:nvSpPr>
          <p:cNvPr id="24" name="Connector line-1792293699997-765215571"/>
          <p:cNvSpPr/>
          <p:nvPr/>
        </p:nvSpPr>
        <p:spPr>
          <a:xfrm>
            <a:off x="7620000" y="4191000"/>
            <a:ext cx="9753600" cy="0"/>
          </a:xfrm>
          <a:prstGeom prst="line">
            <a:avLst/>
          </a:prstGeom>
          <a:noFill/>
          <a:ln w="19050">
            <a:solidFill>
              <a:srgbClr val="2D3140"/>
            </a:solidFill>
            <a:prstDash val="solid"/>
            <a:headEnd type="none"/>
            <a:tailEnd type="none"/>
          </a:ln>
        </p:spPr>
      </p:sp>
      <p:sp>
        <p:nvSpPr>
          <p:cNvPr id="25" name="Text 23"/>
          <p:cNvSpPr/>
          <p:nvPr/>
        </p:nvSpPr>
        <p:spPr>
          <a:xfrm>
            <a:off x="7620000" y="4286250"/>
            <a:ext cx="18097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dirty="0" spc="-30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TCP</a:t>
            </a:r>
            <a:endParaRPr lang="en-US" sz="3300" dirty="0"/>
          </a:p>
        </p:txBody>
      </p:sp>
      <p:sp>
        <p:nvSpPr>
          <p:cNvPr id="26" name="Text 24"/>
          <p:cNvSpPr/>
          <p:nvPr/>
        </p:nvSpPr>
        <p:spPr>
          <a:xfrm>
            <a:off x="9525000" y="4248150"/>
            <a:ext cx="78486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Transmission</a:t>
            </a:r>
            <a:r>
              <a:rPr lang="en-US" sz="1650" dirty="0" spc="-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Control</a:t>
            </a:r>
            <a:r>
              <a:rPr lang="en-US" sz="1650" dirty="0" spc="-1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Protocol</a:t>
            </a:r>
            <a:endParaRPr lang="en-US" sz="1650" dirty="0"/>
          </a:p>
        </p:txBody>
      </p:sp>
      <p:sp>
        <p:nvSpPr>
          <p:cNvPr id="27" name="Text 25"/>
          <p:cNvSpPr/>
          <p:nvPr/>
        </p:nvSpPr>
        <p:spPr>
          <a:xfrm>
            <a:off x="9525000" y="4552950"/>
            <a:ext cx="78486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 spc="-3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Kết</a:t>
            </a:r>
            <a:r>
              <a:rPr lang="en-US" sz="210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nối</a:t>
            </a:r>
            <a:r>
              <a:rPr lang="en-US" sz="210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đáng</a:t>
            </a:r>
            <a:r>
              <a:rPr lang="en-US" sz="21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</a:t>
            </a:r>
            <a:r>
              <a:rPr lang="en-US" sz="210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cậy,</a:t>
            </a:r>
            <a:r>
              <a:rPr lang="en-US" sz="21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đến</a:t>
            </a:r>
            <a:r>
              <a:rPr lang="en-US" sz="21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đủ</a:t>
            </a:r>
            <a:r>
              <a:rPr lang="en-US" sz="2100" b="1" dirty="0" spc="-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1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đúng</a:t>
            </a:r>
            <a:r>
              <a:rPr lang="en-US" sz="21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</a:t>
            </a:r>
            <a:r>
              <a:rPr lang="en-US" sz="21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endParaRPr lang="en-US" sz="2100" dirty="0"/>
          </a:p>
        </p:txBody>
      </p:sp>
      <p:sp>
        <p:nvSpPr>
          <p:cNvPr id="28" name="Connector line-1792293700002-968958408"/>
          <p:cNvSpPr/>
          <p:nvPr/>
        </p:nvSpPr>
        <p:spPr>
          <a:xfrm>
            <a:off x="7620000" y="5086350"/>
            <a:ext cx="9753600" cy="0"/>
          </a:xfrm>
          <a:prstGeom prst="line">
            <a:avLst/>
          </a:prstGeom>
          <a:noFill/>
          <a:ln w="19050">
            <a:solidFill>
              <a:srgbClr val="2D3140"/>
            </a:solidFill>
            <a:prstDash val="solid"/>
            <a:headEnd type="none"/>
            <a:tailEnd type="none"/>
          </a:ln>
        </p:spPr>
      </p:sp>
      <p:sp>
        <p:nvSpPr>
          <p:cNvPr id="29" name="Text 27"/>
          <p:cNvSpPr/>
          <p:nvPr/>
        </p:nvSpPr>
        <p:spPr>
          <a:xfrm>
            <a:off x="7620000" y="5181600"/>
            <a:ext cx="18097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dirty="0" spc="-2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RFC</a:t>
            </a:r>
            <a:endParaRPr lang="en-US" sz="3300" dirty="0"/>
          </a:p>
        </p:txBody>
      </p:sp>
      <p:sp>
        <p:nvSpPr>
          <p:cNvPr id="30" name="Text 28"/>
          <p:cNvSpPr/>
          <p:nvPr/>
        </p:nvSpPr>
        <p:spPr>
          <a:xfrm>
            <a:off x="9525000" y="5143500"/>
            <a:ext cx="78486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Request</a:t>
            </a:r>
            <a:r>
              <a:rPr lang="en-US" sz="1650" dirty="0" spc="-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for</a:t>
            </a:r>
            <a:r>
              <a:rPr lang="en-US" sz="165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Comments</a:t>
            </a:r>
            <a:endParaRPr lang="en-US" sz="1650" dirty="0"/>
          </a:p>
        </p:txBody>
      </p:sp>
      <p:sp>
        <p:nvSpPr>
          <p:cNvPr id="31" name="Text 29"/>
          <p:cNvSpPr/>
          <p:nvPr/>
        </p:nvSpPr>
        <p:spPr>
          <a:xfrm>
            <a:off x="9525000" y="5448300"/>
            <a:ext cx="78486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 spc="-6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Tài</a:t>
            </a:r>
            <a:r>
              <a:rPr lang="en-US" sz="21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1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kỹ</a:t>
            </a:r>
            <a:r>
              <a:rPr lang="en-US" sz="21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thuật</a:t>
            </a:r>
            <a:r>
              <a:rPr lang="en-US" sz="2100" b="1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đánh</a:t>
            </a:r>
            <a:r>
              <a:rPr lang="en-US" sz="210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21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100" b="1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cộng</a:t>
            </a:r>
            <a:r>
              <a:rPr lang="en-US" sz="21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đồng</a:t>
            </a:r>
            <a:r>
              <a:rPr lang="en-US" sz="210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Internet</a:t>
            </a:r>
            <a:endParaRPr lang="en-US" sz="2100" dirty="0"/>
          </a:p>
        </p:txBody>
      </p:sp>
      <p:sp>
        <p:nvSpPr>
          <p:cNvPr id="32" name="Connector line-1792293700008-855143137"/>
          <p:cNvSpPr/>
          <p:nvPr/>
        </p:nvSpPr>
        <p:spPr>
          <a:xfrm>
            <a:off x="7620000" y="5981700"/>
            <a:ext cx="9753600" cy="0"/>
          </a:xfrm>
          <a:prstGeom prst="line">
            <a:avLst/>
          </a:prstGeom>
          <a:noFill/>
          <a:ln w="19050">
            <a:solidFill>
              <a:srgbClr val="2D3140"/>
            </a:solidFill>
            <a:prstDash val="solid"/>
            <a:headEnd type="none"/>
            <a:tailEnd type="none"/>
          </a:ln>
        </p:spPr>
      </p:sp>
      <p:sp>
        <p:nvSpPr>
          <p:cNvPr id="33" name="Text 31"/>
          <p:cNvSpPr/>
          <p:nvPr/>
        </p:nvSpPr>
        <p:spPr>
          <a:xfrm>
            <a:off x="7620000" y="6076950"/>
            <a:ext cx="18097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UDP</a:t>
            </a:r>
            <a:endParaRPr lang="en-US" sz="3300" dirty="0"/>
          </a:p>
        </p:txBody>
      </p:sp>
      <p:sp>
        <p:nvSpPr>
          <p:cNvPr id="34" name="Text 32"/>
          <p:cNvSpPr/>
          <p:nvPr/>
        </p:nvSpPr>
        <p:spPr>
          <a:xfrm>
            <a:off x="9525000" y="6038850"/>
            <a:ext cx="78486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User</a:t>
            </a:r>
            <a:r>
              <a:rPr lang="en-US" sz="1650" dirty="0" spc="-1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Datagram Protocol</a:t>
            </a:r>
            <a:endParaRPr lang="en-US" sz="1650" dirty="0"/>
          </a:p>
        </p:txBody>
      </p:sp>
      <p:sp>
        <p:nvSpPr>
          <p:cNvPr id="35" name="Text 33"/>
          <p:cNvSpPr/>
          <p:nvPr/>
        </p:nvSpPr>
        <p:spPr>
          <a:xfrm>
            <a:off x="9525000" y="6343650"/>
            <a:ext cx="78486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 spc="4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Gửi</a:t>
            </a:r>
            <a:r>
              <a:rPr lang="en-US" sz="210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gói</a:t>
            </a:r>
            <a:r>
              <a:rPr lang="en-US" sz="21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 nhẹ,</a:t>
            </a:r>
            <a:r>
              <a:rPr lang="en-US" sz="21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nhanh,</a:t>
            </a:r>
            <a:r>
              <a:rPr lang="en-US" sz="210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1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bảo</a:t>
            </a:r>
            <a:r>
              <a:rPr lang="en-US" sz="2100" b="1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đảm</a:t>
            </a:r>
            <a:r>
              <a:rPr lang="en-US" sz="21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đến</a:t>
            </a:r>
            <a:r>
              <a:rPr lang="en-US" sz="210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nơi</a:t>
            </a:r>
            <a:endParaRPr lang="en-US" sz="2100" dirty="0"/>
          </a:p>
        </p:txBody>
      </p:sp>
      <p:sp>
        <p:nvSpPr>
          <p:cNvPr id="36" name="Connector line-1792293700013-768181645"/>
          <p:cNvSpPr/>
          <p:nvPr/>
        </p:nvSpPr>
        <p:spPr>
          <a:xfrm>
            <a:off x="7620000" y="6877050"/>
            <a:ext cx="9753600" cy="0"/>
          </a:xfrm>
          <a:prstGeom prst="line">
            <a:avLst/>
          </a:prstGeom>
          <a:noFill/>
          <a:ln w="19050">
            <a:solidFill>
              <a:srgbClr val="2D3140"/>
            </a:solidFill>
            <a:prstDash val="solid"/>
            <a:headEnd type="none"/>
            <a:tailEnd type="none"/>
          </a:ln>
        </p:spPr>
      </p:sp>
      <p:sp>
        <p:nvSpPr>
          <p:cNvPr id="37" name="Text 35"/>
          <p:cNvSpPr/>
          <p:nvPr/>
        </p:nvSpPr>
        <p:spPr>
          <a:xfrm>
            <a:off x="7620000" y="6972300"/>
            <a:ext cx="18097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QUIC</a:t>
            </a:r>
            <a:endParaRPr lang="en-US" sz="3300" dirty="0"/>
          </a:p>
        </p:txBody>
      </p:sp>
      <p:sp>
        <p:nvSpPr>
          <p:cNvPr id="38" name="Text 36"/>
          <p:cNvSpPr/>
          <p:nvPr/>
        </p:nvSpPr>
        <p:spPr>
          <a:xfrm>
            <a:off x="9525000" y="6934200"/>
            <a:ext cx="78486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Quick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UDP</a:t>
            </a:r>
            <a:r>
              <a:rPr lang="en-US" sz="1650" dirty="0" spc="-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Internet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Connections</a:t>
            </a:r>
            <a:endParaRPr lang="en-US" sz="1650" dirty="0"/>
          </a:p>
        </p:txBody>
      </p:sp>
      <p:sp>
        <p:nvSpPr>
          <p:cNvPr id="39" name="Text 37"/>
          <p:cNvSpPr/>
          <p:nvPr/>
        </p:nvSpPr>
        <p:spPr>
          <a:xfrm>
            <a:off x="9525000" y="7239000"/>
            <a:ext cx="78486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Giao</a:t>
            </a:r>
            <a:r>
              <a:rPr lang="en-US" sz="2100" b="1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thức</a:t>
            </a:r>
            <a:r>
              <a:rPr lang="en-US" sz="2100" b="1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truyền</a:t>
            </a:r>
            <a:r>
              <a:rPr lang="en-US" sz="210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tải</a:t>
            </a:r>
            <a:r>
              <a:rPr lang="en-US" sz="210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mà</a:t>
            </a:r>
            <a:r>
              <a:rPr lang="en-US" sz="210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HTTP/3</a:t>
            </a:r>
            <a:r>
              <a:rPr lang="en-US" sz="21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100" b="1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thay</a:t>
            </a:r>
            <a:r>
              <a:rPr lang="en-US" sz="2100" b="1" dirty="0" spc="-2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TCP</a:t>
            </a:r>
            <a:endParaRPr lang="en-US" sz="2100" dirty="0"/>
          </a:p>
        </p:txBody>
      </p:sp>
      <p:sp>
        <p:nvSpPr>
          <p:cNvPr id="40" name="Connector line-1792293700018-338824651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2D3140"/>
            </a:solidFill>
            <a:prstDash val="solid"/>
            <a:headEnd type="none"/>
            <a:tailEnd type="none"/>
          </a:ln>
        </p:spPr>
      </p:sp>
      <p:sp>
        <p:nvSpPr>
          <p:cNvPr id="41" name="Shape 39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B607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3810000" y="9391650"/>
            <a:ext cx="190500" cy="1905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52" name="Text 50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10/10</a:t>
            </a:r>
            <a:endParaRPr lang="en-US" sz="1650" dirty="0"/>
          </a:p>
        </p:txBody>
      </p:sp>
      <p:sp>
        <p:nvSpPr>
          <p:cNvPr id="53" name="Shape 5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54" name="Moda image moda-export-watermark-3881a360-9240-4043-bd75-fe70c02713d7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2026-10-18T05:34:16Z</dcterms:created>
  <dcterms:modified xsi:type="dcterms:W3CDTF">2026-10-18T05:34:16Z</dcterms:modified>
</cp:coreProperties>
</file>