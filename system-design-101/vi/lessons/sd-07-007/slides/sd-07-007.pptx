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hơn?</a:t>
            </a:r>
            <a:endParaRPr lang="en-US" sz="3000" dirty="0"/>
          </a:p>
        </p:txBody>
      </p:sp>
      <p:sp>
        <p:nvSpPr>
          <p:cNvPr id="5" name="Connector line-1792380211798-92019820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cách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Connector line-1792380211804-19941521"/>
          <p:cNvSpPr/>
          <p:nvPr/>
        </p:nvSpPr>
        <p:spPr>
          <a:xfrm>
            <a:off x="12287250" y="3143250"/>
            <a:ext cx="0" cy="40005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001500" y="27622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01500" y="40957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001500" y="54292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001500" y="67627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0" y="268605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0" y="401955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0" y="535305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954000" y="668655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76de047-d317-4120-94de-fb2d794e1c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dòng,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361950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857500"/>
            <a:ext cx="15316200" cy="3619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dòng,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3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3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914400" y="6953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9532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nóng: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khoản.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464ede2-b804-4cd1-afbb-24941cbc87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80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cánh</a:t>
            </a:r>
            <a:r>
              <a:rPr lang="en-US" sz="69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3771900" y="3238500"/>
            <a:ext cx="3657600" cy="1714500"/>
          </a:xfrm>
          <a:custGeom>
            <a:avLst/>
            <a:gdLst/>
            <a:ahLst/>
            <a:cxnLst/>
            <a:rect l="l" t="t" r="r" b="b"/>
            <a:pathLst>
              <a:path w="3657600" h="1714500">
                <a:moveTo>
                  <a:pt x="0" y="0"/>
                </a:moveTo>
                <a:cubicBezTo>
                  <a:pt x="1809750" y="0"/>
                  <a:pt x="1809750" y="1714500"/>
                  <a:pt x="3657600" y="171450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71900" y="4381500"/>
            <a:ext cx="3657600" cy="571500"/>
          </a:xfrm>
          <a:custGeom>
            <a:avLst/>
            <a:gdLst/>
            <a:ahLst/>
            <a:cxnLst/>
            <a:rect l="l" t="t" r="r" b="b"/>
            <a:pathLst>
              <a:path w="3657600" h="571500">
                <a:moveTo>
                  <a:pt x="0" y="0"/>
                </a:moveTo>
                <a:cubicBezTo>
                  <a:pt x="1809750" y="0"/>
                  <a:pt x="1809750" y="571500"/>
                  <a:pt x="3657600" y="57150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71900" y="4953000"/>
            <a:ext cx="3657600" cy="571500"/>
          </a:xfrm>
          <a:custGeom>
            <a:avLst/>
            <a:gdLst/>
            <a:ahLst/>
            <a:cxnLst/>
            <a:rect l="l" t="t" r="r" b="b"/>
            <a:pathLst>
              <a:path w="3657600" h="571500">
                <a:moveTo>
                  <a:pt x="0" y="571500"/>
                </a:moveTo>
                <a:cubicBezTo>
                  <a:pt x="1809750" y="571500"/>
                  <a:pt x="1809750" y="0"/>
                  <a:pt x="3657600" y="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71900" y="4953000"/>
            <a:ext cx="3657600" cy="1714500"/>
          </a:xfrm>
          <a:custGeom>
            <a:avLst/>
            <a:gdLst/>
            <a:ahLst/>
            <a:cxnLst/>
            <a:rect l="l" t="t" r="r" b="b"/>
            <a:pathLst>
              <a:path w="3657600" h="1714500">
                <a:moveTo>
                  <a:pt x="0" y="1714500"/>
                </a:moveTo>
                <a:cubicBezTo>
                  <a:pt x="1809750" y="1714500"/>
                  <a:pt x="1809750" y="0"/>
                  <a:pt x="3657600" y="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750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0050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14350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628650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429500" y="3714750"/>
            <a:ext cx="4191000" cy="2476500"/>
          </a:xfrm>
          <a:prstGeom prst="roundRect">
            <a:avLst>
              <a:gd name="adj" fmla="val 12308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0" y="39052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0" y="447675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 của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700" dirty="0"/>
          </a:p>
        </p:txBody>
      </p:sp>
      <p:sp>
        <p:nvSpPr>
          <p:cNvPr id="15" name="Connector line-1792380213743-20758074"/>
          <p:cNvSpPr/>
          <p:nvPr/>
        </p:nvSpPr>
        <p:spPr>
          <a:xfrm>
            <a:off x="11715750" y="4953000"/>
            <a:ext cx="952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763500" y="3810000"/>
            <a:ext cx="4610100" cy="22860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049250" y="3810000"/>
            <a:ext cx="4038600" cy="2286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thấp: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400" y="762000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 lệnh khác phải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2a230d2-f5c2-4692-8108-3495fc83ad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endParaRPr lang="en-US" sz="2100" dirty="0"/>
          </a:p>
        </p:txBody>
      </p:sp>
      <p:sp>
        <p:nvSpPr>
          <p:cNvPr id="6" name="Text richtext-1792380216504-777847564"/>
          <p:cNvSpPr/>
          <p:nvPr/>
        </p:nvSpPr>
        <p:spPr>
          <a:xfrm>
            <a:off x="1295400" y="37528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phản hồi nhanh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VƯỢT</a:t>
            </a:r>
            <a:r>
              <a:rPr lang="en-US" sz="21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endParaRPr lang="en-US" sz="2100" dirty="0"/>
          </a:p>
        </p:txBody>
      </p:sp>
      <p:sp>
        <p:nvSpPr>
          <p:cNvPr id="9" name="Text richtext-1792380216526-87158277"/>
          <p:cNvSpPr/>
          <p:nvPr/>
        </p:nvSpPr>
        <p:spPr>
          <a:xfrm>
            <a:off x="9753600" y="37528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 hẹn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239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270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72de0d9-12b2-43be-9aa3-0e725e5714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2095500"/>
          </a:xfrm>
          <a:prstGeom prst="roundRect">
            <a:avLst>
              <a:gd name="adj" fmla="val 14545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57500"/>
            <a:ext cx="53340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477000" y="2857500"/>
            <a:ext cx="5334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0" y="2857500"/>
            <a:ext cx="53340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2: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238750"/>
            <a:ext cx="5334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38750"/>
            <a:ext cx="53340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477000" y="5238750"/>
            <a:ext cx="5334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7000" y="5238750"/>
            <a:ext cx="533400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4: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382500" y="2857500"/>
            <a:ext cx="4991100" cy="4476750"/>
          </a:xfrm>
          <a:prstGeom prst="roundRect">
            <a:avLst>
              <a:gd name="adj" fmla="val 6809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6350" y="3143250"/>
            <a:ext cx="434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1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706350" y="3714750"/>
            <a:ext cx="4343400" cy="3238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con,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91f936f-5f1f-41a4-ab65-2ebd0c5e06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1800" b="1" spc="2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800" b="1" spc="2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Cập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 nhanh,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95650"/>
            <a:ext cx="411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52850"/>
            <a:ext cx="41148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62750" y="30480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3295650"/>
            <a:ext cx="411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NGAY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086600" y="3752850"/>
            <a:ext cx="41148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611100" y="30480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934950" y="3295650"/>
            <a:ext cx="411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34950" y="3752850"/>
            <a:ext cx="41148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700" dirty="0"/>
          </a:p>
        </p:txBody>
      </p:sp>
      <p:sp>
        <p:nvSpPr>
          <p:cNvPr id="13" name="Connector line-1792380218208-384986700"/>
          <p:cNvSpPr/>
          <p:nvPr/>
        </p:nvSpPr>
        <p:spPr>
          <a:xfrm>
            <a:off x="5753100" y="4476750"/>
            <a:ext cx="9334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80218208-847511781"/>
          <p:cNvSpPr/>
          <p:nvPr/>
        </p:nvSpPr>
        <p:spPr>
          <a:xfrm>
            <a:off x="11601450" y="4476750"/>
            <a:ext cx="9334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666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667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efc70cf-e146-4780-b8be-ec0fdd1c42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2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xuống: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của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b7b102b-6402-463f-963c-09b5b5e726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69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richtext-1792380264359-600725262"/>
          <p:cNvSpPr/>
          <p:nvPr/>
        </p:nvSpPr>
        <p:spPr>
          <a:xfrm>
            <a:off x="12954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hơn?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giải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251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richtext-1792380264382-538546356"/>
          <p:cNvSpPr/>
          <p:nvPr/>
        </p:nvSpPr>
        <p:spPr>
          <a:xfrm>
            <a:off x="103251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cánh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8191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mô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6d33af1-69c3-473e-938e-6afb838f66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051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286125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66900" y="4381500"/>
            <a:ext cx="145542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2247900" y="452437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47900" y="4905375"/>
            <a:ext cx="1381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cách,</a:t>
            </a: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tới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819400" y="60007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61436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BIÊN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6524625"/>
            <a:ext cx="1190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cách,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9057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nhắc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973b46e-a68a-4068-a183-fb5f35bc35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nhật,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dư;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lệnh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 không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1950" dirty="0"/>
          </a:p>
        </p:txBody>
      </p:sp>
      <p:sp>
        <p:nvSpPr>
          <p:cNvPr id="16" name="Connector line-1792380266087-99438562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0266089-625546387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be32b84-a0a8-4588-8941-7f57a3d03f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2026-10-19T03:24:45Z</dcterms:created>
  <dcterms:modified xsi:type="dcterms:W3CDTF">2026-10-19T03:24:45Z</dcterms:modified>
</cp:coreProperties>
</file>