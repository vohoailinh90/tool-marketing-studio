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Netflix</a:t>
            </a:r>
            <a:r>
              <a:rPr lang="en-US" sz="75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Java:</a:t>
            </a: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5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đời</a:t>
            </a: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kiến</a:t>
            </a:r>
            <a:r>
              <a:rPr lang="en-US" sz="75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đổi?</a:t>
            </a:r>
            <a:endParaRPr lang="en-US" sz="3000" dirty="0"/>
          </a:p>
        </p:txBody>
      </p:sp>
      <p:sp>
        <p:nvSpPr>
          <p:cNvPr id="5" name="Connector line-1792380004514-835365071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cổng,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BFF,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r>
              <a:rPr lang="en-US" sz="210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Federation.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 API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7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BFF,</a:t>
            </a:r>
            <a:r>
              <a:rPr lang="en-US" sz="3150" dirty="0" spc="-2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Groovy,</a:t>
            </a:r>
            <a:r>
              <a:rPr lang="en-US" sz="3150" dirty="0" spc="-3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RxJava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r>
              <a:rPr lang="en-US" sz="31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Federation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Điểm</a:t>
            </a:r>
            <a:r>
              <a:rPr lang="en-US" sz="315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60ad09c-6563-4fda-bfe2-c4d23113c1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72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phía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Netflix là</a:t>
            </a:r>
            <a:r>
              <a:rPr lang="en-US" sz="72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bộ,</a:t>
            </a:r>
            <a:r>
              <a:rPr lang="en-US" sz="24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video,</a:t>
            </a:r>
            <a:r>
              <a:rPr lang="en-US" sz="24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4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phim.</a:t>
            </a:r>
            <a:r>
              <a:rPr lang="en-US" sz="24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Ngăn</a:t>
            </a:r>
            <a:r>
              <a:rPr lang="en-US" sz="24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4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fb42712-b573-486b-94ca-c1c8db2f81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4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950" b="1" spc="28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CỔNG API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đời,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endParaRPr lang="en-US" sz="6900" dirty="0"/>
          </a:p>
        </p:txBody>
      </p:sp>
      <p:sp>
        <p:nvSpPr>
          <p:cNvPr id="4" name="Connector line-1792380008402-899483644"/>
          <p:cNvSpPr/>
          <p:nvPr/>
        </p:nvSpPr>
        <p:spPr>
          <a:xfrm>
            <a:off x="914400" y="4000500"/>
            <a:ext cx="164592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525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143250"/>
            <a:ext cx="51054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Đời</a:t>
            </a:r>
            <a:r>
              <a:rPr lang="en-US" sz="33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51054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914400" y="5905500"/>
            <a:ext cx="50101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microservice</a:t>
            </a:r>
            <a:r>
              <a:rPr lang="en-US" sz="2250" dirty="0" spc="-19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250" dirty="0" spc="1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-2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64389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0" y="3143250"/>
            <a:ext cx="51054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Đời</a:t>
            </a:r>
            <a:r>
              <a:rPr lang="en-US" sz="33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6400800" y="4572000"/>
            <a:ext cx="51054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BFF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6400800" y="5905500"/>
            <a:ext cx="50101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-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250" dirty="0" spc="-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250" dirty="0" spc="-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19253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0" y="3143250"/>
            <a:ext cx="51054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Đời</a:t>
            </a:r>
            <a:r>
              <a:rPr lang="en-US" sz="3300" dirty="0" spc="-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1887200" y="4572000"/>
            <a:ext cx="51054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r>
              <a:rPr lang="en-US" sz="345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Federation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11887200" y="5905500"/>
            <a:ext cx="50101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script</a:t>
            </a:r>
            <a:r>
              <a:rPr lang="en-US" sz="2250" dirty="0" spc="-2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Groovy</a:t>
            </a:r>
            <a:r>
              <a:rPr lang="en-US" sz="2250" dirty="0" spc="-17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250" dirty="0" spc="7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250" dirty="0" spc="2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ứng.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8191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9238096a-994c-4c3c-8da5-0dd26b5040c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ĐỜI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BFF</a:t>
            </a:r>
            <a:r>
              <a:rPr lang="en-US" sz="1950" b="1" spc="29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29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GROOVY</a:t>
            </a:r>
            <a:r>
              <a:rPr lang="en-US" sz="1950" b="1" spc="2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4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RXJAVA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BFF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95750"/>
            <a:ext cx="4953000" cy="2286000"/>
          </a:xfrm>
          <a:prstGeom prst="roundRect">
            <a:avLst>
              <a:gd name="adj" fmla="val 13333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815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1910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45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vừa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10896600" y="29527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7600" y="31623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TV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7600" y="35433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BFF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3000" dirty="0"/>
          </a:p>
        </p:txBody>
      </p:sp>
      <p:sp>
        <p:nvSpPr>
          <p:cNvPr id="10" name="Connector line-1792380009372-738857844"/>
          <p:cNvSpPr/>
          <p:nvPr/>
        </p:nvSpPr>
        <p:spPr>
          <a:xfrm flipV="1">
            <a:off x="5867400" y="3619500"/>
            <a:ext cx="5029200" cy="142875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896600" y="457200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77600" y="47815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277600" y="516255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BFF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3000" dirty="0"/>
          </a:p>
        </p:txBody>
      </p:sp>
      <p:sp>
        <p:nvSpPr>
          <p:cNvPr id="14" name="Connector line-1792380009375-139258790"/>
          <p:cNvSpPr/>
          <p:nvPr/>
        </p:nvSpPr>
        <p:spPr>
          <a:xfrm>
            <a:off x="5867400" y="5238750"/>
            <a:ext cx="502920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0896600" y="61912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277600" y="64008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800" b="1" spc="23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180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277600" y="67818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BFF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3000" dirty="0"/>
          </a:p>
        </p:txBody>
      </p:sp>
      <p:sp>
        <p:nvSpPr>
          <p:cNvPr id="18" name="Connector line-1792380009379-383747501"/>
          <p:cNvSpPr/>
          <p:nvPr/>
        </p:nvSpPr>
        <p:spPr>
          <a:xfrm>
            <a:off x="5867400" y="5429250"/>
            <a:ext cx="5029200" cy="142875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72df103f-b846-47cf-88fb-7d358c7019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ĐỜI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r>
              <a:rPr lang="en-US" sz="1950" b="1" spc="28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FEDERATION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6600" dirty="0" spc="-5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rời</a:t>
            </a:r>
            <a:r>
              <a:rPr lang="en-US" sz="66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Groovy</a:t>
            </a:r>
            <a:r>
              <a:rPr lang="en-US" sz="66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RxJava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SCRIPT</a:t>
            </a:r>
            <a:r>
              <a:rPr lang="en-US" sz="1950" b="1" spc="217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GROOVY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UI</a:t>
            </a: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 TRÌNH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1950" b="1" spc="2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Nói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Netflix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r>
              <a:rPr lang="en-US" sz="210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Federation.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Zuul</a:t>
            </a:r>
            <a:r>
              <a:rPr lang="en-US" sz="21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c543b5f5-d7d4-4593-9b8c-a6f61b03cc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 CHUNG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72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200" dirty="0" spc="-6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Java;</a:t>
            </a:r>
            <a:r>
              <a:rPr lang="en-US" sz="7200" dirty="0" spc="-4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2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72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4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4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 vụ</a:t>
            </a:r>
            <a:r>
              <a:rPr lang="en-US" sz="24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khách,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5b62eac2-ce92-4daa-b130-84fc15581f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6900" dirty="0" spc="-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rời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đời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F8D9D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Federation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 thế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4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2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345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đỡ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345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345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đời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lâu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f9c2810d-1fca-433a-8517-61e8cd584b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 tivi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thoại?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596128"/>
                <a:gridCol w="5431536"/>
                <a:gridCol w="543153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3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Máy</a:t>
                      </a:r>
                      <a:r>
                        <a:rPr lang="en-US" sz="2400" b="1" dirty="0" spc="0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khách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400" b="1" dirty="0" spc="-10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cổng</a:t>
                      </a:r>
                      <a:r>
                        <a:rPr lang="en-US" sz="2400" b="1" dirty="0" spc="-4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BFF</a:t>
                      </a:r>
                      <a:r>
                        <a:rPr lang="en-US" sz="2400" b="1" dirty="0" spc="-1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riêng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Tivi,</a:t>
                      </a:r>
                      <a:r>
                        <a:rPr lang="en-US" sz="2400" b="1" dirty="0" spc="1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ảnh</a:t>
                      </a:r>
                      <a:r>
                        <a:rPr lang="en-US" sz="2400" b="1" dirty="0" spc="3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bìa</a:t>
                      </a:r>
                      <a:r>
                        <a:rPr lang="en-US" sz="2400" b="1" dirty="0" spc="-2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lớn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thể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thiếu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Đúng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7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Điện</a:t>
                      </a:r>
                      <a:r>
                        <a:rPr lang="en-US" sz="2400" b="1" dirty="0" spc="-1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thoại,</a:t>
                      </a:r>
                      <a:r>
                        <a:rPr lang="en-US" sz="2400" b="1" dirty="0" spc="0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ít</a:t>
                      </a:r>
                      <a:r>
                        <a:rPr lang="en-US" sz="2400" b="1" dirty="0" spc="5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trường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Nhận</a:t>
                      </a:r>
                      <a:r>
                        <a:rPr lang="en-US" sz="240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thừa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Đúng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3055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 chung</a:t>
            </a: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 dữ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mọi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e67366b2-ae4b-4159-88c1-8898edcf9e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r>
              <a:rPr lang="en-US" sz="69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Federation</a:t>
            </a:r>
            <a:r>
              <a:rPr lang="en-US" sz="69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đỡ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7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Ghép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giá: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f470f5c5-6d7a-4606-8039-8f29c1a5105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chương</a:t>
                      </a:r>
                      <a:r>
                        <a:rPr lang="en-US" sz="2250" dirty="0" spc="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nhau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BFF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Backend</a:t>
                      </a:r>
                      <a:r>
                        <a:rPr lang="en-US" sz="2250" dirty="0" spc="-2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For</a:t>
                      </a:r>
                      <a:r>
                        <a:rPr lang="en-US" sz="2250" dirty="0" spc="-3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Frontend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lớp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riêng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cho</a:t>
                      </a:r>
                      <a:r>
                        <a:rPr lang="en-US" sz="2250" dirty="0" spc="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từng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diện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TV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TeleVision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tivi,</a:t>
                      </a:r>
                      <a:r>
                        <a:rPr lang="en-US" sz="2250" dirty="0" spc="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Netflix</a:t>
                      </a: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trên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tivi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User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giao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diện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người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dùng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Query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ngôn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GraphQL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77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8096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629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84e21586-be8e-4244-ac75-30efe667ae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2026-10-19T05:06:37Z</dcterms:created>
  <dcterms:modified xsi:type="dcterms:W3CDTF">2026-10-19T05:06:37Z</dcterms:modified>
</cp:coreProperties>
</file>