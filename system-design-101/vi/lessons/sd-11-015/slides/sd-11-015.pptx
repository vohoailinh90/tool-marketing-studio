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46291" rIns="0" bIns="-46291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lăm</a:t>
            </a:r>
            <a:r>
              <a:rPr lang="en-US" sz="54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54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điển</a:t>
            </a:r>
            <a:r>
              <a:rPr lang="en-US" sz="54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phân</a:t>
            </a:r>
            <a:r>
              <a:rPr lang="en-US" sz="54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tán,</a:t>
            </a:r>
            <a:r>
              <a:rPr lang="en-US" sz="54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4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54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chúng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3000" dirty="0"/>
          </a:p>
        </p:txBody>
      </p:sp>
      <p:sp>
        <p:nvSpPr>
          <p:cNvPr id="5" name="Connector line-1792423218031-871978412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 nhóm: 9,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2571750"/>
            <a:ext cx="1485900" cy="2381250"/>
          </a:xfrm>
          <a:custGeom>
            <a:avLst/>
            <a:gdLst/>
            <a:ahLst/>
            <a:cxnLst/>
            <a:rect l="l" t="t" r="r" b="b"/>
            <a:pathLst>
              <a:path w="1485900" h="2381250">
                <a:moveTo>
                  <a:pt x="0" y="2381250"/>
                </a:moveTo>
                <a:cubicBezTo>
                  <a:pt x="723900" y="23812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3762375"/>
            <a:ext cx="1485900" cy="1190625"/>
          </a:xfrm>
          <a:custGeom>
            <a:avLst/>
            <a:gdLst/>
            <a:ahLst/>
            <a:cxnLst/>
            <a:rect l="l" t="t" r="r" b="b"/>
            <a:pathLst>
              <a:path w="1485900" h="1190625">
                <a:moveTo>
                  <a:pt x="0" y="1190625"/>
                </a:moveTo>
                <a:cubicBezTo>
                  <a:pt x="723900" y="1190625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9144"/>
          </a:xfrm>
          <a:custGeom>
            <a:avLst/>
            <a:gdLst/>
            <a:ahLst/>
            <a:cxnLst/>
            <a:rect l="l" t="t" r="r" b="b"/>
            <a:pathLst>
              <a:path w="1485900" h="9144">
                <a:moveTo>
                  <a:pt x="0" y="0"/>
                </a:moveTo>
                <a:cubicBezTo>
                  <a:pt x="723900" y="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1190625"/>
          </a:xfrm>
          <a:custGeom>
            <a:avLst/>
            <a:gdLst/>
            <a:ahLst/>
            <a:cxnLst/>
            <a:rect l="l" t="t" r="r" b="b"/>
            <a:pathLst>
              <a:path w="1485900" h="1190625">
                <a:moveTo>
                  <a:pt x="0" y="0"/>
                </a:moveTo>
                <a:cubicBezTo>
                  <a:pt x="723900" y="0"/>
                  <a:pt x="723900" y="1190625"/>
                  <a:pt x="1485900" y="1190625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77600" y="4953000"/>
            <a:ext cx="1485900" cy="2381250"/>
          </a:xfrm>
          <a:custGeom>
            <a:avLst/>
            <a:gdLst/>
            <a:ahLst/>
            <a:cxnLst/>
            <a:rect l="l" t="t" r="r" b="b"/>
            <a:pathLst>
              <a:path w="1485900" h="2381250">
                <a:moveTo>
                  <a:pt x="0" y="0"/>
                </a:moveTo>
                <a:cubicBezTo>
                  <a:pt x="723900" y="0"/>
                  <a:pt x="723900" y="2381250"/>
                  <a:pt x="1485900" y="2381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25</a:t>
            </a:r>
            <a:r>
              <a:rPr lang="en-US" sz="22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báo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763500" y="2209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763500" y="3400425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1950" b="1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phối:</a:t>
            </a: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763500" y="4591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Đệm,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763500" y="5781675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cụ: 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763500" y="6972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 dụng cụ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b364e35-8c80-435b-a6e9-c12013d4b3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sách.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7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vấn</a:t>
            </a:r>
            <a:r>
              <a:rPr lang="en-US" sz="6900" dirty="0" spc="1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166a72a-0f17-45c8-ac33-050ea4db32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ctr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3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85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6964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Dynamo,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GFS,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BigTable,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Spanner…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382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ctr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4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phối: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6964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MapReduce,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Borg,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Manager,</a:t>
            </a:r>
            <a:r>
              <a:rPr lang="en-US" sz="270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Kafka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909ff2b-01df-492d-9a2b-5a53f41f83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r>
              <a:rPr lang="en-US" sz="180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28575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endParaRPr lang="en-US" sz="1800" dirty="0"/>
          </a:p>
        </p:txBody>
      </p:sp>
      <p:sp>
        <p:nvSpPr>
          <p:cNvPr id="6" name="Connector line-1792423221160-515126599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5433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D6DCF7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5433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Đệm,</a:t>
            </a:r>
            <a:r>
              <a:rPr lang="en-US" sz="27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quyền: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096000" y="3543300"/>
            <a:ext cx="1095375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Dapper,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Monarch,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Zanzibar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D6DCF7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715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cụ: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096000" y="5715000"/>
            <a:ext cx="1095375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Raft,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To,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Thrift,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Bitcoin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9f00d67-6128-4dd8-b84c-8e23a9fa50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cụ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Attention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33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All</a:t>
            </a:r>
            <a:r>
              <a:rPr lang="en-US" sz="3300" dirty="0" spc="-7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You</a:t>
            </a:r>
            <a:r>
              <a:rPr lang="en-US" sz="33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Need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54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transformer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2017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WTF: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Who</a:t>
            </a:r>
            <a:r>
              <a:rPr lang="en-US" sz="330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33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Follow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Twitter,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a8f1b53-dd68-4fd1-ad8a-bc942afe24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báo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E6DFCD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2006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E6DFCD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khiến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4869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E6DFCD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73150" y="3238500"/>
            <a:ext cx="3600450" cy="2857500"/>
          </a:xfrm>
          <a:prstGeom prst="roundRect">
            <a:avLst>
              <a:gd name="adj" fmla="val 9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667250" y="4667250"/>
            <a:ext cx="495300" cy="9144"/>
          </a:xfrm>
          <a:custGeom>
            <a:avLst/>
            <a:gdLst/>
            <a:ahLst/>
            <a:cxnLst/>
            <a:rect l="l" t="t" r="r" b="b"/>
            <a:pathLst>
              <a:path w="495300" h="9144">
                <a:moveTo>
                  <a:pt x="0" y="0"/>
                </a:moveTo>
                <a:lnTo>
                  <a:pt x="4953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53500" y="4667250"/>
            <a:ext cx="495300" cy="9144"/>
          </a:xfrm>
          <a:custGeom>
            <a:avLst/>
            <a:gdLst/>
            <a:ahLst/>
            <a:cxnLst/>
            <a:rect l="l" t="t" r="r" b="b"/>
            <a:pathLst>
              <a:path w="495300" h="9144">
                <a:moveTo>
                  <a:pt x="0" y="0"/>
                </a:moveTo>
                <a:lnTo>
                  <a:pt x="4953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39750" y="4667250"/>
            <a:ext cx="495300" cy="9144"/>
          </a:xfrm>
          <a:custGeom>
            <a:avLst/>
            <a:gdLst/>
            <a:ahLst/>
            <a:cxnLst/>
            <a:rect l="l" t="t" r="r" b="b"/>
            <a:pathLst>
              <a:path w="495300" h="9144">
                <a:moveTo>
                  <a:pt x="0" y="0"/>
                </a:moveTo>
                <a:lnTo>
                  <a:pt x="4953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1cb9e49-04c9-4469-a050-60711967e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575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5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0673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8770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77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285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là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46672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6477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0e188dc-f7e5-4fea-a517-5f43943e17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5" name="Shape 3"/>
          <p:cNvSpPr/>
          <p:nvPr/>
        </p:nvSpPr>
        <p:spPr>
          <a:xfrm>
            <a:off x="65151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6" name="Shape 4"/>
          <p:cNvSpPr/>
          <p:nvPr/>
        </p:nvSpPr>
        <p:spPr>
          <a:xfrm>
            <a:off x="121158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300" dirty="0" spc="-1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2954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961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Raft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8961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4968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gian,</a:t>
            </a:r>
            <a:r>
              <a:rPr lang="en-US" sz="30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30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24968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dbe5e09-9ec4-41e6-bed0-cb9d291b6d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Connector line-1792423258308-397735951"/>
          <p:cNvSpPr/>
          <p:nvPr/>
        </p:nvSpPr>
        <p:spPr>
          <a:xfrm>
            <a:off x="1428750" y="4953000"/>
            <a:ext cx="154305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8575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48590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9048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lăm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0562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năm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nhóm: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5,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4, 5,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9063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78176d6-9ee9-4598-a274-2356901125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000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238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81100" y="2762250"/>
            <a:ext cx="1600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GFS</a:t>
            </a:r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81100" y="4000500"/>
            <a:ext cx="1600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LSM</a:t>
            </a:r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81100" y="5238750"/>
            <a:ext cx="1600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WTF</a:t>
            </a:r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Who</a:t>
            </a:r>
            <a:r>
              <a:rPr lang="en-US" sz="240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76962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86ed15-9b15-4f22-ae76-adcf4a6321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2026-10-19T15:21:15Z</dcterms:created>
  <dcterms:modified xsi:type="dcterms:W3CDTF">2026-10-19T15:21:15Z</dcterms:modified>
</cp:coreProperties>
</file>