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096500" cy="447675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Soạn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thảo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3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r>
              <a:rPr lang="en-US" sz="63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thực:</a:t>
            </a:r>
            <a:r>
              <a:rPr lang="en-US" sz="63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biến</a:t>
            </a:r>
            <a:r>
              <a:rPr lang="en-US" sz="63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thao</a:t>
            </a:r>
            <a:r>
              <a:rPr lang="en-US" sz="63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6572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7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chèn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7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0:</a:t>
            </a:r>
            <a:r>
              <a:rPr lang="en-US" sz="2700" dirty="0" spc="-4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700" dirty="0"/>
          </a:p>
        </p:txBody>
      </p:sp>
      <p:sp>
        <p:nvSpPr>
          <p:cNvPr id="5" name="Connector line-1792422272527-687621791"/>
          <p:cNvSpPr/>
          <p:nvPr/>
        </p:nvSpPr>
        <p:spPr>
          <a:xfrm>
            <a:off x="914400" y="762000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057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525000" y="4476750"/>
            <a:ext cx="2857500" cy="2857500"/>
          </a:xfrm>
          <a:prstGeom prst="ellipse">
            <a:avLst/>
          </a:prstGeom>
          <a:noFill/>
          <a:ln w="28575">
            <a:solidFill>
              <a:srgbClr val="FFB45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53625" y="4905375"/>
            <a:ext cx="2000250" cy="2000250"/>
          </a:xfrm>
          <a:prstGeom prst="ellipse">
            <a:avLst/>
          </a:prstGeom>
          <a:noFill/>
          <a:ln w="28575">
            <a:solidFill>
              <a:srgbClr val="FFB454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63200" y="5314950"/>
            <a:ext cx="1181100" cy="11811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63200" y="5695950"/>
            <a:ext cx="1181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36" b="1" dirty="0" spc="-6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936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36" dirty="0"/>
          </a:p>
        </p:txBody>
      </p:sp>
      <p:sp>
        <p:nvSpPr>
          <p:cNvPr id="12" name="Shape 10"/>
          <p:cNvSpPr/>
          <p:nvPr/>
        </p:nvSpPr>
        <p:spPr>
          <a:xfrm>
            <a:off x="11544300" y="419100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1619250"/>
                </a:moveTo>
                <a:cubicBezTo>
                  <a:pt x="838200" y="1619250"/>
                  <a:pt x="838200" y="0"/>
                  <a:pt x="16002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44300" y="600075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0"/>
                </a:moveTo>
                <a:cubicBezTo>
                  <a:pt x="838200" y="0"/>
                  <a:pt x="838200" y="1619250"/>
                  <a:pt x="1600200" y="161925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44500" y="3829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19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9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144500" y="7258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9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19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40c9ee41-4a36-4def-abf0-4996f720be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133350" cy="400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66700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thao</a:t>
            </a:r>
            <a:r>
              <a:rPr lang="en-US" sz="78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lúc: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8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78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văn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7239000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3000" b="1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300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300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đến</a:t>
            </a:r>
            <a:r>
              <a:rPr lang="en-US" sz="300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b="1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 lệch.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c174b7b3-9ed8-4804-98f5-30c0b1fc924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PHẦN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8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Đường</a:t>
            </a:r>
            <a:r>
              <a:rPr lang="en-US" sz="69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thao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endParaRPr lang="en-US" sz="6900" dirty="0"/>
          </a:p>
        </p:txBody>
      </p:sp>
      <p:sp>
        <p:nvSpPr>
          <p:cNvPr id="4" name="Connector line-1792422275321-530873730"/>
          <p:cNvSpPr/>
          <p:nvPr/>
        </p:nvSpPr>
        <p:spPr>
          <a:xfrm>
            <a:off x="2438400" y="4095750"/>
            <a:ext cx="134112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114550" y="377190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Shape 4"/>
          <p:cNvSpPr/>
          <p:nvPr/>
        </p:nvSpPr>
        <p:spPr>
          <a:xfrm>
            <a:off x="5467350" y="377190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8820150" y="377190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Shape 6"/>
          <p:cNvSpPr/>
          <p:nvPr/>
        </p:nvSpPr>
        <p:spPr>
          <a:xfrm>
            <a:off x="12172950" y="377190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9" name="Shape 7"/>
          <p:cNvSpPr/>
          <p:nvPr/>
        </p:nvSpPr>
        <p:spPr>
          <a:xfrm>
            <a:off x="15525750" y="3771900"/>
            <a:ext cx="647700" cy="647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2114550" y="386715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67350" y="386715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820150" y="386715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6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172950" y="386715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25750" y="386715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6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5048250"/>
            <a:ext cx="3048000" cy="2857500"/>
          </a:xfrm>
          <a:prstGeom prst="roundRect">
            <a:avLst>
              <a:gd name="adj" fmla="val 9333"/>
            </a:avLst>
          </a:prstGeom>
          <a:solidFill>
            <a:srgbClr val="F3DFB8"/>
          </a:solidFill>
          <a:ln/>
        </p:spPr>
      </p:sp>
      <p:sp>
        <p:nvSpPr>
          <p:cNvPr id="16" name="Text 14"/>
          <p:cNvSpPr/>
          <p:nvPr/>
        </p:nvSpPr>
        <p:spPr>
          <a:xfrm>
            <a:off x="1181100" y="533400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400" b="1" dirty="0" spc="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chèn,</a:t>
            </a:r>
            <a:r>
              <a:rPr lang="en-US" sz="24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267200" y="5048250"/>
            <a:ext cx="30480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3900" y="533400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WebSocket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620000" y="5048250"/>
            <a:ext cx="30480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86700" y="533400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4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972800" y="5048250"/>
            <a:ext cx="30480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39500" y="533400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4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4325600" y="5048250"/>
            <a:ext cx="3048000" cy="2857500"/>
          </a:xfrm>
          <a:prstGeom prst="roundRect">
            <a:avLst>
              <a:gd name="adj" fmla="val 9333"/>
            </a:avLst>
          </a:prstGeom>
          <a:solidFill>
            <a:srgbClr val="F8D9D0"/>
          </a:solidFill>
          <a:ln/>
        </p:spPr>
      </p:sp>
      <p:sp>
        <p:nvSpPr>
          <p:cNvPr id="24" name="Text 22"/>
          <p:cNvSpPr/>
          <p:nvPr/>
        </p:nvSpPr>
        <p:spPr>
          <a:xfrm>
            <a:off x="14592300" y="533400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400" b="1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dung,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ce20f502-acc2-4c14-b7fd-35e588c36a5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1800" b="1" spc="26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khớp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57800" cy="38100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429000"/>
            <a:ext cx="4495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4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OT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1295400" y="4381500"/>
            <a:ext cx="4495800" cy="2286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515100" y="3048000"/>
            <a:ext cx="5257800" cy="38100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96100" y="3429000"/>
            <a:ext cx="4495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DS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6896100" y="4381500"/>
            <a:ext cx="4495800" cy="2286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chênh lệch: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15800" y="3048000"/>
            <a:ext cx="5257800" cy="38100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96800" y="3429000"/>
            <a:ext cx="4495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2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CRDT</a:t>
            </a:r>
            <a:endParaRPr lang="en-US" sz="3750" dirty="0"/>
          </a:p>
        </p:txBody>
      </p:sp>
      <p:sp>
        <p:nvSpPr>
          <p:cNvPr id="12" name="Text 10"/>
          <p:cNvSpPr/>
          <p:nvPr/>
        </p:nvSpPr>
        <p:spPr>
          <a:xfrm>
            <a:off x="12496800" y="4381500"/>
            <a:ext cx="4495800" cy="2286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 tự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nhất,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7620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r>
              <a:rPr lang="en-US" sz="27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 dùng</a:t>
            </a:r>
            <a:r>
              <a:rPr lang="en-US" sz="2700" dirty="0" spc="-10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OT,</a:t>
            </a:r>
            <a:r>
              <a:rPr lang="en-US" sz="2700" dirty="0" spc="-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CRDT</a:t>
            </a:r>
            <a:r>
              <a:rPr lang="en-US" sz="27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7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cứu.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8f3860ff-5ba1-4a86-a3e9-5870604775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NGHIỆM: HAI NGƯỜI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CHÈN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Gốc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ABC: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Alice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chèn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X,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Bob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chèn 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ÁP</a:t>
            </a:r>
            <a:r>
              <a:rPr lang="en-US" sz="2100" b="1" spc="21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10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endParaRPr lang="en-US" sz="2100" dirty="0"/>
          </a:p>
        </p:txBody>
      </p:sp>
      <p:sp>
        <p:nvSpPr>
          <p:cNvPr id="6" name="Text richtext-1792422277285-261267621"/>
          <p:cNvSpPr/>
          <p:nvPr/>
        </p:nvSpPr>
        <p:spPr>
          <a:xfrm>
            <a:off x="13335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Alice: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AXYBC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Bob:</a:t>
            </a:r>
            <a:r>
              <a:rPr lang="en-US" sz="27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AXBYC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97917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10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 ĐỔI</a:t>
            </a:r>
            <a:endParaRPr lang="en-US" sz="2100" dirty="0"/>
          </a:p>
        </p:txBody>
      </p:sp>
      <p:sp>
        <p:nvSpPr>
          <p:cNvPr id="9" name="Text richtext-1792422277307-815186216"/>
          <p:cNvSpPr/>
          <p:nvPr/>
        </p:nvSpPr>
        <p:spPr>
          <a:xfrm>
            <a:off x="97917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Alice:</a:t>
            </a:r>
            <a:r>
              <a:rPr lang="en-US" sz="270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AXBYC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Bob:</a:t>
            </a:r>
            <a:r>
              <a:rPr lang="en-US" sz="27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AXBYC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8fed4e32-8c54-40c2-a423-a941610289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10.000</a:t>
            </a:r>
            <a:r>
              <a:rPr lang="en-US" sz="1800" b="1" spc="28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1800" b="1" spc="28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1800" b="1" spc="24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biến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lệch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2390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2850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4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4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biến</a:t>
            </a:r>
            <a:r>
              <a:rPr lang="en-US" sz="24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0" y="3048000"/>
            <a:ext cx="82296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25000" y="3048000"/>
            <a:ext cx="7524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10.000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0" y="4953000"/>
            <a:ext cx="82296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0" y="4953000"/>
            <a:ext cx="7524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trí: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0" y="6858000"/>
            <a:ext cx="82296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0" y="6858000"/>
            <a:ext cx="7524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5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AXYBC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de5d9f17-ffce-4125-a573-6113398142f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rất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956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952750" y="30956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chèn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509587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952750" y="509587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xóa,</a:t>
            </a:r>
            <a:r>
              <a:rPr lang="en-US" sz="27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dạng,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70961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2952750" y="70961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 dùng</a:t>
            </a:r>
            <a:r>
              <a:rPr lang="en-US" sz="27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OT: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5d3ae608-6d32-4f89-96bb-bfacd4eb893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chèn</a:t>
            </a:r>
            <a:r>
              <a:rPr lang="en-US" sz="69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4572000" cy="2571750"/>
          </a:xfrm>
          <a:prstGeom prst="roundRect">
            <a:avLst>
              <a:gd name="adj" fmla="val 1185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3143250"/>
            <a:ext cx="4572000" cy="2571750"/>
          </a:xfrm>
          <a:prstGeom prst="roundRect">
            <a:avLst>
              <a:gd name="adj" fmla="val 1185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0" y="3143250"/>
            <a:ext cx="4572000" cy="2571750"/>
          </a:xfrm>
          <a:prstGeom prst="roundRect">
            <a:avLst>
              <a:gd name="adj" fmla="val 11852"/>
            </a:avLst>
          </a:prstGeom>
          <a:solidFill>
            <a:srgbClr val="FF6A4D"/>
          </a:solidFill>
          <a:ln/>
        </p:spPr>
      </p:sp>
      <p:sp>
        <p:nvSpPr>
          <p:cNvPr id="7" name="Connector line-1792422282052-459659411"/>
          <p:cNvSpPr/>
          <p:nvPr/>
        </p:nvSpPr>
        <p:spPr>
          <a:xfrm>
            <a:off x="5581650" y="4429125"/>
            <a:ext cx="118110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22282052-756246314"/>
          <p:cNvSpPr/>
          <p:nvPr/>
        </p:nvSpPr>
        <p:spPr>
          <a:xfrm>
            <a:off x="11525250" y="4429125"/>
            <a:ext cx="118110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238250" y="34480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38250" y="394335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chèn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lúc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181850" y="34480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181850" y="394335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nhận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3125450" y="34480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125450" y="394335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14400" y="66675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4400" y="742950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cc2b897c-d616-441a-861d-30032708865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04775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42900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429000" y="304800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</a:t>
            </a:r>
            <a:r>
              <a:rPr lang="en-US" sz="21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 tụ.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85775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429000" y="447675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chênh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1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sao.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628650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CRDT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3429000" y="590550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1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đột.</a:t>
            </a:r>
            <a:endParaRPr lang="en-US" sz="2100" dirty="0"/>
          </a:p>
        </p:txBody>
      </p:sp>
      <p:sp>
        <p:nvSpPr>
          <p:cNvPr id="13" name="Connector line-1792422283038-216939470"/>
          <p:cNvSpPr/>
          <p:nvPr/>
        </p:nvSpPr>
        <p:spPr>
          <a:xfrm>
            <a:off x="12382500" y="3048000"/>
            <a:ext cx="0" cy="533400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2858750" y="30480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15" name="Text richtext-1792422283040-900767531"/>
          <p:cNvSpPr/>
          <p:nvPr/>
        </p:nvSpPr>
        <p:spPr>
          <a:xfrm>
            <a:off x="12858750" y="3619500"/>
            <a:ext cx="4762500" cy="2857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858750" y="6667500"/>
            <a:ext cx="4762500" cy="17145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f4c336b1-d242-42cf-8941-89bdb3b0a69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2026-10-19T15:06:31Z</dcterms:created>
  <dcterms:modified xsi:type="dcterms:W3CDTF">2026-10-19T15:06:31Z</dcterms:modified>
</cp:coreProperties>
</file>