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429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77500" y="2381250"/>
            <a:ext cx="68961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2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0" y="3619500"/>
            <a:ext cx="68961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b="1" dirty="0" spc="2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0" y="4857750"/>
            <a:ext cx="68961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2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0" y="6096000"/>
            <a:ext cx="68961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b="1" dirty="0" spc="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Viết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6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86daa3ea-d900-4f45-8833-b9a902b98b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Văn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hoặc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5143500" cy="3619500"/>
          </a:xfrm>
          <a:prstGeom prst="roundRect">
            <a:avLst>
              <a:gd name="adj" fmla="val 736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 nguồn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72250" y="3048000"/>
            <a:ext cx="5143500" cy="3619500"/>
          </a:xfrm>
          <a:prstGeom prst="roundRect">
            <a:avLst>
              <a:gd name="adj" fmla="val 736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Review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file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230100" y="3048000"/>
            <a:ext cx="5143500" cy="3619500"/>
          </a:xfrm>
          <a:prstGeom prst="roundRect">
            <a:avLst>
              <a:gd name="adj" fmla="val 736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Sinh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mô tả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9b05f802-906a-4594-9f85-59927c14c7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9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6900" dirty="0" spc="-6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857500"/>
            <a:ext cx="41910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endParaRPr lang="en-US" sz="3900" dirty="0"/>
          </a:p>
        </p:txBody>
      </p:sp>
      <p:sp>
        <p:nvSpPr>
          <p:cNvPr id="4" name="Connector line-1792370873543-784826442"/>
          <p:cNvSpPr/>
          <p:nvPr/>
        </p:nvSpPr>
        <p:spPr>
          <a:xfrm>
            <a:off x="5334000" y="3905250"/>
            <a:ext cx="1333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858000" y="2857500"/>
            <a:ext cx="41910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900" dirty="0"/>
          </a:p>
        </p:txBody>
      </p:sp>
      <p:sp>
        <p:nvSpPr>
          <p:cNvPr id="6" name="Connector line-1792370873545-29731064"/>
          <p:cNvSpPr/>
          <p:nvPr/>
        </p:nvSpPr>
        <p:spPr>
          <a:xfrm>
            <a:off x="11277600" y="3905250"/>
            <a:ext cx="1333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2801600" y="285750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Database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c1739ab1-ac29-44e1-96bd-f68456c15d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6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690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900" dirty="0" spc="-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857500"/>
            <a:ext cx="3238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3000" dirty="0"/>
          </a:p>
        </p:txBody>
      </p:sp>
      <p:sp>
        <p:nvSpPr>
          <p:cNvPr id="4" name="Connector line-1792370874395-631184010"/>
          <p:cNvSpPr/>
          <p:nvPr/>
        </p:nvSpPr>
        <p:spPr>
          <a:xfrm>
            <a:off x="4343400" y="3810000"/>
            <a:ext cx="762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5295900" y="2857500"/>
            <a:ext cx="381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Diagrams</a:t>
            </a:r>
            <a:endParaRPr lang="en-US" sz="3300" dirty="0"/>
          </a:p>
        </p:txBody>
      </p:sp>
      <p:sp>
        <p:nvSpPr>
          <p:cNvPr id="6" name="Connector line-1792370874397-932682555"/>
          <p:cNvSpPr/>
          <p:nvPr/>
        </p:nvSpPr>
        <p:spPr>
          <a:xfrm>
            <a:off x="9296400" y="3810000"/>
            <a:ext cx="762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0248900" y="2857500"/>
            <a:ext cx="381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Graphviz</a:t>
            </a:r>
            <a:endParaRPr lang="en-US" sz="3300" dirty="0"/>
          </a:p>
        </p:txBody>
      </p:sp>
      <p:sp>
        <p:nvSpPr>
          <p:cNvPr id="8" name="Connector line-1792370874399-199036857"/>
          <p:cNvSpPr/>
          <p:nvPr/>
        </p:nvSpPr>
        <p:spPr>
          <a:xfrm>
            <a:off x="14249400" y="3810000"/>
            <a:ext cx="762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5201900" y="2857500"/>
            <a:ext cx="21717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0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Graphviz.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87d3fbe1-8630-42a3-912e-576366c646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Đầu</a:t>
            </a:r>
            <a:r>
              <a:rPr lang="en-US" sz="6900" dirty="0" spc="-2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ra:</a:t>
            </a:r>
            <a:r>
              <a:rPr lang="en-US" sz="6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6900" dirty="0" spc="1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6900" dirty="0" spc="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2476500" y="4953000"/>
            <a:ext cx="104775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38500" y="3810000"/>
            <a:ext cx="104775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00500" y="2667000"/>
            <a:ext cx="10477500" cy="1905000"/>
          </a:xfrm>
          <a:prstGeom prst="roundRect">
            <a:avLst>
              <a:gd name="adj" fmla="val 14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Sơ</a:t>
            </a:r>
            <a:r>
              <a:rPr lang="en-US" sz="3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80010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xuống: các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b98ef3e6-901d-4917-9821-f61dc7c06c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1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3" name="Connector line-1792370908943-399627162"/>
          <p:cNvSpPr/>
          <p:nvPr/>
        </p:nvSpPr>
        <p:spPr>
          <a:xfrm>
            <a:off x="1905000" y="3810000"/>
            <a:ext cx="144780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171700" y="3505200"/>
            <a:ext cx="609600" cy="609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8839200" y="3505200"/>
            <a:ext cx="609600" cy="609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15506700" y="3505200"/>
            <a:ext cx="609600" cy="609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381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239000" y="4381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906500" y="4381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b="1" dirty="0" spc="-3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3000" b="1" dirty="0" spc="-3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30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30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300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b="1" dirty="0" spc="-3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00978285-1dcd-4183-9d7b-091f56bf08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4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6300" dirty="0" spc="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300" dirty="0" spc="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3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6300" dirty="0" spc="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6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6300" dirty="0" spc="1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3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6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ánh hệ</a:t>
            </a:r>
            <a:r>
              <a:rPr lang="en-US" sz="6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300" dirty="0" spc="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5173e4f4-2ef0-45b8-9305-0f93b3eb92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7886700" cy="5334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7622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100" dirty="0"/>
          </a:p>
        </p:txBody>
      </p:sp>
      <p:sp>
        <p:nvSpPr>
          <p:cNvPr id="5" name="Text richtext-1792370910568-225754481"/>
          <p:cNvSpPr/>
          <p:nvPr/>
        </p:nvSpPr>
        <p:spPr>
          <a:xfrm>
            <a:off x="1333500" y="3524250"/>
            <a:ext cx="70485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00050" indent="-285812">
              <a:buSzPct val="100000"/>
              <a:buFont typeface="Arial"/>
              <a:buChar char="•"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cache,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3150" dirty="0"/>
          </a:p>
          <a:p>
            <a:pPr algn="l" marL="400050" indent="-285812">
              <a:buSzPct val="100000"/>
              <a:buFont typeface="Arial"/>
              <a:buChar char="•"/>
            </a:pPr>
            <a:r>
              <a:rPr lang="en-US" sz="31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Renderer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486900" y="2381250"/>
            <a:ext cx="78867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7622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1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100" dirty="0"/>
          </a:p>
        </p:txBody>
      </p:sp>
      <p:sp>
        <p:nvSpPr>
          <p:cNvPr id="8" name="Text richtext-1792370910589-67536346"/>
          <p:cNvSpPr/>
          <p:nvPr/>
        </p:nvSpPr>
        <p:spPr>
          <a:xfrm>
            <a:off x="9906000" y="3524250"/>
            <a:ext cx="70485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00050" indent="-285812">
              <a:buSzPct val="100000"/>
              <a:buFont typeface="Arial"/>
              <a:buChar char="•"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Không, nếu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1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3150" dirty="0"/>
          </a:p>
          <a:p>
            <a:pPr algn="l" marL="400050" indent="-285812">
              <a:buSzPct val="100000"/>
              <a:buFont typeface="Arial"/>
              <a:buChar char="•"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e763269b-d819-4d2f-88b1-569b86c31c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của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609600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30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29500" y="3048000"/>
            <a:ext cx="99441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143500"/>
            <a:ext cx="609600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30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29500" y="5143500"/>
            <a:ext cx="99441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" y="77152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b355a20c-27cf-4d59-96ad-18f232f3f8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7239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8575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333500" y="41910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953500" y="2476500"/>
            <a:ext cx="8420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953500" y="3143250"/>
            <a:ext cx="84201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953500" y="4476750"/>
            <a:ext cx="84201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Diagrams: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953500" y="5810250"/>
            <a:ext cx="84201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Graphviz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2570a170-b812-4c51-8ce4-b6b7233f14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2026-10-19T00:49:03Z</dcterms:created>
  <dcterms:modified xsi:type="dcterms:W3CDTF">2026-10-19T00:49:03Z</dcterms:modified>
</cp:coreProperties>
</file>