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382000" cy="332422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100%: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chậm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30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 đạt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100%.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0" y="1428750"/>
            <a:ext cx="81915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75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100%</a:t>
            </a:r>
            <a:endParaRPr lang="en-US" sz="24750" dirty="0"/>
          </a:p>
        </p:txBody>
      </p:sp>
      <p:sp>
        <p:nvSpPr>
          <p:cNvPr id="6" name="Text 4"/>
          <p:cNvSpPr/>
          <p:nvPr/>
        </p:nvSpPr>
        <p:spPr>
          <a:xfrm>
            <a:off x="914400" y="74295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100" b="1" dirty="0" spc="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 vi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10150" y="74295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1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05900" y="74295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1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201650" y="74295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95631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 100%: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53bbbb81-f123-4c50-a23d-f9d71ca81b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Dấu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hiệu,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3143250"/>
          </a:xfrm>
          <a:prstGeom prst="roundRect">
            <a:avLst>
              <a:gd name="adj" fmla="val 8485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952750"/>
            <a:ext cx="15430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r>
              <a:rPr lang="en-US" sz="540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đạt</a:t>
            </a:r>
            <a:r>
              <a:rPr lang="en-US" sz="54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100%</a:t>
            </a:r>
            <a:r>
              <a:rPr lang="en-US" sz="54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400" dirty="0" spc="2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4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4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40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6191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sửa: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08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1a046545-0f07-43c6-bc3f-ab3d35e7d1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6900" dirty="0" spc="2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phạm</a:t>
            </a:r>
            <a:r>
              <a:rPr lang="en-US" sz="69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8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3000" b="1" dirty="0" spc="-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66900" y="4286250"/>
            <a:ext cx="14554200" cy="1238250"/>
          </a:xfrm>
          <a:prstGeom prst="roundRect">
            <a:avLst>
              <a:gd name="adj" fmla="val 1846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30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0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19400" y="5715000"/>
            <a:ext cx="12649200" cy="1238250"/>
          </a:xfrm>
          <a:prstGeom prst="roundRect">
            <a:avLst>
              <a:gd name="adj" fmla="val 1846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771900" y="7143750"/>
            <a:ext cx="10744200" cy="1238250"/>
          </a:xfrm>
          <a:prstGeom prst="roundRect">
            <a:avLst>
              <a:gd name="adj" fmla="val 1846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3000" dirty="0" spc="-1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08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66cfc461-e9c3-4883-987e-1aa20cb003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6900" dirty="0" spc="-3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690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6900" dirty="0" spc="-2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857500"/>
            <a:ext cx="3810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</a:t>
            </a:r>
            <a:endParaRPr lang="en-US" sz="3600" dirty="0"/>
          </a:p>
        </p:txBody>
      </p:sp>
      <p:sp>
        <p:nvSpPr>
          <p:cNvPr id="4" name="Connector line-1792371025026-47448775"/>
          <p:cNvSpPr/>
          <p:nvPr/>
        </p:nvSpPr>
        <p:spPr>
          <a:xfrm>
            <a:off x="4953000" y="3810000"/>
            <a:ext cx="9525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134100" y="2857500"/>
            <a:ext cx="4762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Process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bận</a:t>
            </a:r>
            <a:endParaRPr lang="en-US" sz="3300" dirty="0"/>
          </a:p>
        </p:txBody>
      </p:sp>
      <p:sp>
        <p:nvSpPr>
          <p:cNvPr id="6" name="Connector line-1792371025028-564229068"/>
          <p:cNvSpPr/>
          <p:nvPr/>
        </p:nvSpPr>
        <p:spPr>
          <a:xfrm>
            <a:off x="11125200" y="3810000"/>
            <a:ext cx="9525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2306300" y="2857500"/>
            <a:ext cx="50673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Thread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top</a:t>
            </a:r>
            <a:r>
              <a:rPr lang="en-US" sz="30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bận,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thread.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08 · 04/10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1fa9dde1-d4d2-4e75-9bea-f67fe52dbd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Lấy</a:t>
            </a:r>
            <a:r>
              <a:rPr lang="en-US" sz="69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900" dirty="0" spc="-5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6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profile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runtime: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profiler,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stack.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886700" cy="4762500"/>
          </a:xfrm>
          <a:prstGeom prst="roundRect">
            <a:avLst>
              <a:gd name="adj" fmla="val 5600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30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 hiện</a:t>
            </a:r>
            <a:r>
              <a:rPr lang="en-US" sz="30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tục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476250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lặp,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busy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waiting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 phí.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486900" y="2857500"/>
            <a:ext cx="7886700" cy="4762500"/>
          </a:xfrm>
          <a:prstGeom prst="roundRect">
            <a:avLst>
              <a:gd name="adj" fmla="val 5600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0" y="32385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0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request</a:t>
            </a:r>
            <a:r>
              <a:rPr lang="en-US" sz="3000" dirty="0" spc="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30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30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CPU</a:t>
            </a:r>
            <a:r>
              <a:rPr lang="en-US" sz="3000" dirty="0" spc="-2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30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906000" y="476250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có thể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08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69ef17d1-bca1-4ac7-a538-36a443e2d8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69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r>
              <a:rPr lang="en-US" sz="69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5143500" cy="3619500"/>
          </a:xfrm>
          <a:prstGeom prst="roundRect">
            <a:avLst>
              <a:gd name="adj" fmla="val 7368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Request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572250" y="2476500"/>
            <a:ext cx="5143500" cy="3619500"/>
          </a:xfrm>
          <a:prstGeom prst="roundRect">
            <a:avLst>
              <a:gd name="adj" fmla="val 7368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Job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2230100" y="2476500"/>
            <a:ext cx="5143500" cy="3619500"/>
          </a:xfrm>
          <a:prstGeom prst="roundRect">
            <a:avLst>
              <a:gd name="adj" fmla="val 7368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39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 hành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68580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việc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08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851adf15-16c4-422e-883f-4c81660c11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RAM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 đạt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100%.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372600" y="285750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Memory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533400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I/O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372600" y="533400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0962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Swap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 I/O làm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cơ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 khác.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08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a3634982-004e-4f7c-9c81-0d30ca4535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5400" y="3143250"/>
            <a:ext cx="857250" cy="8572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71750" y="276225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sleep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31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31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giảm.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1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1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5400" y="6048375"/>
            <a:ext cx="857250" cy="8572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048375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71750" y="5334000"/>
            <a:ext cx="14287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1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tăng.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31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dịch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1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profile.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08 · 08/10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e0d19638-7aac-4231-b74a-7ed28e41a8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 số dễ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gây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6096000" cy="1809750"/>
          </a:xfrm>
          <a:prstGeom prst="roundRect">
            <a:avLst>
              <a:gd name="adj" fmla="val 1052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429500" y="2476500"/>
            <a:ext cx="99441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100%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6096000" cy="1809750"/>
          </a:xfrm>
          <a:prstGeom prst="roundRect">
            <a:avLst>
              <a:gd name="adj" fmla="val 1052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28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average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429500" y="4572000"/>
            <a:ext cx="99441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utilization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14400" y="6667500"/>
            <a:ext cx="6096000" cy="1809750"/>
          </a:xfrm>
          <a:prstGeom prst="roundRect">
            <a:avLst>
              <a:gd name="adj" fmla="val 1052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7429500" y="6667500"/>
            <a:ext cx="99441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chờ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08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845d7b1d-d367-4697-b9d1-1f24dd8c4b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7239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667000"/>
            <a:ext cx="6477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95400" y="3524250"/>
            <a:ext cx="647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trung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667250"/>
            <a:ext cx="7239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857750"/>
            <a:ext cx="6477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95400" y="5715000"/>
            <a:ext cx="647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953500" y="2476500"/>
            <a:ext cx="8420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953500" y="3143250"/>
            <a:ext cx="84201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953500" y="4248150"/>
            <a:ext cx="84201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953500" y="5353050"/>
            <a:ext cx="84201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proc: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loadavg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953500" y="6457950"/>
            <a:ext cx="84201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Linux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perf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08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105547b2-996d-47a3-8934-b4844a2a43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2026-10-19T00:51:02Z</dcterms:created>
  <dcterms:modified xsi:type="dcterms:W3CDTF">2026-10-19T00:51:02Z</dcterms:modified>
</cp:coreProperties>
</file>