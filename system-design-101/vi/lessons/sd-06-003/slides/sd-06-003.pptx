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 SemiBold"/>
      <p:regular r:id="rId16"/>
    </p:embeddedFont>
    <p:embeddedFont>
      <p:font typeface="Bricolage Grotesque ExtraBold"/>
      <p:regular r:id="rId17"/>
    </p:embeddedFont>
    <p:embeddedFont>
      <p:font typeface="Be Vietnam Pro"/>
      <p:regular r:id="rId18"/>
      <p:bold r:id="rId19"/>
    </p:embeddedFont>
    <p:embeddedFont>
      <p:font typeface="Be Vietnam Pro Extra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Relationship Id="rId20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952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77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SYSTEM</a:t>
            </a:r>
            <a:r>
              <a:rPr lang="en-US" sz="1950" spc="298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DESIGN</a:t>
            </a:r>
            <a:r>
              <a:rPr lang="en-US" sz="1950" spc="297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101</a:t>
            </a:r>
            <a:r>
              <a:rPr lang="en-US" sz="1950" spc="299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1950" spc="296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BÀI</a:t>
            </a:r>
            <a:r>
              <a:rPr lang="en-US" sz="1950" spc="300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03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9525000" cy="5524500"/>
          </a:xfrm>
          <a:prstGeom prst="rect">
            <a:avLst/>
          </a:prstGeom>
          <a:noFill/>
          <a:ln/>
        </p:spPr>
        <p:txBody>
          <a:bodyPr wrap="square" lIns="0" tIns="64294" rIns="0" bIns="-64294" rtlCol="0" anchor="t"/>
          <a:lstStyle/>
          <a:p>
            <a:pPr algn="l" indent="0" marL="0">
              <a:lnSpc>
                <a:spcPts val="7875"/>
              </a:lnSpc>
              <a:buNone/>
            </a:pPr>
            <a:r>
              <a:rPr lang="en-US" sz="75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Khóa</a:t>
            </a:r>
            <a:r>
              <a:rPr lang="en-US" sz="7500" dirty="0" spc="-4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lớn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ảnh</a:t>
            </a:r>
            <a:r>
              <a:rPr lang="en-US" sz="7500" dirty="0" spc="-7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hưởng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thế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7500" dirty="0" spc="-6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tới</a:t>
            </a:r>
            <a:r>
              <a:rPr lang="en-US" sz="7500" dirty="0" spc="-7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AOF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7500" dirty="0" spc="-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Redis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7524750"/>
            <a:ext cx="8953500" cy="104775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30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 appendfsync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0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nhịp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 không?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8953500"/>
            <a:ext cx="1333500" cy="762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6" name="Shape 4"/>
          <p:cNvSpPr/>
          <p:nvPr/>
        </p:nvSpPr>
        <p:spPr>
          <a:xfrm>
            <a:off x="10763250" y="914400"/>
            <a:ext cx="6610350" cy="2381250"/>
          </a:xfrm>
          <a:prstGeom prst="roundRect">
            <a:avLst>
              <a:gd name="adj" fmla="val 9600"/>
            </a:avLst>
          </a:prstGeom>
          <a:solidFill>
            <a:srgbClr val="1E212B"/>
          </a:solidFill>
          <a:ln/>
        </p:spPr>
      </p:sp>
      <p:sp>
        <p:nvSpPr>
          <p:cNvPr id="7" name="Shape 5"/>
          <p:cNvSpPr/>
          <p:nvPr/>
        </p:nvSpPr>
        <p:spPr>
          <a:xfrm>
            <a:off x="10763250" y="914400"/>
            <a:ext cx="95250" cy="23812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8" name="Text 6"/>
          <p:cNvSpPr/>
          <p:nvPr/>
        </p:nvSpPr>
        <p:spPr>
          <a:xfrm>
            <a:off x="11163300" y="1238250"/>
            <a:ext cx="5905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1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always</a:t>
            </a:r>
            <a:endParaRPr lang="en-US" sz="3300" dirty="0"/>
          </a:p>
        </p:txBody>
      </p:sp>
      <p:sp>
        <p:nvSpPr>
          <p:cNvPr id="9" name="Text 7"/>
          <p:cNvSpPr/>
          <p:nvPr/>
        </p:nvSpPr>
        <p:spPr>
          <a:xfrm>
            <a:off x="11163300" y="2038350"/>
            <a:ext cx="5905500" cy="9525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fsync</a:t>
            </a:r>
            <a:r>
              <a:rPr lang="en-US" sz="24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 lần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10763250" y="3676650"/>
            <a:ext cx="6610350" cy="2381250"/>
          </a:xfrm>
          <a:prstGeom prst="roundRect">
            <a:avLst>
              <a:gd name="adj" fmla="val 9600"/>
            </a:avLst>
          </a:prstGeom>
          <a:solidFill>
            <a:srgbClr val="1E212B"/>
          </a:solidFill>
          <a:ln/>
        </p:spPr>
      </p:sp>
      <p:sp>
        <p:nvSpPr>
          <p:cNvPr id="11" name="Shape 9"/>
          <p:cNvSpPr/>
          <p:nvPr/>
        </p:nvSpPr>
        <p:spPr>
          <a:xfrm>
            <a:off x="10763250" y="3676650"/>
            <a:ext cx="95250" cy="23812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2" name="Text 10"/>
          <p:cNvSpPr/>
          <p:nvPr/>
        </p:nvSpPr>
        <p:spPr>
          <a:xfrm>
            <a:off x="11163300" y="4000500"/>
            <a:ext cx="5905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18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everysec</a:t>
            </a:r>
            <a:r>
              <a:rPr lang="en-US" sz="3300" dirty="0" spc="-2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(mặc</a:t>
            </a:r>
            <a:r>
              <a:rPr lang="en-US" sz="3300" dirty="0" spc="-9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định)</a:t>
            </a:r>
            <a:endParaRPr lang="en-US" sz="3300" dirty="0"/>
          </a:p>
        </p:txBody>
      </p:sp>
      <p:sp>
        <p:nvSpPr>
          <p:cNvPr id="13" name="Text 11"/>
          <p:cNvSpPr/>
          <p:nvPr/>
        </p:nvSpPr>
        <p:spPr>
          <a:xfrm>
            <a:off x="11163300" y="4800600"/>
            <a:ext cx="5905500" cy="9525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Luồng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24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fsync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4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10763250" y="6438900"/>
            <a:ext cx="6610350" cy="2381250"/>
          </a:xfrm>
          <a:prstGeom prst="roundRect">
            <a:avLst>
              <a:gd name="adj" fmla="val 9600"/>
            </a:avLst>
          </a:prstGeom>
          <a:solidFill>
            <a:srgbClr val="1E212B"/>
          </a:solidFill>
          <a:ln/>
        </p:spPr>
      </p:sp>
      <p:sp>
        <p:nvSpPr>
          <p:cNvPr id="15" name="Shape 13"/>
          <p:cNvSpPr/>
          <p:nvPr/>
        </p:nvSpPr>
        <p:spPr>
          <a:xfrm>
            <a:off x="10763250" y="6438900"/>
            <a:ext cx="95250" cy="23812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16" name="Text 14"/>
          <p:cNvSpPr/>
          <p:nvPr/>
        </p:nvSpPr>
        <p:spPr>
          <a:xfrm>
            <a:off x="11163300" y="6762750"/>
            <a:ext cx="5905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no</a:t>
            </a:r>
            <a:endParaRPr lang="en-US" sz="3300" dirty="0"/>
          </a:p>
        </p:txBody>
      </p:sp>
      <p:sp>
        <p:nvSpPr>
          <p:cNvPr id="17" name="Text 15"/>
          <p:cNvSpPr/>
          <p:nvPr/>
        </p:nvSpPr>
        <p:spPr>
          <a:xfrm>
            <a:off x="11163300" y="7562850"/>
            <a:ext cx="5905500" cy="9525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Hệ</a:t>
            </a:r>
            <a:r>
              <a:rPr lang="en-US" sz="2400" dirty="0" spc="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24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40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89b151a1-f185-469a-894b-aa0c6a55b04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4" kern="0" dirty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TÌNH</a:t>
            </a:r>
            <a:r>
              <a:rPr lang="en-US" sz="1950" spc="226" kern="0" dirty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HUỐNG</a:t>
            </a:r>
            <a:r>
              <a:rPr lang="en-US" sz="1950" spc="173" kern="0" dirty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1950" spc="226" kern="0" dirty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MỤC</a:t>
            </a:r>
            <a:r>
              <a:rPr lang="en-US" sz="1950" spc="224" kern="0" dirty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809750"/>
            <a:ext cx="16459200" cy="4572000"/>
          </a:xfrm>
          <a:prstGeom prst="rect">
            <a:avLst/>
          </a:prstGeom>
          <a:noFill/>
          <a:ln/>
        </p:spPr>
        <p:txBody>
          <a:bodyPr wrap="square" lIns="0" tIns="75438" rIns="0" bIns="-75438" rtlCol="0" anchor="t"/>
          <a:lstStyle/>
          <a:p>
            <a:pPr algn="l" indent="0" marL="0">
              <a:lnSpc>
                <a:spcPts val="10692"/>
              </a:lnSpc>
              <a:buNone/>
            </a:pPr>
            <a:r>
              <a:rPr lang="en-US" sz="9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Chọn</a:t>
            </a:r>
            <a:r>
              <a:rPr lang="en-US" sz="9900" dirty="0" spc="-4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everysec</a:t>
            </a:r>
            <a:r>
              <a:rPr lang="en-US" sz="9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r>
              <a:rPr lang="en-US" sz="9900" dirty="0" spc="-3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no,</a:t>
            </a:r>
            <a:r>
              <a:rPr lang="en-US" sz="99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9900" dirty="0" spc="-6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lớn</a:t>
            </a:r>
            <a:r>
              <a:rPr lang="en-US" sz="9900" dirty="0" spc="-8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vẫn</a:t>
            </a:r>
            <a:r>
              <a:rPr lang="en-US" sz="9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990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Redis</a:t>
            </a:r>
            <a:r>
              <a:rPr lang="en-US" sz="9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khựng.</a:t>
            </a:r>
            <a:endParaRPr lang="en-US" sz="9900" dirty="0"/>
          </a:p>
        </p:txBody>
      </p:sp>
      <p:sp>
        <p:nvSpPr>
          <p:cNvPr id="4" name="Shape 2"/>
          <p:cNvSpPr/>
          <p:nvPr/>
        </p:nvSpPr>
        <p:spPr>
          <a:xfrm>
            <a:off x="914400" y="70485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7391400"/>
            <a:ext cx="7239000" cy="74295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8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b="1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Redis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8915400" y="7391400"/>
            <a:ext cx="8077200" cy="74295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28575">
            <a:solidFill>
              <a:srgbClr val="14161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5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5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8" name="Shape 6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9" name="Shape 7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0" name="Shape 8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1" name="Shape 9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2" name="Shape 10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3" name="Shape 11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4" name="Shape 12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5" name="Shape 13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6" name="Text 14"/>
          <p:cNvSpPr/>
          <p:nvPr/>
        </p:nvSpPr>
        <p:spPr>
          <a:xfrm>
            <a:off x="34290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44f175cf-5a0c-42a1-a7a1-35b43e3c8f9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6" kern="0" dirty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CHẾ</a:t>
            </a:r>
            <a:r>
              <a:rPr lang="en-US" sz="1950" spc="224" kern="0" dirty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ĐỘ</a:t>
            </a:r>
            <a:r>
              <a:rPr lang="en-US" sz="1950" spc="140" kern="0" dirty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ALWAYS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fsync</a:t>
            </a:r>
            <a:r>
              <a:rPr lang="en-US" sz="7800" dirty="0" spc="-8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r>
              <a:rPr lang="en-US" sz="78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7800" dirty="0" spc="-3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trả</a:t>
            </a:r>
            <a:r>
              <a:rPr lang="en-US" sz="7800" dirty="0" spc="-3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8001000" cy="3048000"/>
          </a:xfrm>
          <a:prstGeom prst="roundRect">
            <a:avLst>
              <a:gd name="adj" fmla="val 7500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762250"/>
            <a:ext cx="8001000" cy="95250"/>
          </a:xfrm>
          <a:prstGeom prst="rect">
            <a:avLst/>
          </a:prstGeom>
          <a:solidFill>
            <a:srgbClr val="FF6A4D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3124200"/>
            <a:ext cx="7239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2250" b="1" dirty="0" spc="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b="1" dirty="0" spc="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write(2)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1295400" y="3657600"/>
            <a:ext cx="7239000" cy="1905000"/>
          </a:xfrm>
          <a:prstGeom prst="rect">
            <a:avLst/>
          </a:prstGeom>
          <a:noFill/>
          <a:ln/>
        </p:spPr>
        <p:txBody>
          <a:bodyPr wrap="square" lIns="0" tIns="21987" rIns="0" bIns="-21987" rtlCol="0" anchor="t"/>
          <a:lstStyle/>
          <a:p>
            <a:pPr algn="l" indent="0" marL="0">
              <a:lnSpc>
                <a:spcPts val="3938"/>
              </a:lnSpc>
              <a:buNone/>
            </a:pPr>
            <a:r>
              <a:rPr lang="en-US" sz="315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Chép</a:t>
            </a:r>
            <a:r>
              <a:rPr lang="en-US" sz="31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bản</a:t>
            </a:r>
            <a:r>
              <a:rPr lang="en-US" sz="31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ghi</a:t>
            </a:r>
            <a:r>
              <a:rPr lang="en-US" sz="3150" dirty="0" spc="-1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vào</a:t>
            </a:r>
            <a:r>
              <a:rPr lang="en-US" sz="315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bộ</a:t>
            </a:r>
            <a:r>
              <a:rPr lang="en-US" sz="315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đệm</a:t>
            </a:r>
            <a:r>
              <a:rPr lang="en-US" sz="31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hệ</a:t>
            </a:r>
            <a:r>
              <a:rPr lang="en-US" sz="3150" dirty="0" spc="2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điều</a:t>
            </a:r>
            <a:r>
              <a:rPr lang="en-US" sz="31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hành</a:t>
            </a:r>
            <a:endParaRPr lang="en-US" sz="3150" dirty="0"/>
          </a:p>
        </p:txBody>
      </p:sp>
      <p:sp>
        <p:nvSpPr>
          <p:cNvPr id="8" name="Shape 6"/>
          <p:cNvSpPr/>
          <p:nvPr/>
        </p:nvSpPr>
        <p:spPr>
          <a:xfrm>
            <a:off x="9372600" y="2762250"/>
            <a:ext cx="8001000" cy="3048000"/>
          </a:xfrm>
          <a:prstGeom prst="roundRect">
            <a:avLst>
              <a:gd name="adj" fmla="val 7500"/>
            </a:avLst>
          </a:prstGeom>
          <a:solidFill>
            <a:srgbClr val="1E212B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2762250"/>
            <a:ext cx="8001000" cy="95250"/>
          </a:xfrm>
          <a:prstGeom prst="rect">
            <a:avLst/>
          </a:prstGeom>
          <a:solidFill>
            <a:srgbClr val="FF6A4D"/>
          </a:solidFill>
          <a:ln/>
        </p:spPr>
      </p:sp>
      <p:sp>
        <p:nvSpPr>
          <p:cNvPr id="10" name="Text 8"/>
          <p:cNvSpPr/>
          <p:nvPr/>
        </p:nvSpPr>
        <p:spPr>
          <a:xfrm>
            <a:off x="9753600" y="3124200"/>
            <a:ext cx="7239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6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2250" b="1" dirty="0" spc="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b="1" dirty="0" spc="-1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fsync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9753600" y="3657600"/>
            <a:ext cx="7239000" cy="1905000"/>
          </a:xfrm>
          <a:prstGeom prst="rect">
            <a:avLst/>
          </a:prstGeom>
          <a:noFill/>
          <a:ln/>
        </p:spPr>
        <p:txBody>
          <a:bodyPr wrap="square" lIns="0" tIns="21987" rIns="0" bIns="-21987" rtlCol="0" anchor="t"/>
          <a:lstStyle/>
          <a:p>
            <a:pPr algn="l" indent="0" marL="0">
              <a:lnSpc>
                <a:spcPts val="3938"/>
              </a:lnSpc>
              <a:buNone/>
            </a:pPr>
            <a:r>
              <a:rPr lang="en-US" sz="31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Ép</a:t>
            </a:r>
            <a:r>
              <a:rPr lang="en-US" sz="315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bộ</a:t>
            </a:r>
            <a:r>
              <a:rPr lang="en-US" sz="315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đệm</a:t>
            </a:r>
            <a:r>
              <a:rPr lang="en-US" sz="315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xuống</a:t>
            </a:r>
            <a:r>
              <a:rPr lang="en-US" sz="3150" dirty="0" spc="2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đĩa</a:t>
            </a:r>
            <a:r>
              <a:rPr lang="en-US" sz="31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sau</a:t>
            </a:r>
            <a:r>
              <a:rPr lang="en-US" sz="315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mỗi</a:t>
            </a:r>
            <a:r>
              <a:rPr lang="en-US" sz="31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lần</a:t>
            </a:r>
            <a:r>
              <a:rPr lang="en-US" sz="31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ghi</a:t>
            </a:r>
            <a:endParaRPr lang="en-US" sz="3150" dirty="0"/>
          </a:p>
        </p:txBody>
      </p:sp>
      <p:sp>
        <p:nvSpPr>
          <p:cNvPr id="12" name="Shape 10"/>
          <p:cNvSpPr/>
          <p:nvPr/>
        </p:nvSpPr>
        <p:spPr>
          <a:xfrm>
            <a:off x="914400" y="6096000"/>
            <a:ext cx="8001000" cy="2952750"/>
          </a:xfrm>
          <a:prstGeom prst="roundRect">
            <a:avLst>
              <a:gd name="adj" fmla="val 7742"/>
            </a:avLst>
          </a:prstGeom>
          <a:solidFill>
            <a:srgbClr val="1E212B"/>
          </a:solidFill>
          <a:ln/>
        </p:spPr>
      </p:sp>
      <p:sp>
        <p:nvSpPr>
          <p:cNvPr id="13" name="Shape 11"/>
          <p:cNvSpPr/>
          <p:nvPr/>
        </p:nvSpPr>
        <p:spPr>
          <a:xfrm>
            <a:off x="914400" y="6096000"/>
            <a:ext cx="8001000" cy="95250"/>
          </a:xfrm>
          <a:prstGeom prst="rect">
            <a:avLst/>
          </a:prstGeom>
          <a:solidFill>
            <a:srgbClr val="FF6A4D"/>
          </a:solidFill>
          <a:ln/>
        </p:spPr>
      </p:sp>
      <p:sp>
        <p:nvSpPr>
          <p:cNvPr id="14" name="Text 12"/>
          <p:cNvSpPr/>
          <p:nvPr/>
        </p:nvSpPr>
        <p:spPr>
          <a:xfrm>
            <a:off x="1295400" y="6457950"/>
            <a:ext cx="7239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2250" b="1" dirty="0" spc="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b="1" dirty="0" spc="-37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250" b="1" dirty="0" spc="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1295400" y="6991350"/>
            <a:ext cx="7239000" cy="1905000"/>
          </a:xfrm>
          <a:prstGeom prst="rect">
            <a:avLst/>
          </a:prstGeom>
          <a:noFill/>
          <a:ln/>
        </p:spPr>
        <p:txBody>
          <a:bodyPr wrap="square" lIns="0" tIns="21987" rIns="0" bIns="-21987" rtlCol="0" anchor="t"/>
          <a:lstStyle/>
          <a:p>
            <a:pPr algn="l" indent="0" marL="0">
              <a:lnSpc>
                <a:spcPts val="3938"/>
              </a:lnSpc>
              <a:buNone/>
            </a:pPr>
            <a:r>
              <a:rPr lang="en-US" sz="31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Chỉ</a:t>
            </a:r>
            <a:r>
              <a:rPr lang="en-US" sz="31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sau</a:t>
            </a:r>
            <a:r>
              <a:rPr lang="en-US" sz="31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khi</a:t>
            </a:r>
            <a:r>
              <a:rPr lang="en-US" sz="3150" dirty="0" spc="-1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fsync</a:t>
            </a:r>
            <a:r>
              <a:rPr lang="en-US" sz="3150" dirty="0" spc="-2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xong</a:t>
            </a:r>
            <a:endParaRPr lang="en-US" sz="3150" dirty="0"/>
          </a:p>
        </p:txBody>
      </p:sp>
      <p:sp>
        <p:nvSpPr>
          <p:cNvPr id="16" name="Shape 14"/>
          <p:cNvSpPr/>
          <p:nvPr/>
        </p:nvSpPr>
        <p:spPr>
          <a:xfrm>
            <a:off x="9372600" y="6096000"/>
            <a:ext cx="8001000" cy="2952750"/>
          </a:xfrm>
          <a:prstGeom prst="roundRect">
            <a:avLst>
              <a:gd name="adj" fmla="val 7742"/>
            </a:avLst>
          </a:prstGeom>
          <a:solidFill>
            <a:srgbClr val="FF6A4D"/>
          </a:solidFill>
          <a:ln/>
        </p:spPr>
      </p:sp>
      <p:sp>
        <p:nvSpPr>
          <p:cNvPr id="17" name="Text 15"/>
          <p:cNvSpPr/>
          <p:nvPr/>
        </p:nvSpPr>
        <p:spPr>
          <a:xfrm>
            <a:off x="9753600" y="6457950"/>
            <a:ext cx="7239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ĐÁNH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9753600" y="6991350"/>
            <a:ext cx="7239000" cy="1905000"/>
          </a:xfrm>
          <a:prstGeom prst="rect">
            <a:avLst/>
          </a:prstGeom>
          <a:noFill/>
          <a:ln/>
        </p:spPr>
        <p:txBody>
          <a:bodyPr wrap="square" lIns="0" tIns="30480" rIns="0" bIns="-30480" rtlCol="0" anchor="t"/>
          <a:lstStyle/>
          <a:p>
            <a:pPr algn="l" indent="0" marL="0">
              <a:lnSpc>
                <a:spcPts val="5280"/>
              </a:lnSpc>
              <a:buNone/>
            </a:pPr>
            <a:r>
              <a:rPr lang="en-US" sz="48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An</a:t>
            </a:r>
            <a:r>
              <a:rPr lang="en-US" sz="4800" dirty="0" spc="-2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toàn</a:t>
            </a:r>
            <a:r>
              <a:rPr lang="en-US" sz="48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nhất,</a:t>
            </a:r>
            <a:r>
              <a:rPr lang="en-US" sz="4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chậm</a:t>
            </a:r>
            <a:r>
              <a:rPr lang="en-US" sz="4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nhất</a:t>
            </a:r>
            <a:endParaRPr lang="en-US" sz="4800" dirty="0"/>
          </a:p>
        </p:txBody>
      </p:sp>
      <p:sp>
        <p:nvSpPr>
          <p:cNvPr id="19" name="Shape 17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0" name="Shape 18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1" name="Shape 19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2" name="Shape 20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3" name="Shape 21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4" name="Shape 22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5" name="Shape 23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6" name="Shape 24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7" name="Shape 25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8" name="Text 26"/>
          <p:cNvSpPr/>
          <p:nvPr/>
        </p:nvSpPr>
        <p:spPr>
          <a:xfrm>
            <a:off x="34290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03/09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2ae6ccb1-1646-4ea8-b0af-6c2a115e870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09" kern="0" dirty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EVERYSEC, MẶC</a:t>
            </a:r>
            <a:r>
              <a:rPr lang="en-US" sz="1950" spc="223" kern="0" dirty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Khi</a:t>
            </a:r>
            <a:r>
              <a:rPr lang="en-US" sz="78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fsync</a:t>
            </a:r>
            <a:r>
              <a:rPr lang="en-US" sz="7800" dirty="0" spc="-5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chưa</a:t>
            </a:r>
            <a:r>
              <a:rPr lang="en-US" sz="7800" dirty="0" spc="-8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xong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4953000" cy="4191000"/>
          </a:xfrm>
          <a:prstGeom prst="roundRect">
            <a:avLst>
              <a:gd name="adj" fmla="val 5455"/>
            </a:avLst>
          </a:prstGeom>
          <a:solidFill>
            <a:srgbClr val="DDE3FA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3067050"/>
            <a:ext cx="43053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2250" b="1" dirty="0" spc="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b="1" dirty="0" spc="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r>
              <a:rPr lang="en-US" sz="2250" b="1" dirty="0" spc="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1238250" y="3714750"/>
            <a:ext cx="4305300" cy="3048000"/>
          </a:xfrm>
          <a:prstGeom prst="rect">
            <a:avLst/>
          </a:prstGeom>
          <a:noFill/>
          <a:ln/>
        </p:spPr>
        <p:txBody>
          <a:bodyPr wrap="square" lIns="0" tIns="21987" rIns="0" bIns="-21987" rtlCol="0" anchor="t"/>
          <a:lstStyle/>
          <a:p>
            <a:pPr algn="l" indent="0" marL="0">
              <a:lnSpc>
                <a:spcPts val="3938"/>
              </a:lnSpc>
              <a:buNone/>
            </a:pPr>
            <a:r>
              <a:rPr lang="en-US" sz="3150" dirty="0" spc="-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fsync</a:t>
            </a:r>
            <a:r>
              <a:rPr lang="en-US" sz="31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mỗi</a:t>
            </a:r>
            <a:r>
              <a:rPr lang="en-US" sz="315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giây</a:t>
            </a:r>
            <a:endParaRPr lang="en-US" sz="3150" dirty="0"/>
          </a:p>
        </p:txBody>
      </p:sp>
      <p:sp>
        <p:nvSpPr>
          <p:cNvPr id="7" name="Connector line-1792370991193-948545705"/>
          <p:cNvSpPr/>
          <p:nvPr/>
        </p:nvSpPr>
        <p:spPr>
          <a:xfrm>
            <a:off x="5943600" y="4857750"/>
            <a:ext cx="647700" cy="0"/>
          </a:xfrm>
          <a:prstGeom prst="line">
            <a:avLst/>
          </a:prstGeom>
          <a:noFill/>
          <a:ln w="57150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6667500" y="2762250"/>
            <a:ext cx="4953000" cy="4191000"/>
          </a:xfrm>
          <a:prstGeom prst="roundRect">
            <a:avLst>
              <a:gd name="adj" fmla="val 5455"/>
            </a:avLst>
          </a:prstGeom>
          <a:solidFill>
            <a:srgbClr val="DDE3FA"/>
          </a:solidFill>
          <a:ln/>
        </p:spPr>
      </p:sp>
      <p:sp>
        <p:nvSpPr>
          <p:cNvPr id="9" name="Text 7"/>
          <p:cNvSpPr/>
          <p:nvPr/>
        </p:nvSpPr>
        <p:spPr>
          <a:xfrm>
            <a:off x="6991350" y="3067050"/>
            <a:ext cx="43053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2250" b="1" dirty="0" spc="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b="1" dirty="0" spc="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250" b="1" dirty="0" spc="-17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XONG</a:t>
            </a:r>
            <a:endParaRPr lang="en-US" sz="2250" dirty="0"/>
          </a:p>
        </p:txBody>
      </p:sp>
      <p:sp>
        <p:nvSpPr>
          <p:cNvPr id="10" name="Text 8"/>
          <p:cNvSpPr/>
          <p:nvPr/>
        </p:nvSpPr>
        <p:spPr>
          <a:xfrm>
            <a:off x="6991350" y="3714750"/>
            <a:ext cx="4305300" cy="3048000"/>
          </a:xfrm>
          <a:prstGeom prst="rect">
            <a:avLst/>
          </a:prstGeom>
          <a:noFill/>
          <a:ln/>
        </p:spPr>
        <p:txBody>
          <a:bodyPr wrap="square" lIns="0" tIns="21987" rIns="0" bIns="-21987" rtlCol="0" anchor="t"/>
          <a:lstStyle/>
          <a:p>
            <a:pPr algn="l" indent="0" marL="0">
              <a:lnSpc>
                <a:spcPts val="3938"/>
              </a:lnSpc>
              <a:buNone/>
            </a:pPr>
            <a:r>
              <a:rPr lang="en-US" sz="31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Hoãn</a:t>
            </a:r>
            <a:r>
              <a:rPr lang="en-US" sz="31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write(2)</a:t>
            </a:r>
            <a:r>
              <a:rPr lang="en-US" sz="315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tối</a:t>
            </a:r>
            <a:r>
              <a:rPr lang="en-US" sz="3150" dirty="0" spc="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đa</a:t>
            </a:r>
            <a:r>
              <a:rPr lang="en-US" sz="31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hai</a:t>
            </a:r>
            <a:r>
              <a:rPr lang="en-US" sz="315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giây</a:t>
            </a:r>
            <a:endParaRPr lang="en-US" sz="3150" dirty="0"/>
          </a:p>
        </p:txBody>
      </p:sp>
      <p:sp>
        <p:nvSpPr>
          <p:cNvPr id="11" name="Connector line-1792370991199-422969139"/>
          <p:cNvSpPr/>
          <p:nvPr/>
        </p:nvSpPr>
        <p:spPr>
          <a:xfrm>
            <a:off x="11696700" y="4857750"/>
            <a:ext cx="647700" cy="0"/>
          </a:xfrm>
          <a:prstGeom prst="line">
            <a:avLst/>
          </a:prstGeom>
          <a:noFill/>
          <a:ln w="57150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12420600" y="2762250"/>
            <a:ext cx="4953000" cy="4191000"/>
          </a:xfrm>
          <a:prstGeom prst="roundRect">
            <a:avLst>
              <a:gd name="adj" fmla="val 5455"/>
            </a:avLst>
          </a:prstGeom>
          <a:solidFill>
            <a:srgbClr val="1F3FD1"/>
          </a:solidFill>
          <a:ln/>
        </p:spPr>
      </p:sp>
      <p:sp>
        <p:nvSpPr>
          <p:cNvPr id="13" name="Text 11"/>
          <p:cNvSpPr/>
          <p:nvPr/>
        </p:nvSpPr>
        <p:spPr>
          <a:xfrm>
            <a:off x="12744450" y="3067050"/>
            <a:ext cx="43053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5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2250" b="1" dirty="0" spc="2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b="1" dirty="0" spc="-42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250" b="1" dirty="0" spc="2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12744450" y="3714750"/>
            <a:ext cx="4305300" cy="3048000"/>
          </a:xfrm>
          <a:prstGeom prst="rect">
            <a:avLst/>
          </a:prstGeom>
          <a:noFill/>
          <a:ln/>
        </p:spPr>
        <p:txBody>
          <a:bodyPr wrap="square" lIns="0" tIns="21987" rIns="0" bIns="-21987" rtlCol="0" anchor="t"/>
          <a:lstStyle/>
          <a:p>
            <a:pPr algn="l" indent="0" marL="0">
              <a:lnSpc>
                <a:spcPts val="3938"/>
              </a:lnSpc>
              <a:buNone/>
            </a:pPr>
            <a:r>
              <a:rPr lang="en-US" sz="3150" dirty="0" spc="-1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Luồng</a:t>
            </a:r>
            <a:r>
              <a:rPr lang="en-US" sz="31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chính</a:t>
            </a:r>
            <a:r>
              <a:rPr lang="en-US" sz="31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31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thể bị</a:t>
            </a:r>
            <a:r>
              <a:rPr lang="en-US" sz="31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chặn</a:t>
            </a:r>
            <a:endParaRPr lang="en-US" sz="3150" dirty="0"/>
          </a:p>
        </p:txBody>
      </p:sp>
      <p:sp>
        <p:nvSpPr>
          <p:cNvPr id="15" name="Shape 13"/>
          <p:cNvSpPr/>
          <p:nvPr/>
        </p:nvSpPr>
        <p:spPr>
          <a:xfrm>
            <a:off x="914400" y="733425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4161C"/>
          </a:solidFill>
          <a:ln/>
        </p:spPr>
      </p:sp>
      <p:sp>
        <p:nvSpPr>
          <p:cNvPr id="16" name="Text 14"/>
          <p:cNvSpPr/>
          <p:nvPr/>
        </p:nvSpPr>
        <p:spPr>
          <a:xfrm>
            <a:off x="1295400" y="7410450"/>
            <a:ext cx="15697200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Lệnh</a:t>
            </a:r>
            <a:r>
              <a:rPr lang="en-US" sz="3600" dirty="0" spc="-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vẫn</a:t>
            </a:r>
            <a:r>
              <a:rPr lang="en-US" sz="3600" dirty="0" spc="-4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36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trả</a:t>
            </a:r>
            <a:r>
              <a:rPr lang="en-US" sz="36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lời;</a:t>
            </a:r>
            <a:r>
              <a:rPr lang="en-US" sz="3600" dirty="0" spc="-3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3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chờ</a:t>
            </a:r>
            <a:r>
              <a:rPr lang="en-US" sz="36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36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client</a:t>
            </a:r>
            <a:r>
              <a:rPr lang="en-US" sz="3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khác.</a:t>
            </a:r>
            <a:endParaRPr lang="en-US" sz="3600" dirty="0"/>
          </a:p>
        </p:txBody>
      </p:sp>
      <p:sp>
        <p:nvSpPr>
          <p:cNvPr id="17" name="Shape 15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8" name="Shape 16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9" name="Shape 17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0" name="Shape 18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1" name="Shape 19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2" name="Shape 20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3" name="Shape 21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4" name="Shape 22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5" name="Shape 23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6" name="Text 24"/>
          <p:cNvSpPr/>
          <p:nvPr/>
        </p:nvSpPr>
        <p:spPr>
          <a:xfrm>
            <a:off x="34290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60ec5016-a86e-4941-8af6-708bbae7b79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6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CHẾ</a:t>
            </a:r>
            <a:r>
              <a:rPr lang="en-US" sz="1950" spc="224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ĐỘ</a:t>
            </a:r>
            <a:r>
              <a:rPr lang="en-US" sz="1950" spc="225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NO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Hệ</a:t>
            </a:r>
            <a:r>
              <a:rPr lang="en-US" sz="7800" dirty="0" spc="2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7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hành</a:t>
            </a:r>
            <a:r>
              <a:rPr lang="en-US" sz="7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tự quyết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1809750"/>
          </a:xfrm>
          <a:prstGeom prst="roundRect">
            <a:avLst>
              <a:gd name="adj" fmla="val 12632"/>
            </a:avLst>
          </a:prstGeom>
          <a:solidFill>
            <a:srgbClr val="1E212B"/>
          </a:solidFill>
          <a:ln w="38100">
            <a:solidFill>
              <a:srgbClr val="FFB45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2971800"/>
            <a:ext cx="8572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spc="149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REDIS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295400" y="3467100"/>
            <a:ext cx="9525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4500" dirty="0" spc="-2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gọi</a:t>
            </a:r>
            <a:r>
              <a:rPr lang="en-US" sz="45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fsync</a:t>
            </a:r>
            <a:endParaRPr lang="en-US" sz="4500" dirty="0"/>
          </a:p>
        </p:txBody>
      </p:sp>
      <p:sp>
        <p:nvSpPr>
          <p:cNvPr id="7" name="Text 5"/>
          <p:cNvSpPr/>
          <p:nvPr/>
        </p:nvSpPr>
        <p:spPr>
          <a:xfrm>
            <a:off x="11087100" y="3238500"/>
            <a:ext cx="5905500" cy="8572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write(2):</a:t>
            </a:r>
            <a:r>
              <a:rPr lang="en-US" sz="2400" dirty="0" spc="-8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nguồn</a:t>
            </a:r>
            <a:r>
              <a:rPr lang="en-US" sz="2400" dirty="0" spc="-1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trễ còn</a:t>
            </a:r>
            <a:r>
              <a:rPr lang="en-US" sz="2400" dirty="0" spc="-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lại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914400" y="4857750"/>
            <a:ext cx="16459200" cy="1809750"/>
          </a:xfrm>
          <a:prstGeom prst="roundRect">
            <a:avLst>
              <a:gd name="adj" fmla="val 12632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5067300"/>
            <a:ext cx="8572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spc="140" kern="0" dirty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BỘ</a:t>
            </a:r>
            <a:r>
              <a:rPr lang="en-US" sz="2100" spc="148" kern="0" dirty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ĐỆM</a:t>
            </a:r>
            <a:r>
              <a:rPr lang="en-US" sz="2100" spc="146" kern="0" dirty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HỆ</a:t>
            </a:r>
            <a:r>
              <a:rPr lang="en-US" sz="2100" spc="149" kern="0" dirty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ĐIỀU</a:t>
            </a:r>
            <a:r>
              <a:rPr lang="en-US" sz="2100" spc="148" kern="0" dirty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HÀNH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1295400" y="5562600"/>
            <a:ext cx="9525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3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Tự</a:t>
            </a:r>
            <a:r>
              <a:rPr lang="en-US" sz="4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quyết</a:t>
            </a:r>
            <a:r>
              <a:rPr lang="en-US" sz="4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45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4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ghi</a:t>
            </a:r>
            <a:endParaRPr lang="en-US" sz="4500" dirty="0"/>
          </a:p>
        </p:txBody>
      </p:sp>
      <p:sp>
        <p:nvSpPr>
          <p:cNvPr id="11" name="Shape 9"/>
          <p:cNvSpPr/>
          <p:nvPr/>
        </p:nvSpPr>
        <p:spPr>
          <a:xfrm>
            <a:off x="914400" y="6953250"/>
            <a:ext cx="16459200" cy="1809750"/>
          </a:xfrm>
          <a:prstGeom prst="roundRect">
            <a:avLst>
              <a:gd name="adj" fmla="val 12632"/>
            </a:avLst>
          </a:prstGeom>
          <a:solidFill>
            <a:srgbClr val="1E212B"/>
          </a:solidFill>
          <a:ln/>
        </p:spPr>
      </p:sp>
      <p:sp>
        <p:nvSpPr>
          <p:cNvPr id="12" name="Text 10"/>
          <p:cNvSpPr/>
          <p:nvPr/>
        </p:nvSpPr>
        <p:spPr>
          <a:xfrm>
            <a:off x="1295400" y="7162800"/>
            <a:ext cx="8572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spc="152" kern="0" dirty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ĐĨA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1295400" y="7658100"/>
            <a:ext cx="156972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Linux</a:t>
            </a:r>
            <a:r>
              <a:rPr lang="en-US" sz="4500" dirty="0" spc="-3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thường</a:t>
            </a:r>
            <a:r>
              <a:rPr lang="en-US" sz="45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đẩy</a:t>
            </a:r>
            <a:r>
              <a:rPr lang="en-US" sz="45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xuống</a:t>
            </a:r>
            <a:r>
              <a:rPr lang="en-US" sz="45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khoảng</a:t>
            </a:r>
            <a:r>
              <a:rPr lang="en-US" sz="45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30</a:t>
            </a:r>
            <a:r>
              <a:rPr lang="en-US" sz="4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giây</a:t>
            </a:r>
            <a:r>
              <a:rPr lang="en-US" sz="45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45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lần</a:t>
            </a:r>
            <a:endParaRPr lang="en-US" sz="4500" dirty="0"/>
          </a:p>
        </p:txBody>
      </p:sp>
      <p:sp>
        <p:nvSpPr>
          <p:cNvPr id="14" name="Shape 12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5" name="Shape 13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6" name="Shape 14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7" name="Shape 15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8" name="Shape 16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9" name="Shape 17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0" name="Shape 18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1" name="Shape 19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2" name="Shape 20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3" name="Text 21"/>
          <p:cNvSpPr/>
          <p:nvPr/>
        </p:nvSpPr>
        <p:spPr>
          <a:xfrm>
            <a:off x="34290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b071e762-a2ea-49e4-99c0-04dc367b6d1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3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GIỚI</a:t>
            </a:r>
            <a:r>
              <a:rPr lang="en-US" sz="1950" spc="226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HẠN</a:t>
            </a:r>
            <a:r>
              <a:rPr lang="en-US" sz="1950" spc="206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CẦN</a:t>
            </a:r>
            <a:r>
              <a:rPr lang="en-US" sz="1950" spc="226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6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Chữa</a:t>
            </a:r>
            <a:r>
              <a:rPr lang="en-US" sz="78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tận</a:t>
            </a:r>
            <a:r>
              <a:rPr lang="en-US" sz="7800" dirty="0" spc="-4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gốc</a:t>
            </a:r>
            <a:r>
              <a:rPr lang="en-US" sz="78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7800" dirty="0" spc="-5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lớn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1905000"/>
          </a:xfrm>
          <a:prstGeom prst="roundRect">
            <a:avLst>
              <a:gd name="adj" fmla="val 12000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990850"/>
            <a:ext cx="14287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0" dirty="0" spc="2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9000" dirty="0"/>
          </a:p>
        </p:txBody>
      </p:sp>
      <p:sp>
        <p:nvSpPr>
          <p:cNvPr id="6" name="Text 4"/>
          <p:cNvSpPr/>
          <p:nvPr/>
        </p:nvSpPr>
        <p:spPr>
          <a:xfrm>
            <a:off x="2857500" y="2857500"/>
            <a:ext cx="14097000" cy="1714500"/>
          </a:xfrm>
          <a:prstGeom prst="rect">
            <a:avLst/>
          </a:prstGeom>
          <a:noFill/>
          <a:ln/>
        </p:spPr>
        <p:txBody>
          <a:bodyPr wrap="square" lIns="0" tIns="24082" rIns="0" bIns="-24082" rtlCol="0" anchor="ctr"/>
          <a:lstStyle/>
          <a:p>
            <a:pPr algn="l" indent="0" marL="0">
              <a:lnSpc>
                <a:spcPts val="4313"/>
              </a:lnSpc>
              <a:buNone/>
            </a:pPr>
            <a:r>
              <a:rPr lang="en-US" sz="3450" dirty="0" spc="-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Everysec</a:t>
            </a:r>
            <a:r>
              <a:rPr lang="en-US" sz="34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giúp</a:t>
            </a:r>
            <a:r>
              <a:rPr lang="en-US" sz="34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các</a:t>
            </a:r>
            <a:r>
              <a:rPr lang="en-US" sz="34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lệnh</a:t>
            </a:r>
            <a:r>
              <a:rPr lang="en-US" sz="34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ghi nhỏ nhanh hơn</a:t>
            </a:r>
            <a:r>
              <a:rPr lang="en-US" sz="3450" dirty="0" spc="-3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rõ</a:t>
            </a:r>
            <a:r>
              <a:rPr lang="en-US" sz="3450" dirty="0" spc="-3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rệt</a:t>
            </a:r>
            <a:endParaRPr lang="en-US" sz="3450" dirty="0"/>
          </a:p>
        </p:txBody>
      </p:sp>
      <p:sp>
        <p:nvSpPr>
          <p:cNvPr id="7" name="Shape 5"/>
          <p:cNvSpPr/>
          <p:nvPr/>
        </p:nvSpPr>
        <p:spPr>
          <a:xfrm>
            <a:off x="914400" y="4953000"/>
            <a:ext cx="16459200" cy="1905000"/>
          </a:xfrm>
          <a:prstGeom prst="roundRect">
            <a:avLst>
              <a:gd name="adj" fmla="val 12000"/>
            </a:avLst>
          </a:prstGeom>
          <a:solidFill>
            <a:srgbClr val="E8E0CF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5181600"/>
            <a:ext cx="14287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0" dirty="0" spc="-4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9000" dirty="0"/>
          </a:p>
        </p:txBody>
      </p:sp>
      <p:sp>
        <p:nvSpPr>
          <p:cNvPr id="9" name="Text 7"/>
          <p:cNvSpPr/>
          <p:nvPr/>
        </p:nvSpPr>
        <p:spPr>
          <a:xfrm>
            <a:off x="2857500" y="5048250"/>
            <a:ext cx="14097000" cy="1714500"/>
          </a:xfrm>
          <a:prstGeom prst="rect">
            <a:avLst/>
          </a:prstGeom>
          <a:noFill/>
          <a:ln/>
        </p:spPr>
        <p:txBody>
          <a:bodyPr wrap="square" lIns="0" tIns="24082" rIns="0" bIns="-24082" rtlCol="0" anchor="ctr"/>
          <a:lstStyle/>
          <a:p>
            <a:pPr algn="l" indent="0" marL="0">
              <a:lnSpc>
                <a:spcPts val="4313"/>
              </a:lnSpc>
              <a:buNone/>
            </a:pPr>
            <a:r>
              <a:rPr lang="en-US" sz="3450" dirty="0" spc="2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Nhưng</a:t>
            </a:r>
            <a:r>
              <a:rPr lang="en-US" sz="345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34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làm</a:t>
            </a:r>
            <a:r>
              <a:rPr lang="en-US" sz="34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khóa</a:t>
            </a:r>
            <a:r>
              <a:rPr lang="en-US" sz="34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lớn</a:t>
            </a:r>
            <a:r>
              <a:rPr lang="en-US" sz="345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hết</a:t>
            </a:r>
            <a:r>
              <a:rPr lang="en-US" sz="34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hại</a:t>
            </a:r>
            <a:endParaRPr lang="en-US" sz="3450" dirty="0"/>
          </a:p>
        </p:txBody>
      </p:sp>
      <p:sp>
        <p:nvSpPr>
          <p:cNvPr id="10" name="Shape 8"/>
          <p:cNvSpPr/>
          <p:nvPr/>
        </p:nvSpPr>
        <p:spPr>
          <a:xfrm>
            <a:off x="914400" y="7143750"/>
            <a:ext cx="16459200" cy="1905000"/>
          </a:xfrm>
          <a:prstGeom prst="roundRect">
            <a:avLst>
              <a:gd name="adj" fmla="val 12000"/>
            </a:avLst>
          </a:prstGeom>
          <a:solidFill>
            <a:srgbClr val="E8E0CF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7372350"/>
            <a:ext cx="14287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0" dirty="0" spc="-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9000" dirty="0"/>
          </a:p>
        </p:txBody>
      </p:sp>
      <p:sp>
        <p:nvSpPr>
          <p:cNvPr id="12" name="Text 10"/>
          <p:cNvSpPr/>
          <p:nvPr/>
        </p:nvSpPr>
        <p:spPr>
          <a:xfrm>
            <a:off x="2857500" y="7239000"/>
            <a:ext cx="14097000" cy="1714500"/>
          </a:xfrm>
          <a:prstGeom prst="rect">
            <a:avLst/>
          </a:prstGeom>
          <a:noFill/>
          <a:ln/>
        </p:spPr>
        <p:txBody>
          <a:bodyPr wrap="square" lIns="0" tIns="24082" rIns="0" bIns="-24082" rtlCol="0" anchor="ctr"/>
          <a:lstStyle/>
          <a:p>
            <a:pPr algn="l" indent="0" marL="0">
              <a:lnSpc>
                <a:spcPts val="4313"/>
              </a:lnSpc>
              <a:buNone/>
            </a:pPr>
            <a:r>
              <a:rPr lang="en-US" sz="34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Chia</a:t>
            </a:r>
            <a:r>
              <a:rPr lang="en-US" sz="34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thành</a:t>
            </a:r>
            <a:r>
              <a:rPr lang="en-US" sz="34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khóa</a:t>
            </a:r>
            <a:r>
              <a:rPr lang="en-US" sz="34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nhỏ,</a:t>
            </a:r>
            <a:r>
              <a:rPr lang="en-US" sz="34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hoặc</a:t>
            </a:r>
            <a:r>
              <a:rPr lang="en-US" sz="34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đặt</a:t>
            </a:r>
            <a:r>
              <a:rPr lang="en-US" sz="34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dữ</a:t>
            </a:r>
            <a:r>
              <a:rPr lang="en-US" sz="34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liệu nơi khác</a:t>
            </a:r>
            <a:endParaRPr lang="en-US" sz="3450" dirty="0"/>
          </a:p>
        </p:txBody>
      </p:sp>
      <p:sp>
        <p:nvSpPr>
          <p:cNvPr id="13" name="Shape 11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4" name="Shape 12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5" name="Shape 13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6" name="Shape 14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7" name="Shape 15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8" name="Shape 16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9" name="Shape 17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0" name="Shape 18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1" name="Shape 19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2" name="Text 20"/>
          <p:cNvSpPr/>
          <p:nvPr/>
        </p:nvSpPr>
        <p:spPr>
          <a:xfrm>
            <a:off x="34290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f79af070-3f9e-4de5-8687-e48b5ba680d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3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NHÌN</a:t>
            </a:r>
            <a:r>
              <a:rPr lang="en-US" sz="1950" spc="224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HÌNH</a:t>
            </a:r>
            <a:r>
              <a:rPr lang="en-US" sz="1950" spc="225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TRẢ</a:t>
            </a:r>
            <a:r>
              <a:rPr lang="en-US" sz="1950" spc="199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7800" dirty="0" spc="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phút,</a:t>
            </a:r>
            <a:r>
              <a:rPr lang="en-US" sz="7800" dirty="0" spc="-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78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7800" dirty="0" spc="-5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lớn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2571750"/>
            <a:ext cx="7048500" cy="3810000"/>
          </a:xfrm>
          <a:prstGeom prst="rect">
            <a:avLst/>
          </a:prstGeom>
          <a:noFill/>
          <a:ln/>
        </p:spPr>
        <p:txBody>
          <a:bodyPr wrap="square" lIns="0" tIns="274320" rIns="0" bIns="-274320" rtlCol="0" anchor="t"/>
          <a:lstStyle/>
          <a:p>
            <a:pPr algn="l" indent="0" marL="0">
              <a:lnSpc>
                <a:spcPts val="27000"/>
              </a:lnSpc>
              <a:buNone/>
            </a:pPr>
            <a:r>
              <a:rPr lang="en-US" sz="27000" dirty="0" spc="-39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</a:t>
            </a:r>
            <a:endParaRPr lang="en-US" sz="27000" dirty="0"/>
          </a:p>
        </p:txBody>
      </p:sp>
      <p:sp>
        <p:nvSpPr>
          <p:cNvPr id="5" name="Text 3"/>
          <p:cNvSpPr/>
          <p:nvPr/>
        </p:nvSpPr>
        <p:spPr>
          <a:xfrm>
            <a:off x="914400" y="6191250"/>
            <a:ext cx="7048500" cy="1428750"/>
          </a:xfrm>
          <a:prstGeom prst="rect">
            <a:avLst/>
          </a:prstGeom>
          <a:noFill/>
          <a:ln/>
        </p:spPr>
        <p:txBody>
          <a:bodyPr wrap="square" lIns="0" tIns="106680" rIns="0" bIns="-106680" rtlCol="0" anchor="t"/>
          <a:lstStyle/>
          <a:p>
            <a:pPr algn="l" indent="0" marL="0">
              <a:lnSpc>
                <a:spcPts val="10500"/>
              </a:lnSpc>
              <a:buNone/>
            </a:pPr>
            <a:r>
              <a:rPr lang="en-US" sz="10500" dirty="0" spc="1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MiB</a:t>
            </a:r>
            <a:endParaRPr lang="en-US" sz="10500" dirty="0"/>
          </a:p>
        </p:txBody>
      </p:sp>
      <p:sp>
        <p:nvSpPr>
          <p:cNvPr id="6" name="Text 4"/>
          <p:cNvSpPr/>
          <p:nvPr/>
        </p:nvSpPr>
        <p:spPr>
          <a:xfrm>
            <a:off x="914400" y="7810500"/>
            <a:ext cx="7048500" cy="952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2700" dirty="0" spc="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đè</a:t>
            </a:r>
            <a:r>
              <a:rPr lang="en-US" sz="27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phút,</a:t>
            </a:r>
            <a:r>
              <a:rPr lang="en-US" sz="27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</a:t>
            </a:r>
            <a:r>
              <a:rPr lang="en-US" sz="270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70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everysec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8572500" y="2762250"/>
            <a:ext cx="8801100" cy="1905000"/>
          </a:xfrm>
          <a:prstGeom prst="roundRect">
            <a:avLst>
              <a:gd name="adj" fmla="val 12000"/>
            </a:avLst>
          </a:prstGeom>
          <a:solidFill>
            <a:srgbClr val="F3EEE3"/>
          </a:solidFill>
          <a:ln/>
        </p:spPr>
      </p:sp>
      <p:sp>
        <p:nvSpPr>
          <p:cNvPr id="8" name="Text 6"/>
          <p:cNvSpPr/>
          <p:nvPr/>
        </p:nvSpPr>
        <p:spPr>
          <a:xfrm>
            <a:off x="8915400" y="2819400"/>
            <a:ext cx="8115300" cy="1790700"/>
          </a:xfrm>
          <a:prstGeom prst="rect">
            <a:avLst/>
          </a:prstGeom>
          <a:noFill/>
          <a:ln/>
        </p:spPr>
        <p:txBody>
          <a:bodyPr wrap="square" lIns="0" tIns="12382" rIns="0" bIns="-12382" rtlCol="0" anchor="ctr"/>
          <a:lstStyle/>
          <a:p>
            <a:pPr algn="l" indent="0" marL="0">
              <a:lnSpc>
                <a:spcPts val="4485"/>
              </a:lnSpc>
              <a:buNone/>
            </a:pPr>
            <a:r>
              <a:rPr lang="en-US" sz="3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Đổi</a:t>
            </a:r>
            <a:r>
              <a:rPr lang="en-US" sz="3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sang</a:t>
            </a:r>
            <a:r>
              <a:rPr lang="en-US" sz="3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no có</a:t>
            </a:r>
            <a:r>
              <a:rPr lang="en-US" sz="3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hết</a:t>
            </a:r>
            <a:r>
              <a:rPr lang="en-US" sz="3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nhịp</a:t>
            </a:r>
            <a:r>
              <a:rPr lang="en-US" sz="3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chậm</a:t>
            </a:r>
            <a:r>
              <a:rPr lang="en-US" sz="3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không?</a:t>
            </a:r>
            <a:endParaRPr lang="en-US" sz="3900" dirty="0"/>
          </a:p>
        </p:txBody>
      </p:sp>
      <p:sp>
        <p:nvSpPr>
          <p:cNvPr id="9" name="Shape 7"/>
          <p:cNvSpPr/>
          <p:nvPr/>
        </p:nvSpPr>
        <p:spPr>
          <a:xfrm>
            <a:off x="8572500" y="4953000"/>
            <a:ext cx="8801100" cy="4095750"/>
          </a:xfrm>
          <a:prstGeom prst="roundRect">
            <a:avLst>
              <a:gd name="adj" fmla="val 5581"/>
            </a:avLst>
          </a:prstGeom>
          <a:solidFill>
            <a:srgbClr val="1E212B"/>
          </a:solidFill>
          <a:ln/>
        </p:spPr>
      </p:sp>
      <p:sp>
        <p:nvSpPr>
          <p:cNvPr id="10" name="Shape 8"/>
          <p:cNvSpPr/>
          <p:nvPr/>
        </p:nvSpPr>
        <p:spPr>
          <a:xfrm>
            <a:off x="8572500" y="4953000"/>
            <a:ext cx="8801100" cy="95250"/>
          </a:xfrm>
          <a:prstGeom prst="rect">
            <a:avLst/>
          </a:prstGeom>
          <a:solidFill>
            <a:srgbClr val="FF6A4D"/>
          </a:solidFill>
          <a:ln/>
        </p:spPr>
      </p:sp>
      <p:sp>
        <p:nvSpPr>
          <p:cNvPr id="11" name="Text 9"/>
          <p:cNvSpPr/>
          <p:nvPr/>
        </p:nvSpPr>
        <p:spPr>
          <a:xfrm>
            <a:off x="8953500" y="5334000"/>
            <a:ext cx="80391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Nhiều</a:t>
            </a:r>
            <a:r>
              <a:rPr lang="en-US" sz="4200" dirty="0" spc="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khả</a:t>
            </a:r>
            <a:r>
              <a:rPr lang="en-US" sz="4200" dirty="0" spc="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năng</a:t>
            </a:r>
            <a:r>
              <a:rPr lang="en-US" sz="4200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4200" dirty="0" spc="-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endParaRPr lang="en-US" sz="4200" dirty="0"/>
          </a:p>
        </p:txBody>
      </p:sp>
      <p:sp>
        <p:nvSpPr>
          <p:cNvPr id="12" name="Text richtext-1792371028258-629596012"/>
          <p:cNvSpPr/>
          <p:nvPr/>
        </p:nvSpPr>
        <p:spPr>
          <a:xfrm>
            <a:off x="8953500" y="6381750"/>
            <a:ext cx="8039100" cy="247650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marL="361950" indent="-258592">
              <a:lnSpc>
                <a:spcPts val="370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85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Luồng</a:t>
            </a:r>
            <a:r>
              <a:rPr lang="en-US" sz="28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8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8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write(2)</a:t>
            </a:r>
            <a:r>
              <a:rPr lang="en-US" sz="28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28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MiB,</a:t>
            </a:r>
            <a:r>
              <a:rPr lang="en-US" sz="28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client</a:t>
            </a:r>
            <a:r>
              <a:rPr lang="en-US" sz="28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8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8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endParaRPr lang="en-US" sz="2850" dirty="0"/>
          </a:p>
          <a:p>
            <a:pPr algn="l" marL="361950" indent="-258592">
              <a:lnSpc>
                <a:spcPts val="370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8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no chỉ</a:t>
            </a:r>
            <a:r>
              <a:rPr lang="en-US" sz="28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8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8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fsync</a:t>
            </a:r>
            <a:r>
              <a:rPr lang="en-US" sz="28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8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 nền</a:t>
            </a:r>
            <a:endParaRPr lang="en-US" sz="2850" dirty="0"/>
          </a:p>
          <a:p>
            <a:pPr algn="l" marL="361950" indent="-258592">
              <a:lnSpc>
                <a:spcPts val="3705"/>
              </a:lnSpc>
              <a:buSzPct val="100000"/>
              <a:buFont typeface="Arial"/>
              <a:buChar char="•"/>
            </a:pPr>
            <a:r>
              <a:rPr lang="en-US" sz="28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28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8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8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8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8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8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endParaRPr lang="en-US" sz="2850" dirty="0"/>
          </a:p>
        </p:txBody>
      </p:sp>
      <p:sp>
        <p:nvSpPr>
          <p:cNvPr id="13" name="Shape 11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4" name="Shape 12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5" name="Shape 13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6" name="Shape 14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7" name="Shape 15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8" name="Shape 16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9" name="Shape 17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0" name="Shape 18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1" name="Shape 19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2" name="Text 20"/>
          <p:cNvSpPr/>
          <p:nvPr/>
        </p:nvSpPr>
        <p:spPr>
          <a:xfrm>
            <a:off x="34290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4aad0a0b-3eb7-4f16-b3af-ede6a6b0dbc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6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XEM</a:t>
            </a:r>
            <a:r>
              <a:rPr lang="en-US" sz="1950" spc="216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SÂU</a:t>
            </a:r>
            <a:r>
              <a:rPr lang="en-US" sz="1950" spc="224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HƠN: ĐO</a:t>
            </a:r>
            <a:r>
              <a:rPr lang="en-US" sz="1950" spc="226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THỬ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Ghi</a:t>
            </a:r>
            <a:r>
              <a:rPr lang="en-US" sz="78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5</a:t>
            </a:r>
            <a:r>
              <a:rPr lang="en-US" sz="78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MiB,</a:t>
            </a:r>
            <a:r>
              <a:rPr lang="en-US" sz="7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client</a:t>
            </a:r>
            <a:r>
              <a:rPr lang="en-US" sz="78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</a:t>
            </a: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chờ</a:t>
            </a:r>
            <a:endParaRPr lang="en-US" sz="7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667000"/>
          <a:ext cx="13716000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5760720"/>
                <a:gridCol w="5760720"/>
              </a:tblGrid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b="1" dirty="0" spc="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Cấu</a:t>
                      </a:r>
                      <a:r>
                        <a:rPr lang="en-US" sz="2850" b="1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hình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b="1" dirty="0" spc="-1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Một</a:t>
                      </a:r>
                      <a:r>
                        <a:rPr lang="en-US" sz="2850" b="1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lệnh</a:t>
                      </a:r>
                      <a:r>
                        <a:rPr lang="en-US" sz="2850" b="1" dirty="0" spc="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ghi</a:t>
                      </a:r>
                      <a:r>
                        <a:rPr lang="en-US" sz="2850" b="1" dirty="0" spc="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5</a:t>
                      </a:r>
                      <a:r>
                        <a:rPr lang="en-US" sz="2850" b="1" dirty="0" spc="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MiB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b="1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PING</a:t>
                      </a:r>
                      <a:r>
                        <a:rPr lang="en-US" sz="2850" b="1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client</a:t>
                      </a:r>
                      <a:r>
                        <a:rPr lang="en-US" sz="2850" b="1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khác</a:t>
                      </a:r>
                      <a:r>
                        <a:rPr lang="en-US" sz="2850" b="1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(p99)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-105" kern="0">
                          <a:solidFill>
                            <a:srgbClr val="14161C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Tắt</a:t>
                      </a:r>
                      <a:r>
                        <a:rPr lang="en-US" sz="2850" dirty="0" spc="-24" kern="0">
                          <a:solidFill>
                            <a:srgbClr val="14161C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 AOF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-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khoảng</a:t>
                      </a:r>
                      <a:r>
                        <a:rPr lang="en-US" sz="2850" dirty="0" spc="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6</a:t>
                      </a:r>
                      <a:r>
                        <a:rPr lang="en-US" sz="28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ms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1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dưới</a:t>
                      </a:r>
                      <a:r>
                        <a:rPr lang="en-US" sz="285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0,6</a:t>
                      </a:r>
                      <a:r>
                        <a:rPr lang="en-US" sz="28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ms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-26" kern="0">
                          <a:solidFill>
                            <a:srgbClr val="E8472B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always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34–36</a:t>
                      </a:r>
                      <a:r>
                        <a:rPr lang="en-US" sz="28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ms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29–32</a:t>
                      </a:r>
                      <a:r>
                        <a:rPr lang="en-US" sz="28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ms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-28" kern="0">
                          <a:solidFill>
                            <a:srgbClr val="1F3FD1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everysec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27–34 ms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22–29</a:t>
                      </a:r>
                      <a:r>
                        <a:rPr lang="en-US" sz="28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ms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-8" kern="0">
                          <a:solidFill>
                            <a:srgbClr val="B45309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no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28–31</a:t>
                      </a:r>
                      <a:r>
                        <a:rPr lang="en-US" sz="28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ms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420"/>
                        </a:lnSpc>
                        <a:buNone/>
                      </a:pPr>
                      <a:r>
                        <a:rPr lang="en-US" sz="2850" dirty="0" spc="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22–26</a:t>
                      </a:r>
                      <a:r>
                        <a:rPr lang="en-US" sz="28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ms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8667750"/>
            <a:ext cx="164592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1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chạy,</a:t>
            </a:r>
            <a:r>
              <a:rPr lang="en-US" sz="21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ảo,</a:t>
            </a:r>
            <a:r>
              <a:rPr lang="en-US" sz="2100" dirty="0" spc="-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Redis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7.0.15</a:t>
            </a:r>
            <a:endParaRPr lang="en-US" sz="2100" dirty="0"/>
          </a:p>
        </p:txBody>
      </p:sp>
      <p:sp>
        <p:nvSpPr>
          <p:cNvPr id="6" name="Shape 3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7" name="Shape 4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8" name="Shape 5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9" name="Shape 6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0" name="Shape 7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1" name="Shape 8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2" name="Shape 9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3" name="Shape 10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4" name="Shape 11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5" name="Text 12"/>
          <p:cNvSpPr/>
          <p:nvPr/>
        </p:nvSpPr>
        <p:spPr>
          <a:xfrm>
            <a:off x="34290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a6580e8f-8911-489a-b6ca-3015edfa0fc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7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TỪ</a:t>
            </a:r>
            <a:r>
              <a:rPr lang="en-US" sz="1950" spc="224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VIẾT</a:t>
            </a:r>
            <a:r>
              <a:rPr lang="en-US" sz="1950" spc="134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TẮT</a:t>
            </a:r>
            <a:r>
              <a:rPr lang="en-US" sz="1950" spc="173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1950" spc="225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Thuật</a:t>
            </a:r>
            <a:r>
              <a:rPr lang="en-US" sz="7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ngữ</a:t>
            </a:r>
            <a:r>
              <a:rPr lang="en-US" sz="7800" dirty="0" spc="-8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78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2667000"/>
            <a:ext cx="5334000" cy="2476500"/>
          </a:xfrm>
          <a:prstGeom prst="roundRect">
            <a:avLst>
              <a:gd name="adj" fmla="val 7692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2857500"/>
            <a:ext cx="4762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7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AOF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1238250" y="371475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3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Append</a:t>
            </a:r>
            <a:r>
              <a:rPr lang="en-US" sz="1800" dirty="0" spc="1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Only</a:t>
            </a:r>
            <a:r>
              <a:rPr lang="en-US" sz="1800" dirty="0" spc="-1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File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38250" y="4133850"/>
            <a:ext cx="4762500" cy="85725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 spc="-79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Tệp</a:t>
            </a:r>
            <a:r>
              <a:rPr lang="en-US" sz="2400" dirty="0" spc="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chỉ</a:t>
            </a:r>
            <a:r>
              <a:rPr lang="en-US" sz="2400" dirty="0" spc="-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ghi</a:t>
            </a:r>
            <a:r>
              <a:rPr lang="en-US" sz="2400" dirty="0" spc="-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thêm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6477000" y="2667000"/>
            <a:ext cx="5334000" cy="2476500"/>
          </a:xfrm>
          <a:prstGeom prst="roundRect">
            <a:avLst>
              <a:gd name="adj" fmla="val 7692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6800850" y="2857500"/>
            <a:ext cx="4762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RDB</a:t>
            </a:r>
            <a:endParaRPr lang="en-US" sz="5400" dirty="0"/>
          </a:p>
        </p:txBody>
      </p:sp>
      <p:sp>
        <p:nvSpPr>
          <p:cNvPr id="10" name="Text 8"/>
          <p:cNvSpPr/>
          <p:nvPr/>
        </p:nvSpPr>
        <p:spPr>
          <a:xfrm>
            <a:off x="6800850" y="371475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8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Redis</a:t>
            </a:r>
            <a:r>
              <a:rPr lang="en-US" sz="1800" dirty="0" spc="-6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DataBase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800850" y="4133850"/>
            <a:ext cx="4762500" cy="85725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Ảnh chụp</a:t>
            </a:r>
            <a:r>
              <a:rPr lang="en-US" sz="2400" dirty="0" spc="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dữ</a:t>
            </a:r>
            <a:r>
              <a:rPr lang="en-US" sz="2400" dirty="0" spc="-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liệu</a:t>
            </a:r>
            <a:r>
              <a:rPr lang="en-US" sz="2400" dirty="0" spc="-6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tại</a:t>
            </a:r>
            <a:r>
              <a:rPr lang="en-US" sz="2400" dirty="0" spc="-8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2400" dirty="0" spc="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thời</a:t>
            </a:r>
            <a:r>
              <a:rPr lang="en-US" sz="2400" dirty="0" spc="1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điểm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12039600" y="2667000"/>
            <a:ext cx="5334000" cy="2476500"/>
          </a:xfrm>
          <a:prstGeom prst="roundRect">
            <a:avLst>
              <a:gd name="adj" fmla="val 7692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2363450" y="2857500"/>
            <a:ext cx="4762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MiB</a:t>
            </a:r>
            <a:endParaRPr lang="en-US" sz="5400" dirty="0"/>
          </a:p>
        </p:txBody>
      </p:sp>
      <p:sp>
        <p:nvSpPr>
          <p:cNvPr id="14" name="Text 12"/>
          <p:cNvSpPr/>
          <p:nvPr/>
        </p:nvSpPr>
        <p:spPr>
          <a:xfrm>
            <a:off x="12363450" y="371475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5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Mebibyte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2363450" y="4133850"/>
            <a:ext cx="4762500" cy="85725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 spc="-1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1.048.576</a:t>
            </a:r>
            <a:r>
              <a:rPr lang="en-US" sz="2400" dirty="0" spc="-1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byte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14400" y="5429250"/>
            <a:ext cx="16459200" cy="3619500"/>
          </a:xfrm>
          <a:prstGeom prst="roundRect">
            <a:avLst>
              <a:gd name="adj" fmla="val 5263"/>
            </a:avLst>
          </a:prstGeom>
          <a:solidFill>
            <a:srgbClr val="1E212B"/>
          </a:solidFill>
          <a:ln/>
        </p:spPr>
      </p:sp>
      <p:sp>
        <p:nvSpPr>
          <p:cNvPr id="17" name="Text 15"/>
          <p:cNvSpPr/>
          <p:nvPr/>
        </p:nvSpPr>
        <p:spPr>
          <a:xfrm>
            <a:off x="1295400" y="5657850"/>
            <a:ext cx="571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6" kern="0" dirty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NGUỒN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11658600" y="5657850"/>
            <a:ext cx="533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9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95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2026-10-18</a:t>
            </a:r>
            <a:endParaRPr lang="en-US" sz="1950" dirty="0"/>
          </a:p>
        </p:txBody>
      </p:sp>
      <p:sp>
        <p:nvSpPr>
          <p:cNvPr id="19" name="Text richtext-1792371051346-191762402"/>
          <p:cNvSpPr/>
          <p:nvPr/>
        </p:nvSpPr>
        <p:spPr>
          <a:xfrm>
            <a:off x="1295400" y="6153150"/>
            <a:ext cx="15697200" cy="2762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ByteByteGo: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550" dirty="0" spc="-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Redis: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550" dirty="0" spc="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550" dirty="0" spc="-2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trễ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550" dirty="0" spc="-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Redis: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persistence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2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Redis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7.0.15:</a:t>
            </a:r>
            <a:r>
              <a:rPr lang="en-US" sz="25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r>
              <a:rPr lang="en-US" sz="255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 ghi</a:t>
            </a:r>
            <a:r>
              <a:rPr lang="en-US" sz="2550" dirty="0" spc="-2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AOF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1" name="Shape 19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2" name="Shape 20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3" name="Shape 21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4" name="Shape 22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5" name="Shape 23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6" name="Shape 24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7" name="Shape 25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9" name="Text 27"/>
          <p:cNvSpPr/>
          <p:nvPr/>
        </p:nvSpPr>
        <p:spPr>
          <a:xfrm>
            <a:off x="34290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5719574c-1eb1-4f39-86fc-23889eb6d03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2026-10-19T14:02:32Z</dcterms:created>
  <dcterms:modified xsi:type="dcterms:W3CDTF">2026-10-19T14:02:32Z</dcterms:modified>
</cp:coreProperties>
</file>