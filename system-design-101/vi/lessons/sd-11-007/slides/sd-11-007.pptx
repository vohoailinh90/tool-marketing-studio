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53340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Idempotent: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600" dirty="0" spc="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600" dirty="0" spc="-8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2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2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2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725" dirty="0" spc="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2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có</a:t>
            </a:r>
            <a:r>
              <a:rPr lang="en-US" sz="2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72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725" dirty="0"/>
          </a:p>
        </p:txBody>
      </p:sp>
      <p:sp>
        <p:nvSpPr>
          <p:cNvPr id="5" name="Connector line-1792421491021-401524700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1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277600" y="3143250"/>
            <a:ext cx="1485900" cy="1809750"/>
          </a:xfrm>
          <a:custGeom>
            <a:avLst/>
            <a:gdLst/>
            <a:ahLst/>
            <a:cxnLst/>
            <a:rect l="l" t="t" r="r" b="b"/>
            <a:pathLst>
              <a:path w="1485900" h="1809750">
                <a:moveTo>
                  <a:pt x="0" y="1809750"/>
                </a:moveTo>
                <a:cubicBezTo>
                  <a:pt x="723900" y="180975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0" y="4476750"/>
            <a:ext cx="1485900" cy="476250"/>
          </a:xfrm>
          <a:custGeom>
            <a:avLst/>
            <a:gdLst/>
            <a:ahLst/>
            <a:cxnLst/>
            <a:rect l="l" t="t" r="r" b="b"/>
            <a:pathLst>
              <a:path w="1485900" h="476250">
                <a:moveTo>
                  <a:pt x="0" y="476250"/>
                </a:moveTo>
                <a:cubicBezTo>
                  <a:pt x="723900" y="47625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0" y="4953000"/>
            <a:ext cx="1485900" cy="857250"/>
          </a:xfrm>
          <a:custGeom>
            <a:avLst/>
            <a:gdLst/>
            <a:ahLst/>
            <a:cxnLst/>
            <a:rect l="l" t="t" r="r" b="b"/>
            <a:pathLst>
              <a:path w="1485900" h="857250">
                <a:moveTo>
                  <a:pt x="0" y="0"/>
                </a:moveTo>
                <a:cubicBezTo>
                  <a:pt x="723900" y="0"/>
                  <a:pt x="723900" y="857250"/>
                  <a:pt x="1485900" y="85725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0" y="4953000"/>
            <a:ext cx="1485900" cy="2190750"/>
          </a:xfrm>
          <a:custGeom>
            <a:avLst/>
            <a:gdLst/>
            <a:ahLst/>
            <a:cxnLst/>
            <a:rect l="l" t="t" r="r" b="b"/>
            <a:pathLst>
              <a:path w="1485900" h="2190750">
                <a:moveTo>
                  <a:pt x="0" y="0"/>
                </a:moveTo>
                <a:cubicBezTo>
                  <a:pt x="723900" y="0"/>
                  <a:pt x="723900" y="2190750"/>
                  <a:pt x="1485900" y="219075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7740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971550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21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63500" y="2781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</a:t>
            </a:r>
            <a:r>
              <a:rPr lang="en-US" sz="210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763500" y="4114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-1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63500" y="5448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763500" y="6781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600924c-3f87-46a8-ab06-5a215319d7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1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8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69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 nhau.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25a26992-ebeb-489b-b67d-c9611f52d1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b="1" spc="26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900" dirty="0"/>
          </a:p>
        </p:txBody>
      </p:sp>
      <p:sp>
        <p:nvSpPr>
          <p:cNvPr id="4" name="Connector line-1792421495308-261864299"/>
          <p:cNvSpPr/>
          <p:nvPr/>
        </p:nvSpPr>
        <p:spPr>
          <a:xfrm>
            <a:off x="4533900" y="4286250"/>
            <a:ext cx="232410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421495309-165030437"/>
          <p:cNvSpPr/>
          <p:nvPr/>
        </p:nvSpPr>
        <p:spPr>
          <a:xfrm>
            <a:off x="11430000" y="4286250"/>
            <a:ext cx="232410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914400" y="3143250"/>
            <a:ext cx="3619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6896100" y="3143250"/>
            <a:ext cx="45339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42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3792200" y="3143250"/>
            <a:ext cx="35814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4533900" y="3714750"/>
            <a:ext cx="238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4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195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1" name="Text richtext-1792421495319-62553421"/>
          <p:cNvSpPr/>
          <p:nvPr/>
        </p:nvSpPr>
        <p:spPr>
          <a:xfrm>
            <a:off x="1295400" y="6096000"/>
            <a:ext cx="156972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23850" indent="-231371"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b="1" dirty="0" spc="-7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GET,</a:t>
            </a:r>
            <a:r>
              <a:rPr lang="en-US" sz="2550" b="1" dirty="0" spc="-5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PUT,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DELETE: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2550" dirty="0"/>
          </a:p>
          <a:p>
            <a:pPr algn="l" marL="323850" indent="-231371"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POST:</a:t>
            </a:r>
            <a:r>
              <a:rPr lang="en-US" sz="2550" b="1" dirty="0" spc="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toán: lần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35bb9bad-a9a7-404c-a76a-7724ba9d2a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ĐƠN HÀNG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800" b="1" spc="3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trị,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đừng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 dồn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THAO</a:t>
            </a:r>
            <a:r>
              <a:rPr lang="en-US" sz="1800" b="1" spc="16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72500" y="28575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800" dirty="0"/>
          </a:p>
        </p:txBody>
      </p:sp>
      <p:sp>
        <p:nvSpPr>
          <p:cNvPr id="6" name="Connector line-1792421496187-329587272"/>
          <p:cNvSpPr/>
          <p:nvPr/>
        </p:nvSpPr>
        <p:spPr>
          <a:xfrm>
            <a:off x="914400" y="329565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5433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54330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8572500" y="3543300"/>
            <a:ext cx="857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Idempotent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52006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2006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 thêm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8572500" y="5200650"/>
            <a:ext cx="857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85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idempotent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685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1238250" y="685800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Bấm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"đặt"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8572500" y="6858000"/>
            <a:ext cx="857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Vẫn</a:t>
            </a:r>
            <a:r>
              <a:rPr lang="en-US" sz="28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85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28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đơn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f7bbda7-151c-4c29-8af1-e0152102d84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1800" b="1" spc="20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Email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6900" dirty="0"/>
          </a:p>
        </p:txBody>
      </p:sp>
      <p:sp>
        <p:nvSpPr>
          <p:cNvPr id="4" name="Connector line-1792421497181-614209295"/>
          <p:cNvSpPr/>
          <p:nvPr/>
        </p:nvSpPr>
        <p:spPr>
          <a:xfrm>
            <a:off x="4457700" y="4286250"/>
            <a:ext cx="14478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421497181-352192418"/>
          <p:cNvSpPr/>
          <p:nvPr/>
        </p:nvSpPr>
        <p:spPr>
          <a:xfrm>
            <a:off x="11049000" y="4286250"/>
            <a:ext cx="14478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914400" y="3143250"/>
            <a:ext cx="35052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b="1" dirty="0" spc="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943600" y="3143250"/>
            <a:ext cx="50673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4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Ràng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buộc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duy</a:t>
            </a: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nhất</a:t>
            </a:r>
            <a:r>
              <a:rPr lang="en-US" sz="2850" dirty="0" spc="-1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trên</a:t>
            </a:r>
            <a:r>
              <a:rPr lang="en-US" sz="28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email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2534900" y="3143250"/>
            <a:ext cx="48387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286500"/>
            <a:ext cx="156972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67876c4-20c0-48db-a741-ed2df30e51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THÔNG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429500" y="304800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944600" y="304800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endParaRPr lang="en-US" sz="2550" dirty="0"/>
          </a:p>
        </p:txBody>
      </p:sp>
      <p:sp>
        <p:nvSpPr>
          <p:cNvPr id="7" name="Connector line-1792421527506-236700917"/>
          <p:cNvSpPr/>
          <p:nvPr/>
        </p:nvSpPr>
        <p:spPr>
          <a:xfrm>
            <a:off x="2628900" y="3905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8" name="Connector line-1792421527507-54120932"/>
          <p:cNvSpPr/>
          <p:nvPr/>
        </p:nvSpPr>
        <p:spPr>
          <a:xfrm>
            <a:off x="9144000" y="3905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9" name="Connector line-1792421527507-446758063"/>
          <p:cNvSpPr/>
          <p:nvPr/>
        </p:nvSpPr>
        <p:spPr>
          <a:xfrm>
            <a:off x="15659100" y="3905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0" name="Connector line-1792421527507-250637203"/>
          <p:cNvSpPr/>
          <p:nvPr/>
        </p:nvSpPr>
        <p:spPr>
          <a:xfrm>
            <a:off x="2667000" y="4667250"/>
            <a:ext cx="638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143250" y="419100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2" name="Connector line-1792421527510-429521947"/>
          <p:cNvSpPr/>
          <p:nvPr/>
        </p:nvSpPr>
        <p:spPr>
          <a:xfrm>
            <a:off x="9239250" y="5524500"/>
            <a:ext cx="6324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429750" y="50482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250" dirty="0"/>
          </a:p>
        </p:txBody>
      </p:sp>
      <p:sp>
        <p:nvSpPr>
          <p:cNvPr id="14" name="Connector line-1792421527513-664508079"/>
          <p:cNvSpPr/>
          <p:nvPr/>
        </p:nvSpPr>
        <p:spPr>
          <a:xfrm>
            <a:off x="2667000" y="6572250"/>
            <a:ext cx="6381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143250" y="609600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250" b="1" dirty="0" spc="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2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(trùng)</a:t>
            </a:r>
            <a:endParaRPr lang="en-US" sz="2250" dirty="0"/>
          </a:p>
        </p:txBody>
      </p:sp>
      <p:sp>
        <p:nvSpPr>
          <p:cNvPr id="16" name="Connector line-1792421527515-801780332"/>
          <p:cNvSpPr/>
          <p:nvPr/>
        </p:nvSpPr>
        <p:spPr>
          <a:xfrm>
            <a:off x="9239250" y="7620000"/>
            <a:ext cx="6324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429750" y="71437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25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có: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815d126-b994-41d7-856f-21ce833d3d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4953000" cy="495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499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2499" dirty="0"/>
          </a:p>
        </p:txBody>
      </p:sp>
      <p:sp>
        <p:nvSpPr>
          <p:cNvPr id="5" name="Text 3"/>
          <p:cNvSpPr/>
          <p:nvPr/>
        </p:nvSpPr>
        <p:spPr>
          <a:xfrm>
            <a:off x="6667500" y="3238500"/>
            <a:ext cx="107061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4200" b="1" dirty="0" spc="8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42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lại;</a:t>
            </a:r>
            <a:r>
              <a:rPr lang="en-US" sz="42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42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42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42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42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"đã</a:t>
            </a:r>
            <a:r>
              <a:rPr lang="en-US" sz="42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42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rồi"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667500" y="5715000"/>
            <a:ext cx="107061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7048500" y="5715000"/>
            <a:ext cx="99441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hạn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giao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d441e26-603b-4692-bb5d-43bbd2c4fe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2990850"/>
            <a:ext cx="723900" cy="723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29908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1295400" y="4419600"/>
            <a:ext cx="723900" cy="723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4196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E8E0CF"/>
          </a:solidFill>
          <a:ln/>
        </p:spPr>
      </p:sp>
      <p:sp>
        <p:nvSpPr>
          <p:cNvPr id="11" name="Shape 9"/>
          <p:cNvSpPr/>
          <p:nvPr/>
        </p:nvSpPr>
        <p:spPr>
          <a:xfrm>
            <a:off x="1295400" y="5848350"/>
            <a:ext cx="723900" cy="723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58483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95400" y="7277100"/>
            <a:ext cx="723900" cy="723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2771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2381250" y="276225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2381250" y="419100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hai cùng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"chưa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có"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2381250" y="561975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 hai lần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381250" y="704850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Sửa: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3db8953-6b66-4f2c-9649-aec56949e38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4095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524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2667000"/>
            <a:ext cx="2476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52900" y="2667000"/>
            <a:ext cx="1276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 lập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4095750"/>
            <a:ext cx="2476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152900" y="4095750"/>
            <a:ext cx="1276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95400" y="5524500"/>
            <a:ext cx="2476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152900" y="5524500"/>
            <a:ext cx="1276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7334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14400" y="781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b7a9753-7eef-4ea9-8fdf-d84e2b9315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2026-10-19T15:43:17Z</dcterms:created>
  <dcterms:modified xsi:type="dcterms:W3CDTF">2026-10-19T15:43:17Z</dcterms:modified>
</cp:coreProperties>
</file>