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497205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GraphQL: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schema</a:t>
            </a:r>
            <a:r>
              <a:rPr lang="en-US" sz="81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81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hỏi;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 tìm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096500" y="1428750"/>
            <a:ext cx="72771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77500" y="1714500"/>
            <a:ext cx="647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b="1" spc="1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100" b="1" spc="14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0" y="2333625"/>
            <a:ext cx="6477000" cy="857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</a:t>
            </a:r>
            <a:endParaRPr lang="en-US" sz="2550" dirty="0"/>
          </a:p>
        </p:txBody>
      </p:sp>
      <p:sp>
        <p:nvSpPr>
          <p:cNvPr id="9" name="Connector line-1792374085197-929855997"/>
          <p:cNvSpPr/>
          <p:nvPr/>
        </p:nvSpPr>
        <p:spPr>
          <a:xfrm>
            <a:off x="13735050" y="3619500"/>
            <a:ext cx="0" cy="47625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096500" y="4191000"/>
            <a:ext cx="72771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7500" y="4476750"/>
            <a:ext cx="647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10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77500" y="5095875"/>
            <a:ext cx="6477000" cy="857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resolver</a:t>
            </a:r>
            <a:endParaRPr lang="en-US" sz="2550" dirty="0"/>
          </a:p>
        </p:txBody>
      </p:sp>
      <p:sp>
        <p:nvSpPr>
          <p:cNvPr id="13" name="Connector line-1792374085207-810959067"/>
          <p:cNvSpPr/>
          <p:nvPr/>
        </p:nvSpPr>
        <p:spPr>
          <a:xfrm>
            <a:off x="13735050" y="6381750"/>
            <a:ext cx="0" cy="47625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0096500" y="6953250"/>
            <a:ext cx="7277100" cy="2095500"/>
          </a:xfrm>
          <a:prstGeom prst="roundRect">
            <a:avLst>
              <a:gd name="adj" fmla="val 1454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77500" y="7239000"/>
            <a:ext cx="647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100" b="1" spc="14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KẾT</a:t>
            </a:r>
            <a:r>
              <a:rPr lang="en-US" sz="2100" b="1" spc="13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477500" y="7858125"/>
            <a:ext cx="6477000" cy="857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errors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de5b84c7-eeab-4c99-b513-d6050e4754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Hỏi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tóm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19375"/>
            <a:ext cx="16459200" cy="571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GraphQL:</a:t>
            </a:r>
            <a:r>
              <a:rPr lang="en-US" sz="2550" dirty="0" spc="-1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vấn,</a:t>
            </a:r>
            <a:r>
              <a:rPr lang="en-US" sz="2550" dirty="0" spc="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5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4000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667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42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schema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333500" y="64770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title</a:t>
            </a:r>
            <a:r>
              <a:rPr lang="en-US" sz="2550" b="1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summary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72600" y="3619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9791700" y="4000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b="1" spc="1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b="1" spc="1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791700" y="4667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42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tóm</a:t>
            </a: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791700" y="64770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fd5911d-ca2c-4cc8-8874-4e90593659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 HỢP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</a:t>
            </a:r>
            <a:r>
              <a:rPr lang="en-US" sz="3000" dirty="0" spc="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30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kiểu,</a:t>
            </a:r>
            <a:r>
              <a:rPr lang="en-US" sz="30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30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30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33350" cy="209550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762250"/>
            <a:ext cx="15621000" cy="34290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9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Trường</a:t>
            </a:r>
            <a:r>
              <a:rPr lang="en-US" sz="72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schema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chối</a:t>
            </a:r>
            <a:r>
              <a:rPr lang="en-US" sz="72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72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thi.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524000" y="6953250"/>
            <a:ext cx="158496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43100" y="7239000"/>
            <a:ext cx="1504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1950" b="1" spc="14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b="1" spc="11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950" b="1" spc="13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1950" b="1" spc="8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943100" y="7762875"/>
            <a:ext cx="1504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6219227f-ba0c-4558-b508-13cdea76d4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Resolver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43815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428625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950" b="1" spc="1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619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title, summary</a:t>
            </a:r>
            <a:endParaRPr lang="en-US" sz="2550" dirty="0"/>
          </a:p>
        </p:txBody>
      </p:sp>
      <p:sp>
        <p:nvSpPr>
          <p:cNvPr id="7" name="Connector line-1792374132363-670242169"/>
          <p:cNvSpPr/>
          <p:nvPr/>
        </p:nvSpPr>
        <p:spPr>
          <a:xfrm>
            <a:off x="5295900" y="5048250"/>
            <a:ext cx="15621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858000" y="3810000"/>
            <a:ext cx="4572000" cy="2476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7239000" y="447675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dirty="0" spc="-21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resolver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7239000" y="53340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dirty="0" spc="-1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1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1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1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100" dirty="0"/>
          </a:p>
        </p:txBody>
      </p:sp>
      <p:sp>
        <p:nvSpPr>
          <p:cNvPr id="11" name="Connector line-1792374132372-567365302"/>
          <p:cNvSpPr/>
          <p:nvPr/>
        </p:nvSpPr>
        <p:spPr>
          <a:xfrm flipV="1">
            <a:off x="11430000" y="3619500"/>
            <a:ext cx="1143000" cy="114300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2" name="Connector line-1792374132372-570401912"/>
          <p:cNvSpPr/>
          <p:nvPr/>
        </p:nvSpPr>
        <p:spPr>
          <a:xfrm>
            <a:off x="11430000" y="5334000"/>
            <a:ext cx="1143000" cy="114300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2573000" y="2762250"/>
            <a:ext cx="480060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0" y="3048000"/>
            <a:ext cx="4095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1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1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954000" y="3571875"/>
            <a:ext cx="4095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2573000" y="5619750"/>
            <a:ext cx="480060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0" y="5905500"/>
            <a:ext cx="4095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1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14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954000" y="6429375"/>
            <a:ext cx="4095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Gọi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</a:t>
            </a:r>
            <a:r>
              <a:rPr lang="en-US" sz="2700" dirty="0" spc="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9057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8191500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bfe177e6-b133-4faf-82b7-80447defc0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Summary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lỗi,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19375"/>
            <a:ext cx="16459200" cy="571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5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sử:</a:t>
            </a:r>
            <a:r>
              <a:rPr lang="en-US" sz="255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title</a:t>
            </a:r>
            <a:r>
              <a:rPr lang="en-US" sz="2550" dirty="0" spc="-1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550" dirty="0" spc="-2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resolver</a:t>
            </a:r>
            <a:r>
              <a:rPr lang="en-US" sz="255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summary</a:t>
            </a:r>
            <a:r>
              <a:rPr lang="en-US" sz="2550" dirty="0" spc="-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3524250"/>
            <a:ext cx="164592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7147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95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19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620000" y="3714750"/>
            <a:ext cx="933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19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16459200" cy="104775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6672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title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620000" y="4667250"/>
            <a:ext cx="933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5524500"/>
            <a:ext cx="16459200" cy="1047750"/>
          </a:xfrm>
          <a:prstGeom prst="roundRect">
            <a:avLst>
              <a:gd name="adj" fmla="val 14545"/>
            </a:avLst>
          </a:prstGeom>
          <a:solidFill>
            <a:srgbClr val="F5E1C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58102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summary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620000" y="5810250"/>
            <a:ext cx="933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null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6667500"/>
            <a:ext cx="16459200" cy="104775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69532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errors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7620000" y="6953250"/>
            <a:ext cx="933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8096250"/>
            <a:ext cx="114300" cy="762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8191500"/>
            <a:ext cx="16078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summary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null.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d4e5e7af-b800-408a-b31a-5c8c702ba0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52387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86125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spc="14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4476750" cy="20955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00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hỏi; hỏi</a:t>
            </a:r>
            <a:r>
              <a:rPr lang="en-US" sz="30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24625" y="2952750"/>
            <a:ext cx="52387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286125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b="1" spc="14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905625" y="3905250"/>
            <a:ext cx="4476750" cy="20955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Resolver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 giá</a:t>
            </a:r>
            <a:r>
              <a:rPr lang="en-US" sz="30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134850" y="2952750"/>
            <a:ext cx="52387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286125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950" b="1" spc="14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13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515850" y="3905250"/>
            <a:ext cx="4476750" cy="20955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66675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6953250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3500" y="752475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 kiểu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0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30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30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30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30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0632c30-c853-4f8d-834f-1578de4a0f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3000" dirty="0" spc="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1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dirty="0" spc="-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000" dirty="0" spc="-2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data.</a:t>
            </a:r>
            <a:r>
              <a:rPr lang="en-US" sz="30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 qua</a:t>
            </a:r>
            <a:r>
              <a:rPr lang="en-US" sz="3000" dirty="0" spc="-1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errors?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r>
              <a:rPr lang="en-US" sz="6900" dirty="0" spc="-1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Tóm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14400" y="3905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4095750"/>
            <a:ext cx="114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667000" y="4333875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Hiển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5524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5715000"/>
            <a:ext cx="114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2667000" y="5953125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0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30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30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14400" y="7143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8D9D0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7334250"/>
            <a:ext cx="114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2667000" y="7572375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Riêng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đủ:</a:t>
            </a:r>
            <a:r>
              <a:rPr lang="en-US" sz="30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30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errors.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fd944ef-4952-42cd-b9fa-5529e9cd44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NẾU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summary LÀ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String!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lan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null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0477500" cy="1619250"/>
          </a:xfrm>
          <a:prstGeom prst="roundRect">
            <a:avLst>
              <a:gd name="adj" fmla="val 14118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90875"/>
            <a:ext cx="971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33500" y="3810000"/>
            <a:ext cx="971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null: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485900" y="4762500"/>
            <a:ext cx="99060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905000" y="5000625"/>
            <a:ext cx="914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book: Book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905000" y="5619750"/>
            <a:ext cx="914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null, nên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book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 thành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057400" y="6572250"/>
            <a:ext cx="9334500" cy="1619250"/>
          </a:xfrm>
          <a:prstGeom prst="roundRect">
            <a:avLst>
              <a:gd name="adj" fmla="val 14118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2476500" y="6810375"/>
            <a:ext cx="857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summary:</a:t>
            </a:r>
            <a:r>
              <a:rPr lang="en-US" sz="27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String!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76500" y="7429500"/>
            <a:ext cx="857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null: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ở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906250" y="2952750"/>
            <a:ext cx="5467350" cy="5238750"/>
          </a:xfrm>
          <a:prstGeom prst="roundRect">
            <a:avLst>
              <a:gd name="adj" fmla="val 4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87250" y="3286125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5" name="Text richtext-1792374417265-891724618"/>
          <p:cNvSpPr/>
          <p:nvPr/>
        </p:nvSpPr>
        <p:spPr>
          <a:xfrm>
            <a:off x="12287250" y="3905250"/>
            <a:ext cx="4762500" cy="4000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String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 null;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String!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cha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null.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 không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2cfe546-9dd3-451b-86d7-b603fededc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134600" cy="2952750"/>
          </a:xfrm>
          <a:prstGeom prst="roundRect">
            <a:avLst>
              <a:gd name="adj" fmla="val 774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00375"/>
            <a:ext cx="933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33500" y="3762375"/>
            <a:ext cx="9334500" cy="476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381500"/>
            <a:ext cx="93345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5905500"/>
            <a:ext cx="10134600" cy="2952750"/>
          </a:xfrm>
          <a:prstGeom prst="roundRect">
            <a:avLst>
              <a:gd name="adj" fmla="val 7742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6143625"/>
            <a:ext cx="933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333500" y="6905625"/>
            <a:ext cx="9334500" cy="476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33500" y="7524750"/>
            <a:ext cx="93345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1277600" y="2762250"/>
            <a:ext cx="6096000" cy="6096000"/>
          </a:xfrm>
          <a:prstGeom prst="roundRect">
            <a:avLst>
              <a:gd name="adj" fmla="val 375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620500" y="304800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4" name="Text richtext-1792374431987-132787153"/>
          <p:cNvSpPr/>
          <p:nvPr/>
        </p:nvSpPr>
        <p:spPr>
          <a:xfrm>
            <a:off x="11620500" y="3667125"/>
            <a:ext cx="5524500" cy="4953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9/2025,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§3.12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§6.4.4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Subscription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cập,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 công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92c6071b-a82a-4c64-801b-cb64f6698b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2026-10-19T03:03:37Z</dcterms:created>
  <dcterms:modified xsi:type="dcterms:W3CDTF">2026-10-19T03:03:37Z</dcterms:modified>
</cp:coreProperties>
</file>