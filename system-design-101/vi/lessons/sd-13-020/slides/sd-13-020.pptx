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71625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Rủi</a:t>
            </a:r>
            <a:r>
              <a:rPr lang="en-US" sz="81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quen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Lỗi</a:t>
            </a:r>
            <a:r>
              <a:rPr lang="en-US" sz="225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</a:t>
            </a:r>
            <a:r>
              <a:rPr lang="en-US" sz="225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lộ</a:t>
            </a:r>
            <a:r>
              <a:rPr lang="en-US" sz="22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2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tải</a:t>
            </a:r>
            <a:r>
              <a:rPr lang="en-US" sz="22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thật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42672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39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339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Hai</a:t>
            </a:r>
            <a:r>
              <a:rPr lang="en-US" sz="22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22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2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gặp</a:t>
            </a:r>
            <a:r>
              <a:rPr lang="en-US" sz="22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nhau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76200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867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8867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22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r>
              <a:rPr lang="en-US" sz="225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2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2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tốt</a:t>
            </a:r>
            <a:r>
              <a:rPr lang="en-US" sz="22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225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9728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2395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2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2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chậm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43256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5923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5923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Thay</a:t>
            </a:r>
            <a:r>
              <a:rPr lang="en-US" sz="22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2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gói</a:t>
            </a:r>
            <a:r>
              <a:rPr lang="en-US" sz="2250" dirty="0" spc="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2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lớn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84ac12d-6f81-47a4-b357-195d07cb00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78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78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 nào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giá.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6e9d58a-1426-422c-ad2d-58d8f1d230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spc="1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spc="17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b="1" spc="1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19087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850" dirty="0" spc="-2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8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cho</a:t>
            </a:r>
            <a:r>
              <a:rPr lang="en-US" sz="28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2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8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42912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Dừng</a:t>
            </a:r>
            <a:r>
              <a:rPr lang="en-US" sz="28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28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 đo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r>
              <a:rPr lang="en-US" sz="2850" dirty="0" spc="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914400" y="5905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 NHAU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400" y="63817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2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285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thay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850" dirty="0" spc="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tương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8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r>
              <a:rPr lang="en-US" sz="2850" dirty="0" spc="1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r>
              <a:rPr lang="en-US" sz="28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nhiều</a:t>
            </a:r>
            <a:r>
              <a:rPr lang="en-US" sz="285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9a4d683-a02a-47d1-ac9f-554b56fae3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xấu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ngưỡng</a:t>
            </a:r>
            <a:r>
              <a:rPr lang="en-US" sz="28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8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 từ</a:t>
            </a:r>
            <a:r>
              <a:rPr lang="en-US" sz="2850" dirty="0" spc="-2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SLO</a:t>
            </a:r>
            <a:r>
              <a:rPr lang="en-US" sz="2850" dirty="0" spc="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76275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So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</a:t>
            </a:r>
            <a:r>
              <a:rPr lang="en-US" sz="2850" dirty="0" spc="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với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đối</a:t>
            </a:r>
            <a:r>
              <a:rPr lang="en-US" sz="2850" dirty="0" spc="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6111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Quy</a:t>
            </a:r>
            <a:r>
              <a:rPr lang="en-US" sz="28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quyết</a:t>
            </a:r>
            <a:r>
              <a:rPr lang="en-US" sz="2850" dirty="0" spc="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định,</a:t>
            </a:r>
            <a:r>
              <a:rPr lang="en-US" sz="28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8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cảm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tính</a:t>
            </a:r>
            <a:endParaRPr lang="en-US" sz="2850" dirty="0"/>
          </a:p>
        </p:txBody>
      </p:sp>
      <p:sp>
        <p:nvSpPr>
          <p:cNvPr id="7" name="Connector line-1792371511353-311180233"/>
          <p:cNvSpPr/>
          <p:nvPr/>
        </p:nvSpPr>
        <p:spPr>
          <a:xfrm>
            <a:off x="577215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511354-739675525"/>
          <p:cNvSpPr/>
          <p:nvPr/>
        </p:nvSpPr>
        <p:spPr>
          <a:xfrm>
            <a:off x="1162050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72ce80f-ccf5-463d-8cd0-f180aee4ac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Rút lại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Giữ</a:t>
            </a:r>
            <a:r>
              <a:rPr lang="en-US" sz="42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420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r>
              <a:rPr lang="en-US" sz="42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sẵn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LUYỆN</a:t>
            </a:r>
            <a:r>
              <a:rPr lang="en-US" sz="22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4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Tập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rút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4200" dirty="0" spc="-3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42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thời gian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5904b29-d4a7-4a7c-b0a4-dba5445986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Thay</a:t>
            </a:r>
            <a:r>
              <a:rPr lang="en-US" sz="78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78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8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90550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33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3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33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30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Text 1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82aef56-6909-46da-904c-c2e4a26e84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triển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traffic</a:t>
            </a:r>
            <a:r>
              <a:rPr lang="en-US" sz="285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nấc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giám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sát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8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 dọn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dẹp.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 liệu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2850" dirty="0" spc="-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kéo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dài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tất.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5ee99c-55e4-4221-af1c-eef3ef9784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buộc,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69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333625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550" dirty="0" spc="1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định:</a:t>
            </a: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5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r>
              <a:rPr lang="en-US" sz="255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255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550" dirty="0" spc="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được.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550" dirty="0" spc="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định,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bảng</a:t>
            </a:r>
            <a:r>
              <a:rPr lang="en-US" sz="2550" dirty="0" spc="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5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dòng:</a:t>
            </a:r>
            <a:r>
              <a:rPr lang="en-US" sz="255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migration</a:t>
            </a:r>
            <a:r>
              <a:rPr lang="en-US" sz="25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5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chối.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550" dirty="0" spc="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định,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bảng</a:t>
            </a:r>
            <a:r>
              <a:rPr lang="en-US" sz="255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rỗng:</a:t>
            </a: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5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r>
              <a:rPr lang="en-US" sz="255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5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 sau.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An</a:t>
            </a:r>
            <a:r>
              <a:rPr lang="en-US" sz="255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55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nhất:</a:t>
            </a:r>
            <a:r>
              <a:rPr lang="en-US" sz="255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550" dirty="0" spc="-1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</a:t>
            </a:r>
            <a:r>
              <a:rPr lang="en-US" sz="2550" dirty="0" spc="-1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55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gọn.</a:t>
            </a:r>
            <a:endParaRPr lang="en-US" sz="2550" dirty="0"/>
          </a:p>
        </p:txBody>
      </p:sp>
      <p:sp>
        <p:nvSpPr>
          <p:cNvPr id="5" name="Connector line-1792392201868-91080357"/>
          <p:cNvSpPr/>
          <p:nvPr/>
        </p:nvSpPr>
        <p:spPr>
          <a:xfrm>
            <a:off x="2476500" y="4953000"/>
            <a:ext cx="133350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98120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531495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864870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198245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91440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24815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58190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400" b="1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sang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1565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Siết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724cd21-8585-4005-b6df-e032b22c6f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 cơ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767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2959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5151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7343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8575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0767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295900"/>
            <a:ext cx="133350" cy="10668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515100"/>
            <a:ext cx="133350" cy="1066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734300"/>
            <a:ext cx="133350" cy="10668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28575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400" dirty="0" spc="-1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400" dirty="0" spc="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86500" y="28575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Canary;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0767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Tương</a:t>
            </a:r>
            <a:r>
              <a:rPr lang="en-US" sz="24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4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4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86500" y="40767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mới,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chuyển,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52959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Ngưỡng</a:t>
            </a:r>
            <a:r>
              <a:rPr lang="en-US" sz="24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4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86500" y="52959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SLO,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65151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4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86500" y="65151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cách; cách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cũng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33500" y="77343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Bản</a:t>
            </a:r>
            <a:r>
              <a:rPr lang="en-US" sz="24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86500" y="77343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nhân; DORA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Text 3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c9699734-0462-4152-8a97-7b453044d7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1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tiêu</a:t>
            </a: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105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72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DORA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10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1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296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63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3487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54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37147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144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5151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ParallelChange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1158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CanaryRelease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Canarying</a:t>
            </a: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releases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5151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Working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small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batches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INSERT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66865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ALTER</a:t>
            </a:r>
            <a:r>
              <a:rPr lang="en-US" sz="2100" dirty="0" spc="-3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TABLE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Text 2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657e7c7-1ffb-4a53-aae0-bf2ba527a7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2026-10-19T14:05:21Z</dcterms:created>
  <dcterms:modified xsi:type="dcterms:W3CDTF">2026-10-19T14:05:21Z</dcterms:modified>
</cp:coreProperties>
</file>