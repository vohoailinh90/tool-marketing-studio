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0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URL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81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phải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URL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19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5953125"/>
            <a:ext cx="19050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3048000" y="5524500"/>
            <a:ext cx="323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048000" y="5953125"/>
            <a:ext cx="32385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example.com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515100" y="5524500"/>
            <a:ext cx="209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4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15100" y="5953125"/>
            <a:ext cx="20955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/phone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8839200" y="5524500"/>
            <a:ext cx="3143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839200" y="5953125"/>
            <a:ext cx="314325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?color=black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211050" y="5524500"/>
            <a:ext cx="2095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4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211050" y="5953125"/>
            <a:ext cx="20955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#specs</a:t>
            </a:r>
            <a:endParaRPr lang="en-US" sz="2550" dirty="0"/>
          </a:p>
        </p:txBody>
      </p:sp>
      <p:sp>
        <p:nvSpPr>
          <p:cNvPr id="15" name="Connector line-1792369950136-278343824"/>
          <p:cNvSpPr/>
          <p:nvPr/>
        </p:nvSpPr>
        <p:spPr>
          <a:xfrm>
            <a:off x="1866900" y="6867525"/>
            <a:ext cx="381000" cy="1133475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369950137-217572909"/>
          <p:cNvSpPr/>
          <p:nvPr/>
        </p:nvSpPr>
        <p:spPr>
          <a:xfrm>
            <a:off x="4667250" y="6867525"/>
            <a:ext cx="2847975" cy="1133475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7" name="Connector line-1792369950137-10828309"/>
          <p:cNvSpPr/>
          <p:nvPr/>
        </p:nvSpPr>
        <p:spPr>
          <a:xfrm flipH="1">
            <a:off x="7515225" y="6867525"/>
            <a:ext cx="47625" cy="1133475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8" name="Connector line-1792369950137-45790105"/>
          <p:cNvSpPr/>
          <p:nvPr/>
        </p:nvSpPr>
        <p:spPr>
          <a:xfrm flipH="1">
            <a:off x="7515225" y="6867525"/>
            <a:ext cx="2895600" cy="1133475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Connector line-1792369950138-660669163"/>
          <p:cNvSpPr/>
          <p:nvPr/>
        </p:nvSpPr>
        <p:spPr>
          <a:xfrm>
            <a:off x="13258800" y="6867525"/>
            <a:ext cx="0" cy="1133475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914400" y="8001000"/>
            <a:ext cx="2667000" cy="723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800725" y="8001000"/>
            <a:ext cx="3429000" cy="723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1734800" y="8001000"/>
            <a:ext cx="3048000" cy="723900"/>
          </a:xfrm>
          <a:prstGeom prst="roundRect">
            <a:avLst>
              <a:gd name="adj" fmla="val 50000"/>
            </a:avLst>
          </a:prstGeom>
          <a:solidFill>
            <a:srgbClr val="2E32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URL:</a:t>
            </a:r>
            <a:r>
              <a:rPr lang="en-US" sz="165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f3e5613-fad0-4a95-b907-2c5d8a98c7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7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4937760"/>
                <a:gridCol w="6583680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Phần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Ví</a:t>
                      </a:r>
                      <a:r>
                        <a:rPr lang="en-US" sz="27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Việc</a:t>
                      </a:r>
                      <a:r>
                        <a:rPr lang="en-US" sz="27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70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nó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scheme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https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chọn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7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7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host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example.com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tìm</a:t>
                      </a:r>
                      <a:r>
                        <a:rPr lang="en-US" sz="27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path</a:t>
                      </a:r>
                      <a:r>
                        <a:rPr lang="en-US" sz="2700" dirty="0" spc="-18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700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/phone?color=black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700" dirty="0" spc="-4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7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70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fragment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#specs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ở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7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7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duyệt</a:t>
                      </a:r>
                      <a:endParaRPr lang="en-US" sz="1200" dirty="0"/>
                    </a:p>
                  </a:txBody>
                  <a:tcPr marL="304800" marR="304800" marT="304800" marB="3048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Connector line-1792369970525-78471188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2d3bd669-4268-44b8-8b2e-11611cf827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r>
              <a:rPr lang="en-US" sz="1800" b="1" spc="2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72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thức,</a:t>
            </a:r>
            <a:r>
              <a:rPr lang="en-US" sz="7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000500" y="28575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9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801350" y="28575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3429000"/>
            <a:ext cx="2857500" cy="2571750"/>
          </a:xfrm>
          <a:prstGeom prst="roundRect">
            <a:avLst>
              <a:gd name="adj" fmla="val 8889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scheme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6229350"/>
            <a:ext cx="2857500" cy="2571750"/>
          </a:xfrm>
          <a:prstGeom prst="roundRect">
            <a:avLst>
              <a:gd name="adj" fmla="val 8889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4000500" y="3429000"/>
            <a:ext cx="65722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1500" y="3619500"/>
            <a:ext cx="581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4381500" y="428625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10801350" y="3429000"/>
            <a:ext cx="65722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19050">
            <a:solidFill>
              <a:srgbClr val="2E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82350" y="428625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4000500" y="6229350"/>
            <a:ext cx="65722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1500" y="6419850"/>
            <a:ext cx="581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example.com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381500" y="708660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0801350" y="6229350"/>
            <a:ext cx="6572250" cy="2571750"/>
          </a:xfrm>
          <a:prstGeom prst="roundRect">
            <a:avLst>
              <a:gd name="adj" fmla="val 8889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1182350" y="708660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3000" dirty="0"/>
          </a:p>
        </p:txBody>
      </p:sp>
      <p:sp>
        <p:nvSpPr>
          <p:cNvPr id="18" name="Connector line-1792369987303-33585318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59ac3ed-f94a-4006-93d5-318b28a56c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cần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4381500" cy="1714500"/>
          </a:xfrm>
          <a:prstGeom prst="roundRect">
            <a:avLst>
              <a:gd name="adj" fmla="val 15556"/>
            </a:avLst>
          </a:prstGeom>
          <a:solidFill>
            <a:srgbClr val="DDE3FA"/>
          </a:solidFill>
          <a:ln w="3810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/phone?color=black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endParaRPr lang="en-US" sz="2100" dirty="0"/>
          </a:p>
        </p:txBody>
      </p:sp>
      <p:sp>
        <p:nvSpPr>
          <p:cNvPr id="6" name="Connector line-1792370007300-121729529"/>
          <p:cNvSpPr/>
          <p:nvPr/>
        </p:nvSpPr>
        <p:spPr>
          <a:xfrm>
            <a:off x="5429250" y="4476750"/>
            <a:ext cx="11430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724650" y="3238500"/>
            <a:ext cx="6667500" cy="2476500"/>
          </a:xfrm>
          <a:prstGeom prst="roundRect">
            <a:avLst>
              <a:gd name="adj" fmla="val 1076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105650" y="3524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950" b="1" spc="20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b="1" spc="21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b="1" spc="2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105650" y="40957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/phone?color=black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3000" dirty="0"/>
          </a:p>
        </p:txBody>
      </p:sp>
      <p:sp>
        <p:nvSpPr>
          <p:cNvPr id="10" name="Connector line-1792370007306-630693121"/>
          <p:cNvSpPr/>
          <p:nvPr/>
        </p:nvSpPr>
        <p:spPr>
          <a:xfrm>
            <a:off x="13525500" y="4476750"/>
            <a:ext cx="11430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4820900" y="3619500"/>
            <a:ext cx="25527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33500" y="7048500"/>
            <a:ext cx="15621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ctr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khi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khác.</a:t>
            </a:r>
            <a:endParaRPr lang="en-US" sz="2700" dirty="0"/>
          </a:p>
        </p:txBody>
      </p:sp>
      <p:sp>
        <p:nvSpPr>
          <p:cNvPr id="14" name="Connector line-1792370007313-28013733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1165a1e1-a96a-423b-92e6-a88dd2a526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40005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#specs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16459200" cy="2857500"/>
          </a:xfrm>
          <a:prstGeom prst="rect">
            <a:avLst/>
          </a:prstGeom>
          <a:noFill/>
          <a:ln/>
        </p:spPr>
        <p:txBody>
          <a:bodyPr wrap="square" lIns="0" tIns="77153" rIns="0" bIns="-77153" rtlCol="0" anchor="t"/>
          <a:lstStyle/>
          <a:p>
            <a:pPr algn="l" indent="0" marL="0">
              <a:lnSpc>
                <a:spcPts val="9450"/>
              </a:lnSpc>
              <a:buNone/>
            </a:pPr>
            <a:r>
              <a:rPr lang="en-US" sz="9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9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9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r>
              <a:rPr lang="en-US" sz="90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9000" dirty="0" spc="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90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9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9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chủ.</a:t>
            </a:r>
            <a:endParaRPr lang="en-US" sz="9000" dirty="0"/>
          </a:p>
        </p:txBody>
      </p:sp>
      <p:sp>
        <p:nvSpPr>
          <p:cNvPr id="5" name="Shape 3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7334250"/>
            <a:ext cx="15621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ctr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dành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28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cuộn</a:t>
            </a:r>
            <a:r>
              <a:rPr lang="en-US" sz="28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850" dirty="0"/>
          </a:p>
        </p:txBody>
      </p:sp>
      <p:sp>
        <p:nvSpPr>
          <p:cNvPr id="7" name="Connector line-1792370018848-57820785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e2212444-e4d9-478f-8456-3406c35bcf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72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đi,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spc="2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3286125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2550" b="1" dirty="0" spc="-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/phone?color=black</a:t>
            </a:r>
            <a:r>
              <a:rPr lang="en-US" sz="255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4429125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Host:</a:t>
            </a:r>
            <a:r>
              <a:rPr lang="en-US" sz="2550" b="1" dirty="0" spc="-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example.com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5572125"/>
            <a:ext cx="8001000" cy="66675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372600" y="2762250"/>
            <a:ext cx="800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1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372600" y="3286125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HTTP/1.1</a:t>
            </a:r>
            <a:r>
              <a:rPr lang="en-US" sz="2550" b="1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5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OK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372600" y="4429125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372600" y="5572125"/>
            <a:ext cx="8001000" cy="66675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372600" y="6334125"/>
            <a:ext cx="800100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6572250"/>
            <a:ext cx="8001000" cy="1238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header,</a:t>
            </a:r>
            <a:r>
              <a:rPr lang="en-US" sz="24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trống.</a:t>
            </a:r>
            <a:endParaRPr lang="en-US" sz="2400" dirty="0"/>
          </a:p>
        </p:txBody>
      </p:sp>
      <p:sp>
        <p:nvSpPr>
          <p:cNvPr id="14" name="Connector line-1792370034102-89725147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3d60f22-af88-4bcc-9763-e9c3c16f80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Phạm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vi,</a:t>
            </a:r>
            <a:r>
              <a:rPr lang="en-US" sz="72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PHẠM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952875"/>
            <a:ext cx="44196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9342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PROXY,</a:t>
            </a:r>
            <a:r>
              <a:rPr lang="en-US" sz="195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34200" y="3952875"/>
            <a:ext cx="44196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573000" y="3952875"/>
            <a:ext cx="44196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phân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#specs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#reviews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676275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cần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r>
              <a:rPr lang="en-US" sz="25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query.</a:t>
            </a:r>
            <a:endParaRPr lang="en-US" sz="2550" dirty="0"/>
          </a:p>
        </p:txBody>
      </p:sp>
      <p:sp>
        <p:nvSpPr>
          <p:cNvPr id="14" name="Connector line-1792370049911-28805702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6229d236-2af7-44a0-a4d8-3e80bc48d2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 nào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4279392"/>
                <a:gridCol w="6089904"/>
                <a:gridCol w="6089904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40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(MDN)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Khi</a:t>
                      </a:r>
                      <a:r>
                        <a:rPr lang="en-US" sz="240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Dòng</a:t>
                      </a:r>
                      <a:r>
                        <a:rPr lang="en-US" sz="2400" b="1" dirty="0" spc="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 chứa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9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origin</a:t>
                      </a:r>
                      <a:r>
                        <a:rPr lang="en-US" sz="2400" dirty="0" spc="-1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form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5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gửi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thẳng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4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/phone?color=black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absolute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form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GET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400" dirty="0" spc="-3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kết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400" dirty="0" spc="-2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proxy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URL</a:t>
                      </a:r>
                      <a:r>
                        <a:rPr lang="en-US" sz="240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miền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authority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form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với</a:t>
                      </a:r>
                      <a:r>
                        <a:rPr lang="en-US" sz="2400" dirty="0" spc="-4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CONNECT,</a:t>
                      </a:r>
                      <a:r>
                        <a:rPr lang="en-US" sz="2400" dirty="0" spc="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đường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hầm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tên-miền:cổng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39000"/>
            <a:ext cx="80010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9372600" y="7239000"/>
            <a:ext cx="8001000" cy="1238250"/>
          </a:xfrm>
          <a:prstGeom prst="roundRect">
            <a:avLst>
              <a:gd name="adj" fmla="val 1846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#specs: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 giờ</a:t>
            </a:r>
            <a:r>
              <a:rPr lang="en-US" sz="2550" b="1" dirty="0" spc="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7" name="Connector line-1792370069762-3993875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d785b652-6f61-4d19-9ce4-a797a07813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5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3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nhận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0005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curl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--http1.1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3373100" y="2857500"/>
            <a:ext cx="40005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400" dirty="0"/>
          </a:p>
        </p:txBody>
      </p:sp>
      <p:sp>
        <p:nvSpPr>
          <p:cNvPr id="6" name="Connector line-1792370086980-685287428"/>
          <p:cNvSpPr/>
          <p:nvPr/>
        </p:nvSpPr>
        <p:spPr>
          <a:xfrm>
            <a:off x="2914650" y="3714750"/>
            <a:ext cx="0" cy="4191000"/>
          </a:xfrm>
          <a:prstGeom prst="line">
            <a:avLst/>
          </a:prstGeom>
          <a:noFill/>
          <a:ln w="28575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Connector line-1792370086980-792262914"/>
          <p:cNvSpPr/>
          <p:nvPr/>
        </p:nvSpPr>
        <p:spPr>
          <a:xfrm>
            <a:off x="15373350" y="3714750"/>
            <a:ext cx="0" cy="4191000"/>
          </a:xfrm>
          <a:prstGeom prst="line">
            <a:avLst/>
          </a:prstGeom>
          <a:noFill/>
          <a:ln w="28575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Connector line-1792370086980-837050283"/>
          <p:cNvSpPr/>
          <p:nvPr/>
        </p:nvSpPr>
        <p:spPr>
          <a:xfrm>
            <a:off x="2914650" y="4667250"/>
            <a:ext cx="123253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91000" y="4095750"/>
            <a:ext cx="9906000" cy="6096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/products/phone?color=black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2400" dirty="0"/>
          </a:p>
        </p:txBody>
      </p:sp>
      <p:sp>
        <p:nvSpPr>
          <p:cNvPr id="10" name="Connector line-1792370086983-988597152"/>
          <p:cNvSpPr/>
          <p:nvPr/>
        </p:nvSpPr>
        <p:spPr>
          <a:xfrm>
            <a:off x="2914650" y="5810250"/>
            <a:ext cx="123253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334000" y="5238750"/>
            <a:ext cx="7620000" cy="6096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Host:</a:t>
            </a:r>
            <a:r>
              <a:rPr lang="en-US" sz="24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localhost:&lt;cổng&gt;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334000" y="6572250"/>
            <a:ext cx="7620000" cy="857250"/>
          </a:xfrm>
          <a:prstGeom prst="roundRect">
            <a:avLst>
              <a:gd name="adj" fmla="val 2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#specs:</a:t>
            </a:r>
            <a:r>
              <a:rPr lang="en-US" sz="25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nào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191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URL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khác;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quán.</a:t>
            </a:r>
            <a:endParaRPr lang="en-US" sz="2100" dirty="0"/>
          </a:p>
        </p:txBody>
      </p:sp>
      <p:sp>
        <p:nvSpPr>
          <p:cNvPr id="14" name="Connector line-1792370086996-99116012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8edad3b-4236-43a4-a125-412bbad29d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3143250" y="29146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 Locator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143250" y="32766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 đủ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0767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143250" y="41338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143250" y="44958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25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52959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143250" y="53530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43250" y="5715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65151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3143250" y="65722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3250" y="69342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Internet:</a:t>
            </a:r>
            <a:r>
              <a:rPr lang="en-US" sz="22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343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3143250" y="77914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143250" y="81534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2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Docs,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906000" y="2857500"/>
            <a:ext cx="74676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0382250" y="3238500"/>
            <a:ext cx="6515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1" name="Text richtext-1792370103178-423763810"/>
          <p:cNvSpPr/>
          <p:nvPr/>
        </p:nvSpPr>
        <p:spPr>
          <a:xfrm>
            <a:off x="10382250" y="3810000"/>
            <a:ext cx="6515100" cy="3143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What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URL?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messages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messages,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2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targets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ghim)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0382250" y="7239000"/>
            <a:ext cx="6515100" cy="11430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2026-10-13.</a:t>
            </a:r>
            <a:r>
              <a:rPr lang="en-US" sz="1800" dirty="0" spc="-4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curl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8.5.0.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23" name="Connector line-1792370103205-10615006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12c6cf88-f9a4-42b5-a081-e9ae6822c5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2026-10-19T02:35:53Z</dcterms:created>
  <dcterms:modified xsi:type="dcterms:W3CDTF">2026-10-19T02:35:53Z</dcterms:modified>
</cp:coreProperties>
</file>