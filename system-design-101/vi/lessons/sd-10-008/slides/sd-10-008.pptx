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81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nhớ: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mẫu giải</a:t>
            </a:r>
            <a:r>
              <a:rPr lang="en-US" sz="27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2476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14400" y="78676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771900" y="6858000"/>
            <a:ext cx="2476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3771900" y="78676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29400" y="6858000"/>
            <a:ext cx="323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pPr algn="l" indent="0" marL="0"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buNone/>
            </a:pPr>
            <a:r>
              <a:rPr lang="en-US" sz="66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629400" y="78676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0" y="914400"/>
            <a:ext cx="68961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34700" y="12382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34700" y="16764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15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0934700" y="2381250"/>
            <a:ext cx="6096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Producer-Consumer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Thread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pool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Futures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Promises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477500" y="3810000"/>
            <a:ext cx="68961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34700" y="41338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34700" y="45720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1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 và</a:t>
            </a:r>
            <a:r>
              <a:rPr lang="en-US" sz="31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0934700" y="5276850"/>
            <a:ext cx="6096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Monitor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Barrier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Read-write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lock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0" y="6705600"/>
            <a:ext cx="68961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34700" y="70294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800" b="1" spc="21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34700" y="74676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0934700" y="8172450"/>
            <a:ext cx="6096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2045e92-4cc7-4021-acaa-6ff81b02d5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4765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luồng,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nhẹ,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7810500" cy="2762250"/>
          </a:xfrm>
          <a:prstGeom prst="roundRect">
            <a:avLst>
              <a:gd name="adj" fmla="val 9655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1912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richtext-1792338235593-986066421"/>
          <p:cNvSpPr/>
          <p:nvPr/>
        </p:nvSpPr>
        <p:spPr>
          <a:xfrm>
            <a:off x="1295400" y="6667500"/>
            <a:ext cx="70485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 lại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2954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TRÌNH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0" y="1905000"/>
            <a:ext cx="20955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211050" y="1905000"/>
            <a:ext cx="20955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820900" y="1905000"/>
            <a:ext cx="20955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400" dirty="0"/>
          </a:p>
        </p:txBody>
      </p:sp>
      <p:sp>
        <p:nvSpPr>
          <p:cNvPr id="13" name="Connector line-1792338235627-266763639"/>
          <p:cNvSpPr/>
          <p:nvPr/>
        </p:nvSpPr>
        <p:spPr>
          <a:xfrm>
            <a:off x="10648950" y="2971800"/>
            <a:ext cx="0" cy="12192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38235628-102137412"/>
          <p:cNvSpPr/>
          <p:nvPr/>
        </p:nvSpPr>
        <p:spPr>
          <a:xfrm>
            <a:off x="13258800" y="2971800"/>
            <a:ext cx="0" cy="12192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38235628-220307516"/>
          <p:cNvSpPr/>
          <p:nvPr/>
        </p:nvSpPr>
        <p:spPr>
          <a:xfrm>
            <a:off x="15868650" y="2971800"/>
            <a:ext cx="0" cy="12192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0" y="4286250"/>
            <a:ext cx="73152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 w="3810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endParaRPr lang="en-US" sz="3000" dirty="0"/>
          </a:p>
        </p:txBody>
      </p:sp>
      <p:sp>
        <p:nvSpPr>
          <p:cNvPr id="17" name="Connector line-1792338235631-884084209"/>
          <p:cNvSpPr/>
          <p:nvPr/>
        </p:nvSpPr>
        <p:spPr>
          <a:xfrm>
            <a:off x="9601200" y="6096000"/>
            <a:ext cx="7315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601200" y="634365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6819900"/>
            <a:ext cx="22479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001500" y="6819900"/>
            <a:ext cx="22479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401800" y="6819900"/>
            <a:ext cx="2514600" cy="7239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race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condition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01200" y="7772400"/>
            <a:ext cx="73152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Race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condition: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982d7340-96e4-41ad-8ca8-55c403549e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381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Producer-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Consumer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67125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3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3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3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3300" b="1" dirty="0" spc="-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3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29125"/>
            <a:ext cx="5715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2381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448050" y="5810250"/>
            <a:ext cx="3143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858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1437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6200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khóa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12954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19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800" b="1" spc="1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0" y="180975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487400" y="180975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400" dirty="0"/>
          </a:p>
        </p:txBody>
      </p:sp>
      <p:sp>
        <p:nvSpPr>
          <p:cNvPr id="15" name="Connector line-1792338304201-979280020"/>
          <p:cNvSpPr/>
          <p:nvPr/>
        </p:nvSpPr>
        <p:spPr>
          <a:xfrm>
            <a:off x="11315700" y="2990850"/>
            <a:ext cx="0" cy="11239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38304202-224924305"/>
          <p:cNvSpPr/>
          <p:nvPr/>
        </p:nvSpPr>
        <p:spPr>
          <a:xfrm>
            <a:off x="15201900" y="2990850"/>
            <a:ext cx="0" cy="11239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0" y="4191000"/>
            <a:ext cx="7315200" cy="1809750"/>
          </a:xfrm>
          <a:prstGeom prst="roundRect">
            <a:avLst>
              <a:gd name="adj" fmla="val 12632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4381500"/>
            <a:ext cx="7315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b="1" dirty="0" spc="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077450" y="5048250"/>
            <a:ext cx="1181100" cy="762000"/>
          </a:xfrm>
          <a:prstGeom prst="roundRect">
            <a:avLst>
              <a:gd name="adj" fmla="val 175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372850" y="5048250"/>
            <a:ext cx="1181100" cy="762000"/>
          </a:xfrm>
          <a:prstGeom prst="roundRect">
            <a:avLst>
              <a:gd name="adj" fmla="val 175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68250" y="5048250"/>
            <a:ext cx="1181100" cy="762000"/>
          </a:xfrm>
          <a:prstGeom prst="roundRect">
            <a:avLst>
              <a:gd name="adj" fmla="val 175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963650" y="5048250"/>
            <a:ext cx="1181100" cy="762000"/>
          </a:xfrm>
          <a:prstGeom prst="roundRect">
            <a:avLst>
              <a:gd name="adj" fmla="val 175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259050" y="5048250"/>
            <a:ext cx="1181100" cy="762000"/>
          </a:xfrm>
          <a:prstGeom prst="roundRect">
            <a:avLst>
              <a:gd name="adj" fmla="val 17500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Connector line-1792338304211-978001985"/>
          <p:cNvSpPr/>
          <p:nvPr/>
        </p:nvSpPr>
        <p:spPr>
          <a:xfrm>
            <a:off x="11315700" y="6038850"/>
            <a:ext cx="0" cy="9334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5" name="Connector line-1792338304211-903599472"/>
          <p:cNvSpPr/>
          <p:nvPr/>
        </p:nvSpPr>
        <p:spPr>
          <a:xfrm>
            <a:off x="15201900" y="6038850"/>
            <a:ext cx="0" cy="9334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601200" y="704850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487400" y="704850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23f8739-4849-488d-912c-af001521e6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b="1" spc="22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ctr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Thread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pool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33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33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3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71875"/>
            <a:ext cx="72390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ThreadPoolExecutor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max_workers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381625"/>
            <a:ext cx="40005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chồng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4770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7818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25805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hợp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12954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17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0" y="200025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601200" y="329565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601200" y="459105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01200" y="588645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250" dirty="0"/>
          </a:p>
        </p:txBody>
      </p:sp>
      <p:sp>
        <p:nvSpPr>
          <p:cNvPr id="16" name="Connector line-1792338336196-546075185"/>
          <p:cNvSpPr/>
          <p:nvPr/>
        </p:nvSpPr>
        <p:spPr>
          <a:xfrm>
            <a:off x="11963400" y="4429125"/>
            <a:ext cx="7429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763500" y="1809750"/>
            <a:ext cx="4152900" cy="5238750"/>
          </a:xfrm>
          <a:prstGeom prst="roundRect">
            <a:avLst>
              <a:gd name="adj" fmla="val 550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63500" y="2019300"/>
            <a:ext cx="4152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2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068300" y="2667000"/>
            <a:ext cx="354330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068300" y="4000500"/>
            <a:ext cx="354330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068300" y="5334000"/>
            <a:ext cx="354330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01200" y="7524750"/>
            <a:ext cx="7315200" cy="7620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 vụ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0e4be156-7197-47fa-91e1-e5c04c6774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7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1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381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Futures</a:t>
            </a:r>
            <a:r>
              <a:rPr lang="en-US" sz="75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Promises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67125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30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330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300" b="1" dirty="0" spc="-4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3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3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29125"/>
            <a:ext cx="5715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Executor.submit</a:t>
            </a:r>
            <a:r>
              <a:rPr lang="en-US" sz="27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Future gói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 bất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3714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Future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781550" y="5810250"/>
            <a:ext cx="36195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2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sau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858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1437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6200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Promise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(kiến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chung).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12954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FUTURE: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b="1" spc="2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1800" b="1" spc="18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01200" y="2000250"/>
            <a:ext cx="2743200" cy="5905500"/>
          </a:xfrm>
          <a:prstGeom prst="roundRect">
            <a:avLst>
              <a:gd name="adj" fmla="val 8333"/>
            </a:avLst>
          </a:prstGeom>
          <a:solidFill>
            <a:srgbClr val="14161C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226695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400" dirty="0"/>
          </a:p>
        </p:txBody>
      </p:sp>
      <p:sp>
        <p:nvSpPr>
          <p:cNvPr id="15" name="Connector line-1792338380912-812277402"/>
          <p:cNvSpPr/>
          <p:nvPr/>
        </p:nvSpPr>
        <p:spPr>
          <a:xfrm>
            <a:off x="10972800" y="3048000"/>
            <a:ext cx="0" cy="3810000"/>
          </a:xfrm>
          <a:prstGeom prst="line">
            <a:avLst/>
          </a:prstGeom>
          <a:noFill/>
          <a:ln w="38100">
            <a:solidFill>
              <a:srgbClr val="9AA0B5"/>
            </a:solidFill>
            <a:prstDash val="lgDash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9791700" y="7048500"/>
            <a:ext cx="23622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335000" y="2000250"/>
            <a:ext cx="3581400" cy="1238250"/>
          </a:xfrm>
          <a:prstGeom prst="roundRect">
            <a:avLst>
              <a:gd name="adj" fmla="val 15385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550" dirty="0"/>
          </a:p>
        </p:txBody>
      </p:sp>
      <p:sp>
        <p:nvSpPr>
          <p:cNvPr id="18" name="Connector line-1792338380917-970578640"/>
          <p:cNvSpPr/>
          <p:nvPr/>
        </p:nvSpPr>
        <p:spPr>
          <a:xfrm>
            <a:off x="12382500" y="2619375"/>
            <a:ext cx="8953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38380917-971305577"/>
          <p:cNvSpPr/>
          <p:nvPr/>
        </p:nvSpPr>
        <p:spPr>
          <a:xfrm>
            <a:off x="15125700" y="3276600"/>
            <a:ext cx="0" cy="7810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335000" y="4095750"/>
            <a:ext cx="3581400" cy="180975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335000" y="4476750"/>
            <a:ext cx="3581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Promise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487400" y="508635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100" dirty="0"/>
          </a:p>
        </p:txBody>
      </p:sp>
      <p:sp>
        <p:nvSpPr>
          <p:cNvPr id="23" name="Connector line-1792338380921-892999526"/>
          <p:cNvSpPr/>
          <p:nvPr/>
        </p:nvSpPr>
        <p:spPr>
          <a:xfrm>
            <a:off x="15125700" y="5943600"/>
            <a:ext cx="0" cy="7810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335000" y="6762750"/>
            <a:ext cx="3581400" cy="11430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35000" y="6934200"/>
            <a:ext cx="3581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Future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3487400" y="74295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27" name="Connector line-1792338380925-294808417"/>
          <p:cNvSpPr/>
          <p:nvPr/>
        </p:nvSpPr>
        <p:spPr>
          <a:xfrm flipH="1">
            <a:off x="12401550" y="7334250"/>
            <a:ext cx="8763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0f846f93-5375-443d-8822-c136c73ce1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1950" b="1" spc="1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Monitor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object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Read-write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lock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3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3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300" b="1" dirty="0" spc="-3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33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3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Monitor: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hữu.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đọc-ghi: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600075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876800" y="6000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704850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3342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81050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là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quyền;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2954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MONITOR</a:t>
            </a:r>
            <a:r>
              <a:rPr lang="en-US" sz="1800" b="1" spc="21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0" y="2114550"/>
            <a:ext cx="2286000" cy="723900"/>
          </a:xfrm>
          <a:prstGeom prst="roundRect">
            <a:avLst>
              <a:gd name="adj" fmla="val 26316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1200" y="3067050"/>
            <a:ext cx="2286000" cy="723900"/>
          </a:xfrm>
          <a:prstGeom prst="roundRect">
            <a:avLst>
              <a:gd name="adj" fmla="val 26316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01200" y="38671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1800" dirty="0"/>
          </a:p>
        </p:txBody>
      </p:sp>
      <p:sp>
        <p:nvSpPr>
          <p:cNvPr id="16" name="Connector line-1792338548533-967780734"/>
          <p:cNvSpPr/>
          <p:nvPr/>
        </p:nvSpPr>
        <p:spPr>
          <a:xfrm>
            <a:off x="11963400" y="2952750"/>
            <a:ext cx="7429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763500" y="1809750"/>
            <a:ext cx="4152900" cy="2381250"/>
          </a:xfrm>
          <a:prstGeom prst="roundRect">
            <a:avLst>
              <a:gd name="adj" fmla="val 96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63500" y="2019300"/>
            <a:ext cx="4152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7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068300" y="2819400"/>
            <a:ext cx="3543300" cy="9525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đang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601200" y="4362450"/>
            <a:ext cx="7315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21" name="Connector line-1792338548540-975995768"/>
          <p:cNvSpPr/>
          <p:nvPr/>
        </p:nvSpPr>
        <p:spPr>
          <a:xfrm>
            <a:off x="9601200" y="4972050"/>
            <a:ext cx="7315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601200" y="52197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READ-WRITE</a:t>
            </a:r>
            <a:r>
              <a:rPr lang="en-US" sz="1800" b="1" spc="2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5753100"/>
            <a:ext cx="1905000" cy="609600"/>
          </a:xfrm>
          <a:prstGeom prst="roundRect">
            <a:avLst>
              <a:gd name="adj" fmla="val 2812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01200" y="6515100"/>
            <a:ext cx="1905000" cy="609600"/>
          </a:xfrm>
          <a:prstGeom prst="roundRect">
            <a:avLst>
              <a:gd name="adj" fmla="val 2812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601200" y="7277100"/>
            <a:ext cx="1905000" cy="609600"/>
          </a:xfrm>
          <a:prstGeom prst="roundRect">
            <a:avLst>
              <a:gd name="adj" fmla="val 2812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26" name="Connector line-1792338548546-320551538"/>
          <p:cNvSpPr/>
          <p:nvPr/>
        </p:nvSpPr>
        <p:spPr>
          <a:xfrm>
            <a:off x="11563350" y="6057900"/>
            <a:ext cx="6667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7" name="Connector line-1792338548546-289288496"/>
          <p:cNvSpPr/>
          <p:nvPr/>
        </p:nvSpPr>
        <p:spPr>
          <a:xfrm>
            <a:off x="11563350" y="6819900"/>
            <a:ext cx="6667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8" name="Connector line-1792338548546-909445159"/>
          <p:cNvSpPr/>
          <p:nvPr/>
        </p:nvSpPr>
        <p:spPr>
          <a:xfrm>
            <a:off x="11563350" y="7581900"/>
            <a:ext cx="6667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2287250" y="5753100"/>
            <a:ext cx="2381250" cy="2133600"/>
          </a:xfrm>
          <a:prstGeom prst="roundRect">
            <a:avLst>
              <a:gd name="adj" fmla="val 10714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b="1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5278100" y="6515100"/>
            <a:ext cx="1638300" cy="609600"/>
          </a:xfrm>
          <a:prstGeom prst="roundRect">
            <a:avLst>
              <a:gd name="adj" fmla="val 28125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100" dirty="0"/>
          </a:p>
        </p:txBody>
      </p:sp>
      <p:sp>
        <p:nvSpPr>
          <p:cNvPr id="31" name="Connector line-1792338548549-126390840"/>
          <p:cNvSpPr/>
          <p:nvPr/>
        </p:nvSpPr>
        <p:spPr>
          <a:xfrm flipH="1">
            <a:off x="14725650" y="6819900"/>
            <a:ext cx="5143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601200" y="8096250"/>
            <a:ext cx="7315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7387a326-eda3-4b0d-a44d-36c2102ce9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b="1" spc="21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ctr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Barrier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33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tới</a:t>
            </a:r>
            <a:r>
              <a:rPr lang="en-US" sz="33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71875"/>
            <a:ext cx="7239000" cy="1619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wait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wait.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381625"/>
            <a:ext cx="32385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305300" y="5381625"/>
            <a:ext cx="36195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4770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7818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258050"/>
            <a:ext cx="5715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lúc;</a:t>
            </a: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12954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20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0" y="2286000"/>
            <a:ext cx="161925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601200" y="4000500"/>
            <a:ext cx="161925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01200" y="5715000"/>
            <a:ext cx="161925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</p:txBody>
      </p:sp>
      <p:sp>
        <p:nvSpPr>
          <p:cNvPr id="16" name="Connector line-1792338690256-127030119"/>
          <p:cNvSpPr/>
          <p:nvPr/>
        </p:nvSpPr>
        <p:spPr>
          <a:xfrm>
            <a:off x="11277600" y="2686050"/>
            <a:ext cx="20002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38690257-700634668"/>
          <p:cNvSpPr/>
          <p:nvPr/>
        </p:nvSpPr>
        <p:spPr>
          <a:xfrm>
            <a:off x="11277600" y="4400550"/>
            <a:ext cx="20002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8690257-374251460"/>
          <p:cNvSpPr/>
          <p:nvPr/>
        </p:nvSpPr>
        <p:spPr>
          <a:xfrm>
            <a:off x="11277600" y="6115050"/>
            <a:ext cx="20002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658600" y="2457450"/>
            <a:ext cx="1257300" cy="4572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18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658600" y="4171950"/>
            <a:ext cx="1257300" cy="4572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18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335000" y="1905000"/>
            <a:ext cx="266700" cy="4953000"/>
          </a:xfrm>
          <a:prstGeom prst="roundRect">
            <a:avLst>
              <a:gd name="adj" fmla="val 28571"/>
            </a:avLst>
          </a:prstGeom>
          <a:solidFill>
            <a:srgbClr val="F3EEE3"/>
          </a:solidFill>
          <a:ln/>
        </p:spPr>
      </p:sp>
      <p:sp>
        <p:nvSpPr>
          <p:cNvPr id="22" name="Text 20"/>
          <p:cNvSpPr/>
          <p:nvPr/>
        </p:nvSpPr>
        <p:spPr>
          <a:xfrm>
            <a:off x="12515850" y="702945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endParaRPr lang="en-US" sz="2100" dirty="0"/>
          </a:p>
        </p:txBody>
      </p:sp>
      <p:sp>
        <p:nvSpPr>
          <p:cNvPr id="23" name="Connector line-1792338690263-423285733"/>
          <p:cNvSpPr/>
          <p:nvPr/>
        </p:nvSpPr>
        <p:spPr>
          <a:xfrm>
            <a:off x="13677900" y="2686050"/>
            <a:ext cx="10668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338690263-518015655"/>
          <p:cNvSpPr/>
          <p:nvPr/>
        </p:nvSpPr>
        <p:spPr>
          <a:xfrm>
            <a:off x="13677900" y="4400550"/>
            <a:ext cx="10668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5" name="Connector line-1792338690263-993025790"/>
          <p:cNvSpPr/>
          <p:nvPr/>
        </p:nvSpPr>
        <p:spPr>
          <a:xfrm>
            <a:off x="13677900" y="6115050"/>
            <a:ext cx="10668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4820900" y="1905000"/>
            <a:ext cx="2095500" cy="4953000"/>
          </a:xfrm>
          <a:prstGeom prst="roundRect">
            <a:avLst>
              <a:gd name="adj" fmla="val 10909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01200" y="7772400"/>
            <a:ext cx="73152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2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b="1" dirty="0" spc="2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4bafb122-0cea-4d32-acf8-748e6777f3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950" b="1" spc="21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3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3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3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3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3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619750"/>
            <a:ext cx="5905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667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9342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richtext-1792338743081-131078858"/>
          <p:cNvSpPr/>
          <p:nvPr/>
        </p:nvSpPr>
        <p:spPr>
          <a:xfrm>
            <a:off x="1295400" y="73914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thư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129540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0" y="1295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800" b="1" spc="21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0" y="1866900"/>
            <a:ext cx="3143250" cy="1047750"/>
          </a:xfrm>
          <a:prstGeom prst="roundRect">
            <a:avLst>
              <a:gd name="adj" fmla="val 1818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Producer-Consumer</a:t>
            </a:r>
            <a:endParaRPr lang="en-US" sz="2100" dirty="0"/>
          </a:p>
        </p:txBody>
      </p:sp>
      <p:sp>
        <p:nvSpPr>
          <p:cNvPr id="14" name="Connector line-1792338743105-37922956"/>
          <p:cNvSpPr/>
          <p:nvPr/>
        </p:nvSpPr>
        <p:spPr>
          <a:xfrm>
            <a:off x="12801600" y="2390775"/>
            <a:ext cx="476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335000" y="1866900"/>
            <a:ext cx="35814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queue.Queue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(Python)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01200" y="3181350"/>
            <a:ext cx="3143250" cy="1047750"/>
          </a:xfrm>
          <a:prstGeom prst="roundRect">
            <a:avLst>
              <a:gd name="adj" fmla="val 1818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Thread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pool</a:t>
            </a:r>
            <a:endParaRPr lang="en-US" sz="2100" dirty="0"/>
          </a:p>
        </p:txBody>
      </p:sp>
      <p:sp>
        <p:nvSpPr>
          <p:cNvPr id="17" name="Connector line-1792338743109-395288376"/>
          <p:cNvSpPr/>
          <p:nvPr/>
        </p:nvSpPr>
        <p:spPr>
          <a:xfrm>
            <a:off x="12801600" y="3705225"/>
            <a:ext cx="476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335000" y="3181350"/>
            <a:ext cx="35814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ThreadPoolExecutor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(Python)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01200" y="4495800"/>
            <a:ext cx="3143250" cy="1047750"/>
          </a:xfrm>
          <a:prstGeom prst="roundRect">
            <a:avLst>
              <a:gd name="adj" fmla="val 1818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Futures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Promises</a:t>
            </a:r>
            <a:endParaRPr lang="en-US" sz="2100" dirty="0"/>
          </a:p>
        </p:txBody>
      </p:sp>
      <p:sp>
        <p:nvSpPr>
          <p:cNvPr id="20" name="Connector line-1792338743113-470483058"/>
          <p:cNvSpPr/>
          <p:nvPr/>
        </p:nvSpPr>
        <p:spPr>
          <a:xfrm>
            <a:off x="12801600" y="5019675"/>
            <a:ext cx="476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3335000" y="4495800"/>
            <a:ext cx="35814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Future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(Python)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01200" y="5810250"/>
            <a:ext cx="3143250" cy="104775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Barrier</a:t>
            </a:r>
            <a:endParaRPr lang="en-US" sz="2100" dirty="0"/>
          </a:p>
        </p:txBody>
      </p:sp>
      <p:sp>
        <p:nvSpPr>
          <p:cNvPr id="23" name="Connector line-1792338743117-774624281"/>
          <p:cNvSpPr/>
          <p:nvPr/>
        </p:nvSpPr>
        <p:spPr>
          <a:xfrm>
            <a:off x="12801600" y="6334125"/>
            <a:ext cx="476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3335000" y="5810250"/>
            <a:ext cx="35814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threading.Barrier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(Python)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601200" y="7124700"/>
            <a:ext cx="3143250" cy="104775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Read-write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lock</a:t>
            </a:r>
            <a:endParaRPr lang="en-US" sz="2100" dirty="0"/>
          </a:p>
        </p:txBody>
      </p:sp>
      <p:sp>
        <p:nvSpPr>
          <p:cNvPr id="26" name="Connector line-1792338743120-684418605"/>
          <p:cNvSpPr/>
          <p:nvPr/>
        </p:nvSpPr>
        <p:spPr>
          <a:xfrm>
            <a:off x="12801600" y="7648575"/>
            <a:ext cx="476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3335000" y="7124700"/>
            <a:ext cx="35814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ReadWriteLock (Java)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5097216a-3f3c-407d-984d-e88c75587c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ctr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78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nhận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ngắn.</a:t>
            </a:r>
            <a:r>
              <a:rPr lang="en-US" sz="270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7620000" cy="3276600"/>
          </a:xfrm>
          <a:prstGeom prst="roundRect">
            <a:avLst>
              <a:gd name="adj" fmla="val 814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2959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5829300"/>
            <a:ext cx="5334000" cy="24765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3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3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3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33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2954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0" y="1809750"/>
            <a:ext cx="7315200" cy="2000250"/>
          </a:xfrm>
          <a:prstGeom prst="roundRect">
            <a:avLst>
              <a:gd name="adj" fmla="val 1142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44100" y="2390775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1087100" y="21526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1800" b="1" spc="20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087100" y="2628900"/>
            <a:ext cx="552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Thread</a:t>
            </a:r>
            <a:r>
              <a:rPr lang="en-US" sz="33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pool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601200" y="4019550"/>
            <a:ext cx="7315200" cy="2000250"/>
          </a:xfrm>
          <a:prstGeom prst="roundRect">
            <a:avLst>
              <a:gd name="adj" fmla="val 1142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44100" y="4600575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1087100" y="43624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87100" y="483870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làm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601200" y="6229350"/>
            <a:ext cx="7315200" cy="2000250"/>
          </a:xfrm>
          <a:prstGeom prst="roundRect">
            <a:avLst>
              <a:gd name="adj" fmla="val 1142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44100" y="6810375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1087100" y="65722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87100" y="70485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059f377-b2bd-4a00-aa36-27252da6e2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334500" cy="1143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ctr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9525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8194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JDK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19200" y="34671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53000" y="2857500"/>
            <a:ext cx="447675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Java,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286250"/>
            <a:ext cx="9525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43865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219200" y="508635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thread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53000" y="4476750"/>
            <a:ext cx="447675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 nhẹ,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9525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5905500"/>
            <a:ext cx="361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Race</a:t>
            </a:r>
            <a:r>
              <a:rPr lang="en-US" sz="34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condition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4953000" y="6096000"/>
            <a:ext cx="447675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400" y="7524750"/>
            <a:ext cx="9525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7524750"/>
            <a:ext cx="361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Future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4953000" y="7715250"/>
            <a:ext cx="447675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Đại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896600" y="914400"/>
            <a:ext cx="6477000" cy="8039100"/>
          </a:xfrm>
          <a:prstGeom prst="roundRect">
            <a:avLst>
              <a:gd name="adj" fmla="val 4118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277600" y="12954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201400" y="1866900"/>
            <a:ext cx="58674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1506200" y="207645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1506200" y="2590800"/>
            <a:ext cx="5257800" cy="800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 tên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201400" y="3676650"/>
            <a:ext cx="58674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11506200" y="3886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1506200" y="4400550"/>
            <a:ext cx="5257800" cy="800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queue,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concurrent.futures, threading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201400" y="5486400"/>
            <a:ext cx="58674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11506200" y="569595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OpenJDK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1506200" y="6210300"/>
            <a:ext cx="5257800" cy="800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ReadWriteLock: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chung,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29" name="Connector line-1792339197960-678632071"/>
          <p:cNvSpPr/>
          <p:nvPr/>
        </p:nvSpPr>
        <p:spPr>
          <a:xfrm>
            <a:off x="11277600" y="7429500"/>
            <a:ext cx="5715000" cy="0"/>
          </a:xfrm>
          <a:prstGeom prst="line">
            <a:avLst/>
          </a:prstGeom>
          <a:noFill/>
          <a:ln w="19050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1277600" y="76771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c084d35b-c82a-4df4-a233-fcc3ac16e0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2026-10-19T12:54:56Z</dcterms:created>
  <dcterms:modified xsi:type="dcterms:W3CDTF">2026-10-19T12:54:56Z</dcterms:modified>
</cp:coreProperties>
</file>