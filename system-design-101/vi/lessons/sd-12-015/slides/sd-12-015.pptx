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096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143000"/>
            <a:ext cx="10096500" cy="4476750"/>
          </a:xfrm>
          <a:prstGeom prst="rect">
            <a:avLst/>
          </a:prstGeom>
          <a:noFill/>
          <a:ln/>
        </p:spPr>
        <p:txBody>
          <a:bodyPr wrap="square" lIns="0" tIns="54007" rIns="0" bIns="-54007" rtlCol="0" anchor="t"/>
          <a:lstStyle/>
          <a:p>
            <a:pPr algn="l" indent="0" marL="0">
              <a:lnSpc>
                <a:spcPts val="6615"/>
              </a:lnSpc>
              <a:buNone/>
            </a:pP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Thông</a:t>
            </a:r>
            <a:r>
              <a:rPr lang="en-US" sz="6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63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63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300" dirty="0" spc="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63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thoại: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3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63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63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3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6300" dirty="0"/>
          </a:p>
        </p:txBody>
      </p:sp>
      <p:sp>
        <p:nvSpPr>
          <p:cNvPr id="4" name="Text 2"/>
          <p:cNvSpPr/>
          <p:nvPr/>
        </p:nvSpPr>
        <p:spPr>
          <a:xfrm>
            <a:off x="914400" y="657225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5" name="Connector line-1792423869890-507572633"/>
          <p:cNvSpPr/>
          <p:nvPr/>
        </p:nvSpPr>
        <p:spPr>
          <a:xfrm>
            <a:off x="914400" y="762000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905750"/>
            <a:ext cx="952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phỏng: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chết,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65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9525000" y="4476750"/>
            <a:ext cx="2857500" cy="2857500"/>
          </a:xfrm>
          <a:prstGeom prst="ellipse">
            <a:avLst/>
          </a:prstGeom>
          <a:noFill/>
          <a:ln w="28575">
            <a:solidFill>
              <a:srgbClr val="FF6A4D">
                <a:alpha val="2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953625" y="4905375"/>
            <a:ext cx="2000250" cy="2000250"/>
          </a:xfrm>
          <a:prstGeom prst="ellipse">
            <a:avLst/>
          </a:prstGeom>
          <a:noFill/>
          <a:ln w="28575">
            <a:solidFill>
              <a:srgbClr val="FF6A4D">
                <a:alpha val="50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63200" y="5314950"/>
            <a:ext cx="1181100" cy="11811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F3E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363200" y="5695950"/>
            <a:ext cx="1181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FCM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1544300" y="4191000"/>
            <a:ext cx="1600200" cy="1619250"/>
          </a:xfrm>
          <a:custGeom>
            <a:avLst/>
            <a:gdLst/>
            <a:ahLst/>
            <a:cxnLst/>
            <a:rect l="l" t="t" r="r" b="b"/>
            <a:pathLst>
              <a:path w="1600200" h="1619250">
                <a:moveTo>
                  <a:pt x="0" y="1619250"/>
                </a:moveTo>
                <a:cubicBezTo>
                  <a:pt x="838200" y="1619250"/>
                  <a:pt x="838200" y="0"/>
                  <a:pt x="160020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544300" y="6000750"/>
            <a:ext cx="1600200" cy="1619250"/>
          </a:xfrm>
          <a:custGeom>
            <a:avLst/>
            <a:gdLst/>
            <a:ahLst/>
            <a:cxnLst/>
            <a:rect l="l" t="t" r="r" b="b"/>
            <a:pathLst>
              <a:path w="1600200" h="1619250">
                <a:moveTo>
                  <a:pt x="0" y="0"/>
                </a:moveTo>
                <a:cubicBezTo>
                  <a:pt x="838200" y="0"/>
                  <a:pt x="838200" y="1619250"/>
                  <a:pt x="1600200" y="16192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144500" y="3829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950" b="1" dirty="0" spc="-1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dirty="0" spc="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dirty="0" spc="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3144500" y="7258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195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7215373f-881f-488a-b070-2987a84536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667000"/>
            <a:ext cx="133350" cy="40005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66700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nhờ</a:t>
            </a:r>
            <a:r>
              <a:rPr lang="en-US" sz="78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FCM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7800" dirty="0" spc="-7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8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78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78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428750" y="7239000"/>
            <a:ext cx="14287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0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cài</a:t>
            </a:r>
            <a:r>
              <a:rPr lang="en-US" sz="300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000" b="1" dirty="0" spc="3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30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300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b="1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7e8e0705-f8fa-4d95-827c-3cf2e2116e6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 THẺ</a:t>
            </a:r>
            <a:r>
              <a:rPr lang="en-US" sz="180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Thẻ sau</a:t>
            </a:r>
            <a:r>
              <a:rPr lang="en-US" sz="6900" dirty="0" spc="-8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mười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 tháng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76250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1800" b="1" spc="22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104900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3238500"/>
            <a:ext cx="3619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762500" y="323850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143500" y="342900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78.547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5143500" y="466725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11049000" y="323850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0" y="342900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53.455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11430000" y="466725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14400" y="5810250"/>
            <a:ext cx="3619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6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4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400" b="1" dirty="0" spc="-4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762500" y="581025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2A2E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43500" y="600075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78.300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5143500" y="723900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1049000" y="5810250"/>
            <a:ext cx="5905500" cy="22860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430000" y="6000750"/>
            <a:ext cx="5143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4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4.014</a:t>
            </a:r>
            <a:endParaRPr lang="en-US" sz="7200" dirty="0"/>
          </a:p>
        </p:txBody>
      </p:sp>
      <p:sp>
        <p:nvSpPr>
          <p:cNvPr id="19" name="Text 17"/>
          <p:cNvSpPr/>
          <p:nvPr/>
        </p:nvSpPr>
        <p:spPr>
          <a:xfrm>
            <a:off x="11430000" y="7239000"/>
            <a:ext cx="5143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8477250"/>
            <a:ext cx="1619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mô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phỏng, 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FCM.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0fa905d-cab2-4851-89cd-37a82a6743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·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 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00150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550" dirty="0"/>
          </a:p>
        </p:txBody>
      </p:sp>
      <p:sp>
        <p:nvSpPr>
          <p:cNvPr id="7" name="Connector line-1792423875156-612181673"/>
          <p:cNvSpPr/>
          <p:nvPr/>
        </p:nvSpPr>
        <p:spPr>
          <a:xfrm>
            <a:off x="3933825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276725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475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4562475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2550" dirty="0"/>
          </a:p>
        </p:txBody>
      </p:sp>
      <p:sp>
        <p:nvSpPr>
          <p:cNvPr id="11" name="Connector line-1792423875160-773373114"/>
          <p:cNvSpPr/>
          <p:nvPr/>
        </p:nvSpPr>
        <p:spPr>
          <a:xfrm>
            <a:off x="7296150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639050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24800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7924800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Firebase</a:t>
            </a:r>
            <a:endParaRPr lang="en-US" sz="2550" dirty="0"/>
          </a:p>
        </p:txBody>
      </p:sp>
      <p:sp>
        <p:nvSpPr>
          <p:cNvPr id="15" name="Connector line-1792423875163-629810074"/>
          <p:cNvSpPr/>
          <p:nvPr/>
        </p:nvSpPr>
        <p:spPr>
          <a:xfrm>
            <a:off x="10658475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1001375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287125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287125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Xếp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 ngoại</a:t>
            </a:r>
            <a:r>
              <a:rPr lang="en-US" sz="25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550" dirty="0"/>
          </a:p>
        </p:txBody>
      </p:sp>
      <p:sp>
        <p:nvSpPr>
          <p:cNvPr id="19" name="Connector line-1792423875169-808722337"/>
          <p:cNvSpPr/>
          <p:nvPr/>
        </p:nvSpPr>
        <p:spPr>
          <a:xfrm>
            <a:off x="14020800" y="4714875"/>
            <a:ext cx="304800" cy="0"/>
          </a:xfrm>
          <a:prstGeom prst="line">
            <a:avLst/>
          </a:prstGeom>
          <a:noFill/>
          <a:ln w="57150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4363700" y="3143250"/>
            <a:ext cx="2981325" cy="3143250"/>
          </a:xfrm>
          <a:prstGeom prst="roundRect">
            <a:avLst>
              <a:gd name="adj" fmla="val 10224"/>
            </a:avLst>
          </a:prstGeom>
          <a:solidFill>
            <a:srgbClr val="E8472B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649450" y="3448050"/>
            <a:ext cx="24098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0" kern="0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4649450" y="3943350"/>
            <a:ext cx="2409825" cy="2095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Hiện</a:t>
            </a:r>
            <a:r>
              <a:rPr lang="en-US" sz="255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550" b="1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914400" y="70485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300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30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30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30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300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</a:t>
            </a:r>
            <a:r>
              <a:rPr lang="en-US" sz="30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30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04/09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24eaee89-e780-4a28-8796-2c6e43f5a0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b="1" spc="28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1800" b="1" spc="30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6900" dirty="0" spc="-7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lực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trở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238250" y="2762250"/>
            <a:ext cx="590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1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b="1" spc="21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524750" y="276225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GIỜ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668250" y="2762250"/>
            <a:ext cx="4476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 28</a:t>
            </a:r>
            <a:r>
              <a:rPr lang="en-US" sz="1800" b="1" spc="18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3333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333375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524750" y="333375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64,7%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2668250" y="3333750"/>
            <a:ext cx="4476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100%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14400" y="4857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38250" y="485775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24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524750" y="485775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16,5%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2668250" y="4857750"/>
            <a:ext cx="4476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100%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14400" y="6381750"/>
            <a:ext cx="164592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38250" y="6381750"/>
            <a:ext cx="5905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72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7524750" y="638175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5,8%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2668250" y="6381750"/>
            <a:ext cx="4476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100%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14400" y="80010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700" dirty="0" spc="4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 tuyến;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chọn.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f7f30e98-308d-437e-b9a9-4092ccbb52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TÍCH TỤ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dọn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dồn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001000" cy="438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0" dirty="0" spc="-5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40%</a:t>
            </a:r>
            <a:endParaRPr lang="en-US" sz="28500" dirty="0"/>
          </a:p>
        </p:txBody>
      </p:sp>
      <p:sp>
        <p:nvSpPr>
          <p:cNvPr id="5" name="Text 3"/>
          <p:cNvSpPr/>
          <p:nvPr/>
        </p:nvSpPr>
        <p:spPr>
          <a:xfrm>
            <a:off x="914400" y="7429500"/>
            <a:ext cx="7239000" cy="952500"/>
          </a:xfrm>
          <a:prstGeom prst="rect">
            <a:avLst/>
          </a:prstGeom>
          <a:noFill/>
          <a:ln/>
        </p:spPr>
        <p:txBody>
          <a:bodyPr wrap="square" lIns="0" tIns="12954" rIns="0" bIns="-12954" rtlCol="0" anchor="t"/>
          <a:lstStyle/>
          <a:p>
            <a:pPr algn="l" indent="0" marL="0">
              <a:lnSpc>
                <a:spcPts val="3120"/>
              </a:lnSpc>
              <a:buNone/>
            </a:pP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4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r>
              <a:rPr lang="en-US" sz="24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r>
              <a:rPr lang="en-US" sz="24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r>
              <a:rPr lang="en-US" sz="24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dọn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525000" y="3048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906000" y="3048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dọn: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53.455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525000" y="4953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0" y="4953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ngày: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4,9%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525000" y="6858000"/>
            <a:ext cx="7848600" cy="1619250"/>
          </a:xfrm>
          <a:prstGeom prst="roundRect">
            <a:avLst>
              <a:gd name="adj" fmla="val 16471"/>
            </a:avLst>
          </a:prstGeom>
          <a:solidFill>
            <a:srgbClr val="FBF8F2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0" y="6858000"/>
            <a:ext cx="714375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 như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06/09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98c47098-26be-4337-bc4e-5397d1ebb4b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HẠN</a:t>
            </a:r>
            <a:r>
              <a:rPr lang="en-US" sz="1800" b="1" spc="30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1800" b="1" spc="2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 sống theo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0" dirty="0" spc="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1125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giờ</a:t>
            </a:r>
            <a:endParaRPr lang="en-US" sz="11250" dirty="0"/>
          </a:p>
        </p:txBody>
      </p:sp>
      <p:sp>
        <p:nvSpPr>
          <p:cNvPr id="6" name="Text 4"/>
          <p:cNvSpPr/>
          <p:nvPr/>
        </p:nvSpPr>
        <p:spPr>
          <a:xfrm>
            <a:off x="1295400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b="1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24625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2A2E3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05625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882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28</a:t>
            </a:r>
            <a:r>
              <a:rPr lang="en-US" sz="9882" dirty="0" spc="-1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ngày</a:t>
            </a:r>
            <a:endParaRPr lang="en-US" sz="9882" dirty="0"/>
          </a:p>
        </p:txBody>
      </p:sp>
      <p:sp>
        <p:nvSpPr>
          <p:cNvPr id="9" name="Text 7"/>
          <p:cNvSpPr/>
          <p:nvPr/>
        </p:nvSpPr>
        <p:spPr>
          <a:xfrm>
            <a:off x="6905625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dài: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34850" y="3048000"/>
            <a:ext cx="5229225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15850" y="3333750"/>
            <a:ext cx="4467225" cy="2314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11250" dirty="0"/>
          </a:p>
        </p:txBody>
      </p:sp>
      <p:sp>
        <p:nvSpPr>
          <p:cNvPr id="12" name="Text 10"/>
          <p:cNvSpPr/>
          <p:nvPr/>
        </p:nvSpPr>
        <p:spPr>
          <a:xfrm>
            <a:off x="12515850" y="5905500"/>
            <a:ext cx="4467225" cy="19050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55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mười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382000"/>
            <a:ext cx="1619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phỏng, không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250" dirty="0" spc="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FCM.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70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68c48cb-15ed-4aa8-b5b6-43733bde40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thẻ, ba</a:t>
            </a:r>
            <a:r>
              <a:rPr lang="en-US" sz="6900" dirty="0" spc="-8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mươi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trăm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chết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09562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952750" y="309562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7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85775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BF8F2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509587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2952750" y="509587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70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16459200" cy="1619250"/>
          </a:xfrm>
          <a:prstGeom prst="roundRect">
            <a:avLst>
              <a:gd name="adj" fmla="val 18824"/>
            </a:avLst>
          </a:prstGeom>
          <a:solidFill>
            <a:srgbClr val="FBF8F2"/>
          </a:solidFill>
          <a:ln/>
        </p:spPr>
      </p:sp>
      <p:sp>
        <p:nvSpPr>
          <p:cNvPr id="11" name="Text 9"/>
          <p:cNvSpPr/>
          <p:nvPr/>
        </p:nvSpPr>
        <p:spPr>
          <a:xfrm>
            <a:off x="1333500" y="7096125"/>
            <a:ext cx="1143000" cy="1143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5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2" name="Text 10"/>
          <p:cNvSpPr/>
          <p:nvPr/>
        </p:nvSpPr>
        <p:spPr>
          <a:xfrm>
            <a:off x="2952750" y="7096125"/>
            <a:ext cx="14097000" cy="1143000"/>
          </a:xfrm>
          <a:prstGeom prst="rect">
            <a:avLst/>
          </a:prstGeom>
          <a:noFill/>
          <a:ln/>
        </p:spPr>
        <p:txBody>
          <a:bodyPr wrap="square" lIns="0" tIns="18859" rIns="0" bIns="-18859" rtlCol="0" anchor="ctr"/>
          <a:lstStyle/>
          <a:p>
            <a:pPr algn="l" indent="0" marL="0">
              <a:lnSpc>
                <a:spcPts val="3375"/>
              </a:lnSpc>
              <a:buNone/>
            </a:pPr>
            <a:r>
              <a:rPr lang="en-US" sz="2700" b="1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Xóa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08/09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b0de7808-2cb6-493c-8d3d-19d6e504f2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42900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FCM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3429000" y="304800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nhắn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1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Firebase.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485775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3429000" y="447675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1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0668000" cy="1238250"/>
          </a:xfrm>
          <a:prstGeom prst="roundRect">
            <a:avLst>
              <a:gd name="adj" fmla="val 18462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6286500"/>
            <a:ext cx="190500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TTL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3429000" y="5905500"/>
            <a:ext cx="79057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tin.</a:t>
            </a:r>
            <a:endParaRPr lang="en-US" sz="2100" dirty="0"/>
          </a:p>
        </p:txBody>
      </p:sp>
      <p:sp>
        <p:nvSpPr>
          <p:cNvPr id="13" name="Connector line-1792423911360-811591923"/>
          <p:cNvSpPr/>
          <p:nvPr/>
        </p:nvSpPr>
        <p:spPr>
          <a:xfrm>
            <a:off x="12382500" y="3048000"/>
            <a:ext cx="0" cy="533400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858750" y="30480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10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2100" dirty="0"/>
          </a:p>
        </p:txBody>
      </p:sp>
      <p:sp>
        <p:nvSpPr>
          <p:cNvPr id="15" name="Text richtext-1792423911362-210267362"/>
          <p:cNvSpPr/>
          <p:nvPr/>
        </p:nvSpPr>
        <p:spPr>
          <a:xfrm>
            <a:off x="12858750" y="3619500"/>
            <a:ext cx="4762500" cy="2857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marL="266700" indent="-190541">
              <a:lnSpc>
                <a:spcPts val="273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  <a:p>
            <a:pPr algn="l" marL="266700" indent="-190541">
              <a:lnSpc>
                <a:spcPts val="2730"/>
              </a:lnSpc>
              <a:buSzPct val="100000"/>
              <a:buFont typeface="Arial"/>
              <a:buChar char="•"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858750" y="6667500"/>
            <a:ext cx="4762500" cy="17145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09/09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a213ccd-36be-4143-855d-5e0163834e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2026-10-19T15:47:59Z</dcterms:created>
  <dcterms:modified xsi:type="dcterms:W3CDTF">2026-10-19T15:47:59Z</dcterms:modified>
</cp:coreProperties>
</file>