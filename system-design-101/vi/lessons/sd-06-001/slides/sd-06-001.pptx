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"/>
      <p:regular r:id="rId19"/>
      <p:bold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7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9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9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9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95250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ELK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Stack: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thập,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lý,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gì? Khi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4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7810500"/>
            <a:ext cx="13335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10763250" y="914400"/>
            <a:ext cx="66103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763250" y="9144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1163300" y="11620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0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Beats,</a:t>
            </a:r>
            <a:r>
              <a:rPr lang="en-US" sz="3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 ·</a:t>
            </a:r>
            <a:r>
              <a:rPr lang="en-US" sz="30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Logstash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163300" y="1809750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763250" y="3009900"/>
            <a:ext cx="66103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763250" y="30099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163300" y="32575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0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Elasticsearch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163300" y="3905250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763250" y="5105400"/>
            <a:ext cx="66103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63250" y="51054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1163300" y="53530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0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Kibana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163300" y="6000750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763250" y="7200900"/>
            <a:ext cx="66103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63250" y="72009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163300" y="74485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30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</a:t>
            </a:r>
            <a:r>
              <a:rPr lang="en-US" sz="30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</a:t>
            </a:r>
            <a:r>
              <a:rPr lang="en-US" sz="3000" dirty="0" spc="-3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163300" y="8096250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ee11f54-7209-40a8-8a42-0dd37a0989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459200" cy="4572000"/>
          </a:xfrm>
          <a:prstGeom prst="rect">
            <a:avLst/>
          </a:prstGeom>
          <a:noFill/>
          <a:ln/>
        </p:spPr>
        <p:txBody>
          <a:bodyPr wrap="square" lIns="0" tIns="75438" rIns="0" bIns="-75438" rtlCol="0" anchor="t"/>
          <a:lstStyle/>
          <a:p>
            <a:pPr algn="l" indent="0" marL="0">
              <a:lnSpc>
                <a:spcPts val="10692"/>
              </a:lnSpc>
              <a:buNone/>
            </a:pPr>
            <a:r>
              <a:rPr lang="en-US" sz="9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9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9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99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9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9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9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9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bỏ,</a:t>
            </a:r>
            <a:r>
              <a:rPr lang="en-US" sz="9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9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thêm.</a:t>
            </a:r>
            <a:endParaRPr lang="en-US" sz="9900" dirty="0"/>
          </a:p>
        </p:txBody>
      </p:sp>
      <p:sp>
        <p:nvSpPr>
          <p:cNvPr id="4" name="Shape 2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91400"/>
            <a:ext cx="32385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Beats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914900" y="7391400"/>
            <a:ext cx="32385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Logstash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534400" y="7391400"/>
            <a:ext cx="41910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Elasticsearch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106400" y="7391400"/>
            <a:ext cx="32385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Kibana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Text 1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9f31a5f-f7a0-4fe0-b2d0-2eea5107d1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7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BEATS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18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LOGSTASH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 thập</a:t>
            </a:r>
            <a:r>
              <a:rPr lang="en-US" sz="78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2390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7239000" cy="952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4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36004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Beats</a:t>
            </a:r>
            <a:endParaRPr lang="en-US" sz="6000" dirty="0"/>
          </a:p>
        </p:txBody>
      </p:sp>
      <p:sp>
        <p:nvSpPr>
          <p:cNvPr id="8" name="Text richtext-1792370576866-940646331"/>
          <p:cNvSpPr/>
          <p:nvPr/>
        </p:nvSpPr>
        <p:spPr>
          <a:xfrm>
            <a:off x="1295400" y="4762500"/>
            <a:ext cx="6477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 trình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7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Filebeat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log,</a:t>
            </a:r>
            <a:r>
              <a:rPr lang="en-US" sz="27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Packetbeat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nhẹ,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700" dirty="0"/>
          </a:p>
        </p:txBody>
      </p:sp>
      <p:sp>
        <p:nvSpPr>
          <p:cNvPr id="9" name="Connector line-1792370576888-484155465"/>
          <p:cNvSpPr/>
          <p:nvPr/>
        </p:nvSpPr>
        <p:spPr>
          <a:xfrm>
            <a:off x="8382000" y="5429250"/>
            <a:ext cx="15240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134600" y="2762250"/>
            <a:ext cx="7239000" cy="5334000"/>
          </a:xfrm>
          <a:prstGeom prst="roundRect">
            <a:avLst>
              <a:gd name="adj" fmla="val 4286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134600" y="2762250"/>
            <a:ext cx="7239000" cy="952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0" y="31432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515600" y="3600450"/>
            <a:ext cx="647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Logstash</a:t>
            </a:r>
            <a:endParaRPr lang="en-US" sz="6000" dirty="0"/>
          </a:p>
        </p:txBody>
      </p:sp>
      <p:sp>
        <p:nvSpPr>
          <p:cNvPr id="14" name="Text richtext-1792370576892-565681131"/>
          <p:cNvSpPr/>
          <p:nvPr/>
        </p:nvSpPr>
        <p:spPr>
          <a:xfrm>
            <a:off x="10515600" y="4762500"/>
            <a:ext cx="6477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từ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5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log: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5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700" dirty="0" spc="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60de7f8-765f-49e9-8bbe-c76097fb7b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ELASTICSEARCH</a:t>
            </a:r>
            <a:r>
              <a:rPr lang="en-US" sz="1950" spc="249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1950" spc="17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09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mục,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48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chữ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9530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timeout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055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0289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Lọc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48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753600" y="3905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753600" y="49530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53600" y="59055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 kiếm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3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xây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Lucene.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33109b2-cea8-4649-9455-17c08899ae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KIBANA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HIỂN THỊ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Chỗ</a:t>
            </a:r>
            <a:r>
              <a:rPr lang="en-US" sz="78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8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 cố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78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09900"/>
            <a:ext cx="762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Kibana</a:t>
            </a:r>
            <a:endParaRPr lang="en-US" sz="5400" dirty="0"/>
          </a:p>
        </p:txBody>
      </p:sp>
      <p:sp>
        <p:nvSpPr>
          <p:cNvPr id="6" name="Text richtext-1792370597575-240525346"/>
          <p:cNvSpPr/>
          <p:nvPr/>
        </p:nvSpPr>
        <p:spPr>
          <a:xfrm>
            <a:off x="1295400" y="40005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8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6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</a:t>
            </a:r>
            <a:endParaRPr lang="en-US" sz="2850" dirty="0"/>
          </a:p>
        </p:txBody>
      </p:sp>
      <p:sp>
        <p:nvSpPr>
          <p:cNvPr id="7" name="Connector line-1792370597591-231549230"/>
          <p:cNvSpPr/>
          <p:nvPr/>
        </p:nvSpPr>
        <p:spPr>
          <a:xfrm>
            <a:off x="9144000" y="6057900"/>
            <a:ext cx="0" cy="5143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triangl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6762750"/>
            <a:ext cx="164592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010400"/>
            <a:ext cx="762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Elasticsearch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295400" y="8001000"/>
            <a:ext cx="1569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8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32daa59-ecc6-4a77-b7e3-828762e259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1950" spc="20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1950" spc="21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r>
              <a:rPr lang="en-US" sz="78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đệm,</a:t>
            </a:r>
            <a:r>
              <a:rPr lang="en-US" sz="78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Logstash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Beats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048500" y="28575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7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Kafka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182600" y="28575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Logstash</a:t>
            </a:r>
            <a:endParaRPr lang="en-US" sz="3900" dirty="0"/>
          </a:p>
        </p:txBody>
      </p:sp>
      <p:sp>
        <p:nvSpPr>
          <p:cNvPr id="7" name="Connector line-1792370611907-220159041"/>
          <p:cNvSpPr/>
          <p:nvPr/>
        </p:nvSpPr>
        <p:spPr>
          <a:xfrm>
            <a:off x="5143500" y="3667125"/>
            <a:ext cx="18669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143500" y="3143250"/>
            <a:ext cx="1866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9" name="Connector line-1792370611910-865749920"/>
          <p:cNvSpPr/>
          <p:nvPr/>
        </p:nvSpPr>
        <p:spPr>
          <a:xfrm flipH="1">
            <a:off x="11277600" y="3667125"/>
            <a:ext cx="18669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1277600" y="3143250"/>
            <a:ext cx="1866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</a:t>
            </a:r>
            <a:r>
              <a:rPr lang="en-US" sz="22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5143500"/>
            <a:ext cx="5257800" cy="342900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5429250"/>
            <a:ext cx="4610100" cy="2857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515100" y="5143500"/>
            <a:ext cx="5257800" cy="3429000"/>
          </a:xfrm>
          <a:prstGeom prst="roundRect">
            <a:avLst>
              <a:gd name="adj" fmla="val 6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6838950" y="5429250"/>
            <a:ext cx="4610100" cy="2857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đuổi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2115800" y="5143500"/>
            <a:ext cx="5257800" cy="3429000"/>
          </a:xfrm>
          <a:prstGeom prst="roundRect">
            <a:avLst>
              <a:gd name="adj" fmla="val 6667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12439650" y="5429250"/>
            <a:ext cx="4610100" cy="2857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Logstash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ngột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0a5630d-c1f2-4a28-95a7-07e16a71bd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908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857500" y="28575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Logstash</a:t>
            </a:r>
            <a:r>
              <a:rPr lang="en-US" sz="34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4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4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buộc:</a:t>
            </a:r>
            <a:r>
              <a:rPr lang="en-US" sz="34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Beats</a:t>
            </a:r>
            <a:r>
              <a:rPr lang="en-US" sz="3450" dirty="0" spc="6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4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 tới</a:t>
            </a:r>
            <a:r>
              <a:rPr lang="en-US" sz="34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Elasticsearch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816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2857500" y="50482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4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chặng</a:t>
            </a:r>
            <a:r>
              <a:rPr lang="en-US" sz="34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34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4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4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4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34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4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34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3723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2857500" y="72390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Log</a:t>
            </a:r>
            <a:r>
              <a:rPr lang="en-US" sz="34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4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 nếu</a:t>
            </a:r>
            <a:r>
              <a:rPr lang="en-US" sz="3450" dirty="0" spc="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4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4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4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34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34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a66a2e3-7d60-4208-b1b9-c07cd04346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máy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chủ,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19400"/>
            <a:ext cx="15697200" cy="11239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r>
              <a:rPr lang="en-US" sz="36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thiểu là</a:t>
            </a:r>
            <a:r>
              <a:rPr lang="en-US" sz="3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nào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3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Kafka?</a:t>
            </a:r>
            <a:endParaRPr lang="en-US" sz="3600" dirty="0"/>
          </a:p>
        </p:txBody>
      </p:sp>
      <p:sp>
        <p:nvSpPr>
          <p:cNvPr id="6" name="Connector line-1792370639630-49011748"/>
          <p:cNvSpPr/>
          <p:nvPr/>
        </p:nvSpPr>
        <p:spPr>
          <a:xfrm>
            <a:off x="3486150" y="4953000"/>
            <a:ext cx="113157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105150" y="45720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3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8763000" y="45720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3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14420850" y="457200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3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5143500" cy="3048000"/>
          </a:xfrm>
          <a:prstGeom prst="roundRect">
            <a:avLst>
              <a:gd name="adj" fmla="val 7500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96265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Tối</a:t>
            </a:r>
            <a:r>
              <a:rPr lang="en-US" sz="3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thiểu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38250" y="6762750"/>
            <a:ext cx="4495800" cy="1809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Filebeat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Elasticsearch,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Kibana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572250" y="5715000"/>
            <a:ext cx="5143500" cy="3048000"/>
          </a:xfrm>
          <a:prstGeom prst="roundRect">
            <a:avLst>
              <a:gd name="adj" fmla="val 7500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6896100" y="596265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390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Kafka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896100" y="6762750"/>
            <a:ext cx="4495800" cy="1809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theo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2230100" y="5715000"/>
            <a:ext cx="5143500" cy="3048000"/>
          </a:xfrm>
          <a:prstGeom prst="roundRect">
            <a:avLst>
              <a:gd name="adj" fmla="val 7500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2553950" y="596265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900" dirty="0" spc="-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900" dirty="0" spc="6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2553950" y="6762750"/>
            <a:ext cx="4495800" cy="1809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Logstash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4b7fdf1-eb1e-43d5-ae93-0b50a91942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78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 nguồn</a:t>
            </a:r>
            <a:endParaRPr lang="en-US" sz="7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0"/>
              </a:tblGrid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2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Thêm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Beats</a:t>
                      </a:r>
                      <a:r>
                        <a:rPr lang="en-US" sz="3000" dirty="0" spc="5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thẳng</a:t>
                      </a:r>
                      <a:r>
                        <a:rPr lang="en-US" sz="30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30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Elasticsearch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2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Thêm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5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Kafka:</a:t>
                      </a:r>
                      <a:r>
                        <a:rPr lang="en-US" sz="30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30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3000" dirty="0" spc="-2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kéo,</a:t>
                      </a:r>
                      <a:r>
                        <a:rPr lang="en-US" sz="30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log</a:t>
                      </a:r>
                      <a:r>
                        <a:rPr lang="en-US" sz="30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30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30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3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Bỏ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Giá</a:t>
                      </a:r>
                      <a:r>
                        <a:rPr lang="en-US" sz="300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30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giấy</a:t>
                      </a:r>
                      <a:r>
                        <a:rPr lang="en-US" sz="30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phép: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30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30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r>
                        <a:rPr lang="en-US" sz="30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đối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chiếu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6" kern="0">
                          <a:solidFill>
                            <a:srgbClr val="0F766E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Không</a:t>
                      </a:r>
                      <a:r>
                        <a:rPr lang="en-US" sz="3000" dirty="0" spc="-2" kern="0">
                          <a:solidFill>
                            <a:srgbClr val="0F766E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 ELK;</a:t>
                      </a:r>
                      <a:r>
                        <a:rPr lang="en-US" sz="30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300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 README</a:t>
                      </a:r>
                      <a:r>
                        <a:rPr lang="en-US" sz="30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 mã</a:t>
                      </a:r>
                      <a:endParaRPr lang="en-US" sz="1200" dirty="0"/>
                    </a:p>
                  </a:txBody>
                  <a:tcPr marL="285750" marR="285750" marT="285750" marB="28575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Text 1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8a4d84a-6c1a-4333-b08e-f0ae9a20ef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384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ELK</a:t>
            </a:r>
            <a:endParaRPr lang="en-US" sz="6241" dirty="0"/>
          </a:p>
        </p:txBody>
      </p:sp>
      <p:sp>
        <p:nvSpPr>
          <p:cNvPr id="6" name="Text 4"/>
          <p:cNvSpPr/>
          <p:nvPr/>
        </p:nvSpPr>
        <p:spPr>
          <a:xfrm>
            <a:off x="1295400" y="3771900"/>
            <a:ext cx="1569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Elasticsearch,</a:t>
            </a:r>
            <a:r>
              <a:rPr lang="en-US" sz="1950" dirty="0" spc="-1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Logstash,</a:t>
            </a:r>
            <a:r>
              <a:rPr lang="en-US" sz="1950" dirty="0" spc="-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Kibana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152900"/>
            <a:ext cx="1569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4191000"/>
          </a:xfrm>
          <a:prstGeom prst="roundRect">
            <a:avLst>
              <a:gd name="adj" fmla="val 54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1816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658600" y="51816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950" dirty="0"/>
          </a:p>
        </p:txBody>
      </p:sp>
      <p:sp>
        <p:nvSpPr>
          <p:cNvPr id="11" name="Text richtext-1792370665362-867980197"/>
          <p:cNvSpPr/>
          <p:nvPr/>
        </p:nvSpPr>
        <p:spPr>
          <a:xfrm>
            <a:off x="1295400" y="5715000"/>
            <a:ext cx="15697200" cy="3238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Elastic: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Beats,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Filebeat,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Logstash,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Elasticsearch,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Kibana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5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Elastic: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Logstash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Logstash: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4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92f65c9-4f39-437c-9eaa-3a3801becd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2026-10-19T14:01:13Z</dcterms:created>
  <dcterms:modified xsi:type="dcterms:W3CDTF">2026-10-19T14:01:13Z</dcterms:modified>
</cp:coreProperties>
</file>