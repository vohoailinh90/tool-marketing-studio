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hầm,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8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2850" dirty="0"/>
          </a:p>
        </p:txBody>
      </p:sp>
      <p:sp>
        <p:nvSpPr>
          <p:cNvPr id="5" name="Connector line-1792405368109-354836357"/>
          <p:cNvSpPr/>
          <p:nvPr/>
        </p:nvSpPr>
        <p:spPr>
          <a:xfrm>
            <a:off x="914400" y="600075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14400" y="6419850"/>
            <a:ext cx="419100" cy="4191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6400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562100" y="6324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3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6934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581650" y="64198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5581650" y="6400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229350" y="6324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229350" y="6934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7943850"/>
            <a:ext cx="419100" cy="4191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7924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62100" y="7848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3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3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62100" y="8458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mã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dirty="0" spc="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581650" y="7943850"/>
            <a:ext cx="419100" cy="4191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5581650" y="7924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6229350" y="7848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3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6229350" y="8458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dirty="0" spc="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763250" y="2571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953750" y="3105150"/>
            <a:ext cx="3095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049375" y="3105150"/>
            <a:ext cx="3095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6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1800" dirty="0" spc="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26" name="Connector line-1792405368142-998700976"/>
          <p:cNvSpPr/>
          <p:nvPr/>
        </p:nvSpPr>
        <p:spPr>
          <a:xfrm>
            <a:off x="10953750" y="3619500"/>
            <a:ext cx="3095625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7" name="Connector line-1792405368143-687616542"/>
          <p:cNvSpPr/>
          <p:nvPr/>
        </p:nvSpPr>
        <p:spPr>
          <a:xfrm>
            <a:off x="14049375" y="3619500"/>
            <a:ext cx="3095625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8" name="Connector line-1792405368143-438758283"/>
          <p:cNvSpPr/>
          <p:nvPr/>
        </p:nvSpPr>
        <p:spPr>
          <a:xfrm>
            <a:off x="12496800" y="3619500"/>
            <a:ext cx="0" cy="8382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782300" y="3448050"/>
            <a:ext cx="342900" cy="3429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3877925" y="3448050"/>
            <a:ext cx="342900" cy="3429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73550" y="3448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353925" y="446722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33" name="Text 31"/>
          <p:cNvSpPr/>
          <p:nvPr/>
        </p:nvSpPr>
        <p:spPr>
          <a:xfrm>
            <a:off x="10782300" y="39433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096875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552575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763500" y="44577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nghe: không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953750" y="59626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1800" dirty="0"/>
          </a:p>
        </p:txBody>
      </p:sp>
      <p:sp>
        <p:nvSpPr>
          <p:cNvPr id="39" name="Connector line-1792405368152-644715342"/>
          <p:cNvSpPr/>
          <p:nvPr/>
        </p:nvSpPr>
        <p:spPr>
          <a:xfrm>
            <a:off x="10953750" y="6477000"/>
            <a:ext cx="61912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10782300" y="6305550"/>
            <a:ext cx="342900" cy="3429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41" name="Shape 39"/>
          <p:cNvSpPr/>
          <p:nvPr/>
        </p:nvSpPr>
        <p:spPr>
          <a:xfrm>
            <a:off x="13877925" y="6305550"/>
            <a:ext cx="342900" cy="342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42" name="Shape 40"/>
          <p:cNvSpPr/>
          <p:nvPr/>
        </p:nvSpPr>
        <p:spPr>
          <a:xfrm>
            <a:off x="16973550" y="6305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Text 41"/>
          <p:cNvSpPr/>
          <p:nvPr/>
        </p:nvSpPr>
        <p:spPr>
          <a:xfrm>
            <a:off x="10782300" y="68008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5525750" y="68008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808a1e94-8c77-455b-b18a-2d1c2819c2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7524750" cy="2381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 đặt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VPN.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dùng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 nhỏ tự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cài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8953500" y="12382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0" y="1676400"/>
            <a:ext cx="723900" cy="723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0" y="17526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0382250" y="15240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382250" y="21145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nào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8953500" y="30289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3467100"/>
            <a:ext cx="723900" cy="7239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9372600" y="35433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382250" y="33147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382250" y="3905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8953500" y="48196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2600" y="5257800"/>
            <a:ext cx="723900" cy="723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372600" y="53340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382250" y="51054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82250" y="56959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8953500" y="66103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72600" y="7048500"/>
            <a:ext cx="723900" cy="723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9372600" y="71247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382250" y="68961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0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382250" y="74866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Connector line-1792374175097-80292972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e3cd2a46-f7ca-43c5-b5e2-6bd0606cc0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 bị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2667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42862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47625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7" name="Connector line-1792376476955-8071994"/>
          <p:cNvSpPr/>
          <p:nvPr/>
        </p:nvSpPr>
        <p:spPr>
          <a:xfrm>
            <a:off x="3581400" y="4714875"/>
            <a:ext cx="6096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8" name="Connector line-1792376476955-356153397"/>
          <p:cNvSpPr/>
          <p:nvPr/>
        </p:nvSpPr>
        <p:spPr>
          <a:xfrm flipV="1">
            <a:off x="4191000" y="3733800"/>
            <a:ext cx="1276350" cy="9810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6476956-443175096"/>
          <p:cNvSpPr/>
          <p:nvPr/>
        </p:nvSpPr>
        <p:spPr>
          <a:xfrm>
            <a:off x="4191000" y="4714875"/>
            <a:ext cx="1276350" cy="981075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4086225" y="4610100"/>
            <a:ext cx="209550" cy="2095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1" name="Shape 9"/>
          <p:cNvSpPr/>
          <p:nvPr/>
        </p:nvSpPr>
        <p:spPr>
          <a:xfrm>
            <a:off x="5524500" y="3000375"/>
            <a:ext cx="42481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53100" y="3257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2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753100" y="37338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524500" y="5000625"/>
            <a:ext cx="42481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53100" y="52578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5753100" y="5734050"/>
            <a:ext cx="3810000" cy="6477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18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096500" y="27622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63200" y="28956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363200" y="31813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--redirect-gateway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363200" y="3600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8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096500" y="40957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63200" y="42291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WIREGUARD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363200" y="45148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AllowedIPs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363200" y="49339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096500" y="54292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63200" y="55626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363200" y="58483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 gói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0363200" y="6267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6934200"/>
            <a:ext cx="895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 TIN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23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953625" y="6896100"/>
            <a:ext cx="74199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14400" y="7353300"/>
            <a:ext cx="9020175" cy="609600"/>
          </a:xfrm>
          <a:prstGeom prst="rect">
            <a:avLst/>
          </a:prstGeom>
          <a:solidFill>
            <a:srgbClr val="2A2D38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7353300"/>
            <a:ext cx="90201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39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9953625" y="7353300"/>
            <a:ext cx="904875" cy="6096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4" name="Text 32"/>
          <p:cNvSpPr/>
          <p:nvPr/>
        </p:nvSpPr>
        <p:spPr>
          <a:xfrm>
            <a:off x="9953625" y="7353300"/>
            <a:ext cx="9048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0877550" y="7353300"/>
            <a:ext cx="2762250" cy="609600"/>
          </a:xfrm>
          <a:prstGeom prst="rect">
            <a:avLst/>
          </a:prstGeom>
          <a:solidFill>
            <a:srgbClr val="6A82F0"/>
          </a:solidFill>
          <a:ln/>
        </p:spPr>
      </p:sp>
      <p:sp>
        <p:nvSpPr>
          <p:cNvPr id="36" name="Text 34"/>
          <p:cNvSpPr/>
          <p:nvPr/>
        </p:nvSpPr>
        <p:spPr>
          <a:xfrm>
            <a:off x="10877550" y="7353300"/>
            <a:ext cx="2762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</a:t>
            </a:r>
            <a:endParaRPr lang="en-US" sz="2550" dirty="0"/>
          </a:p>
        </p:txBody>
      </p:sp>
      <p:sp>
        <p:nvSpPr>
          <p:cNvPr id="37" name="Shape 35"/>
          <p:cNvSpPr/>
          <p:nvPr/>
        </p:nvSpPr>
        <p:spPr>
          <a:xfrm>
            <a:off x="13658850" y="7353300"/>
            <a:ext cx="3714750" cy="609600"/>
          </a:xfrm>
          <a:prstGeom prst="rect">
            <a:avLst/>
          </a:prstGeom>
          <a:solidFill>
            <a:srgbClr val="5870E4"/>
          </a:solidFill>
          <a:ln/>
        </p:spPr>
      </p:sp>
      <p:sp>
        <p:nvSpPr>
          <p:cNvPr id="38" name="Text 36"/>
          <p:cNvSpPr/>
          <p:nvPr/>
        </p:nvSpPr>
        <p:spPr>
          <a:xfrm>
            <a:off x="13658850" y="735330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</a:t>
            </a:r>
            <a:endParaRPr lang="en-US" sz="2550" dirty="0"/>
          </a:p>
        </p:txBody>
      </p:sp>
      <p:sp>
        <p:nvSpPr>
          <p:cNvPr id="39" name="Text 37"/>
          <p:cNvSpPr/>
          <p:nvPr/>
        </p:nvSpPr>
        <p:spPr>
          <a:xfrm>
            <a:off x="914400" y="8077200"/>
            <a:ext cx="90201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gốc:</a:t>
            </a:r>
            <a:r>
              <a:rPr lang="en-US" sz="165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810750" y="8077200"/>
            <a:ext cx="11906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877550" y="80772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3658850" y="8077200"/>
            <a:ext cx="3714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14400" y="85915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thật;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AES-GCM.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5" name="Connector line-1792376477002-23818972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1834c61b-4801-42e7-9065-8e1835a772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6096000" cy="5048250"/>
          </a:xfrm>
          <a:prstGeom prst="roundRect">
            <a:avLst>
              <a:gd name="adj" fmla="val 490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3409950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19200" y="379095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1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r>
              <a:rPr lang="en-US" sz="75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7500" dirty="0"/>
          </a:p>
        </p:txBody>
      </p:sp>
      <p:sp>
        <p:nvSpPr>
          <p:cNvPr id="8" name="Text 6"/>
          <p:cNvSpPr/>
          <p:nvPr/>
        </p:nvSpPr>
        <p:spPr>
          <a:xfrm>
            <a:off x="1219200" y="49911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đó: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19200" y="55626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55626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9200" y="63627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1219200" y="63627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9200" y="71628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1219200" y="71628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7334250" y="3143250"/>
            <a:ext cx="10039350" cy="5048250"/>
          </a:xfrm>
          <a:prstGeom prst="roundRect">
            <a:avLst>
              <a:gd name="adj" fmla="val 490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9050" y="340995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639050" y="3790950"/>
            <a:ext cx="238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71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0210800" y="3790950"/>
            <a:ext cx="238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59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782550" y="3790950"/>
            <a:ext cx="4381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1,8</a:t>
            </a:r>
            <a:r>
              <a:rPr lang="en-US" sz="4200" dirty="0" spc="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4200" dirty="0" spc="-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2,6</a:t>
            </a: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7639050" y="451485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10800" y="451485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782550" y="4514850"/>
            <a:ext cx="447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chạy)</a:t>
            </a:r>
            <a:endParaRPr lang="en-US" sz="1800" dirty="0"/>
          </a:p>
        </p:txBody>
      </p:sp>
      <p:sp>
        <p:nvSpPr>
          <p:cNvPr id="23" name="Connector line-1792405191356-363154529"/>
          <p:cNvSpPr/>
          <p:nvPr/>
        </p:nvSpPr>
        <p:spPr>
          <a:xfrm>
            <a:off x="7639050" y="5105400"/>
            <a:ext cx="942975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686675" y="54768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8058150" y="53530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7686675" y="60483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7" name="Text 25"/>
          <p:cNvSpPr/>
          <p:nvPr/>
        </p:nvSpPr>
        <p:spPr>
          <a:xfrm>
            <a:off x="8058150" y="59245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7686675" y="6619875"/>
            <a:ext cx="171450" cy="1714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8058150" y="64960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8058150" y="6915150"/>
            <a:ext cx="895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103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byte: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639050" y="7410450"/>
            <a:ext cx="9334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ngoài: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InvalidTag,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Connector line-1792405191369-2537214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438b490a-07f0-48f1-b779-4468ab6eb4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chủ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 thấy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429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0289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346710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71</a:t>
            </a:r>
            <a:r>
              <a:rPr lang="en-US" sz="48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81100" y="44005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100" dirty="0"/>
          </a:p>
        </p:txBody>
      </p:sp>
      <p:sp>
        <p:nvSpPr>
          <p:cNvPr id="8" name="Connector line-1792405982957-727898929"/>
          <p:cNvSpPr/>
          <p:nvPr/>
        </p:nvSpPr>
        <p:spPr>
          <a:xfrm>
            <a:off x="4362450" y="4286250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5143500" y="2762250"/>
            <a:ext cx="6858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8300" y="3028950"/>
            <a:ext cx="571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48300" y="3448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thứ: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5448300" y="4152900"/>
            <a:ext cx="27622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5448300" y="4152900"/>
            <a:ext cx="2762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343900" y="4152900"/>
            <a:ext cx="14287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343900" y="4152900"/>
            <a:ext cx="1428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0" y="4152900"/>
            <a:ext cx="18097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0" y="4152900"/>
            <a:ext cx="1809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448300" y="5029200"/>
            <a:ext cx="619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1950" dirty="0"/>
          </a:p>
        </p:txBody>
      </p:sp>
      <p:sp>
        <p:nvSpPr>
          <p:cNvPr id="19" name="Connector line-1792405982971-883587258"/>
          <p:cNvSpPr/>
          <p:nvPr/>
        </p:nvSpPr>
        <p:spPr>
          <a:xfrm>
            <a:off x="12020550" y="4286250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20" name="Shape 18"/>
          <p:cNvSpPr/>
          <p:nvPr/>
        </p:nvSpPr>
        <p:spPr>
          <a:xfrm>
            <a:off x="12801600" y="2762250"/>
            <a:ext cx="4572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68300" y="3028950"/>
            <a:ext cx="4000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068300" y="3467100"/>
            <a:ext cx="4000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3068300" y="4400550"/>
            <a:ext cx="4000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4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14400" y="6096000"/>
            <a:ext cx="16459200" cy="2381250"/>
          </a:xfrm>
          <a:prstGeom prst="roundRect">
            <a:avLst>
              <a:gd name="adj" fmla="val 104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19200" y="6362700"/>
            <a:ext cx="3810000" cy="1847850"/>
          </a:xfrm>
          <a:prstGeom prst="roundRect">
            <a:avLst>
              <a:gd name="adj" fmla="val 1134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47800" y="649605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9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2571750" y="6915150"/>
            <a:ext cx="1104900" cy="6096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0850" y="7086600"/>
            <a:ext cx="266700" cy="266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9" name="Connector line-1792405982980-616868198"/>
          <p:cNvSpPr/>
          <p:nvPr/>
        </p:nvSpPr>
        <p:spPr>
          <a:xfrm flipV="1">
            <a:off x="2533650" y="6877050"/>
            <a:ext cx="1181100" cy="68580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447800" y="773430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endParaRPr lang="en-US" sz="1800" dirty="0"/>
          </a:p>
        </p:txBody>
      </p:sp>
      <p:sp>
        <p:nvSpPr>
          <p:cNvPr id="31" name="Connector line-1792405982982-902689274"/>
          <p:cNvSpPr/>
          <p:nvPr/>
        </p:nvSpPr>
        <p:spPr>
          <a:xfrm>
            <a:off x="5048250" y="7286625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32" name="Shape 30"/>
          <p:cNvSpPr/>
          <p:nvPr/>
        </p:nvSpPr>
        <p:spPr>
          <a:xfrm>
            <a:off x="5829300" y="6362700"/>
            <a:ext cx="3810000" cy="1847850"/>
          </a:xfrm>
          <a:prstGeom prst="roundRect">
            <a:avLst>
              <a:gd name="adj" fmla="val 1134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7900" y="649605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7181850" y="6915150"/>
            <a:ext cx="1104900" cy="6096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0950" y="70866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6" name="Text 34"/>
          <p:cNvSpPr/>
          <p:nvPr/>
        </p:nvSpPr>
        <p:spPr>
          <a:xfrm>
            <a:off x="6057900" y="773430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096500" y="65722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10096500" y="7772400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“tin</a:t>
            </a:r>
            <a:r>
              <a:rPr lang="en-US" sz="1950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VPN”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914400" y="87439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VPN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Connector line-1792405982992-5228605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e0b3c89e-caec-497b-89a0-533f13a64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5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cầu: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che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28950"/>
            <a:ext cx="9658350" cy="1962150"/>
          </a:xfrm>
          <a:prstGeom prst="roundRect">
            <a:avLst>
              <a:gd name="adj" fmla="val 1262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32004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7" name="Connector line-1792382693215-196995428"/>
          <p:cNvSpPr/>
          <p:nvPr/>
        </p:nvSpPr>
        <p:spPr>
          <a:xfrm>
            <a:off x="1619250" y="3981450"/>
            <a:ext cx="82486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447800" y="38100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9696450" y="38100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4505325" y="367665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4505325" y="367665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4362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10550" y="4362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124325" y="4362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14400" y="5181600"/>
            <a:ext cx="9658350" cy="2343150"/>
          </a:xfrm>
          <a:prstGeom prst="roundRect">
            <a:avLst>
              <a:gd name="adj" fmla="val 105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19200" y="535305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19250" y="5772150"/>
            <a:ext cx="333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53000" y="5772150"/>
            <a:ext cx="4914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1800" dirty="0" spc="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9" name="Connector line-1792382693231-508084640"/>
          <p:cNvSpPr/>
          <p:nvPr/>
        </p:nvSpPr>
        <p:spPr>
          <a:xfrm>
            <a:off x="1619250" y="6400800"/>
            <a:ext cx="3333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0" name="Connector line-1792382693232-446110707"/>
          <p:cNvSpPr/>
          <p:nvPr/>
        </p:nvSpPr>
        <p:spPr>
          <a:xfrm>
            <a:off x="4953000" y="6400800"/>
            <a:ext cx="491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447800" y="622935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2" name="Shape 20"/>
          <p:cNvSpPr/>
          <p:nvPr/>
        </p:nvSpPr>
        <p:spPr>
          <a:xfrm>
            <a:off x="4781550" y="6229350"/>
            <a:ext cx="342900" cy="342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6450" y="62293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64770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6477000" y="609600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127.0.0.3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90650" y="67818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810000" y="67818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10550" y="67818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91250" y="704850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953750" y="3028950"/>
            <a:ext cx="6419850" cy="4495800"/>
          </a:xfrm>
          <a:prstGeom prst="roundRect">
            <a:avLst>
              <a:gd name="adj" fmla="val 5508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11258550" y="3276600"/>
            <a:ext cx="571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258550" y="36576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sid-4711</a:t>
            </a:r>
            <a:endParaRPr lang="en-US" sz="6000" dirty="0"/>
          </a:p>
        </p:txBody>
      </p:sp>
      <p:sp>
        <p:nvSpPr>
          <p:cNvPr id="33" name="Text 31"/>
          <p:cNvSpPr/>
          <p:nvPr/>
        </p:nvSpPr>
        <p:spPr>
          <a:xfrm>
            <a:off x="11258550" y="4724400"/>
            <a:ext cx="581025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24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11258550" y="6210300"/>
            <a:ext cx="5810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58550" y="62103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258550" y="6858000"/>
            <a:ext cx="5810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258550" y="68580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4400" y="77724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E8E0CF"/>
          </a:solidFill>
          <a:ln/>
        </p:spPr>
      </p:sp>
      <p:sp>
        <p:nvSpPr>
          <p:cNvPr id="39" name="Shape 37"/>
          <p:cNvSpPr/>
          <p:nvPr/>
        </p:nvSpPr>
        <p:spPr>
          <a:xfrm>
            <a:off x="1190625" y="8162925"/>
            <a:ext cx="285750" cy="2857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40" name="Text 38"/>
          <p:cNvSpPr/>
          <p:nvPr/>
        </p:nvSpPr>
        <p:spPr>
          <a:xfrm>
            <a:off x="1676400" y="7905750"/>
            <a:ext cx="1543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 sau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41" name="Text 39"/>
          <p:cNvSpPr/>
          <p:nvPr/>
        </p:nvSpPr>
        <p:spPr>
          <a:xfrm>
            <a:off x="1676400" y="8362950"/>
            <a:ext cx="1543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 thứ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mã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14400" y="897255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127.0.0.3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hình;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cộng.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Connector line-1792382693257-9444417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9" name="Shape 4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50" name="Shape 4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37a97c8d-f56d-4ffc-a3c5-0f7eb8bac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115300" cy="2019300"/>
          </a:xfrm>
          <a:prstGeom prst="roundRect">
            <a:avLst>
              <a:gd name="adj" fmla="val 122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29718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165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19200" y="331470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19200" y="3905250"/>
            <a:ext cx="7429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VPN;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258300" y="2762250"/>
            <a:ext cx="8115300" cy="2019300"/>
          </a:xfrm>
          <a:prstGeom prst="roundRect">
            <a:avLst>
              <a:gd name="adj" fmla="val 12264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63100" y="29718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563100" y="331470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563100" y="3905250"/>
            <a:ext cx="7429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 theo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991100"/>
            <a:ext cx="8115300" cy="2495550"/>
          </a:xfrm>
          <a:prstGeom prst="roundRect">
            <a:avLst>
              <a:gd name="adj" fmla="val 992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9200" y="52006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19200" y="554355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che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850" dirty="0"/>
          </a:p>
        </p:txBody>
      </p:sp>
      <p:sp>
        <p:nvSpPr>
          <p:cNvPr id="15" name="Text richtext-1792405069900-754417359"/>
          <p:cNvSpPr/>
          <p:nvPr/>
        </p:nvSpPr>
        <p:spPr>
          <a:xfrm>
            <a:off x="1219200" y="6134100"/>
            <a:ext cx="7429500" cy="12763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thẳng: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IPv6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rò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4991100"/>
            <a:ext cx="8115300" cy="2495550"/>
          </a:xfrm>
          <a:prstGeom prst="roundRect">
            <a:avLst>
              <a:gd name="adj" fmla="val 992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63100" y="52006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16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563100" y="554355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563100" y="61722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VPN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mọi thứ</a:t>
            </a:r>
            <a:r>
              <a:rPr lang="en-US" sz="2100" dirty="0" spc="-3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447800"/>
          </a:xfrm>
          <a:prstGeom prst="roundRect">
            <a:avLst>
              <a:gd name="adj" fmla="val 17105"/>
            </a:avLst>
          </a:prstGeom>
          <a:solidFill>
            <a:srgbClr val="2B1B19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250" y="786765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“Riêng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tư”</a:t>
            </a:r>
            <a:r>
              <a:rPr lang="en-US" sz="2700" b="1" dirty="0" spc="-2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“ẩn</a:t>
            </a:r>
            <a:r>
              <a:rPr lang="en-US" sz="27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danh”</a:t>
            </a:r>
            <a:r>
              <a:rPr lang="en-US" sz="27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7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tin</a:t>
            </a:r>
            <a:r>
              <a:rPr lang="en-US" sz="270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b="1" dirty="0" spc="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238250" y="8439150"/>
            <a:ext cx="15811500" cy="6286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Connector line-1792405069930-212940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b5a9ce5-8c5a-4694-9280-fad13482ae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115300" cy="4476750"/>
          </a:xfrm>
          <a:prstGeom prst="roundRect">
            <a:avLst>
              <a:gd name="adj" fmla="val 55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670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219200" y="3505200"/>
            <a:ext cx="14859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505200"/>
            <a:ext cx="14859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2838450" y="3505200"/>
            <a:ext cx="196215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2838450" y="3505200"/>
            <a:ext cx="19621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933950" y="3505200"/>
            <a:ext cx="16764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4933950" y="3505200"/>
            <a:ext cx="1676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950" b="1" dirty="0" spc="-1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743700" y="35052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6743700" y="35052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endParaRPr lang="en-US" sz="1950" dirty="0"/>
          </a:p>
        </p:txBody>
      </p:sp>
      <p:sp>
        <p:nvSpPr>
          <p:cNvPr id="14" name="Text richtext-1792383374888-35357719"/>
          <p:cNvSpPr/>
          <p:nvPr/>
        </p:nvSpPr>
        <p:spPr>
          <a:xfrm>
            <a:off x="1219200" y="4343400"/>
            <a:ext cx="7524750" cy="2819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 nguyên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127.0.0.1,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mỗi lần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258300" y="2819400"/>
            <a:ext cx="8115300" cy="4476750"/>
          </a:xfrm>
          <a:prstGeom prst="roundRect">
            <a:avLst>
              <a:gd name="adj" fmla="val 55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3100" y="30670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endParaRPr lang="en-US" sz="1650" dirty="0"/>
          </a:p>
        </p:txBody>
      </p:sp>
      <p:sp>
        <p:nvSpPr>
          <p:cNvPr id="17" name="Text richtext-1792383374900-842404097"/>
          <p:cNvSpPr/>
          <p:nvPr/>
        </p:nvSpPr>
        <p:spPr>
          <a:xfrm>
            <a:off x="9563100" y="3505200"/>
            <a:ext cx="7524750" cy="2095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IPv6,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63100" y="5905500"/>
            <a:ext cx="7505700" cy="1104900"/>
          </a:xfrm>
          <a:prstGeom prst="roundRect">
            <a:avLst>
              <a:gd name="adj" fmla="val 17241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6057900"/>
            <a:ext cx="70104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không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581900"/>
            <a:ext cx="16459200" cy="1219200"/>
          </a:xfrm>
          <a:prstGeom prst="roundRect">
            <a:avLst>
              <a:gd name="adj" fmla="val 17188"/>
            </a:avLst>
          </a:prstGeom>
          <a:solidFill>
            <a:srgbClr val="E8E0CF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791450"/>
            <a:ext cx="15811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thước.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238250" y="8286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ít.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127.0.0.2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127.0.0.3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4" name="Connector line-1792383374916-84582248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7feae5f9-ffec-4c57-8463-e79a79aaf2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85900"/>
            <a:ext cx="7524750" cy="3048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phê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r>
              <a:rPr lang="en-US" sz="30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Wi-Fi,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30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3000" dirty="0"/>
          </a:p>
        </p:txBody>
      </p:sp>
      <p:sp>
        <p:nvSpPr>
          <p:cNvPr id="4" name="Connector line-1792405109600-633964343"/>
          <p:cNvSpPr/>
          <p:nvPr/>
        </p:nvSpPr>
        <p:spPr>
          <a:xfrm>
            <a:off x="1238250" y="7334250"/>
            <a:ext cx="3333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Connector line-1792405109601-969301389"/>
          <p:cNvSpPr/>
          <p:nvPr/>
        </p:nvSpPr>
        <p:spPr>
          <a:xfrm>
            <a:off x="4572000" y="7334250"/>
            <a:ext cx="3619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6" name="Connector line-1792405109601-219945357"/>
          <p:cNvSpPr/>
          <p:nvPr/>
        </p:nvSpPr>
        <p:spPr>
          <a:xfrm flipV="1">
            <a:off x="2905125" y="6400800"/>
            <a:ext cx="0" cy="93345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66800" y="71628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4400550" y="7162800"/>
            <a:ext cx="342900" cy="342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8020050" y="71628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2752725" y="60960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3219450" y="6076950"/>
            <a:ext cx="447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Wi-Fi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68199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18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76771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43125" y="76771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14750" y="7677150"/>
            <a:ext cx="171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67500" y="76771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0" y="1428750"/>
            <a:ext cx="8229600" cy="7429500"/>
          </a:xfrm>
          <a:prstGeom prst="roundRect">
            <a:avLst>
              <a:gd name="adj" fmla="val 3590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9563100" y="1924050"/>
            <a:ext cx="685800" cy="685800"/>
          </a:xfrm>
          <a:prstGeom prst="ellipse">
            <a:avLst/>
          </a:prstGeom>
          <a:solidFill>
            <a:srgbClr val="FBF8F2"/>
          </a:solidFill>
          <a:ln/>
        </p:spPr>
      </p:sp>
      <p:sp>
        <p:nvSpPr>
          <p:cNvPr id="19" name="Shape 17"/>
          <p:cNvSpPr/>
          <p:nvPr/>
        </p:nvSpPr>
        <p:spPr>
          <a:xfrm>
            <a:off x="9725025" y="2124075"/>
            <a:ext cx="371475" cy="279101"/>
          </a:xfrm>
          <a:custGeom>
            <a:avLst/>
            <a:gdLst/>
            <a:ahLst/>
            <a:cxnLst/>
            <a:rect l="l" t="t" r="r" b="b"/>
            <a:pathLst>
              <a:path w="371475" h="279101">
                <a:moveTo>
                  <a:pt x="0" y="161925"/>
                </a:moveTo>
                <a:lnTo>
                  <a:pt x="109358" y="271283"/>
                </a:lnTo>
                <a:cubicBezTo>
                  <a:pt x="117176" y="279101"/>
                  <a:pt x="129984" y="278644"/>
                  <a:pt x="137224" y="270289"/>
                </a:cubicBezTo>
                <a:lnTo>
                  <a:pt x="371475" y="0"/>
                </a:lnTo>
              </a:path>
            </a:pathLst>
          </a:custGeom>
          <a:ln w="76200">
            <a:solidFill>
              <a:srgbClr val="1F3F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39400" y="20955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7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2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29908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NGỒI</a:t>
            </a:r>
            <a:r>
              <a:rPr lang="en-US" sz="16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6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3295650"/>
            <a:ext cx="7524750" cy="8763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b="1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thước,</a:t>
            </a:r>
            <a:r>
              <a:rPr lang="en-US" sz="25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525000" y="43053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525000" y="4629150"/>
            <a:ext cx="7524750" cy="8763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525000" y="56769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525000" y="6000750"/>
            <a:ext cx="7524750" cy="8763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550" dirty="0"/>
          </a:p>
        </p:txBody>
      </p:sp>
      <p:sp>
        <p:nvSpPr>
          <p:cNvPr id="27" name="Connector line-1792405109632-397535402"/>
          <p:cNvSpPr/>
          <p:nvPr/>
        </p:nvSpPr>
        <p:spPr>
          <a:xfrm>
            <a:off x="9525000" y="7200900"/>
            <a:ext cx="7467600" cy="0"/>
          </a:xfrm>
          <a:prstGeom prst="line">
            <a:avLst/>
          </a:prstGeom>
          <a:noFill/>
          <a:ln w="19050">
            <a:solidFill>
              <a:srgbClr val="DDE3FA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7410450"/>
            <a:ext cx="746760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100" dirty="0" spc="-1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Connector line-1792405109635-7178249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74f947e-370e-4b2a-a0d8-828dbdd248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430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Virtual</a:t>
            </a:r>
            <a:r>
              <a:rPr lang="en-US" sz="1650" dirty="0" spc="-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Private Network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 đường hầm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0673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959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2959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9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 thiết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92202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488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IPv6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4488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9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r>
              <a:rPr lang="en-US" sz="1650" dirty="0" spc="-8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version</a:t>
            </a:r>
            <a:r>
              <a:rPr lang="en-US" sz="1650" dirty="0" spc="5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6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6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33731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6017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36017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Domain</a:t>
            </a: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Name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System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4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1430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Advanced</a:t>
            </a: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Encryption</a:t>
            </a:r>
            <a:r>
              <a:rPr lang="en-US" sz="1650" dirty="0" spc="-8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Standard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dùng một khóa chung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50673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959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52959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Galois/Counter</a:t>
            </a:r>
            <a:r>
              <a:rPr lang="en-US" sz="1650" dirty="0" spc="-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Mode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2202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488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4488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16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Transport</a:t>
            </a:r>
            <a:r>
              <a:rPr lang="en-US" sz="1650" dirty="0" spc="-2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Layer</a:t>
            </a:r>
            <a:r>
              <a:rPr lang="en-US" sz="1650" dirty="0" spc="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Security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33731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6017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36017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3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HyperText</a:t>
            </a:r>
            <a:r>
              <a:rPr lang="en-US" sz="1650" dirty="0" spc="-2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Transfer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r>
              <a:rPr lang="en-US" sz="1650" dirty="0" spc="-9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Secure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 trang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 TLS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5867400"/>
            <a:ext cx="8153400" cy="1524000"/>
          </a:xfrm>
          <a:prstGeom prst="roundRect">
            <a:avLst>
              <a:gd name="adj" fmla="val 1375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6038850"/>
            <a:ext cx="7696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143000" y="6553200"/>
            <a:ext cx="7696200" cy="7620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Open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Worldwide</a:t>
            </a: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Application</a:t>
            </a:r>
            <a:r>
              <a:rPr lang="en-US" sz="1650" dirty="0" spc="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Security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Project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9220200" y="5867400"/>
            <a:ext cx="8153400" cy="1524000"/>
          </a:xfrm>
          <a:prstGeom prst="roundRect">
            <a:avLst>
              <a:gd name="adj" fmla="val 1375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8800" y="6038850"/>
            <a:ext cx="7696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9448800" y="6553200"/>
            <a:ext cx="7696200" cy="7620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Mozilla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Developer</a:t>
            </a:r>
            <a:r>
              <a:rPr lang="en-US" sz="1650" dirty="0" spc="-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Network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6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endParaRPr lang="en-US" sz="1650" dirty="0"/>
          </a:p>
        </p:txBody>
      </p:sp>
      <p:sp>
        <p:nvSpPr>
          <p:cNvPr id="33" name="Connector line-1792390663611-731678573"/>
          <p:cNvSpPr/>
          <p:nvPr/>
        </p:nvSpPr>
        <p:spPr>
          <a:xfrm>
            <a:off x="914400" y="77724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914400" y="79629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83248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OpenVPN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WireGuard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14400" y="8801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37" name="Connector line-1792390663616-83302629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8" name="Text 4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0f001f35-f503-4375-9a2b-0dde114237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2026-10-19T10:33:31Z</dcterms:created>
  <dcterms:modified xsi:type="dcterms:W3CDTF">2026-10-19T10:33:31Z</dcterms:modified>
</cp:coreProperties>
</file>