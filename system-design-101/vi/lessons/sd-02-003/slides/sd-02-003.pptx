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 Medium"/>
      <p:regular r:id="rId19"/>
    </p:embeddedFont>
    <p:embeddedFont>
      <p:font typeface="Be Vietnam Pro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447675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Pinterest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cắt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thời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clone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bằng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refspec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381750"/>
            <a:ext cx="9525000" cy="1143000"/>
          </a:xfrm>
          <a:prstGeom prst="rect">
            <a:avLst/>
          </a:prstGeom>
          <a:noFill/>
          <a:ln/>
        </p:spPr>
        <p:txBody>
          <a:bodyPr wrap="square" lIns="0" tIns="11986" rIns="0" bIns="-11986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3150" dirty="0" spc="-2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Checkout</a:t>
            </a:r>
            <a:r>
              <a:rPr lang="en-US" sz="315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chậm vì</a:t>
            </a:r>
            <a:r>
              <a:rPr lang="en-US" sz="3150" dirty="0" spc="-1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lấy</a:t>
            </a:r>
            <a:endParaRPr lang="en-US" sz="3150" dirty="0"/>
          </a:p>
          <a:p>
            <a:pPr algn="l" indent="0" marL="0">
              <a:lnSpc>
                <a:spcPts val="4253"/>
              </a:lnSpc>
              <a:buNone/>
            </a:pPr>
            <a:r>
              <a:rPr lang="en-US" sz="3150" dirty="0" spc="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nhiều</a:t>
            </a:r>
            <a:r>
              <a:rPr lang="en-US" sz="315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</a:t>
            </a:r>
            <a:r>
              <a:rPr lang="en-US" sz="3150" dirty="0" spc="1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mức</a:t>
            </a:r>
            <a:r>
              <a:rPr lang="en-US" sz="31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cần.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14400" y="790575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9144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 nháp,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1800" dirty="0" spc="-18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1800" dirty="0" spc="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8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858500" y="1809750"/>
            <a:ext cx="651510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0858500" y="1809750"/>
            <a:ext cx="114300" cy="1905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11277600" y="215265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depth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1277600" y="281940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Bề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0858500" y="4095750"/>
            <a:ext cx="651510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58500" y="4095750"/>
            <a:ext cx="114300" cy="1905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1277600" y="443865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no-tags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11277600" y="510540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tag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0858500" y="6381750"/>
            <a:ext cx="651510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58500" y="6381750"/>
            <a:ext cx="114300" cy="1905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11277600" y="672465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refspec</a:t>
            </a:r>
            <a:endParaRPr lang="en-US" sz="3450" dirty="0"/>
          </a:p>
        </p:txBody>
      </p:sp>
      <p:sp>
        <p:nvSpPr>
          <p:cNvPr id="18" name="Text 16"/>
          <p:cNvSpPr/>
          <p:nvPr/>
        </p:nvSpPr>
        <p:spPr>
          <a:xfrm>
            <a:off x="11277600" y="739140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5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a98a39e8-446f-4706-83cc-4eeb39b16b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Checkout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8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Pinboard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Theo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nguồn:</a:t>
            </a:r>
            <a:r>
              <a:rPr lang="en-US" sz="27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đội</a:t>
            </a:r>
            <a:r>
              <a:rPr lang="en-US" sz="270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Engineering</a:t>
            </a: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Productivity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70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Pinterest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Bước</a:t>
            </a:r>
            <a:r>
              <a:rPr lang="en-US" sz="27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Checkout</a:t>
            </a:r>
            <a:r>
              <a:rPr lang="en-US" sz="27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pipeline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build của</a:t>
            </a:r>
            <a:r>
              <a:rPr lang="en-US" sz="27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Pinboard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4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Vấn</a:t>
            </a:r>
            <a:r>
              <a:rPr lang="en-US" sz="27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đề:</a:t>
            </a:r>
            <a:r>
              <a:rPr lang="en-US" sz="27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lấy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</a:t>
            </a:r>
            <a:r>
              <a:rPr lang="en-US" sz="270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mức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0861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Số</a:t>
            </a:r>
            <a:r>
              <a:rPr lang="en-US" sz="1950" dirty="0" spc="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dirty="0" spc="-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Pinboard,</a:t>
            </a:r>
            <a:r>
              <a:rPr lang="en-US" sz="1950" dirty="0" spc="-6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19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1950" dirty="0" spc="-5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ByteByteGo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714750"/>
            <a:ext cx="2762250" cy="3238500"/>
          </a:xfrm>
          <a:prstGeom prst="roundRect">
            <a:avLst>
              <a:gd name="adj" fmla="val 6207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3943350"/>
            <a:ext cx="2381250" cy="1333500"/>
          </a:xfrm>
          <a:prstGeom prst="rect">
            <a:avLst/>
          </a:prstGeom>
          <a:noFill/>
          <a:ln/>
        </p:spPr>
        <p:txBody>
          <a:bodyPr wrap="square" lIns="0" tIns="91440" rIns="0" bIns="-91440" rtlCol="0" anchor="ctr"/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dirty="0" spc="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350</a:t>
            </a:r>
            <a:endParaRPr lang="en-US" sz="9000" dirty="0"/>
          </a:p>
        </p:txBody>
      </p:sp>
      <p:sp>
        <p:nvSpPr>
          <p:cNvPr id="17" name="Text 15"/>
          <p:cNvSpPr/>
          <p:nvPr/>
        </p:nvSpPr>
        <p:spPr>
          <a:xfrm>
            <a:off x="8229600" y="5429250"/>
            <a:ext cx="2381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nghìn commit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1115675" y="3714750"/>
            <a:ext cx="2762250" cy="3238500"/>
          </a:xfrm>
          <a:prstGeom prst="roundRect">
            <a:avLst>
              <a:gd name="adj" fmla="val 6207"/>
            </a:avLst>
          </a:prstGeom>
          <a:solidFill>
            <a:srgbClr val="E8E0CF"/>
          </a:solidFill>
          <a:ln/>
        </p:spPr>
      </p:sp>
      <p:sp>
        <p:nvSpPr>
          <p:cNvPr id="19" name="Text 17"/>
          <p:cNvSpPr/>
          <p:nvPr/>
        </p:nvSpPr>
        <p:spPr>
          <a:xfrm>
            <a:off x="11344275" y="3943350"/>
            <a:ext cx="2381250" cy="1333500"/>
          </a:xfrm>
          <a:prstGeom prst="rect">
            <a:avLst/>
          </a:prstGeom>
          <a:noFill/>
          <a:ln/>
        </p:spPr>
        <p:txBody>
          <a:bodyPr wrap="square" lIns="0" tIns="91440" rIns="0" bIns="-91440" rtlCol="0" anchor="ctr"/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</a:t>
            </a:r>
            <a:endParaRPr lang="en-US" sz="9000" dirty="0"/>
          </a:p>
        </p:txBody>
      </p:sp>
      <p:sp>
        <p:nvSpPr>
          <p:cNvPr id="20" name="Text 18"/>
          <p:cNvSpPr/>
          <p:nvPr/>
        </p:nvSpPr>
        <p:spPr>
          <a:xfrm>
            <a:off x="11344275" y="5429250"/>
            <a:ext cx="2381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gigabyte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344275" y="5905500"/>
            <a:ext cx="2381250" cy="8572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khi clone</a:t>
            </a:r>
            <a:r>
              <a:rPr lang="en-US" sz="19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đầy</a:t>
            </a:r>
            <a:r>
              <a:rPr lang="en-US" sz="19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đủ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4230350" y="3714750"/>
            <a:ext cx="2762250" cy="3238500"/>
          </a:xfrm>
          <a:prstGeom prst="roundRect">
            <a:avLst>
              <a:gd name="adj" fmla="val 6207"/>
            </a:avLst>
          </a:prstGeom>
          <a:solidFill>
            <a:srgbClr val="E8E0CF"/>
          </a:solidFill>
          <a:ln/>
        </p:spPr>
      </p:sp>
      <p:sp>
        <p:nvSpPr>
          <p:cNvPr id="23" name="Text 21"/>
          <p:cNvSpPr/>
          <p:nvPr/>
        </p:nvSpPr>
        <p:spPr>
          <a:xfrm>
            <a:off x="14458950" y="3943350"/>
            <a:ext cx="2381250" cy="1333500"/>
          </a:xfrm>
          <a:prstGeom prst="rect">
            <a:avLst/>
          </a:prstGeom>
          <a:noFill/>
          <a:ln/>
        </p:spPr>
        <p:txBody>
          <a:bodyPr wrap="square" lIns="0" tIns="91440" rIns="0" bIns="-91440" rtlCol="0" anchor="ctr"/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60</a:t>
            </a:r>
            <a:endParaRPr lang="en-US" sz="9000" dirty="0"/>
          </a:p>
        </p:txBody>
      </p:sp>
      <p:sp>
        <p:nvSpPr>
          <p:cNvPr id="24" name="Text 22"/>
          <p:cNvSpPr/>
          <p:nvPr/>
        </p:nvSpPr>
        <p:spPr>
          <a:xfrm>
            <a:off x="14458950" y="5429250"/>
            <a:ext cx="2381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nghìn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pull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4458950" y="5905500"/>
            <a:ext cx="2381250" cy="8572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mỗi</a:t>
            </a:r>
            <a:r>
              <a:rPr lang="en-US" sz="19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ngày</a:t>
            </a:r>
            <a:r>
              <a:rPr lang="en-US" sz="19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19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8001000" y="7334250"/>
            <a:ext cx="8991600" cy="10668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28575">
            <a:solidFill>
              <a:srgbClr val="6B6A66"/>
            </a:solidFill>
            <a:prstDash val="lgDash"/>
          </a:ln>
        </p:spPr>
      </p:sp>
      <p:sp>
        <p:nvSpPr>
          <p:cNvPr id="27" name="Text 25"/>
          <p:cNvSpPr/>
          <p:nvPr/>
        </p:nvSpPr>
        <p:spPr>
          <a:xfrm>
            <a:off x="8305800" y="7334250"/>
            <a:ext cx="8382000" cy="10668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Các</a:t>
            </a:r>
            <a:r>
              <a:rPr lang="en-US" sz="21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21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này</a:t>
            </a:r>
            <a:r>
              <a:rPr lang="en-US" sz="21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1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r>
              <a:rPr lang="en-US" sz="21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ByteByteGo;</a:t>
            </a:r>
            <a:r>
              <a:rPr lang="en-US" sz="21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1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gốc</a:t>
            </a:r>
            <a:r>
              <a:rPr lang="en-US" sz="21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1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Pinterest</a:t>
            </a:r>
            <a:r>
              <a:rPr lang="en-US" sz="210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</a:t>
            </a:r>
            <a:r>
              <a:rPr lang="en-US" sz="210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1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mở</a:t>
            </a:r>
            <a:r>
              <a:rPr lang="en-US" sz="21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21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đối</a:t>
            </a:r>
            <a:r>
              <a:rPr lang="en-US" sz="21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chiếu.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1" name="Shape 2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2" name="Shape 3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3" name="Shape 3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4" name="Shape 3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5" name="Shape 3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6" name="Shape 3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7" name="Shape 3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8" name="Text 36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9a582cdc-88b2-4961-acf7-ac22998d5e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16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TRƯỚC</a:t>
            </a:r>
            <a:r>
              <a:rPr lang="en-US" sz="1950" spc="225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1950" spc="158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</a:t>
            </a:r>
            <a:r>
              <a:rPr lang="en-US" sz="1950" spc="223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REFSPEC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Lấy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nhánh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Checkout</a:t>
            </a:r>
            <a:r>
              <a:rPr lang="en-US" sz="270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clone nông: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50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commit</a:t>
            </a:r>
            <a:r>
              <a:rPr lang="en-US" sz="27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cuối,</a:t>
            </a:r>
            <a:r>
              <a:rPr lang="en-US" sz="27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bỏ</a:t>
            </a:r>
            <a:r>
              <a:rPr lang="en-US" sz="270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tag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đặt</a:t>
            </a:r>
            <a:r>
              <a:rPr lang="en-US" sz="270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refspec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nên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Git</a:t>
            </a:r>
            <a:r>
              <a:rPr lang="en-US" sz="270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lấy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mọi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nhánh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Hơn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2500 nhánh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mỗi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lần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build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30670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1950" dirty="0" spc="-1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1950" dirty="0" spc="0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build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581400"/>
            <a:ext cx="3143250" cy="2762250"/>
          </a:xfrm>
          <a:prstGeom prst="roundRect">
            <a:avLst>
              <a:gd name="adj" fmla="val 4828"/>
            </a:avLst>
          </a:prstGeom>
          <a:solidFill>
            <a:srgbClr val="2C303D"/>
          </a:solidFill>
          <a:ln w="19050">
            <a:solidFill>
              <a:srgbClr val="A3A0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371475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b="1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229600" y="4248150"/>
            <a:ext cx="571500" cy="2857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D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34450" y="4248150"/>
            <a:ext cx="571500" cy="2857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DD6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9300" y="4248150"/>
            <a:ext cx="571500" cy="2857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DD6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44150" y="4248150"/>
            <a:ext cx="571500" cy="2857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D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4648200"/>
            <a:ext cx="571500" cy="2857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DD6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34450" y="4648200"/>
            <a:ext cx="571500" cy="2857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DD6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39300" y="4648200"/>
            <a:ext cx="571500" cy="2857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DD6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44150" y="4648200"/>
            <a:ext cx="571500" cy="2857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DD6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5048250"/>
            <a:ext cx="571500" cy="2857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D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34450" y="5048250"/>
            <a:ext cx="571500" cy="2857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D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39300" y="5048250"/>
            <a:ext cx="571500" cy="2857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DD6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44150" y="5048250"/>
            <a:ext cx="571500" cy="2857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DD6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0" y="5448300"/>
            <a:ext cx="571500" cy="2857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DD6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34450" y="5448300"/>
            <a:ext cx="571500" cy="2857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DD6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39300" y="5448300"/>
            <a:ext cx="571500" cy="2857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DD6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44150" y="5448300"/>
            <a:ext cx="571500" cy="2857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DD6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0" y="5848350"/>
            <a:ext cx="571500" cy="2857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DD6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34450" y="5848350"/>
            <a:ext cx="571500" cy="2857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DD6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39300" y="5848350"/>
            <a:ext cx="571500" cy="2857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DD6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344150" y="5848350"/>
            <a:ext cx="571500" cy="2857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DD6A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849350" y="3581400"/>
            <a:ext cx="3143250" cy="2762250"/>
          </a:xfrm>
          <a:prstGeom prst="roundRect">
            <a:avLst>
              <a:gd name="adj" fmla="val 4828"/>
            </a:avLst>
          </a:prstGeom>
          <a:solidFill>
            <a:srgbClr val="2C303D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077950" y="371475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clone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14077950" y="42481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40" name="Shape 38"/>
          <p:cNvSpPr/>
          <p:nvPr/>
        </p:nvSpPr>
        <p:spPr>
          <a:xfrm>
            <a:off x="14782800" y="42481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41" name="Shape 39"/>
          <p:cNvSpPr/>
          <p:nvPr/>
        </p:nvSpPr>
        <p:spPr>
          <a:xfrm>
            <a:off x="15487650" y="42481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42" name="Shape 40"/>
          <p:cNvSpPr/>
          <p:nvPr/>
        </p:nvSpPr>
        <p:spPr>
          <a:xfrm>
            <a:off x="16192500" y="42481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43" name="Shape 41"/>
          <p:cNvSpPr/>
          <p:nvPr/>
        </p:nvSpPr>
        <p:spPr>
          <a:xfrm>
            <a:off x="14077950" y="464820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44" name="Shape 42"/>
          <p:cNvSpPr/>
          <p:nvPr/>
        </p:nvSpPr>
        <p:spPr>
          <a:xfrm>
            <a:off x="14782800" y="464820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45" name="Shape 43"/>
          <p:cNvSpPr/>
          <p:nvPr/>
        </p:nvSpPr>
        <p:spPr>
          <a:xfrm>
            <a:off x="15487650" y="464820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46" name="Shape 44"/>
          <p:cNvSpPr/>
          <p:nvPr/>
        </p:nvSpPr>
        <p:spPr>
          <a:xfrm>
            <a:off x="16192500" y="464820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47" name="Shape 45"/>
          <p:cNvSpPr/>
          <p:nvPr/>
        </p:nvSpPr>
        <p:spPr>
          <a:xfrm>
            <a:off x="14077950" y="50482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48" name="Shape 46"/>
          <p:cNvSpPr/>
          <p:nvPr/>
        </p:nvSpPr>
        <p:spPr>
          <a:xfrm>
            <a:off x="14782800" y="50482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49" name="Shape 47"/>
          <p:cNvSpPr/>
          <p:nvPr/>
        </p:nvSpPr>
        <p:spPr>
          <a:xfrm>
            <a:off x="15487650" y="50482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50" name="Shape 48"/>
          <p:cNvSpPr/>
          <p:nvPr/>
        </p:nvSpPr>
        <p:spPr>
          <a:xfrm>
            <a:off x="16192500" y="50482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51" name="Shape 49"/>
          <p:cNvSpPr/>
          <p:nvPr/>
        </p:nvSpPr>
        <p:spPr>
          <a:xfrm>
            <a:off x="14077950" y="544830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52" name="Shape 50"/>
          <p:cNvSpPr/>
          <p:nvPr/>
        </p:nvSpPr>
        <p:spPr>
          <a:xfrm>
            <a:off x="14782800" y="544830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53" name="Shape 51"/>
          <p:cNvSpPr/>
          <p:nvPr/>
        </p:nvSpPr>
        <p:spPr>
          <a:xfrm>
            <a:off x="15487650" y="544830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54" name="Shape 52"/>
          <p:cNvSpPr/>
          <p:nvPr/>
        </p:nvSpPr>
        <p:spPr>
          <a:xfrm>
            <a:off x="16192500" y="544830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55" name="Shape 53"/>
          <p:cNvSpPr/>
          <p:nvPr/>
        </p:nvSpPr>
        <p:spPr>
          <a:xfrm>
            <a:off x="14077950" y="58483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56" name="Shape 54"/>
          <p:cNvSpPr/>
          <p:nvPr/>
        </p:nvSpPr>
        <p:spPr>
          <a:xfrm>
            <a:off x="14782800" y="58483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57" name="Shape 55"/>
          <p:cNvSpPr/>
          <p:nvPr/>
        </p:nvSpPr>
        <p:spPr>
          <a:xfrm>
            <a:off x="15487650" y="58483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58" name="Shape 56"/>
          <p:cNvSpPr/>
          <p:nvPr/>
        </p:nvSpPr>
        <p:spPr>
          <a:xfrm>
            <a:off x="16192500" y="58483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59" name="Connector line-1792288229694-514731030"/>
          <p:cNvSpPr/>
          <p:nvPr/>
        </p:nvSpPr>
        <p:spPr>
          <a:xfrm>
            <a:off x="11182350" y="5048250"/>
            <a:ext cx="26289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11182350" y="4591050"/>
            <a:ext cx="26289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19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19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endParaRPr lang="en-US" sz="1950" dirty="0"/>
          </a:p>
        </p:txBody>
      </p:sp>
      <p:sp>
        <p:nvSpPr>
          <p:cNvPr id="61" name="Text 59"/>
          <p:cNvSpPr/>
          <p:nvPr/>
        </p:nvSpPr>
        <p:spPr>
          <a:xfrm>
            <a:off x="8001000" y="647700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hơn</a:t>
            </a: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2500</a:t>
            </a:r>
            <a:r>
              <a:rPr lang="en-US" sz="21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endParaRPr lang="en-US" sz="2100" dirty="0"/>
          </a:p>
        </p:txBody>
      </p:sp>
      <p:sp>
        <p:nvSpPr>
          <p:cNvPr id="62" name="Text 60"/>
          <p:cNvSpPr/>
          <p:nvPr/>
        </p:nvSpPr>
        <p:spPr>
          <a:xfrm>
            <a:off x="8001000" y="7029450"/>
            <a:ext cx="8991600" cy="571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refspec</a:t>
            </a:r>
            <a:r>
              <a:rPr lang="en-US" sz="195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mặc</a:t>
            </a:r>
            <a:r>
              <a:rPr lang="en-US" sz="1950" dirty="0" spc="8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định:</a:t>
            </a:r>
            <a:r>
              <a:rPr lang="en-US" sz="1950" dirty="0" spc="-7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+refs/heads/*:refs/remotes/origin/*</a:t>
            </a:r>
            <a:endParaRPr lang="en-US" sz="1950" dirty="0"/>
          </a:p>
        </p:txBody>
      </p:sp>
      <p:sp>
        <p:nvSpPr>
          <p:cNvPr id="63" name="Text 61"/>
          <p:cNvSpPr/>
          <p:nvPr/>
        </p:nvSpPr>
        <p:spPr>
          <a:xfrm>
            <a:off x="8001000" y="7810500"/>
            <a:ext cx="899160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 suy</a:t>
            </a:r>
            <a:r>
              <a:rPr lang="en-US" sz="1800" dirty="0" spc="-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800" dirty="0" spc="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bài: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80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1800" dirty="0" spc="-9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checkout</a:t>
            </a:r>
            <a:r>
              <a:rPr lang="en-US" sz="1800" dirty="0" spc="-5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1800" dirty="0" spc="-19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fetch</a:t>
            </a:r>
            <a:r>
              <a:rPr lang="en-US" sz="1800" dirty="0" spc="-8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dirty="0" spc="-1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refspec</a:t>
            </a:r>
            <a:r>
              <a:rPr lang="en-US" sz="1800" dirty="0" spc="1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dirty="0" spc="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hình;</a:t>
            </a:r>
            <a:r>
              <a:rPr lang="en-US" sz="1800" dirty="0" spc="-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8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dirty="0" spc="-1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tái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pipeline</a:t>
            </a:r>
            <a:r>
              <a:rPr lang="en-US" sz="1800" dirty="0" spc="1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65" name="Shape 6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66" name="Shape 6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7" name="Shape 6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68" name="Shape 6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69" name="Shape 6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70" name="Shape 6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71" name="Shape 6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72" name="Shape 7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73" name="Shape 7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74" name="Text 72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6" name="Moda image moda-export-watermark-facbe30f-9425-47bf-b3ee-5fd3e0be4ec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13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SAU</a:t>
            </a:r>
            <a:r>
              <a:rPr lang="en-US" sz="1950" spc="22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3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REFSPEC</a:t>
            </a:r>
            <a:r>
              <a:rPr lang="en-US" sz="1950" spc="225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 NÊU</a:t>
            </a:r>
            <a:r>
              <a:rPr lang="en-US" sz="1950" spc="213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MASTER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78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nhánh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Thêm</a:t>
            </a:r>
            <a:r>
              <a:rPr lang="en-US" sz="27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refspec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 nêu nhánh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cần:</a:t>
            </a:r>
            <a:r>
              <a:rPr lang="en-US" sz="27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master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Git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tải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nhánh</a:t>
            </a:r>
            <a:r>
              <a:rPr lang="en-US" sz="27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đó;</a:t>
            </a:r>
            <a:r>
              <a:rPr lang="en-US" sz="27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tag</a:t>
            </a:r>
            <a:r>
              <a:rPr lang="en-US" sz="27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bỏ</a:t>
            </a:r>
            <a:r>
              <a:rPr lang="en-US" sz="27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sẵn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lgDash"/>
          </a:ln>
        </p:spPr>
      </p:sp>
      <p:sp>
        <p:nvSpPr>
          <p:cNvPr id="11" name="Text 9"/>
          <p:cNvSpPr/>
          <p:nvPr/>
        </p:nvSpPr>
        <p:spPr>
          <a:xfrm>
            <a:off x="1295400" y="6838950"/>
            <a:ext cx="5429250" cy="952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giá: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 khác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95400" y="7829550"/>
            <a:ext cx="5429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</a:t>
            </a:r>
            <a:r>
              <a:rPr lang="en-US" sz="18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bổ</a:t>
            </a:r>
            <a:r>
              <a:rPr lang="en-US" sz="18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sung,</a:t>
            </a:r>
            <a:r>
              <a:rPr lang="en-US" sz="180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</a:t>
            </a:r>
            <a:r>
              <a:rPr lang="en-US" sz="1800" b="1" dirty="0" spc="-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0670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build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581400"/>
            <a:ext cx="3143250" cy="2762250"/>
          </a:xfrm>
          <a:prstGeom prst="roundRect">
            <a:avLst>
              <a:gd name="adj" fmla="val 4828"/>
            </a:avLst>
          </a:prstGeom>
          <a:solidFill>
            <a:srgbClr val="E8E0CF"/>
          </a:solidFill>
          <a:ln w="19050">
            <a:solidFill>
              <a:srgbClr val="B9B0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371475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229600" y="42481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34450" y="42481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B9B0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9300" y="42481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B9B0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44150" y="42481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B9B0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464820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B9B0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34450" y="464820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B9B0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39300" y="464820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B9B0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44150" y="464820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B9B0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50482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B9B0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34450" y="50482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B9B0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39300" y="50482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B9B0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44150" y="50482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B9B0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0" y="544830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B9B0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34450" y="544830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B9B09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39300" y="544830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B9B0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44150" y="544830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B9B0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0" y="58483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B9B09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34450" y="58483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B9B09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39300" y="58483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B9B09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344150" y="58483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B9B09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849350" y="3581400"/>
            <a:ext cx="3143250" cy="2762250"/>
          </a:xfrm>
          <a:prstGeom prst="roundRect">
            <a:avLst>
              <a:gd name="adj" fmla="val 4828"/>
            </a:avLst>
          </a:prstGeom>
          <a:solidFill>
            <a:srgbClr val="E8E0C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077950" y="371475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clone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14077950" y="4248150"/>
            <a:ext cx="571500" cy="28575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40" name="Connector line-1792288274891-975708281"/>
          <p:cNvSpPr/>
          <p:nvPr/>
        </p:nvSpPr>
        <p:spPr>
          <a:xfrm>
            <a:off x="11182350" y="5048250"/>
            <a:ext cx="26289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11182350" y="4591050"/>
            <a:ext cx="26289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b="1" dirty="0" spc="-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master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8001000" y="647700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hơn</a:t>
            </a:r>
            <a:r>
              <a:rPr lang="en-US" sz="210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2500</a:t>
            </a:r>
            <a:r>
              <a:rPr lang="en-US" sz="210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8001000" y="7029450"/>
            <a:ext cx="8991600" cy="5715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refspec: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1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master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8001000" y="7867650"/>
            <a:ext cx="8991600" cy="628650"/>
          </a:xfrm>
          <a:prstGeom prst="roundRect">
            <a:avLst>
              <a:gd name="adj" fmla="val 24242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lg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Build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khác: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1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refspec</a:t>
            </a:r>
            <a:r>
              <a:rPr lang="en-US" sz="21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46" name="Shape 4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47" name="Shape 4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48" name="Shape 4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9" name="Shape 4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50" name="Shape 4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51" name="Shape 4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52" name="Shape 5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53" name="Shape 5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54" name="Shape 52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55" name="Text 53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f83b74e0-d992-4d4c-8583-9a17e254e8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0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BA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NÚM</a:t>
            </a: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BIỆT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Bề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sâu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bề</a:t>
            </a:r>
            <a:r>
              <a:rPr lang="en-US" sz="78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depth:</a:t>
            </a:r>
            <a:r>
              <a:rPr lang="en-US" sz="27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giới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lịch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sử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mỗi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nhánh</a:t>
            </a:r>
            <a:r>
              <a:rPr lang="en-US" sz="27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7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lấy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no-tags: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bỏ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7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tag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refspec: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chọn</a:t>
            </a:r>
            <a:r>
              <a:rPr lang="en-US" sz="2700" dirty="0" spc="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những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nhánh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067050"/>
            <a:ext cx="895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1950" dirty="0" spc="-6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cột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1950" dirty="0" spc="-9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nhánh, mỗi</a:t>
            </a:r>
            <a:r>
              <a:rPr lang="en-US" sz="19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 là</a:t>
            </a:r>
            <a:r>
              <a:rPr lang="en-US" sz="1950" dirty="0" spc="-8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19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commit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382000" y="3600450"/>
            <a:ext cx="342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depth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8382000" y="41910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1F3FD1"/>
          </a:solidFill>
          <a:ln/>
        </p:spPr>
      </p:sp>
      <p:sp>
        <p:nvSpPr>
          <p:cNvPr id="17" name="Shape 15"/>
          <p:cNvSpPr/>
          <p:nvPr/>
        </p:nvSpPr>
        <p:spPr>
          <a:xfrm>
            <a:off x="9010650" y="41910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1F3FD1"/>
          </a:solidFill>
          <a:ln/>
        </p:spPr>
      </p:sp>
      <p:sp>
        <p:nvSpPr>
          <p:cNvPr id="18" name="Shape 16"/>
          <p:cNvSpPr/>
          <p:nvPr/>
        </p:nvSpPr>
        <p:spPr>
          <a:xfrm>
            <a:off x="9639300" y="41910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1F3FD1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67950" y="41910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1F3FD1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96600" y="41910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1F3FD1"/>
          </a:solidFill>
          <a:ln/>
        </p:spPr>
      </p:sp>
      <p:sp>
        <p:nvSpPr>
          <p:cNvPr id="21" name="Shape 19"/>
          <p:cNvSpPr/>
          <p:nvPr/>
        </p:nvSpPr>
        <p:spPr>
          <a:xfrm>
            <a:off x="8382000" y="466725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1F3FD1"/>
          </a:solidFill>
          <a:ln/>
        </p:spPr>
      </p:sp>
      <p:sp>
        <p:nvSpPr>
          <p:cNvPr id="22" name="Shape 20"/>
          <p:cNvSpPr/>
          <p:nvPr/>
        </p:nvSpPr>
        <p:spPr>
          <a:xfrm>
            <a:off x="9010650" y="466725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1F3FD1"/>
          </a:solidFill>
          <a:ln/>
        </p:spPr>
      </p:sp>
      <p:sp>
        <p:nvSpPr>
          <p:cNvPr id="23" name="Shape 21"/>
          <p:cNvSpPr/>
          <p:nvPr/>
        </p:nvSpPr>
        <p:spPr>
          <a:xfrm>
            <a:off x="9639300" y="466725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1F3FD1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67950" y="466725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1F3FD1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96600" y="466725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1F3FD1"/>
          </a:solidFill>
          <a:ln/>
        </p:spPr>
      </p:sp>
      <p:sp>
        <p:nvSpPr>
          <p:cNvPr id="26" name="Shape 24"/>
          <p:cNvSpPr/>
          <p:nvPr/>
        </p:nvSpPr>
        <p:spPr>
          <a:xfrm>
            <a:off x="8382000" y="51435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10650" y="51435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39300" y="51435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67950" y="51435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96600" y="51435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82000" y="561975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0650" y="561975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39300" y="561975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67950" y="561975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96600" y="561975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82000" y="60960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10650" y="60960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39300" y="60960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67950" y="60960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896600" y="60960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82000" y="6667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ít commit,</a:t>
            </a:r>
            <a:r>
              <a:rPr lang="en-US" sz="19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nhánh</a:t>
            </a:r>
            <a:endParaRPr lang="en-US" sz="1950" dirty="0"/>
          </a:p>
        </p:txBody>
      </p:sp>
      <p:sp>
        <p:nvSpPr>
          <p:cNvPr id="42" name="Connector line-1792288319597-175302923"/>
          <p:cNvSpPr/>
          <p:nvPr/>
        </p:nvSpPr>
        <p:spPr>
          <a:xfrm>
            <a:off x="12287250" y="3619500"/>
            <a:ext cx="0" cy="342900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/>
          <p:nvPr/>
        </p:nvSpPr>
        <p:spPr>
          <a:xfrm>
            <a:off x="13144500" y="3600450"/>
            <a:ext cx="342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refspec</a:t>
            </a:r>
            <a:endParaRPr lang="en-US" sz="2700" dirty="0"/>
          </a:p>
        </p:txBody>
      </p:sp>
      <p:sp>
        <p:nvSpPr>
          <p:cNvPr id="44" name="Shape 42"/>
          <p:cNvSpPr/>
          <p:nvPr/>
        </p:nvSpPr>
        <p:spPr>
          <a:xfrm>
            <a:off x="13144500" y="41910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45" name="Shape 43"/>
          <p:cNvSpPr/>
          <p:nvPr/>
        </p:nvSpPr>
        <p:spPr>
          <a:xfrm>
            <a:off x="13144500" y="466725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46" name="Shape 44"/>
          <p:cNvSpPr/>
          <p:nvPr/>
        </p:nvSpPr>
        <p:spPr>
          <a:xfrm>
            <a:off x="13144500" y="51435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47" name="Shape 45"/>
          <p:cNvSpPr/>
          <p:nvPr/>
        </p:nvSpPr>
        <p:spPr>
          <a:xfrm>
            <a:off x="13144500" y="561975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48" name="Shape 46"/>
          <p:cNvSpPr/>
          <p:nvPr/>
        </p:nvSpPr>
        <p:spPr>
          <a:xfrm>
            <a:off x="13144500" y="60960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49" name="Shape 47"/>
          <p:cNvSpPr/>
          <p:nvPr/>
        </p:nvSpPr>
        <p:spPr>
          <a:xfrm>
            <a:off x="13773150" y="41910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4401800" y="41910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5030450" y="41910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659100" y="41910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3773150" y="466725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4401800" y="466725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5030450" y="466725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5659100" y="466725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773150" y="51435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4401800" y="51435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5030450" y="51435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659100" y="51435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773150" y="561975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4401800" y="561975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5030450" y="561975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5659100" y="561975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773150" y="60960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4401800" y="60960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5030450" y="60960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5659100" y="6096000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CFC6B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144500" y="6667500"/>
            <a:ext cx="361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ít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nhánh</a:t>
            </a: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1950" dirty="0"/>
          </a:p>
        </p:txBody>
      </p:sp>
      <p:sp>
        <p:nvSpPr>
          <p:cNvPr id="70" name="Text 68"/>
          <p:cNvSpPr/>
          <p:nvPr/>
        </p:nvSpPr>
        <p:spPr>
          <a:xfrm>
            <a:off x="8001000" y="7315200"/>
            <a:ext cx="899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Chỉnh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núm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núm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endParaRPr lang="en-US" sz="2700" dirty="0"/>
          </a:p>
        </p:txBody>
      </p:sp>
      <p:sp>
        <p:nvSpPr>
          <p:cNvPr id="71" name="Text 69"/>
          <p:cNvSpPr/>
          <p:nvPr/>
        </p:nvSpPr>
        <p:spPr>
          <a:xfrm>
            <a:off x="8001000" y="7867650"/>
            <a:ext cx="8991600" cy="6667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Khi git</a:t>
            </a:r>
            <a:r>
              <a:rPr lang="en-US" sz="1950" dirty="0" spc="-1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fetch</a:t>
            </a:r>
            <a:r>
              <a:rPr lang="en-US" sz="19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1950" dirty="0" spc="-9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refspec</a:t>
            </a:r>
            <a:r>
              <a:rPr lang="en-US" sz="1950" dirty="0" spc="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mặc</a:t>
            </a:r>
            <a:r>
              <a:rPr lang="en-US" sz="1950" dirty="0" spc="1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định,</a:t>
            </a:r>
            <a:r>
              <a:rPr lang="en-US" sz="19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giới hạn</a:t>
            </a:r>
            <a:r>
              <a:rPr lang="en-US" sz="1950" dirty="0" spc="1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</a:t>
            </a:r>
            <a:r>
              <a:rPr lang="en-US" sz="19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sâu</a:t>
            </a:r>
            <a:r>
              <a:rPr lang="en-US" sz="19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1950" dirty="0" spc="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1950" dirty="0" spc="-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19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nhánh</a:t>
            </a:r>
            <a:r>
              <a:rPr lang="en-US" sz="1950" dirty="0" spc="8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1950" dirty="0" spc="-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lấy</a:t>
            </a:r>
            <a:r>
              <a:rPr lang="en-US" sz="19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ít</a:t>
            </a:r>
            <a:r>
              <a:rPr lang="en-US" sz="1950" dirty="0" spc="18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đi.</a:t>
            </a:r>
            <a:endParaRPr lang="en-US" sz="1950" dirty="0"/>
          </a:p>
        </p:txBody>
      </p:sp>
      <p:sp>
        <p:nvSpPr>
          <p:cNvPr id="72" name="Shape 7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73" name="Shape 7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74" name="Shape 7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75" name="Shape 7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76" name="Shape 7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77" name="Shape 7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78" name="Shape 7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79" name="Shape 7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80" name="Shape 7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81" name="Shape 7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82" name="Text 80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4" name="Moda image moda-export-watermark-eb519e96-3ece-4bc0-9c0c-81cbe9b8a21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1950" spc="215" kern="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1950" spc="224" kern="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2" kern="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1950" spc="226" kern="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1950" spc="225" kern="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1950" spc="208" kern="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phút</a:t>
            </a:r>
            <a:r>
              <a:rPr lang="en-US" sz="78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xuống</a:t>
            </a:r>
            <a:r>
              <a:rPr lang="en-US" sz="78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30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Từ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40 phút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còn</a:t>
            </a:r>
            <a:r>
              <a:rPr lang="en-US" sz="27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30</a:t>
            </a:r>
            <a:r>
              <a:rPr lang="en-US" sz="27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giây,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giảm</a:t>
            </a:r>
            <a:r>
              <a:rPr lang="en-US" sz="27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khoảng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99%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2.400</a:t>
            </a:r>
            <a:r>
              <a:rPr lang="en-US" sz="27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giây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còn</a:t>
            </a:r>
            <a:r>
              <a:rPr lang="en-US" sz="27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30</a:t>
            </a:r>
            <a:r>
              <a:rPr lang="en-US" sz="27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giây: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giảm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98,75%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lgDash"/>
          </a:ln>
        </p:spPr>
      </p:sp>
      <p:sp>
        <p:nvSpPr>
          <p:cNvPr id="11" name="Text 9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 nguồn</a:t>
            </a:r>
            <a:r>
              <a:rPr lang="en-US" sz="27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cấp,</a:t>
            </a:r>
            <a:r>
              <a:rPr lang="en-US" sz="2700" b="1" dirty="0" spc="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b="1" dirty="0" spc="2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7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7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30670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Thời</a:t>
            </a:r>
            <a:r>
              <a:rPr lang="en-US" sz="1950" dirty="0" spc="1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r>
              <a:rPr lang="en-US" sz="1950" dirty="0" spc="-3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clone</a:t>
            </a:r>
            <a:r>
              <a:rPr lang="en-US" sz="1950" dirty="0" spc="-12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monorepo</a:t>
            </a:r>
            <a:r>
              <a:rPr lang="en-US" sz="1950" dirty="0" spc="-7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Pinboard,</a:t>
            </a:r>
            <a:r>
              <a:rPr lang="en-US" sz="1950" dirty="0" spc="-18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vẽ</a:t>
            </a:r>
            <a:r>
              <a:rPr lang="en-US" sz="1950" dirty="0" spc="-2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 tỉ</a:t>
            </a:r>
            <a:r>
              <a:rPr lang="en-US" sz="1950" dirty="0" spc="-3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382000" y="36957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382000" y="4191000"/>
            <a:ext cx="6667500" cy="666750"/>
          </a:xfrm>
          <a:prstGeom prst="roundRect">
            <a:avLst>
              <a:gd name="adj" fmla="val 14286"/>
            </a:avLst>
          </a:prstGeom>
          <a:solidFill>
            <a:srgbClr val="F3EEE3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0" y="419100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phút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8382000" y="54102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382000" y="5905500"/>
            <a:ext cx="85725" cy="666750"/>
          </a:xfrm>
          <a:prstGeom prst="roundRect">
            <a:avLst>
              <a:gd name="adj" fmla="val 44444"/>
            </a:avLst>
          </a:prstGeom>
          <a:solidFill>
            <a:srgbClr val="3D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8629650" y="5905500"/>
            <a:ext cx="285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30</a:t>
            </a:r>
            <a:r>
              <a:rPr lang="en-US" sz="33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endParaRPr lang="en-US" sz="3300" dirty="0"/>
          </a:p>
        </p:txBody>
      </p:sp>
      <p:sp>
        <p:nvSpPr>
          <p:cNvPr id="20" name="Connector line-1792288339985-208182687"/>
          <p:cNvSpPr/>
          <p:nvPr/>
        </p:nvSpPr>
        <p:spPr>
          <a:xfrm>
            <a:off x="8001000" y="7029450"/>
            <a:ext cx="8991600" cy="0"/>
          </a:xfrm>
          <a:prstGeom prst="line">
            <a:avLst/>
          </a:prstGeom>
          <a:noFill/>
          <a:ln w="19050">
            <a:solidFill>
              <a:srgbClr val="3A3F50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8382000" y="7334250"/>
            <a:ext cx="4953000" cy="9525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giảm</a:t>
            </a:r>
            <a:r>
              <a:rPr lang="en-US" sz="39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khoảng</a:t>
            </a:r>
            <a:r>
              <a:rPr lang="en-US" sz="3900" dirty="0" spc="-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99%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13620750" y="7334250"/>
            <a:ext cx="3429000" cy="9525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ctr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0" kern="0">
                <a:solidFill>
                  <a:srgbClr val="A3A09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2.400</a:t>
            </a:r>
            <a:r>
              <a:rPr lang="en-US" sz="1950" dirty="0" spc="-6" kern="0">
                <a:solidFill>
                  <a:srgbClr val="A3A09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giây so</a:t>
            </a:r>
            <a:r>
              <a:rPr lang="en-US" sz="1950" dirty="0" spc="-11" kern="0">
                <a:solidFill>
                  <a:srgbClr val="A3A09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1950" dirty="0" spc="-8" kern="0">
                <a:solidFill>
                  <a:srgbClr val="A3A09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30</a:t>
            </a:r>
            <a:r>
              <a:rPr lang="en-US" sz="1950" dirty="0" spc="-6" kern="0">
                <a:solidFill>
                  <a:srgbClr val="A3A09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giây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6" name="Shape 2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7" name="Shape 2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8" name="Shape 2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0" name="Shape 2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1" name="Shape 2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2" name="Shape 3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3" name="Text 31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5fec336e-d1ee-4348-839f-7c08005d9a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THỬ</a:t>
            </a: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NGHIỆM</a:t>
            </a:r>
            <a:r>
              <a:rPr lang="en-US" sz="1950" spc="228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CỤC</a:t>
            </a:r>
            <a:r>
              <a:rPr lang="en-US" sz="1950" spc="21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Xem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sâu</a:t>
            </a:r>
            <a:r>
              <a:rPr lang="en-US" sz="78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38125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Git</a:t>
            </a:r>
            <a:r>
              <a:rPr lang="en-US" sz="210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2.43.0</a:t>
            </a:r>
            <a:r>
              <a:rPr lang="en-US" sz="21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</a:t>
            </a:r>
            <a:r>
              <a:rPr lang="en-US" sz="2100" dirty="0" spc="-3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file://,</a:t>
            </a:r>
            <a:r>
              <a:rPr lang="en-US" sz="210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</a:t>
            </a:r>
            <a:r>
              <a:rPr lang="en-US" sz="21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100" dirty="0" spc="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dựng:</a:t>
            </a:r>
            <a:r>
              <a:rPr lang="en-US" sz="2100" dirty="0" spc="-9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master</a:t>
            </a:r>
            <a:r>
              <a:rPr lang="en-US" sz="210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120</a:t>
            </a:r>
            <a:r>
              <a:rPr lang="en-US" sz="21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commit,</a:t>
            </a:r>
            <a:r>
              <a:rPr lang="en-US" sz="21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thêm</a:t>
            </a:r>
            <a:r>
              <a:rPr lang="en-US" sz="2100" dirty="0" spc="-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300</a:t>
            </a:r>
            <a:r>
              <a:rPr lang="en-US" sz="210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nhánh.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3086100"/>
            <a:ext cx="8058150" cy="2476500"/>
          </a:xfrm>
          <a:prstGeom prst="roundRect">
            <a:avLst>
              <a:gd name="adj" fmla="val 7692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086100"/>
            <a:ext cx="95250" cy="2476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29565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nhánh,</a:t>
            </a:r>
            <a:r>
              <a:rPr lang="en-US" sz="30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--depth=50</a:t>
            </a:r>
            <a:endParaRPr lang="en-US" sz="3000" dirty="0"/>
          </a:p>
        </p:txBody>
      </p:sp>
      <p:sp>
        <p:nvSpPr>
          <p:cNvPr id="8" name="Text richtext-1792288368383-114681812"/>
          <p:cNvSpPr/>
          <p:nvPr/>
        </p:nvSpPr>
        <p:spPr>
          <a:xfrm>
            <a:off x="1295400" y="39624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301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tham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chiếu,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4.720</a:t>
            </a:r>
            <a:r>
              <a:rPr lang="en-US" sz="22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object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Khoảng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14</a:t>
            </a:r>
            <a:r>
              <a:rPr lang="en-US" sz="22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megabyte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1,49</a:t>
            </a: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giây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15450" y="3086100"/>
            <a:ext cx="8058150" cy="2476500"/>
          </a:xfrm>
          <a:prstGeom prst="roundRect">
            <a:avLst>
              <a:gd name="adj" fmla="val 7692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9315450" y="3086100"/>
            <a:ext cx="95250" cy="2476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9696450" y="329565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30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nêu</a:t>
            </a:r>
            <a:r>
              <a:rPr lang="en-US" sz="30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master</a:t>
            </a:r>
            <a:endParaRPr lang="en-US" sz="3000" dirty="0"/>
          </a:p>
        </p:txBody>
      </p:sp>
      <p:sp>
        <p:nvSpPr>
          <p:cNvPr id="12" name="Text richtext-1792288368405-8014200"/>
          <p:cNvSpPr/>
          <p:nvPr/>
        </p:nvSpPr>
        <p:spPr>
          <a:xfrm>
            <a:off x="9696450" y="39624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1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tham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chiếu,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220</a:t>
            </a:r>
            <a:r>
              <a:rPr lang="en-US" sz="22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object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Khoảng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0,56</a:t>
            </a:r>
            <a:r>
              <a:rPr lang="en-US" sz="22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megabyte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0,07</a:t>
            </a: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giây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848350"/>
            <a:ext cx="8058150" cy="2476500"/>
          </a:xfrm>
          <a:prstGeom prst="roundRect">
            <a:avLst>
              <a:gd name="adj" fmla="val 7692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5848350"/>
            <a:ext cx="95250" cy="2476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60579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Bề sâu</a:t>
            </a:r>
            <a:r>
              <a:rPr lang="en-US" sz="30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000" dirty="0" spc="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30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bề</a:t>
            </a:r>
            <a:r>
              <a:rPr lang="en-US" sz="3000" dirty="0" spc="-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</a:t>
            </a:r>
            <a:endParaRPr lang="en-US" sz="3000" dirty="0"/>
          </a:p>
        </p:txBody>
      </p:sp>
      <p:sp>
        <p:nvSpPr>
          <p:cNvPr id="16" name="Text richtext-1792288368413-629367264"/>
          <p:cNvSpPr/>
          <p:nvPr/>
        </p:nvSpPr>
        <p:spPr>
          <a:xfrm>
            <a:off x="1295400" y="672465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Mọi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nhánh,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--depth: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4.860</a:t>
            </a:r>
            <a:r>
              <a:rPr lang="en-US" sz="22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object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Mọi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nhánh, --depth=1:</a:t>
            </a:r>
            <a:r>
              <a:rPr lang="en-US" sz="22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khoảng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13,5</a:t>
            </a:r>
            <a:r>
              <a:rPr lang="en-US" sz="22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megabyte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Số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nhánh</a:t>
            </a:r>
            <a:r>
              <a:rPr lang="en-US" sz="225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lấy</a:t>
            </a:r>
            <a:r>
              <a:rPr lang="en-US" sz="22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2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315450" y="5848350"/>
            <a:ext cx="8058150" cy="2476500"/>
          </a:xfrm>
          <a:prstGeom prst="roundRect">
            <a:avLst>
              <a:gd name="adj" fmla="val 7692"/>
            </a:avLst>
          </a:prstGeom>
          <a:solidFill>
            <a:srgbClr val="E8E0CF"/>
          </a:solidFill>
          <a:ln/>
        </p:spPr>
      </p:sp>
      <p:sp>
        <p:nvSpPr>
          <p:cNvPr id="18" name="Shape 16"/>
          <p:cNvSpPr/>
          <p:nvPr/>
        </p:nvSpPr>
        <p:spPr>
          <a:xfrm>
            <a:off x="9315450" y="5848350"/>
            <a:ext cx="95250" cy="2476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9696450" y="60579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Clone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30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fetch</a:t>
            </a:r>
            <a:endParaRPr lang="en-US" sz="3000" dirty="0"/>
          </a:p>
        </p:txBody>
      </p:sp>
      <p:sp>
        <p:nvSpPr>
          <p:cNvPr id="20" name="Text richtext-1792288368423-381615852"/>
          <p:cNvSpPr/>
          <p:nvPr/>
        </p:nvSpPr>
        <p:spPr>
          <a:xfrm>
            <a:off x="9696450" y="672465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git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clone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--depth</a:t>
            </a: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ngầm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lấy một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nhánh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Thử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2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thấy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cấu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nhánh</a:t>
            </a:r>
            <a:r>
              <a:rPr lang="en-US" sz="22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master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Muốn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chắc thì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đặt</a:t>
            </a:r>
            <a:r>
              <a:rPr lang="en-US" sz="22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refspec</a:t>
            </a:r>
            <a:r>
              <a:rPr lang="en-US" sz="2250" dirty="0" spc="-2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rõ</a:t>
            </a:r>
            <a:r>
              <a:rPr lang="en-US" sz="22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ràng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14400" y="85915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Giảm</a:t>
            </a:r>
            <a:r>
              <a:rPr lang="en-US" sz="19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khoảng</a:t>
            </a:r>
            <a:r>
              <a:rPr lang="en-US" sz="19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95%</a:t>
            </a:r>
            <a:r>
              <a:rPr lang="en-US" sz="1950" dirty="0" spc="-1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trở</a:t>
            </a:r>
            <a:r>
              <a:rPr lang="en-US" sz="19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lên ở</a:t>
            </a:r>
            <a:r>
              <a:rPr lang="en-US" sz="19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</a:t>
            </a:r>
            <a:r>
              <a:rPr lang="en-US" sz="19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</a:t>
            </a:r>
            <a:r>
              <a:rPr lang="en-US" sz="1950" dirty="0" spc="-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1950" dirty="0" spc="8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đo.</a:t>
            </a:r>
            <a:r>
              <a:rPr lang="en-US" sz="19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1950" dirty="0" spc="1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</a:t>
            </a:r>
            <a:r>
              <a:rPr lang="en-US" sz="19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tương</a:t>
            </a:r>
            <a:r>
              <a:rPr lang="en-US" sz="1950" dirty="0" spc="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đối,</a:t>
            </a:r>
            <a:r>
              <a:rPr lang="en-US" sz="19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1950" dirty="0" spc="-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tái</a:t>
            </a:r>
            <a:r>
              <a:rPr lang="en-US" sz="19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hiện</a:t>
            </a:r>
            <a:r>
              <a:rPr lang="en-US" sz="1950" dirty="0" spc="-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19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1950" dirty="0" spc="-1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Pinterest.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1" name="Shape 2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2" name="Text 30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686b9bae-35d7-449e-a100-0c37295e50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r>
              <a:rPr lang="en-US" sz="1950" spc="172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PHẠM</a:t>
            </a:r>
            <a:r>
              <a:rPr lang="en-US" sz="1950" spc="223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 nhớ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229225" cy="5715000"/>
          </a:xfrm>
          <a:prstGeom prst="roundRect">
            <a:avLst>
              <a:gd name="adj" fmla="val 3643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5229225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314325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33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33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3300" dirty="0"/>
          </a:p>
        </p:txBody>
      </p:sp>
      <p:sp>
        <p:nvSpPr>
          <p:cNvPr id="7" name="Text richtext-1792288381715-616626014"/>
          <p:cNvSpPr/>
          <p:nvPr/>
        </p:nvSpPr>
        <p:spPr>
          <a:xfrm>
            <a:off x="1238250" y="4000500"/>
            <a:ext cx="4572000" cy="428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Pinterest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Pinboard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Pinterest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 phút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24625" y="2762250"/>
            <a:ext cx="5229225" cy="5715000"/>
          </a:xfrm>
          <a:prstGeom prst="roundRect">
            <a:avLst>
              <a:gd name="adj" fmla="val 3643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6524625" y="2762250"/>
            <a:ext cx="5229225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6848475" y="314325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33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suy</a:t>
            </a:r>
            <a:r>
              <a:rPr lang="en-US" sz="33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3300" dirty="0" spc="-3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endParaRPr lang="en-US" sz="3300" dirty="0"/>
          </a:p>
        </p:txBody>
      </p:sp>
      <p:sp>
        <p:nvSpPr>
          <p:cNvPr id="11" name="Text richtext-1792288381723-920946329"/>
          <p:cNvSpPr/>
          <p:nvPr/>
        </p:nvSpPr>
        <p:spPr>
          <a:xfrm>
            <a:off x="6848475" y="4000500"/>
            <a:ext cx="4572000" cy="428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Refspec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nhánh: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 chính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2134850" y="2762250"/>
            <a:ext cx="5229225" cy="5715000"/>
          </a:xfrm>
          <a:prstGeom prst="roundRect">
            <a:avLst>
              <a:gd name="adj" fmla="val 3643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34850" y="2762250"/>
            <a:ext cx="5229225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4" name="Text 12"/>
          <p:cNvSpPr/>
          <p:nvPr/>
        </p:nvSpPr>
        <p:spPr>
          <a:xfrm>
            <a:off x="12458700" y="314325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Còn</a:t>
            </a:r>
            <a:r>
              <a:rPr lang="en-US" sz="33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yếu</a:t>
            </a:r>
            <a:r>
              <a:rPr lang="en-US" sz="3300" dirty="0" spc="-2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</a:t>
            </a:r>
            <a:r>
              <a:rPr lang="en-US" sz="33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endParaRPr lang="en-US" sz="3300" dirty="0"/>
          </a:p>
        </p:txBody>
      </p:sp>
      <p:sp>
        <p:nvSpPr>
          <p:cNvPr id="15" name="Text richtext-1792288381729-767771676"/>
          <p:cNvSpPr/>
          <p:nvPr/>
        </p:nvSpPr>
        <p:spPr>
          <a:xfrm>
            <a:off x="12458700" y="4000500"/>
            <a:ext cx="4572000" cy="428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 clone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tùy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mạng,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tệp,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25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fetch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checkout: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 pipeline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Pinterest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5" name="Shape 2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3c4beaa4-699f-4c91-a90a-b625716b556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spc="199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78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78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chậm?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6667500" cy="5905500"/>
          </a:xfrm>
          <a:prstGeom prst="roundRect">
            <a:avLst>
              <a:gd name="adj" fmla="val 3226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52750"/>
            <a:ext cx="590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467100"/>
            <a:ext cx="5905500" cy="571500"/>
          </a:xfrm>
          <a:prstGeom prst="roundRect">
            <a:avLst>
              <a:gd name="adj" fmla="val 20000"/>
            </a:avLst>
          </a:prstGeom>
          <a:solidFill>
            <a:srgbClr val="2C30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git</a:t>
            </a:r>
            <a:r>
              <a:rPr lang="en-US" sz="22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fetch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--depth=50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95400" y="4171950"/>
            <a:ext cx="5905500" cy="571500"/>
          </a:xfrm>
          <a:prstGeom prst="roundRect">
            <a:avLst>
              <a:gd name="adj" fmla="val 20000"/>
            </a:avLst>
          </a:prstGeom>
          <a:solidFill>
            <a:srgbClr val="2C30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refspec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mặc</a:t>
            </a:r>
            <a:r>
              <a:rPr lang="en-US" sz="225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95400" y="4876800"/>
            <a:ext cx="5905500" cy="571500"/>
          </a:xfrm>
          <a:prstGeom prst="roundRect">
            <a:avLst>
              <a:gd name="adj" fmla="val 20000"/>
            </a:avLst>
          </a:prstGeom>
          <a:solidFill>
            <a:srgbClr val="2C30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kho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800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nhánh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</a:t>
            </a:r>
            <a:endParaRPr lang="en-US" sz="2250" dirty="0"/>
          </a:p>
        </p:txBody>
      </p:sp>
      <p:sp>
        <p:nvSpPr>
          <p:cNvPr id="9" name="Text richtext-1792288400578-717555369"/>
          <p:cNvSpPr/>
          <p:nvPr/>
        </p:nvSpPr>
        <p:spPr>
          <a:xfrm>
            <a:off x="1295400" y="5772150"/>
            <a:ext cx="59055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Build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nhánh chính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Việc</a:t>
            </a:r>
            <a:r>
              <a:rPr lang="en-US" sz="240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tải</a:t>
            </a:r>
            <a:r>
              <a:rPr lang="en-US" sz="240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chậm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95400" y="7048500"/>
            <a:ext cx="5905500" cy="12382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5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30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sao,</a:t>
            </a:r>
            <a:r>
              <a:rPr lang="en-US" sz="3000" b="1" dirty="0" spc="-2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1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30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7962900" y="2667000"/>
            <a:ext cx="94107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62900" y="2667000"/>
            <a:ext cx="114300" cy="5905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8420100" y="28956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950" b="1" spc="1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950" dirty="0"/>
          </a:p>
        </p:txBody>
      </p:sp>
      <p:sp>
        <p:nvSpPr>
          <p:cNvPr id="14" name="Text richtext-1792288400590-46167310"/>
          <p:cNvSpPr/>
          <p:nvPr/>
        </p:nvSpPr>
        <p:spPr>
          <a:xfrm>
            <a:off x="8420100" y="3314700"/>
            <a:ext cx="85725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--depth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giới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bề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sâu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Cả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800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nhánh</a:t>
            </a:r>
            <a:r>
              <a:rPr lang="en-US" sz="22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2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lấy</a:t>
            </a:r>
            <a:endParaRPr lang="en-US" sz="2250" dirty="0"/>
          </a:p>
        </p:txBody>
      </p:sp>
      <p:sp>
        <p:nvSpPr>
          <p:cNvPr id="15" name="Connector line-1792288400597-217400757"/>
          <p:cNvSpPr/>
          <p:nvPr/>
        </p:nvSpPr>
        <p:spPr>
          <a:xfrm>
            <a:off x="8420100" y="4400550"/>
            <a:ext cx="8572500" cy="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8420100" y="45720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195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17" name="Text richtext-1792288400600-732274346"/>
          <p:cNvSpPr/>
          <p:nvPr/>
        </p:nvSpPr>
        <p:spPr>
          <a:xfrm>
            <a:off x="8420100" y="4991100"/>
            <a:ext cx="8572500" cy="1524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2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Đặt</a:t>
            </a:r>
            <a:r>
              <a:rPr lang="en-US" sz="22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refspec</a:t>
            </a:r>
            <a:r>
              <a:rPr lang="en-US" sz="22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nêu nhánh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chính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Thêm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--no-tags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nếu</a:t>
            </a: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</a:t>
            </a: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tag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Khai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thêm đúng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nhánh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build</a:t>
            </a: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thật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sự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endParaRPr lang="en-US" sz="2250" dirty="0"/>
          </a:p>
        </p:txBody>
      </p:sp>
      <p:sp>
        <p:nvSpPr>
          <p:cNvPr id="18" name="Connector line-1792288400608-677588453"/>
          <p:cNvSpPr/>
          <p:nvPr/>
        </p:nvSpPr>
        <p:spPr>
          <a:xfrm>
            <a:off x="8420100" y="6705600"/>
            <a:ext cx="8572500" cy="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8420100" y="68770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950" dirty="0"/>
          </a:p>
        </p:txBody>
      </p:sp>
      <p:sp>
        <p:nvSpPr>
          <p:cNvPr id="20" name="Text richtext-1792288400610-930928241"/>
          <p:cNvSpPr/>
          <p:nvPr/>
        </p:nvSpPr>
        <p:spPr>
          <a:xfrm>
            <a:off x="8420100" y="72961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Nếu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git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clone --depth:</a:t>
            </a:r>
            <a:r>
              <a:rPr lang="en-US" sz="22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nguyên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chỗ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khác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Đừng</a:t>
            </a:r>
            <a:r>
              <a:rPr lang="en-US" sz="22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vội</a:t>
            </a:r>
            <a:r>
              <a:rPr lang="en-US" sz="22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xóa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nhánh cũ</a:t>
            </a:r>
            <a:r>
              <a:rPr lang="en-US" sz="22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2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chủ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3" name="Shape 2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5" name="Shape 2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7" name="Shape 2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8" name="Shape 2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9" name="Shape 2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1" name="Text 29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624fddc0-7d0a-46f7-9c27-af037ebea96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8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THUẬT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7620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670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819400"/>
            <a:ext cx="666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refspec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295400" y="3543300"/>
            <a:ext cx="6953250" cy="571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4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Lấy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tham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chiếu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 từ</a:t>
            </a:r>
            <a:r>
              <a:rPr lang="en-US" sz="240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</a:t>
            </a:r>
            <a:r>
              <a:rPr lang="en-US" sz="240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xa,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đặt</a:t>
            </a:r>
            <a:r>
              <a:rPr lang="en-US" sz="24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vào</a:t>
            </a:r>
            <a:r>
              <a:rPr lang="en-US" sz="240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đâu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4524375"/>
            <a:ext cx="7620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524375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4676775"/>
            <a:ext cx="666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depth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1295400" y="5400675"/>
            <a:ext cx="6953250" cy="571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Giới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 lịch</a:t>
            </a:r>
            <a:r>
              <a:rPr lang="en-US" sz="240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sử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4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mỗi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nhánh</a:t>
            </a:r>
            <a:r>
              <a:rPr lang="en-US" sz="240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4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lấy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6381750"/>
            <a:ext cx="7620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638175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534150"/>
            <a:ext cx="666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no-tags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1295400" y="7258050"/>
            <a:ext cx="6953250" cy="571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Bỏ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4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tag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915400" y="2667000"/>
            <a:ext cx="8458200" cy="5334000"/>
          </a:xfrm>
          <a:prstGeom prst="roundRect">
            <a:avLst>
              <a:gd name="adj" fmla="val 3571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9296400" y="285750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270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27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2700" dirty="0"/>
          </a:p>
        </p:txBody>
      </p:sp>
      <p:sp>
        <p:nvSpPr>
          <p:cNvPr id="18" name="Text richtext-1792288418064-227100207"/>
          <p:cNvSpPr/>
          <p:nvPr/>
        </p:nvSpPr>
        <p:spPr>
          <a:xfrm>
            <a:off x="9296400" y="3448050"/>
            <a:ext cx="7810500" cy="1905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định: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Pinboard,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refspec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git-fetch và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git-clone: --depth,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--no-tags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Git,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Refspec: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cú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refspec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Jenkins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plugin: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hình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checkout</a:t>
            </a:r>
            <a:endParaRPr lang="en-US" sz="2250" dirty="0"/>
          </a:p>
        </p:txBody>
      </p:sp>
      <p:sp>
        <p:nvSpPr>
          <p:cNvPr id="19" name="Connector line-1792288418074-405869942"/>
          <p:cNvSpPr/>
          <p:nvPr/>
        </p:nvSpPr>
        <p:spPr>
          <a:xfrm>
            <a:off x="9296400" y="5543550"/>
            <a:ext cx="7696200" cy="0"/>
          </a:xfrm>
          <a:prstGeom prst="line">
            <a:avLst/>
          </a:prstGeom>
          <a:noFill/>
          <a:ln w="19050">
            <a:solidFill>
              <a:srgbClr val="3A3F50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9296400" y="56959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27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27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270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27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2700" dirty="0"/>
          </a:p>
        </p:txBody>
      </p:sp>
      <p:sp>
        <p:nvSpPr>
          <p:cNvPr id="21" name="Text richtext-1792288418077-247562129"/>
          <p:cNvSpPr/>
          <p:nvPr/>
        </p:nvSpPr>
        <p:spPr>
          <a:xfrm>
            <a:off x="9296400" y="6286500"/>
            <a:ext cx="7810500" cy="1619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Pinterest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7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Jenkins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Pipeline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Jenkins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Pinterest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14400" y="824865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5400" y="8248650"/>
            <a:ext cx="157162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nháp, chờ</a:t>
            </a:r>
            <a:r>
              <a:rPr lang="en-US" sz="24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review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kỹ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thuật.</a:t>
            </a:r>
            <a:r>
              <a:rPr lang="en-US" sz="24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học.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6" name="Shape 2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7" name="Shape 2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8" name="Shape 2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9" name="Shape 2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0" name="Shape 2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1" name="Shape 2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2" name="Shape 3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3" name="Shape 3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Text 32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727a521c-2bac-42bb-8b68-002997a217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2026-10-18T07:47:53Z</dcterms:created>
  <dcterms:modified xsi:type="dcterms:W3CDTF">2026-10-18T07:47:53Z</dcterms:modified>
</cp:coreProperties>
</file>