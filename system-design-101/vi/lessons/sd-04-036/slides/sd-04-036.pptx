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1685925"/>
          </a:xfrm>
          <a:prstGeom prst="rect">
            <a:avLst/>
          </a:prstGeom>
          <a:noFill/>
          <a:ln/>
        </p:spPr>
        <p:txBody>
          <a:bodyPr wrap="square" lIns="0" tIns="60420" rIns="0" bIns="-60420" rtlCol="0" anchor="t"/>
          <a:lstStyle/>
          <a:p>
            <a:pPr algn="l" indent="0" marL="0">
              <a:lnSpc>
                <a:spcPts val="7403"/>
              </a:lnSpc>
              <a:buNone/>
            </a:pPr>
            <a:r>
              <a:rPr lang="en-US" sz="70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 môn</a:t>
            </a:r>
            <a:r>
              <a:rPr lang="en-US" sz="70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sharding</a:t>
            </a:r>
            <a:endParaRPr lang="en-US" sz="705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572500" cy="714375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33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33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3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3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3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83820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200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58500" y="163830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10477500" y="29527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3238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58500" y="367665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3.994</a:t>
            </a:r>
            <a:r>
              <a:rPr lang="en-US" sz="4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10477500" y="49911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768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58500" y="571500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43,74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≠</a:t>
            </a:r>
            <a:r>
              <a:rPr lang="en-US" sz="4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40,54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0477500" y="70294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58500" y="73152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SHARD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775335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hụt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0477500" y="9096375"/>
            <a:ext cx="689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khóa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2907911-9ccc-47b4-89ea-16674b7b11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 phỏng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khăn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16002000" cy="2571750"/>
          </a:xfrm>
          <a:prstGeom prst="roundRect">
            <a:avLst>
              <a:gd name="adj" fmla="val 1037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77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693420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10.000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1.000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95400" y="752475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95400" y="815340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1a0c8bb-c535-4254-a93d-c6ea1a1dc1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spc="1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nào</a:t>
            </a:r>
            <a:r>
              <a:rPr lang="en-US" sz="6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rẻ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4191000" cy="5715000"/>
          </a:xfrm>
          <a:prstGeom prst="roundRect">
            <a:avLst>
              <a:gd name="adj" fmla="val 636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33375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800" b="1" spc="16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8250" y="3905250"/>
            <a:ext cx="3543300" cy="1238250"/>
          </a:xfrm>
          <a:prstGeom prst="roundRect">
            <a:avLst>
              <a:gd name="adj" fmla="val 15385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485900" y="4076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" y="453390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thử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38250" y="5429250"/>
            <a:ext cx="35433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5900" y="5600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" y="605790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8250" y="6953250"/>
            <a:ext cx="3543300" cy="1524000"/>
          </a:xfrm>
          <a:prstGeom prst="roundRect">
            <a:avLst>
              <a:gd name="adj" fmla="val 125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85900" y="7124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85900" y="75819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chia,</a:t>
            </a:r>
            <a:r>
              <a:rPr lang="en-US" sz="18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15000" y="3048000"/>
            <a:ext cx="116586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00750" y="3286125"/>
            <a:ext cx="1905000" cy="68580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8582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537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0492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1447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21" name="Connector line-1792371331114-404703968"/>
          <p:cNvSpPr/>
          <p:nvPr/>
        </p:nvSpPr>
        <p:spPr>
          <a:xfrm>
            <a:off x="695325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Connector line-1792371331115-631193411"/>
          <p:cNvSpPr/>
          <p:nvPr/>
        </p:nvSpPr>
        <p:spPr>
          <a:xfrm>
            <a:off x="97155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3" name="Connector line-1792371331115-534405268"/>
          <p:cNvSpPr/>
          <p:nvPr/>
        </p:nvSpPr>
        <p:spPr>
          <a:xfrm>
            <a:off x="118110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Connector line-1792371331115-72543291"/>
          <p:cNvSpPr/>
          <p:nvPr/>
        </p:nvSpPr>
        <p:spPr>
          <a:xfrm>
            <a:off x="139065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5" name="Connector line-1792371331115-573685404"/>
          <p:cNvSpPr/>
          <p:nvPr/>
        </p:nvSpPr>
        <p:spPr>
          <a:xfrm>
            <a:off x="160020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143750" y="41719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4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7" name="Connector line-1792371331118-860253993"/>
          <p:cNvSpPr/>
          <p:nvPr/>
        </p:nvSpPr>
        <p:spPr>
          <a:xfrm>
            <a:off x="6953250" y="4667250"/>
            <a:ext cx="68770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287500" y="4429125"/>
            <a:ext cx="28575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7143750" y="5219700"/>
            <a:ext cx="666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sp9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0" name="Connector line-1792371331124-510798082"/>
          <p:cNvSpPr/>
          <p:nvPr/>
        </p:nvSpPr>
        <p:spPr>
          <a:xfrm>
            <a:off x="6953250" y="5715000"/>
            <a:ext cx="26860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1" name="Connector line-1792371331124-728014762"/>
          <p:cNvSpPr/>
          <p:nvPr/>
        </p:nvSpPr>
        <p:spPr>
          <a:xfrm>
            <a:off x="6953250" y="6096000"/>
            <a:ext cx="4781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2" name="Connector line-1792371331124-227845908"/>
          <p:cNvSpPr/>
          <p:nvPr/>
        </p:nvSpPr>
        <p:spPr>
          <a:xfrm>
            <a:off x="6953250" y="6477000"/>
            <a:ext cx="68770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Connector line-1792371331125-925226262"/>
          <p:cNvSpPr/>
          <p:nvPr/>
        </p:nvSpPr>
        <p:spPr>
          <a:xfrm>
            <a:off x="6953250" y="6858000"/>
            <a:ext cx="8972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4" name="Connector line-1792371331125-679876264"/>
          <p:cNvSpPr/>
          <p:nvPr/>
        </p:nvSpPr>
        <p:spPr>
          <a:xfrm flipH="1">
            <a:off x="7029450" y="7334250"/>
            <a:ext cx="8972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9525000" y="7448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4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000750" y="7810500"/>
            <a:ext cx="4381500" cy="6096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·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b1715b72-fe23-4114-af5f-8ccaf584e5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0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cả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0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0" dirty="0" spc="-4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3.994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7810500" cy="8286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2.000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đơn;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2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MỖI SHARD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44100" y="409575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334750" y="4076700"/>
            <a:ext cx="291465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1" name="Text 9"/>
          <p:cNvSpPr/>
          <p:nvPr/>
        </p:nvSpPr>
        <p:spPr>
          <a:xfrm>
            <a:off x="14382750" y="409575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2.051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944100" y="514350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334750" y="5124450"/>
            <a:ext cx="287655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4" name="Text 12"/>
          <p:cNvSpPr/>
          <p:nvPr/>
        </p:nvSpPr>
        <p:spPr>
          <a:xfrm>
            <a:off x="14382750" y="51435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2.023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44100" y="619125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334750" y="6172200"/>
            <a:ext cx="274320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7" name="Text 15"/>
          <p:cNvSpPr/>
          <p:nvPr/>
        </p:nvSpPr>
        <p:spPr>
          <a:xfrm>
            <a:off x="14382750" y="619125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1.932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944100" y="723900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334750" y="7219950"/>
            <a:ext cx="5676900" cy="419100"/>
          </a:xfrm>
          <a:prstGeom prst="roundRect">
            <a:avLst>
              <a:gd name="adj" fmla="val 22727"/>
            </a:avLst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334750" y="79057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3.994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8d33820-b75c-4cc7-8bc5-57a76e4cd3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Trung</a:t>
            </a:r>
            <a:r>
              <a:rPr lang="en-US" sz="60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81050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048500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29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43,74</a:t>
            </a:r>
            <a:endParaRPr lang="en-US" sz="12000" dirty="0"/>
          </a:p>
        </p:txBody>
      </p:sp>
      <p:sp>
        <p:nvSpPr>
          <p:cNvPr id="7" name="Text 5"/>
          <p:cNvSpPr/>
          <p:nvPr/>
        </p:nvSpPr>
        <p:spPr>
          <a:xfrm>
            <a:off x="1295400" y="628650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trung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bình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620000"/>
            <a:ext cx="7048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63100" y="3143250"/>
            <a:ext cx="7810500" cy="5619750"/>
          </a:xfrm>
          <a:prstGeom prst="roundRect">
            <a:avLst>
              <a:gd name="adj" fmla="val 4746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99441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 ·</a:t>
            </a:r>
            <a:r>
              <a:rPr lang="en-US" sz="1800" b="1" spc="21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800" b="1" spc="21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4000500"/>
            <a:ext cx="7048500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40,54</a:t>
            </a:r>
            <a:endParaRPr lang="en-US" sz="12000" dirty="0"/>
          </a:p>
        </p:txBody>
      </p:sp>
      <p:sp>
        <p:nvSpPr>
          <p:cNvPr id="12" name="Text 10"/>
          <p:cNvSpPr/>
          <p:nvPr/>
        </p:nvSpPr>
        <p:spPr>
          <a:xfrm>
            <a:off x="9944100" y="6286500"/>
            <a:ext cx="70485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944100" y="7620000"/>
            <a:ext cx="7048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10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-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÷</a:t>
            </a:r>
            <a:r>
              <a:rPr lang="en-US" sz="2100" dirty="0" spc="-1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bb6e7aca-fa00-490b-ae75-5f8f850bfd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Chuyển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hai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 ghi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hai</a:t>
            </a:r>
            <a:r>
              <a:rPr lang="en-US" sz="60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000" dirty="0"/>
          </a:p>
        </p:txBody>
      </p:sp>
      <p:sp>
        <p:nvSpPr>
          <p:cNvPr id="4" name="Connector line-1792371385628-621830745"/>
          <p:cNvSpPr/>
          <p:nvPr/>
        </p:nvSpPr>
        <p:spPr>
          <a:xfrm>
            <a:off x="1428750" y="3810000"/>
            <a:ext cx="15430500" cy="0"/>
          </a:xfrm>
          <a:prstGeom prst="line">
            <a:avLst/>
          </a:prstGeom>
          <a:noFill/>
          <a:ln w="571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257300" y="36385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Shape 4"/>
          <p:cNvSpPr/>
          <p:nvPr/>
        </p:nvSpPr>
        <p:spPr>
          <a:xfrm>
            <a:off x="5495925" y="36385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Shape 5"/>
          <p:cNvSpPr/>
          <p:nvPr/>
        </p:nvSpPr>
        <p:spPr>
          <a:xfrm>
            <a:off x="9734550" y="36385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3973175" y="36385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53025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91650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630275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28625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100.000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14400" y="50482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53025" y="4286250"/>
            <a:ext cx="3810000" cy="5524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trừ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153025" y="5334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391650" y="4286250"/>
            <a:ext cx="3810000" cy="5524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391650" y="4857750"/>
            <a:ext cx="3810000" cy="7810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630275" y="428625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99.970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3630275" y="50482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286500"/>
            <a:ext cx="10096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6572250"/>
            <a:ext cx="9334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 CÙNG</a:t>
            </a: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1800" b="1" spc="2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KHÔNG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048500"/>
            <a:ext cx="9334500" cy="6477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tán,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11391900" y="6286500"/>
            <a:ext cx="59817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72900" y="65722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772900" y="704850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PREPARE</a:t>
            </a:r>
            <a:r>
              <a:rPr lang="en-US" sz="24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1772900" y="75819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ngoài;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54396ca-db6f-4030-ad47-9d84782a38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Phép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không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762250" y="3667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762250" y="4667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"Chết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chừng"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762250" y="5191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53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762250" y="6191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 lại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(resharding)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6715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7677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762250" y="7715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762250" y="8239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khăn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tính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169fd8c-777e-46fd-8848-4269aa758a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32385" rIns="0" bIns="-32385" rtlCol="0" anchor="t"/>
          <a:lstStyle/>
          <a:p>
            <a:pPr algn="l" indent="0" marL="0">
              <a:lnSpc>
                <a:spcPts val="5610"/>
              </a:lnSpc>
              <a:buNone/>
            </a:pPr>
            <a:r>
              <a:rPr lang="en-US" sz="5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1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1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gửi: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cuộc</a:t>
            </a:r>
            <a:r>
              <a:rPr lang="en-US" sz="51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An–Bình</a:t>
            </a:r>
            <a:r>
              <a:rPr lang="en-US" sz="5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chạm</a:t>
            </a:r>
            <a:r>
              <a:rPr lang="en-US" sz="5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51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shard?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352425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752850"/>
            <a:ext cx="438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375285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CUỘC AN</a:t>
            </a:r>
            <a:r>
              <a:rPr lang="en-US" sz="1950" b="1" spc="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0" y="375285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TIN</a:t>
            </a:r>
            <a:r>
              <a:rPr lang="en-US" sz="1950" b="1" spc="14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950" b="1" spc="1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533900"/>
            <a:ext cx="16459200" cy="1905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81965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096000" y="48196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hoặc</a:t>
            </a:r>
            <a:r>
              <a:rPr lang="en-US" sz="25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b="1" dirty="0" spc="-1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096000" y="53340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lại; mỗi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 50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811000" y="48196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591300"/>
            <a:ext cx="16459200" cy="1905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87705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096000" y="68770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096000" y="73914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tin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811000" y="68770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811000" y="73914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db1b04b-e002-4930-af83-f09b21bf2f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60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952750"/>
            <a:ext cx="152400" cy="2762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3714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54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3906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sản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3726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0" y="2952750"/>
            <a:ext cx="152400" cy="2762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8488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MỖI SHARD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48850" y="3714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2051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2023 ·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1932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3994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8488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6000750"/>
            <a:ext cx="152400" cy="2762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3906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906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40,536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43,738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906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72600" y="6000750"/>
            <a:ext cx="152400" cy="2762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98488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488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100.000</a:t>
            </a:r>
            <a:r>
              <a:rPr lang="en-US" sz="4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99.970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8488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7536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3.45.1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2026-10-18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fce668ed-dcb7-462c-a21a-c76b74434c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048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239000"/>
            <a:ext cx="7048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SQLite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63100" y="3048000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3810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44100" y="4381500"/>
            <a:ext cx="7048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chia,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logic,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khăn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63100" y="6048375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944100" y="6353175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44100" y="6810375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PREPARE</a:t>
            </a:r>
            <a:r>
              <a:rPr lang="en-US" sz="24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944100" y="7381875"/>
            <a:ext cx="7048500" cy="428625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19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5255df-37ca-4447-b2e2-ac7cb25a9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2026-10-19T01:41:23Z</dcterms:created>
  <dcterms:modified xsi:type="dcterms:W3CDTF">2026-10-19T01:41:23Z</dcterms:modified>
</cp:coreProperties>
</file>